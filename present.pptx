
<file path=[Content_Types].xml><?xml version="1.0" encoding="utf-8"?>
<Types xmlns="http://schemas.openxmlformats.org/package/2006/content-types">
  <Default Extension="hegy3q6+jnkawaaaabjru5erkjggg==" ContentType="image/hegy3q6+jnkawaaaabjru5erkjggg=="/>
  <Default Extension="p17rmtb8aaaaasuvork5cyii=" ContentType="image/p17rmtb8aaaaasuvork5cyii="/>
  <Default Extension="rels" ContentType="application/vnd.openxmlformats-package.relationships+xml"/>
  <Default Extension="webp" ContentType="image/webp"/>
  <Default Extension="x9mi7jjgiovoqaaaabjru5erkjggg==" ContentType="image/x9mi7jjgiovoqaaaabjru5erkjggg==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2" r:id="rId12"/>
    <p:sldId id="273" r:id="rId13"/>
    <p:sldId id="271" r:id="rId14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10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18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B2410-0A2C-DD6F-65E7-6E776873C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ED0A6-108B-53B2-F4F5-7798A815A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7CB67-6EDF-661A-4846-21C2109F1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BCDB3-214C-65A6-E5CC-39B6AF3E1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40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F6C5-C6D5-212A-C1A8-CFE2D9E3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5D948-40B3-6374-9D9F-8AEF14B6B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9CFBB-C469-EF26-7997-0058AE57F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1FDE0-949A-D911-8AFE-EAD7A2ECB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7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FC8B-F46D-ED79-195A-11A66E3A5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017C-31C6-2ECB-ED9B-92C166996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B415B-D495-BC62-0EC0-AD645F233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25E37-BE60-F538-B546-027C20C29B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D43B-8F5E-0B1F-A6CD-D1FCCFA00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75450-E93C-32C6-DB30-A7E655FBD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4666A-342E-0311-2298-79B387EFC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0F2A6-02F6-5C6F-4EB8-84F6F4E48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221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319F7-2018-0A9D-B092-52C56F1B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6814B-D13C-9F61-9E88-5B9F60CEE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0C62E-1506-A0AC-A77F-DEDDA6A6F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4A8D55-F8EF-EB95-DF20-F6B2185B7A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282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94545-BAB5-36DF-982A-ECAE736E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0B395-E4E6-4F04-3083-273FEFAF4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1D31E-7368-9731-4D13-B5A0F978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5F18C-E1D9-7E42-0348-DD2FBEE028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820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07BC3-A692-7B0E-57C4-298E2854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F2326-8A77-F554-8A56-F164FE8AD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DA748B-E70F-98D0-0201-5C8FC1E1A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FD3A8-9EBD-0049-4FAC-2076097F9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750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C458A-C5E4-01A8-43F8-699F0492B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5C378A-907C-6D53-58E1-C540B45542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07BC1-6DF2-86DB-DBD6-C0245F7E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3FEE6-7645-EBE1-EA45-DBE20781D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7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00CBB-7765-E91C-5D0A-E2F85CA24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7D360-6715-887E-356D-E154F8D20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8F9F4-B44F-08A4-6628-B722526F5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445C7-9CE6-972A-D28B-BD448527D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8739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2E85A-FE96-A4D4-73EC-75C155208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C78587-5431-9467-FC44-45F4666FD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D968C-6FEA-E407-F4BC-BFEE43535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55500-DE40-2833-568F-AF41719B9F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513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ECBE3-EF46-C8FF-A965-AD0065E9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BE319-F1C4-710A-D5A8-7E5D3DD65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4D60C4-A579-82CE-6EE1-396786F63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98DE9-CE32-6631-6BA2-1339CDAA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804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hegy3q6+jnkawaaaabjru5erkjggg=="/><Relationship Id="rId4" Type="http://schemas.openxmlformats.org/officeDocument/2006/relationships/image" Target="../media/image2.x9mi7jjgiovoqaaaabjru5erkjggg==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title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di3qrOJc22pVU3/8Vf2ulTWwcTIApJIQAj9rPv7u7DDoMiUPpjeyPr9s/f/xDgAABAgQIECBAgAABAgQIECBAgAABAgQIECBAgAABAqcX+BAAn34MdYAAAQIECBAgQIAAAQIECBAgQIAAAQIECBAgQIAAAQLfAgJgE4E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icV+Pr6OmnLNZsAAQIESgQ+Pj5KTnfuxQUEwBcfYN0jQIAAAQIECBAgQIAAAQIECBAgQOC6AgLg646tnhEgQGBJQABsfizOj9sLgj8RM0cIECBAgAABAgQIECBAgAABAgQIECBwQgHLuyccNE0mQIDABgIC4A0QL1yEHcAXHlxdI0CAAAECBAgQIECAAAECBAgQIEDg2gIC4GuPr94RIEBgTkAAbG4sCQiAzQ8CBAgQIECAAAECBAgQIECAAAECBAicVEAAfNKB02wCBAgUCgiACwEvfroA+OIDrHsECBAgQIAAAQIECBAgQIAAAQIECFxXQAB83bHVMwIECCwJCIDNj8X54TeATRACBAgQIECAAAECBAgQIECAAAECBAicU0AAfM5x02oCBAiUCgiASwWvfb4dwNceX70jQIAAAQIECBAgQIAAAQIECBAgQODCAgLgCw+urhEgQGBBQABseiwJCIDNDwIECBAgQIAAAQIECBAgQIAAAQIECBxUQMB70IHRLAIECBxcQEB88AGq3DwBcGVgxRMgQIAAAQIECBAgQIAAAQIECBAgQCBXQACcK+c8AgQIvLeAAPjNx99vAL/3BNB7AgQIECBAgAABAgQIECBAgAABAgSOKyAAPu7YaBkBAgSOLCAAPvLo1G+bHcD1jdVAgAABAgQIECBAgAABAgQIECBAgACBLAEBcBabkwgQIPD2AgLg954CAuD3Hn+9J0CAAAECBAgQIECAAAECBAgQIEDgwAIC4AMPjqYRIEDgwAIC4AMPzg5NEwDvgKwKAgQIECBAgAABAgQIECBAgAABAgQI5AgIgHPUnEOAAAECAuD3ngMC4Pcef70nQIAAAQIECBAgQIAAAQIECBAgQODAAgLgAw+OphEgQODAAgLgAw/ODk0TAO+ArAoCBAgQIECAAAECBAgQIECAAAECBAjkCAiAc9ScQ4AAAQIC4PeeAwLg9x5/vSdAgAABAgQIECBAgAABAgQIECBQJCCgLOJzcmUBAUhlYMUTKBDw/CjAc2pzgaM/XwTAzaeIBhAgQIAAAQIECBAgQIAAAQIECBA4r4AF/POO3Tu0/OgL9O8wBvpIYE7A88PcOLPA0Z8vAuAzzy5tJ0CAAAECBAgQIECAAAECBAgQINBYwAJ+4wFQ/aLA0RfoDR+Bdxbw/Hjn0T9/34/+fBEAn3+O6QEBAgQIECBAgAABAgQIECBAgACBZgIW8JvRqzhB4OgL9AldcAiBywp4flx2aN+iY0d/vgiA32Ia6iQBAgQIECBAgAABAgQIECBAgACBOgIW8Ou4KnUbgaMv0G/TS6UQOKeA58c5x02r7wJHf74IgM1UAgQIECBAgAABAgQIECBAgAABAgSyBSzgZ9M5cQeBoy/Q70CgCgKHFfD8OOzQaFiCwNGfLwLghEF0CAECBAgQIECAAAECBAgQIECAAAEC0wIW8M2MIwscfYH+yHbaRqC2gOdHbWHl1xQ4+vNFAFxz9JVNgAABAgQIECBAgAABAgQIECBA4OICFvAvPsAn797RF+hPzqv5BIoEPD+K+JzcWODozxcBcOMJonoCBAgQIECAAAECBAgQIECAAAECRxawQH/k0dG2SODoC/RR+31O4J0FPH/eefTP3/fWzx8B8PnnkB4QIECAAAECBAgQIECAAAECBAgQqCZgAb4arYJ3EGi9AL9DF1VB4LICnj+XHdq36Fjr548A+C2mmU4SIECAAAECBAgQIECAAAECBAgQyBOwAJ/n5qxjCLRegD+GglYQOKeA5885x02r7wKtnz8CYDORAAECBAgQIECAAAECBAgQIECAAIFZAQvwJseZBVovwJ/ZTtsJtBbw/Gk9AuovEWj9/BEAl4yecwkQIECAAAECBAgQIECAAAECBAhcXMAC/MUH+OLda70Af3Fe3SNQVcDzpyqvwisLtH7+CIArD7DiCRAgQIAAAQIECBAgQIAAAQIECJxZwAL8mUdP21svwBsBAgTyBTx/8u2c2V6g9fNHANx+DmgBAQIECBAgQIAAAQIECBAgQIAAgcMKWIA/7NBoWIJA6wX4hCY6hACBGQHPH1PjzAKtnz8C4DPPHm0nQIAAAQIECBAgQIAAAQIECBAgUFnAAnxlYMVXFWi9AF+1cwoncHEBz5+LD/DFu9f6+SMAvvgE0z0CBAgQIECAAAECBAgQIECAAIG6Ahao6/rWLr31Am3t/in/vQXcn849/u5P5x6/d2+9+0/bGSAAbuuvdgIECBAgQIAAAQIECBAgQIAAgZMLWOA89wAKWM49flq/LOD+dO4Z4v507vF799a7/7SdAQLgtv5qJ0CAAAECBAgQIECAAAECBAgQOLmABc5zD6CA5dzjp/UC4CvPAfenK4/u9fvm/ajtGAuA2/qrnQABAgQIECBAgAABAgQIECBA4OQCFjjPPYAClnOPn9YLgK88B9yfrjy61++b96O2YywAbuuvdgIECBAgQIAAAQIECBAgQIAAgZMLWOA89wAKWM49flovAL7yHHB/uvLoXr9v3o/ajrEAuK2/2gkQIECAAAECBAgQIECAAAECBE4uYIHz3AMoYDn3+Gm9APjKc8D96cqje/2+eT9qO8YC4Lb+aidAgAABAgQIECBAgAABAgQIEDi5gAXOcw+ggOXc46f1AuArzwH3pyuP7vX75v2o7RgLgNv6q50AAQIECBAgQIAAAQIECBAgQODkAhY4zz2AApZzj5/WC4CvPAfcn648utfvm/ejtmMsAG7rr3YCBAgQIECAAAECBAgQIECAAIGDC1jAPPgABc0ToJx7/LS+TMD9q8yv9dnuX61HQP0lAu4/JXrl5wqAyw2VQIAAAQIECBAgQIAAAQIECBAgcGEBC5jnHlwByrnHT+vLBNy/yvxan+3+1XoE1F8i4P5Told+rgC43FAJBAgQIECAAAECBAgQIECAAAECFxawgHnuwRWgnHv8tL5MwP2rzK/12e5frUdA/SUC7j8leuXnCoDLDZVAgAABAgQIECBAgAABAgQIECBwYQELmOceXAHKucdP68sE3L/K/Fqf7f7VegTUXyLg/lOiV36uALjcUAkECBAgQIAAAQIECBAgQIAAAQIXFrCAee7BFaCce/y0vkzA/avMr/XZ7l+tR0D9JQLuPyV65ecKgMsNlUCAAAECBAgQIECAAAECBAgQIHBhAQuY5x5cAcq5x0/rywTcv8r8Wp/t/tV6BNRfIuD+U6JXfq4AuNxQCQQIECBAgAABAgQIECBAgAABAhcWsIB57sEVoJx7/LS+TMD9q8yv9dnuX61HQP0lAu4/JXrl5wqAyw2VQIAAAQIECBAgQIAAAQIECBAgcGEBC5jnHlwByrnHT+vLBNy/yvxan+3+1XoE1F8i4P5Told+rgC43FAJBAgQIECAAAECBAgQIECAAAECBQIWCAvwNjhVwLABYsUiLn99fH0s6318VdS9Fd26/rq9UzqBIgHPhyI+J7+5QOvntwD4zSeg7hMgQIAAAQIECBAgQIAAAQIEWgu0XiBr3f/W9Vvgbz0Cy/Vf/vpoHcC2rv/Y00/r3lzA8+HNJ4DuFwm0fn4LgIuGz8kECBAgQIAAAQIECBAgQIAAAQKlAq0XyErbf/bzLfAfewQve31EwWs/LLV2ALeuf+2069pby2JtW1KO733P1OaUfm11zFqfrcc/sX7Ph60GXDnvKND6+S0AfsdZp88ECBAgQIAAAQIECBAgQIAAgQMJtF4gOxBFk6ZY4G/CnlzpZa+P1gFs6/qTZ8DjwK0DwLX1rz0+MWBcW+xljl/rs/X4J9bv+XCZGacjDQRaP78FwA0GXUx9cRoAACAASURBVJUECBAgQIAAAQIECBAgQIAAAQI/Aq0XyN59LCzwH3sGXOb6SA1cx8Ox1Q7S1vWvnWZL7d3KZG2blo6fa+8R27plv1PLWuuz9fivrf/RL8+H1AF2HIHfAq2f3wJgs5IAAQIECBAgQIAAAQIECBAgQKCpQOsFsqadP0DlFvgPMAgLTbjM9dE6gG1d/9pptnUAuLb+tcdnBoxrqznt8Wt9th7/tfULgE871TT8OAKtn98C4OPMBS0hQIAAAQIECBAgQIAAAQIECLylQOsFsrdEH3RaAHzsGXCa6yP6itrWAWzr+tdOs60DwLX1rz0+8n33ncBrfbYe/7X1C4DXXgGOJ/BLoPXzWwBsUhIgQIAAAQIECBAgQIAAAQIECDQVaL1A1rTzB6hcAHyAQVhowmmuDwHwthNp6wBw29b9Li0zYKzdrMOUv9Zn6/FfW78A+DBTR0POK9D6+S0APu/c0XICBAgQIECAAAECBAgQIECAwCkEWi+AnQKpYiMFvBVxdyj6sNdPakAVBU87GKqCAIE8gY/PvPOcRYDAnz+tn98CYLOQAAECBAgQIECAAAECBAgQIECgqkDrBbCqnTtB4QLgEwzSQhMPe/0IgM89sbSeQIKAADgBySEEZgRaP78FwKYmAQIECBAgQIAAAQIECBAgQIBAVYHWC2BVO3eCwgXAJxikKwbAdv6ee+JpPYGbgADYNCCQL9D6/VcAnD92ziRAgAABAgQIECBAgAABAgQIEEgQaL0AltDESx8iAD738B72+ol2AFcMgP99/Izp59e5x1frCRxZQAB85NHRtqMLtH5+C4CPPkO0jwABAgQIECBAgAABAgQIECBwcoHWC2An5ytuvgC4mLBpAae5fioGvv0ADIPf/t8JgJtOT5VfXEAAfPEB1r2qAq2f3wLgqsOrcAIECBAgQIAAAQIECBAgQIAAgdYLYO8+AgLgc8+A01w/OwbAXVUfo52/guBzz3OtP6aAAPiY46JV5xBo/fwWAJ9jnmglAQIECBAgQIAAAQIECBAgQOC0Aq0XwE4Lt1HDBcAbQTYq5rDXTx/49knsjgHw1FAIgBtNUNVeWkAAfOnh1bnKAq2f3wLgygOseAIECBAgQIAAAQIECBAgQIDAuwu0XgB7d38B8LlnwGGvHwHwuSeW1hNIEBAAJyA5hMCMQOvntwDY1CRAgAABAgQIECBAgAABAgQIvLlA6wWqs/MLWOuO4OnnZ7QzdvxdxnU580uP+jEqeer3eoeHlOzY7couOT8fwZkEjiXwNfoq9HHrPm7XSsk/AuASvfrnnv75WJno3d/PBMCVJ5jiCRAgQIAAAQIECBAgQIAAAQJHF7CAWDZC777AWKYXn336+RkFpwLgeBKMjhAAryZzwkUFBMAXHdjEbp3++ZjYz9zD3v39TACcO3OcR4AAAQIECBAgQIAAAQIECBC4iIAFxLKBfPcFxjK9+Oxm83P8FcdxU1+PiILf/mgB8FpZxxMg8BAQAL/3VEh+PnbPo7M8azYc0nd/PxMAbziZFEWAAAECBAgQIECAAAECBAgQOKNA8gLiGTu3Q5vffYGxNnGz+SkAzgu0b2dFX//cFVz0Fc7DICM1aK89UdeUf/b2r+mrY7cXGMyfr+Biy/oK6EH5nm/bD9+WJSY/HwXAW7KfpiwB8GmGSkMJECBAgAABAgQIECBAgAABAnUEkhcQ61R/+lItkNcdwt3m51yQmLprKjeITC2/LvPv0pf607V54vOlLOpX4Bv1e6r+qXNyxy0ar6h90XiUtj8q3+fvJzAxJzcNgCfK93w79jSbfT5G9+9jd2uz1r37/BUAbzaVFESAAAECBAgQIECAAAECBAgQOKfAbgHbOXnCVr/7AmMIVHjAbvMzN0js+xcFinMOpUFjoe/s6akBwuC4PgCe2my2bQD879bsz9emj9sbuUbjFZ0fuS8GwAntj8r3+fsJPOfkz/x53h+/RtfDQ2fVDuCX8u8FfHz8937OJ+qxAHh5sN79/UwAfKKLWVMJECBAgAABAgQIECBAgAABAjUEdgvYajT+AGW++wJj7SHYbX6WBoLR+XNQpUFjrQEQAJfJCoDL/Jz9W2BqB3D/I8AC4LecMQJgAfCSgAD4LW8LOk2AAAECBAgQIECAAAECBAgQ+BHYLWC7KLoAuO7A7jY/owA3Cmqj8wXArwI5nhM7IJ+F2gFc90JUensBAXD7MThYCwTAAmAB8MEuSs0hQIAAAQIECBAgQIAAAQIECOwpsFuAtmendqxLwFsXu3h+5gavdbv1NqUv/e5vh/Drq59TZXIC4tSyu+POXv6avhYc228wnSsi+orh6PyCph3i1Kj/VRo58xvcL3Xlzu+Pv6/F+AroKkO4VaE/XwH+sVWRxyonmsdBa9/9/c0O4GNNZ60hQIAAAQIECBAgQIAAAQIECGwuUBywbd6icxX47guItUereH4KgGsP0WL5AuAZnii4OMm8jQLcKACNzm86eTeoPOr/BlX8LkIAXIX1jIUKgJdH7d3f3wTAZ7yqtZkAAQIECBAgQIAAAQIECBAgsEKgOGBbUdcVD333BcTaY5o9P08SoNX2a12+AFgAvDQHBcCNrtDcP0CwA7jRgOVVKwAWAC8JCIDzritnESBAgAABAgQIECBAgAABAgROI5AdsJ2mh3UbKgCu65s9PysGwMNQM/srjOuyFZVe2r8o9B02LtsvN8BKkYnK7soonV9RHaXlp/Rzg2OiADfaARudv0ETmxYR9b9J46K5tzS/BcBNhiy30pwAuPT+n9vWrPNS5vJCwe/+/iYAzpp1TiJAgAABAgQIECBAgAABAgQInEcgO2A7TxertvTdFxCr4t4KT56fOwRmU8HmXIAZhaDZwWdF8DX9m2pG1Oepcw7lsBQmrJ1fUTCxtryK415SdBTgRgFodH5J245wbtT/Xdu4xfwWAO86ZKWVzT4/J+4/a+7/0b2+9L6eXH50nw0A3/39TQBceoU5nwABAgQIECBAgAABAgQIECBwcIHkgO3g/WjVvHdfQKztnjw/dwjU+kXprqrxuvN4wTt5Abs24Iry1/Rvqtjh+f3n0fp8aVCwonvxoc/G/rsd+/l6/Nr5FXV8bXlx65scEQW4SwFodG6TDm1c6TED4IL5LQDeeIbULS58fg7uQ2vu/7Wfb8nlR/fZgPfd398EwHWvP6UTIECAAAECBAgQIECAAAECBJoLhAuEzVt47Aa8+wJi7dFJnp87BGpLi9JXCoCnxjQlqL1OADwhsHZ+RcHE2vJqX2iZ5Uch7lQA2p/TXdtXv38eMwAumN+jeX318cu8LA5z2stXQE/dkyYC4JT7f3JAmymRXH50nxUALwoIgDMnqNMIECBAgAABAgQIECBAgAABAmcRSA7YztKhndtpAbwuePL83CFQEwAvj7UAeOATBRM7zNe6V+a99NwAuL+ur37/FADvMQvVMScgAF6eG1e//0RXhgA4EvI5AQIECBAgQIAAAQIECBAgQODgAskB2sH7kdu8qy/wvfv4/skM0pJ3GE1MvO7clB2xuXO29Xm5/csJgKO+NnG+hbf//twGeeGfJu2KsCp8nhPwDpsRnT/X5JLrsyuz9PyIsnb5ff1VAuTujxOC++Zs/x5/2NDP/6s/X6N5ED1/W/t8dd/2Pf5n+McpM78FXPv+ttn1E/2hTTSAJ/+8dH4JgE8+ATSfAAECBAgQIECAAAECBAgQIBAtUF5dqHSB7Og+7z6+UZBRI2DKDUiPPpf69uX2TwB8lhFOb2cU4EYBZXR+jeuzK3OzgGmmgbXL76uNfNNHcnCkADiLbeqk6Pnb+v1DALzZUB+yoNL5JQA+5LBqFAECBAgQIECAAAECBAgQIEAgXSBaoEwv6ZxHli6QHb3Xzca33zm01w6crr7gNwzXjNVeAc6aNp392GEAvNW0qL0Tbc7c/LjLRAFuFFBG59fyrz1+tcvvXSLfWveM1P59fNZqwTnKjZ6/rd8/cgLgPeRT51fYlq0eNOOK9n6/CTs6fUDp/BIAZ8I7jQABAgQIECBAgAABAgQIECBwFIFogfIo7azVjtIFslrt2qrcZuO79wLphgFwtPjcjU2r4HGredGinHcKgHvfqXkynF+1P4/GubT+j6mvkB1UOhVQDvs/dX7k0xUfXaPR9Rmdnzp+c8dF5UftWxq3F7/lbyKPhj/8PJofkwXcQjdfAX2XiZ6/rd8/BMDhJTB9wN7vN5nNLJ1fAuBMeKcRIECAAAECBAgQIECAAAECBI4iEC1QHqWdtdpRukBWq11blbvb+M79ZmTtHThTUMFvGM7ZLoU2v4KQqF/Rbw9H55dOgNL6o/OD9kUBWGn3+vPngrTa9S8FY8O/RRgeN9Wm2p9HzqX1rwmAp/o/PH/q87l8ebyxdDwe0fgvjd/wK84jnznfkoB3zf2p9g7g1P5/HzdxT7v68zW6vqLnb2ufZ/s2/AOqyGTXz7d6zu79frMRUun8EgBvNBCKIUCAAAECBAgQIECAAAECBAi0EogWKFu1a696SxfI9mpnbj27je/eC6RLAWVhADy1Fi4AXjcDowBuXWnzRx89AO5b3rVzaQf01p9HvuNcJLf+/iuc58ZhGFBO9X94fv95ytwZ11crAJ4avyjI786pGQC/7JCutAM4Z378BMA/sf3Hx3/RVLz059Hzt/X7R9S+P4V/CNR8cAXARUMgAC7iczIBAgQIECBAgAABAgQIECBAoL1AuADYvolVW9B6AbZq526F7za+0ULxVguxPVjFAHhqTATA62ZqFOL1ntFxUa0C4LvQOMCN3HICvijAnapTAByNRPrnUwH55yED4J8+Xf35Go1e9Pxt7RO1TwD8GOG932+iiZX4een8EgAnQjuMAAECBAgQIECAAAECBAgQIHBUgXAB8KgN36hdpQtkGzWjWjG7je/eC6QC4OU5Uzoe0fnBjI2CXQHwK2DuDty+FAHwq2fq/BueNQxYp3YYL+1QjnYkb3GDFwBvobhvGdHzt/X7R9Q+AfBjvkTPw63/wG2jaVo6vwTAGw2EYggQIECAAAECBAgQIECAAAECtQTCBb5aFR+k3NIFsIN0I7sZ1cc/WhjNbnm7E4e/AZrdimhBuLXbTu3rv+J3zjEK6rL9nfgWAtH9rfb9v3X9rQd58jeIB/eW//5U2qLcuuMb1d96/kT11wqAo/t+ja9Q32jI9i0mek4HrSm9/wmA9x1utREgQIAAAQIECBAgQIAAAQIEVguEC3yrSzzXCaULYOfq7e/WVh//1kFmhQESAN9QNxpXAXCFCarIp0B0f6t9/29df+upIAAuG4HW8yeqf6vnwFhJAJw4bwTAiVAOI0CAAAECBAgQIECAAAECBAi8qUC4wHdxl9oBwNH5qo//RkHh0R1Xty9auG3ttlP7BMCrZ44TVghE97fa9//W9a+gqnLoZAA8qOk/G4AX3VvPn9n6Kz+fBMCJl2P0nA6KKb3/2QGcOE4OI0CAAAECBAgQIECAAAECBAi0EogWGFu1a696SxfA9mpnrXqqj3/lheJaLlXLTVm0bem2Y/umAuBo8b/q2Cj8UgLR/a32/b91/a0H0w7gshFoPX8EwL/Hb/h8av5V1CnP6oUpWHr/EwCXXd/OJkCAAAECBAgQIECAAAECBAhUF4gWGKs3oHEFpQtgjZtfXH318c8MMqMQsPbCa5X6lxZrM52KJ8CwgAbtGwbAkfmmfVXYWwhE97fa9//W9bce5JcAeOL+4jeAl0eo9fx51n+E51PjyTz1fJp7D4meZZu9vwiAG88K1RMgQIAAAQIECBAgQIAAAQIEDi4QLTAevPnFzasdABQ3sHIB1cc/c+F4twXUGd8q9T8Xa//dav18rTnTadPp0aB9UwHwoXZYbQqssL0Fovtb7ft/6/r39h7XNx0Ad/e/+z//3f4//8wLtJ4/AuCfsemfS92jepy7jgPdKu8PU9NEAOz2QYAAAQIECBAgQIAAAQIECBAgsCQQLTBeXa92AHB0v+rjnxls7raAOjNAVepvsMN21fxr0D4B8KoRcvBKgej+Vvv+37r+lVybH24HcBlp6/kjABYAL81gXwFddn07mwABAgQIECBAgAABAgQIECBQXSBaYKzegMYV1A4AGncvrL76+AuAf8agQcAaToDhAQ3aJwBeNUIOXikQ3d9q3/9b17+Sa/PDBcBlpK3njwD4Z/zsAP49lwXAZde3swkQIECAAAECBAgQIECAAAECf6IFwKsT1V6gb+1XPL5RwFr4FYF/ovJbA56x/tuY/Ptz+x7JhX9KfyOwaAdzN2cSx30Y4JYORd9mXwFdKul8AscV+Hjc3D5u98DRF+GvbvT4+VnrfWGvelYDbHRC37/eLwp+i54vG7W5ZjGt+5dcf+n7XSGiALgQ0OkECBAgQIAAAQIECBAgQIAAgeKA8OSEtRZ0j8JSPL5RUFe6QBiVfxTIM7VDADw5WgLgM01ibSWQJyAAznOreZYA+FU3OYCtNCjJ9Ze+3xW2XwBcCOh0AgQIECBAgAABAgQIECBAgEBxQHhyQgHwzACmBrO5C4Sp5Z98frVqfvICb2YDa5ffN6vWDuDSHdCZbE4jQKCyQP+10N3/tAO4MnZi8QLgV6i9np9zw5Ncf+77XTQv+ve/oHwBcATpcwIECBAgQIAAAQIECBAgQIBAICAAXv6q3LNPoOzxTQ1ocxcIU8vPGYBhm6bqKf08p03Dc3aoP3mBN7MvtcvvmyUAzhwgpxF4UwEB8PEGXgC8IgC+vR88/0CpwntS9OzuWvqsP/f9LpqCAuBIyOcECBAgQIAAAQIECBAgQIAAgW0EsgPCbapvXoodwI8hyF1oTF0gzC1/zQyZasuw3tLP17Rl6tgN648WcaMdrtH5UVdrl9/Xv2UAHPXJ5wQInF9gywB4rFHrt3prlXuU0RwHwH//3H4Hvvtn5r2g9PkSnV/skvreM1dR9Idpzwfgdn+guPTMn/Uq7WfUDzuAi6eiAggQIECAAAECBAgQIECAAAECiwIC4O0W2I441ZLHNzegTV0gzC1/DeqzLf9uZ42+/LOrv/TzNW2ZOnbD+qMAN1oAj86Pulq7/Oe68SMniNrjcwIECHQCAuDjzQMB8GhMFgPgmfeXwmHtn/kvr0KPMgXAhbhOJ0CAAAECBAgQIECAAAECBAgcVSA5IDxqBwrbZQfwAzA3oD1kADwxKVYFwDPnF861nwA6al9cfxTg1g5oa5ffC9TaAdy3P3IsHXLnEyCwr4AAeF/vlNoEwCOl1B3Azwdh+R8qHnIHcN+/mfdIvwGccnU5hgABAgQIECBAgAABAgQIECCwICAALl9YO/IESx5fAfBgh3AcwGaN+VJYPrUtZ1jJaHyi4LJ2QFu7/Oe6d6UdwALgrBnsJAKHFxAAH2+IBMAC4MVZKQA+3kWrRQQIECBAgAABAgQIECBAgMA5BJIDwHN0Z3Ur7fANyHKD39UjseMJKbuSl/rdnR+5RHWUlJ9S/4MzCoJr7aDdcTRVRYAAgVUCfQj82f/W7MzZ0ftB6ftT7fIjlKj+6Pwan3emf58PpvtPNXw/x26P3f97/MFP9Fwbt2t8fv95Pw9q9KNamQnP/8hn6Q+0unOjP+CK+lZSf1T28HM7gNdoOZYAAQIECBAgQIAAAQIECBB4S4HSBcyzox1xAXRL0+LxjYLOLRu7V1lRONu1oySg7c6P6igpP2EBuKeMFmIFwHtNOvUQIHAUAQHwfSSO+P4jAA6ukoTnf/TcFwAf5U6kHQQIECBAgAABAgQIECBAgACBygLFAWHl9tUu/ogLoFv2uXh8rxgAf698B98dXNrv2uUnTpJoIVgAnAjpMAIELiMgAL4P5RHffwTA5ZdZ9Nwv3eEbtXCv+u0AjkbC5wQIECBAgAABAgQIECBAgMDbCxQHhCcXPOIC6JakxeNbGoRmdGa4eFhtobJmQBuV3ZlUdI0WX4dDIgDOmKBOIUDg1AIC4PvwHfH9RwBcfmlF7wDV3qseTS+pf837nwC4fK4ogQABAgQIECBAgAABAgQIELi4QHFAeHKfIy6AbklaPL4Vg8pxP6cWDWsvVG5pvbireAfHaNF1qq8C4E1ngMIIEDiBgAD4PkhHfP8RAJ/gAqrQxJz3PwFwhYFQJAECBAgQIECAAAECBAgQIHAtgeKA8OQcR1wA3ZK0eHx3CC77/vYLgF2V4020pwiCn43+d+vS5+sw7uA49OsrjzYjC4C3vNqURYDAGQQEwPdROuL7jwD4DFfQ9m3Mef8TAG8/DkokQIAAAQIECBAgQIAAAQIELiZQHBCe3OOIC6BbkhaP7w7BZd/fpR2s5wqAJ0ZwB8elBdS5OSUA3vJqUxYBAmcQOEoA3FvNvYcUP7+DwTji+48A+AxX0PZtzHn/EwBvPw5KJECAAAECBAgQIECAAAECBC4mUHuB8ehcR1wA3dKseHx3CC4FwNuMuAB4G0elECBwbQEB8H18j/j+IwC+9rU31zsB8HuOu14TIECAAAECBAgQIECAAAEChQLFAWBh/dHpR1yAjNq85efVx2fHAHcrl24h8BQ7fuc63H3vcmX3Z9h7q8o/7QRKr993v/+1Gzk1v7NAaQDcfcn/0j/9DwCU3h+iMYruH1H90flR/bU+/9+/Xvgu+f28uz3r/u/xvFv7e/fj81Pb3c+T1OMdVy6w5v3PDuBybyUQIECAAAECBAgQIECAAAECJxeIFgBbd++oC5B7uVQfn8pBZA2nNQuANeovLlMAXEx4lgJKr993v/+dZZy181oCAuD7eB71/iMAvtb1tqY3a97/BMBrZB1LgAABAgQIECBAgAABAgQIXFKgNKCojXLUBcja/e7LrzY+Jwx+9zK/Qj3RDuB+B/XanVJXsNmzD6XX77vf//YcK3UR6AWaB8D987n7Y6GCf6L7R3R/is4vaFrRqUcJgOc6YWdw0fBudrIAeDNKBREgQIAAAQIECBAgQIAAAQJnFYgWAFv366gLkCUuw6+H7L8Kcq68auNTMwAeLlpP1VP785LBuci5UQB8kW4evhul1+8V73+HHzQNfHuBlgHw/euIu//f7acOuu81Lvgnun9E96fo/IKmFZ3aMgAe/tHU1E9RdJ8/58/E8KWc3+PMlb/0eRHsxU4WAF9sQHWHAAECBAgQIECAAAECBAgQWC8QLQCuL3HbM466AJnTy6nfBdwtAK4Z+PYYU7uVhvXW/jxnUDLPOfrO2X7h+GuwAN23ec1XKGbyOO0hUHp/vdL9z6QgcBaBKADu76Uff+5B7fif6LneH/+8P9yek1PPlNYBcDRere5PLQLgyfGZeL52ZlMB8Jrze/dhABydH43Vpp9HO9ML3zej96upYHyqfwLgTUddYQQIECBAgAABAgQIECBAgMAZBUoDitp9brXAWKNffQDcrRmOl43nFow3G5/CBbkkj+eiYNfTUY+6+mt/ntTIbQ6KFii3qSW/lCgAnlpgzq/NmXMCpdfvle5/ZgmBswi0DIBfHpWPZ2Zq4DX2je4fZ70/tQyAp/6Aqhuf4R9Y/TcaiOHnL+P7OG6Lz3e9tgTAu3KrjAABAgQIECBAgAABAgQIECCQLVC6AJhdceKJ0QJmYjGHOGxqB3DfsFMFwHNf4bxZwDsxXCkB8k6jfPTwt2MQAO80GYJqSu+vV7r/HWNEtIJALNAyAJ5qXe5O4Oj+cdb7094B8PCZLwC+zVABcHwTcQQBAgQIECBAgAABAgQIECBA4AgCpQuAtfsQLWDWrn/L8gXA/fclRjuEJ9QFwKumogB4FVe1g0vvr1e6/1VDVjCBjQUEwGmgre5PAuDX8cndIZ42yhNHCYCz6ZxIgAABAgQIECBAgAABAgQIENhUoDSA2LQxGYW1WmDMaOrkKVP+q36DdY+vbk7tbLTol1rO8Lip/nX19P8+qrOyz9Rv6HbN73cE7b7wmmPsnGYCx73/Tv926R1q8MOWs3Kl5/cFL5WTMmwpbU0pZ+6YvdpXWs9c+yOf0nqj8iP7qP7S8pfrn3u/iALg5+ztD5ypJrz+J55fL+8H0fMv4g0+L32/ivpXWv5U87s6/z4fzGm/tvz9vL5Npf97TKfxt3hEnw+f+cM2tX7+B9Pv+U0ghdNk89Ojb1HZytVvAG8+dAokQIAAAQIECBAgQIAAAQIEjiYQLdAdrb3j9tRYQNyzzwLgQFsAvOd0VNfOAse9/5YGuKXn9wMRBYDRgNUNCH//WnvUnvHnqe0rdZhrV1R/ab1R+ZFXVH9p+cv1C4Aj/2W/6P5W4/1NAPwzJgLg4Pq+TZa6d5Do/uZzAgQIECBAgAABAgQIECBAgEBlgbMvf9RYQKxM/lJ8tn/lna1ZBlvuRkrtX1RnajlZHb5tGhqsHka7VjKrcNqFBbKv/81NHlvgnuWOgp9unj//1dSSeen54w6VBU8/paUu74/bHwG3aN+gTX23ipsR+ZRWEJU/55xab2r50fhOf75bAPzyEwbDcQ4coudfNI2Dz0vfr6L7W2n5U80XAP+oCICXJ7gdwIU3CKcTIECAAAECBAgQIECAAAECxxeIFuiO3oMaC4h79jnbv3KwmWWw5WL0Uv/W1FPZSQCcNVOc9BDIvv43FwwC3Jf6MgLg8Pxxh1IDwAhiq4DwCO2L+przeeRTOg5R+XNtTq03tXwBcM7sKH2/iu5vpeVP9UkA/KNyxgA45Q/pfAV0ztXsHAIECBAgQIAAAQIECBAgQOAtBaIFuqOj1FhA3LPPc/6/FsFGQeZWC2BV+romoO0bkBLU1iq3AGHq+wNTFjALqnTqhQTa3X/XfkXz1gFxrUB1XO5cQJjT/xoTL7F9v3ZgpwakUZujALW0nqj8vn259ST6vTC8YE4A/ZRZawfwv0etk98/e3vOPZ/v0XMx55kYTYnB56XvV9H9rbT8qa7sEQCP6x0+84f/e+v3tGYBcDQvZ37bem5q1nK0A3jFzcChBAgQ1qNqKAAAIABJREFUIECAAAECBAgQIECAwDkFogW6o/eqxgLinn0WAPcr4QkBwHNRsV8+7879XB6uaAG9cLAFwIWAb356u/vv2gB0PFCl568pr2SS5AaEB2vf7FdwJ9w3F/migLZ2+X3jcuvJHd+0+SsAzh2X+7hG97ca728C4J8L/owB8NS3oQuAS56BziVAgAABAgQIECBAgAABAgTeWiBaoDs6To0FxD37fMkAeAgY7QTpj00JalPLGtafUm7BgE/u4BqUZzdwAe4bnNru/rv2N37Hg1F6fkJ53SFl+VMXQc3MorXtnzh+z/a99GLYp1KggwbAyb9xnDu+aeMvAC6bX9H9rcb7W4sAuLs8+2e9HcDdfTu4ryzsABYAv8GLjy4SIECAAAECBAgQIECAAAEC+wlEC3T7tSSvphoLiHktyTtLAPxwSwlqo0XFqSFIKTdv6L7PEgAX4Dk13CFXjygtAJuvv/T8ccmNA9bZHbZ9Oxu374VLAPzDIQCud4+45XjRFtKg8uj9srT8yUf+7aH89/lgDr4h5FHAd2h7m0r/95hO4z/cGn8+Va8AeKASvasJgGtetsomQIAAAQIECBAgQIAAAQIEziQQLaCdqS85ba2xQJjTjrlzqo9P5QAz2yJjgS+7rvGJw7ozfaKduf1XDs4FvKnnR8dtZnLQgqLr4+jXdylr1P/S8uPzy3bwxeU7okTg699MgPkx/Jr7Ww1ftyBr+O+6/3vpn/H542Mf5398mh/LkK/j09+v+lw0/Gra6DnZVz617bFgYkXPnb7d0f03un9F50ddqFF+V2Zf7t/g/aC0/VH/zv75f5U6kDo/K1X/LNZvANcWVj4BAgQIECBAgAABAgQIECAQCkQLZGEBJz/g6At01ccnM+CsPuzRwnbNdguAqw/vVhVE18fRr+9Sh6j/peXH5wv4YqN2RwiA29mn1SwAXnIqvX9H98ec8gXAaTM75SgBcIqSYwgQIECAAAECBAgQIECAAAECBQLRAllB0ac4NWcBcM+ObTY+czuAagapJVAtA+CSdj/OTd2BYgdwGXZ0fRz9+i7rffcV4dFvrJbWMHe+4LeW7JblJgfA40rtAN5yGBbK2ikA3rg3qc+36P4b3b+i86Nu1ShfABypp38uAE63ciQBAgQIECBAgAABAgQIECBAIEsgWiDLKvREJ5UuMNbu6mbjc6YAOAp/O/SjBtePCREtkPfzZuqbVFPPrT33zlB+dH0c/fouNY76X1r+/PkC4Hq225UsAN7Osk5JAuAl19L7d3R/zCn/7+3HfPvr6stXQBddFqcMgFd8Q4yvgC6aHk4mQIAAAQIECBAgQIAAAQIEthCIFsi2qOPIZeQsAO7Zn+zxWVqYXLGANdvXlJB2CWqqfUtlbhz41g5Zp367sa9zmMUPA+ClNnXl9Z93/zP8bcg9J2nDuqLr4+jXdyld1P/S8n/OF/huZ7lfSbMB8E5N8BvAEfQxA+Do+Zj6/Inuv9H9Kzo/1A2+IWFN+f2vZt/iXwFwBJ/4+VwAHM2/qPjU+RmV8/L51Ptp9AcAtwne6js6VvXNwQQIECBAgAABAgQIECBAgMB1Bd59eWLNAmCLWZA9PqcOgLul1s9X7osGwP3qYBTwjj/vcaosdLaY6Jl1RtfH0a/vzG4/T4v6X1r+z/kC4O0s9ytJALyfdV5NAuAlt9L7d3R/XFN+HwD/uwXA/x4P7o8gqVxTft78OfdZ5wyA099P7QA+9/zUegIECBAgQIAAAQIECBAgcAmBaIHsEp1c6MTRF+iyx+fUAfDEgAmAX3YA90IC4OX9NUe/vkvvr9n3h9UVjwLgnl0uvFpyzxMEwHtq59TVKADun6cz37oR7cBMfe5E99/o/hWdH4lvWb4AONJe//k5A+D091MB8Po54QwCBAgQIECAAAECBAgQIEBgY4FogWzj6g5XXOkCY+0OZY+PAHhxaKIF7tJxTf0KaDuAy6Sj6+Po13dZ728/hb3bF0wKgEvHqsX5AuAW6mvqFAAvaZXev6P745ryBcBr5nXasQLgNCdHESBAgAABAgQIECBAgAABAgRmBaIFsKvTrVngO6JFOH4b74xdbRD9FnBO+7oyo/M2qrc0CN4tf1s9MO9xQnh9NGeItsiW/kLg0cuP2td8gC7dgNYBcITrN4J/C33cLpnn/+tTxznI6DnYnxc9T6OBGn3+fG7O1L/VDuG5ZkUsox+QWNm7n8OHz5e+z39vD/3+339+Ldd09vfPbLidTuyuk5J/UufpSx0p19zjerMDuGR0nEuAAAECBAgQIECAAAECBAgkCRw/IEnqRvZBZ1+AC8dv44Xd1dDRYlhO+wTAq4fhXU8Ir4/mMNEKtQC4+RBduAEC4PMNrgA4HjMBcGz0DkcIgN9hlPWRAAECBAgQIECAAAECBAgQWBQ4fkBSdwAvGwDnBKs1qOcC4Nrt2yh4tgO4xqTYr8zj3t+i4Lc3yg2Az1J+ajv3mzPvVNPRA+B+LOwE/pmVlwyAu/eBiWd27vuZAPid7mLzfW0SAHfNSXz/tAPYPCVAgAABAgQIECBAgAABAgSqCxw3IKne9e8KchcY92ldXMvs+BUErMPQs/ZX4MU9zDwicQFuqvTS0HdYpq+Azhy/jU477v0tNfgUAG80FRQzISAAPt+0EAAvj1kU/nZn+wro8837nBYLgHPUnEOAAAECBAgQIECAAAECBAhcSuC4Ack+zJcJgAsC3156KvhcFQAvha4btK/2jNgy+O3bKgCuPWrL5R/n/pYa+I77kxoAn7X83Ha3nVdXqf0sAXCq9zvsFH4JgOceMP3zduaZHD3rPqMDUv/Aaq7+PwvX/e2c/r1jzfvZUvC7VeD76+488PcbwKlX6X7HNQuAE7toB3AilMMIECBAgAABAgQIECBAgACBfIHjBCT5fSg5c80CY0k9tc59jt8GAWu/gDn1bYxJQfBzsXe4FPtYet2gfbUM+3KH/e//XbTOHbVJABwJ1f38OPe33KBTAFx3hrx36QLg843/LgFwf9uZe25HD8YogK4YAHdNH99tBcDnm+dbtFgAvIWiMggQIECAAAECBAgQIECAAIFTCxwnIGnDKAD+cV/a9CMAzpufAuA8t63Oand/6yOIPkkZRRIz//p3vzMD4NOUnxuMbzVD3rucqwXA49G84o7gXQJgO4CTbgzDP8D793hJ+nt76Pf//vNrOXo++/tnElLDgwTADfFVTYAAAQIECBAgQIAAAQIECBxDoF1Acoz+n30BrsYO4KmREQDnzVcBcJ7bVme1u78JgO9jGAXYAuCt5npOOQLgHLW25wiAp/2bfgX0bcezALjtdTFVuwD4eGOiRQQIECBAgAABAgQIECBAgMDGAu0CkG06cvSAtrlv9NXKqV/VOBiubvNPUuDbnROVPzcNonZvM33CUqKNTlcPcEvnr+uzn2JHDTKjADa6RKJ+1S4/al/bz68eoLbVPX7tLXYYvwTAS6nnmufz+HkcPddTn99ROf0QT/3uRObwT72/zD2n5p5/0XvB1G8kP38D+M+/5B3AURdrP1+v/vyPfKPPawfIfgM4GgGfEyBAgAABAgQIECBAgAABAqFA6QJPWEHlA2ovgJU2v7lvtBAbLcBOnC8A/pkVAuDlK8T12ftEQWnpnSb3/NoBbe3yc/u9z3kC4H2cj1qLADgYmej9oz9dADwJWfv5Wvr+Wrt9ra97AXDrEVA/AQIECBAgQIAAAQIECBAgEAqULvCEFVQ+4OgLTM18o+D3mUsFAU1qOXPjnLrAO3d+af2F8y/a6SMAXgZ2fT4vtFeo5N/gLZzA4em1A9rU8ruAfOrYowbnIez3AQLgNKerHnXZADh6f0h9bpe+H+ROnL59j/pX7wD+87gvzbTfDuD7wBz9+Z87fZ7Tv/DxFH2Tjh3ApSPkfAIECBAgQIAAAQIECBAgQOD5VXRnpTj6AtNbBsBbLurO7EDu52u0gDY1r6NQd821IABe1nJ9PpeK10yrHY9NDWjnmhStgKeWLwDecdBVtZPAIQPgnOfzhl8BPXz+foa/Af57oF7OT729jIsRACddAaXvr0d//ichLBxkB3CpoPMJECBAgAABAgQIECBAgACB6gKlCzzVGxhUcPQFpt18U3fcjD2jxeA15UZl5UyWQf1Twe3c+u84luqC4i2D374rAuDlQX3f63M0A7uJ+vxXL/9HzlWx4Tm5CUrfhNwAeOm8YZui8jekqFCUHcAVUE9U5L4B8P266e65z98BHv4G8IbP538/N7PJ0Zj6w6yp5++aAHjy/Jnb169jR+8xz/bN7ADu2b76gDo4P5ySt/P/PSr9e3tp6N8LP78+w1OXDqj9fC19f63dviK8DU4WAG+AqAgCBAgQIECAAAECBAgQIECgrkDpAk/d1sWlH32BaTffNUHtkDVaFF5T7rOs4apz2QLnn4kAOKVJ424NA+CU83uikKc0P4uneNMjSufv+16fUQD8nGFNx3f6a5fXNCkKaFP/RGNYpwB4zQg49rgCbQLgrz9dvd//32QAXP58fgasMw/TpQD45ed8Hw/YlG/y6Ouc+vOZ8fmHC4BvU7RvkwD4uNfr2pYJgNeKOZ4AAQIECBAgQIAAAQIECBDYXaA04Nm9waMK3zdgGkGsSTWHp4YJZxTwDAp7CYALg9++2MQAuKt6SCAA3ubKLL0/HP/6fE60bcCepQiA7xSJAfCvHdI95Ir7z8YjuEVxdgBvoXjeMtoEwNEO4C4ALns+lwTAL6M5EQDPfcVzlQD40ZiPEUfyDuDnbSr+S7BhAPzxrz++bBxqP1+v/vwvvbMIgEsFnU+AAAECBAgQIECAAAECBAhUFyhd4KnewKCC2gtgpf3bzVcALAAunawT55fO3+Nfn32n4wX8dbwC4LuXAHjdvHH0lQQEwD+jOfkTDALgoule+/l69ed/Ef7tZAFwqaDzCRAgQIAAAQIECBAgQIAAgWKB0gWc4gYUFlB7gauweeHp1f2j4Dfa4Rv1YK781HKj9kX1Dz5/7gC6ZWtL1b9UOfy2yxV1OfQuUH3+ZkOn/Ybs2vvH9v099g7W2jtU9w3AsidTtRMj32i+rZ2/1Tqi4CoCNa6Peyh1+5Xe29dAh1+tvOHz+QVo4QHdPcc/+4f54LjJgDhQ/y/4LeK503/t8B0d2LvlXn9R+f/+9keU7QAe/LD8TFe3/sOmdZdBrt+6Wq579MftAdF2BK9rq2cECBAgQIAAAQIECBAgQOAyAmdfPjj7AlJ1/2gBNzWonZvxAuDL3AtyOlJ9/uY06vscAXA23eDEKKAsraNGwFXapj3Pj3yj6+vsz789rc9YV43rQwAcz4QooBUAx4YpR7h/pSjNHyMALvNzNgECBAgQIECAAAECBAgQeAuBaIH56AhnX0Cq7n/UADhqV8bEW9oB3C3YTn1u+0QG9DAgPAxgF/gO98KkfcXy2vvH9terHcBlM/C8Z3fhb+l8Wjt/z6v1ni2vEQB3kv1X0/439wdgFZ7PLyMY/eFZX//EDuCXnwOfmRb9DuLxb/emzqLWAfCf/91bmrPr+X5m6nOl7f5R96/UGTl9nAC4zM/ZBAgQIECAAAECBAgQIEDgLQRKF6BbI519Aam6f7SQGy3ERgOcuwM4aldU78TnAuAMtMJTqs/f5PYFAfBLOT+L3mvvH9v3N3WhPhli0wOjHaqlldUKuErbVfv83rV0Pq2dv7X7pfxtBWpdHwLg5XEqCYCHvyox9wXOUfkC4G2vo6uWJgC+6sjqFwECBAgQIECAAAECBAgQ2FCgdAF6w6ZkFXX2BfDq/lHQWisAzhrNspOGAfC4pNmNTm03wJR1+ABnV5+/s31M+4rnn9PHAfH9k7X3j+37KwA+wDSebULtALx0Pq2dv0e21rb1ArkB8TMAXl/l9xnRztTPl29jmKgkeC95lp/4fvL8zeBRVbk7gPtioutzeP0Ng9/+/Nxf8P37v/uLSeT8+nzLGcy2L0DuXzljNhh1vwFcBuhsAgQIECBAgAABAgQIECDwDgLRAtfRDc6+gFTdXwD8PYUFwHWu5Orzd7bZawPg6YLW3j+2768AuM7M3KZUAfA2jkqpIyAAvrseKQCe+orqtUGwALjO9XK1Uu0AvtqI6g8BAgQIECBAgAABAgQIEKggsH2gUaGRC0WuDXD2bV1cW3X/WgFwVG7c9c2PmPyN30e+Ng6Au98E7v75u3kr3qvA6vN3ljPtN36j0Vh7/9i+vwLgaIxafi4Abqnfpu7hrsv+OdGmJXGt7xoA9+PSj9U4AH7eVSeS15SvaO7lo/v91A7g0gC4a9/f54vJ3A7dvof95xPPw64T4ePFDuD4KjvuEQLg446NlhEgQIAAAQIECBAgQIAAgcMIRAtch2noTEPWBjhH6091/yioTfyKxV9uUbkNoAXA+6NXn7+zXRIA7zHatQPQ3ABrj753ddTuf+n1c/bn317juKYeAXCsFX01ce2vgBYAC4DjWXr9IwTA1x9jPSRAgAABAgQIECBAgACBNxAoXSA+O9HRF7gPPz5RUJsaAEfl7DzRogXo1OZ8td0Ak9rMwx7Xfv6HW5wK7comyNfUD0MOWtQ6AK0dcBbiv+3pW93fSgGj63vu+RztnC3tX2r5c+3vz3/ZwTlxK5mrJ2p/1L7ScVl7/vA+0//+b/c/w6B2bUX98am/8TtT/mZ+g/ebqTGL6oneP/8Gv3X8X7AFd/h8GLbv72ML8MfzR4xrPefKnm+50yP1vMg/uj9F9UTlR+e3/lwA3HoE1E+AAAECBAgQIECAAAECBDYQKF3g2KAJTYs4+gLN4ccnCm4FwE3n99krbz//ay2MP5OMoiESABfxve3JUcC4F0x0fQuAp0ciChb3Gr++HgHwnz8C4KlZJwDe+1rcsj4B8JaayiJAgAABAgQIECBAgAABAo0EogXYRs3arVoBcCH1mwbA46+InFO0A7hsfrW7P9UOfksD4Hv7oh22dgCXzb+rnn3+AHj8FbWvI1Xavyhgff4cwMwNfmkHcPfI7P8u6uw7gPv78/A96n7P+frT/bv/Uv8AbO2FduAdwMPf6I3mUfT+ObsD+NH//4LHVPYO4Jmf/l07TN08OPI/kX/p+0dU/pFturYJgI8+QtpHgAABAgQIECBAgAABAgQSBEoXOBKqOPQhR1+gOfz4vGkAnDqpBcCpUtPHtZv/AuCykbufHQXUW9Sxdxmlv+Faen7U39LwMyp/y8+j63v++fwaAI+Dtr0MUtvftW/qN+R7y1rtnwog19hEAeZ0ANz16t8jAK50H11470jp31K/Vl2fE18BXRoAD7/V/2suQK0dAG92kQuAN6NsUJAAuAG6KgkQIECAAAECBAgQIECAwNYC0QLm1vUdrTwBcOGIbBUAj5sRlVvY7GiReGnhfLiDK2qGADgSWv58v/tTpaAi7H7qAvl0+6KA1Q7gcACSD5i6Z8yN3ni0hgHgsMLU0R83MrX81M6tDSinyo0CzqnP++t7WH933HgH7eftpjtd/rTg2vt31P85x9T2p45Df9za9s+VPywneuZNlbEqAP64R5f978p+7wBe2/GC41/6N9p5/KsfE+8XU+fP7tDuf3s32OEc+b38RvRE358B8Mz70JodwH3xXT9//wZwdIfJHZjcO1xufevOi97/S98/ovLXtXb/owXA+5urkQABAgQIECBAgAABAgQIbC5QusCxeYN2LvDoCzSHH58oqC39Csio/Mz5Ei2GRwvwfbVR9wTAmQP0OG2/+S8ALhup6bOjgLpGnbXKHAaQUR3j+8I4YIzOjz4vLT86f+rzqE17BsA/bbkHTCntXdO+qK99fXMBcH/+5y0EnWpf/3n/eFvb/tT2Pdsx2oGcc/7UOS87gJ8B8P3IewD8GVW12ecv4zvaObsmAP7+A6/g/Nv+5kcnlwPOnAD4tcTH/7V7APx8wykcHwFwIWDT0wXATflVToAAAQIECBAgQIAAAQIEthHYL2DZpr1bl3KZAHjNttQtEaOANkpI59oSlVvYBwFwIeBOp+93fxoFwJv9BmIElbpAPt2+yMcO4Mg//fPJHcAzfzcQBazptU4fWVp+dH5KIDlu2ZqANQpQox3A47pvQcXLv4r+gCfqfzQ+Ufv786MAeK6eqP2p7Xu2o1IA3Jff/+5v93/371Rd9h0FoFE/1ny+1Q7gLQLg1H5P7QAefoV0zg7g4VdIPzL5F8bpHcD3323+/U/pH0alPt/WjPTUsXPtXy43ev+Pnq9Rq6Pyo/Nbfy4Abj0C6idAgAABAgQIECBAgAABAhsIlC5wbNCEpkUcfYEmeXwEwKvmkQB4FVezg5Pnf3ELBcDFhBMFXHEH8LCbc3+nUhowRmNRWn50vgA4CI76jZmP4Hn8Fdb92QLgaCZv97kA+G4pAE6fU9H7f+n7R1R+ekvbHCkAbuOuVgIECBAgQIAAAQIECBAgsEqgdAFjVWUHPPjsCzCz47e0QzZ31+3U+JXuxE1tS2k9M3Mv+grmKAg+4JTetUmt7x/R9VvevtIdTrsOx6CyewL19TVc7h9+fP/q1do7gI8e8L58Re2QZ3RjiObZcJTX3DPK5+fy/IraXbv+ePbX/Qrgj+D5Evd/uX2Pb3Ce7ebs9RfDXOKI//qvQh705uNG2s3LqjuAF8b9+zeko4v0cf7sYY/3kdSdvLODOdPOqHl9ean96I6fKnN4/vDzv/97fHX659Tzb7hrt/T5WGsH8FK7atW5/pKN7s/rS9z3DAHwvt5qI0CAAAECBAgQIECAAAECWQLxAmhWsac56ewLMALgsqkmAC71a7uYGl2/5fe30gXuMt/8swXAKXYC4LbX7y2KSxmm7GMEwNl0m5woAA4YBcCbzLPfhQiAK8G+FCsA3kNZHQQIECBAgAABAgQIECBAoFCgPCApbEDj06MAqXHzwuqzA+B+R23qDtxxS7bakZta/1b1jfohAA6n2OIB7e4f9wXeeAfeXMDVLxBHAZgAuGSGvOMO4KFXtJOv9vUTPd9q1z8/d+oGvz/13nfAzznM93+r9s3swC+5qE507nQAfN/922oH8Ddf9D5x8B3Az53Hif3ouly0A3j4w8PfvwW81XMxev6mTvbxb/xO/GTD81/N/ZbxVm1JbfP8fSm9hLZHCoDb+qudAAECBAgQIECAAAECBAgkCbRbAE5qXvWDogXy6g0orEAAXAY4FQBHoU1Zjdc6u939QwA8P5N+FrJ9BfTy9bbVDuDce0bt6yd6vtWuf16/JGAdhqpT5fwOXfcNgN879B2OeY0AeHitzX4Fc/SHZQvB6Xf5iednfQV0VPat+uh+IgAe31mCAPjlcAHwVm+hAuCtJJVDgAABAgQIECBAgAABAgQqCrRbAK7YqRVFRwvkK4pqcmjy+M0teCYsRn53LNppktv7ufqj3zDeqD3DADhadM3t4pXPS55/xQjTO47SdwDP7ViKdv1stdOpGCChgN99eQbAX9OBm98AfvzW5Wgijef1+Dmx1b2i9vUTPd9q1/8zaUsC376UqWB1WG568Nq7/PQ/r32v02bq+ovuLwmX9YkPCQPg792kE/9MPN9frrnHe8NsAJvxfrDqms6pP/Vda814R/2cqPMlQJ/odPev/v79+92Kj+4Hm+//25pWrTg29/pY+xXPpQHxii6tODS6P68oqsmhAuAm7ColQIAAAQIECBAgQIAAAQLrBPZbAF7Xrr2OPvsCTPL4XS0A7idItAAaTKSpADhph9FeE/Tg9STPv+J+CIBjwn4xvQvC7gv3AuBltdwdwOPcJPf2Wvv6iZ5vtev/0c8LWF9Hrw94f+b3a/nDz/tPZv7w4ZHcVgmAP36C6K9VqWJ8hZ/tiBoBcHetfYyC419BcMZ7QT9Uw1NnM9uiADjawb5ilKN+CoBnMNcGyCvGZMWh0f15RVFNDhUAN2FXKQECBAgQIECAAAECBAgQWCew3wLwunbtdfTZF2CSxy9jofBlDKLzcwcsdwdwX19hu+YC4Kyvdsw1OPF5yfOvuI+1AuDnRMpYKC7u1MYF2AG8FjQnAJ7K9K4fAHdBavoO29/jMApi+6m6amPhdgFw/fb1NWwRfK+d1SnH9+0qGdO4nrMGwOFm3b0D4O/Ue2K3bPT+E3Vk5vz/PXYA//mc2QGcdf1OzZeNdgD/+o3iaG6u/Y3gqLy8z8/+3x8C4LxxdxYBAgQIECBAgAABAgQIENhVYL8AZ9duJVd29gWY5PGrtFCYDD13oAC4mLBlAcnzr7iRAuCYUAAcG70eIQBODWAEwPHcSt+BHJdV+4h9AuD+D6mGX7nd/e/dNwt/fn7cvqdg/VdA77EDOMpN+zB21VdQPwvN2AEsAB5dEKUBbun521yfZ//vDwHwNvNAKQQIECBAgAABAgQIECDw5gL7BSx1oM++wBGpHH58jhr8RrAbfT7c4Tss8s2/mTNZt/38XrVFMLlfPwcuB2BfwQa50t/Q/fq3XH9U/uT53VfQzvzmbwZQlVNKr79oh35q+XPze6r8YZn9/x61o/8q7iqICYV+hEnWXCH36276/rlm12i0A3ZNWQkd/nVIVH9UZmn7Wtff96+0HXNOyz5T18c9AL79v9sU+292+t3vi7PX8eO9ZvBt25Mlzf1G/L/4wv0ub1XAO9WCmesvuj99Lh2QcE2H5fePnWAH8NfjpwRmh+k2jiX/xM+/qPSy+qPS489T/4BmuqTS/z4qfT8rrV8AHM8QRxAgQIAAAQIECBAgQIAAgVCg9D/wwwoqH1C6wFC5ecXFH358BMCTYxwtkBZPjIsU0H5+117gFQC3mKql11+U36SWLwCejXa+PxAAC4CX7w+Bz+MPXD4fSey/24Tq/vfuvfDzvw8B8AyuAPgO0+0UX/6n9vtBVL8AuEwg8vU5AQIECBAgQIAAAQIECBB4A4H2AUwZsgB4xq8PZhN2cxSNgAB4ki8KiPqAKTquaGxOcHK7+89eC7sXDIBPMK/e/GZMAAAgAElEQVRKr6uWAXDX9qj+1jt/+ymw2Q7gl9/YTAlFw+Tm0cSUsnImdGr9Udml7SttR2r90Vd0b/EbzFNW1wyAw+s7eq96XoDTz5fo/lc9AA4a0P8GsB3A0f2hLP4s/e+j0vez0vrtAI7mh88JECBAgAABAgQIECBAgECCQOl/4CdUUfWQ0gWGqo3boPDs8REAb6AfF+EroGOjpSOy53dZtbezBcAdYdZXQBfbLxcwzA6ir0qu3JSw+Og2m7MD+C0D4BfplFAyNfhMKSsc5okDUuuPyi5tX2k7UutfGQBH3U7+fLl9/fX13+N+nrID+Pv+Ev1hXMlXQN/KDgPYKNdbCoCDtkd1d/QlAXBp+d35f//+vc+A4KcEoudTNI18BXTZe07p+1npf58JgKMZ7nMCBAgQIECAAAECBAgQIJAgUPof+AlVVD2kdIGhauM2KDx5fOYWDKOFztI2RjtVovqj80vbN3N+yiJmStVzAfBScJUW8KTUfv5jkud3cVfLFkJ/Vx+t4Pf1Ze4Afvz45Mfsd1Sm9SdaAI9Yo/HZ8v47dU0Or6OSazbccXeD6MvvbknRbat3i267vd+4/vV9KQ36opHO+zx/B/C9vp/5VStgTA04o/7X8i9tX2m75upfKrc7Z2LH7/OWNPF5xDv7eVoA3N+HuvnU/e9dIDz+Cuipa27u+d03Z+6+0Zf18hvAg5vGr/O2eM8pCH7D+1/CTW/pnrUYKD8wh+cLgFMviOg9Y7mc0udz9PyPelFavwA4EvY5AQIECBAgQIAAAQIECBBIECj9D/yEKqoeUrrAULVxGxSePD5RErFBWyaLiBY2oyQlOr9Su9cHMNMNyQ2AowXmSt0+XLHJ87u45WmBaXo10cKsADjd8n7kUgDbBRjDz6Oyx7edMAAZ1R+VH33e1y8AXpZKv/5zg87SgPV5p46GPPPz0vbluvTNrRUAb+W27PP3z/0+3O8ATgmAX145Av68APjf7SvcxwH5Bs+f501t2Oifep73x5vHuLaU+180gRfLT3ihGt6/+6+A/vy3PH/tAI7eM5ZHrfS/j9Lvz9PtKK1fABxdlT4nQIAAAQIECBAgQIAAAQIJAqX/gZ9QRdVDShcYqjZug8KTxycKUqMgNretpfVG5+e2a+G8hLXK5FoFwMlUkwcmz++yan4viffrqtnr8tHCrAB47ZC9dwD8ugP292+E1/qN1bWj9Hr8djuAo3bk9r80YO3blVt/1K/S9u0UAP/6jeZoB/CMW8Tx6/PtdwALgFcPwvcJAuA8t7KzoveM5dJL//uo9P2stH4BcNnscTYBAgQIECBAgAABAgQIEPgWKP0P/NaMpQsMrdsf1Z88PlGQKgB+UguAo1m33+fJ87u4SaOkVwCcJBqNz5b3XwHwT9glAB5Pz9wAtjRg7duRW390mZW2TwDcCa/5CmgBcDQnpz8XAOe5lZ0lAC4TKNN3NgECBAgQIECAAAECBAgQOIVAtIB/9E5sGTAcva9T7QvHr1Xw2zc2qr8x+nCH7jD47f/3Lb4asXEXq1Yfzr+qtW9RePYW3y0qv5WR+RvAj9qjr8As/Y3fjTqZXUz0xxi159/8byzfu/T1VRrQzdFEv7HanxcFfFH7ovOzh+77xJffQJ0oKvqN1bLab+Pzb/n6iq6f277GoAmRX9n5UftLfeL+l9bQ9vyvr7/fDei/AvrfbcJ93iblx+3B/vl5+7e5t//HH8zNvh9Mvfe8fEXz8ldAR/e9p2rmH+492x29n82UH7UvLv92Xd7s58r5+7/HdTP+quy20+lX7Ve/fqL3k9LhKP3vNzuAS0fA+QQIECBAgAABAgQIECDwFgK1F9BrI5YuINRuX+3yw/HLXODbrN1R/ZtVlFeQADjPrT8rnH9lxe9wdm4CsFXTBMBLklHQUHv+CYDL5nkUsAmAlwNkAXDZ/BMAT/vFAe3jvFoB8KNcAXDZ/K5/dt39taX//SYArj8D1ECAAAECBAgQIECAAAECFxCovYBem6h0AaF2+2qXPzt+qcFr5g6SsF+p9YcF1T1gLgCuW+t1St/u/tEFsXUXG6fVBcBHno3tAuB7MBcHmNEOz1739Td8f5uPP9/qN1Sj9kU7WMtmR+xXVn50dhSgxjv4Sv3Kzo/aH/U/+jzuf1TCwT//d98B3O367f45xg7ggdnMe1J033uWkPn+9plagQB4cYJf/vqp/E5W+t9vAuCD3381jwABAgQIECBAgAABAgSOIbBdgNOmP6ULCG1avV2tAuAySwFwqd9Woa0AeGokom8YjhagawdIZbPn5+zUPGJcX73n11IA/DPn0+svDIBfOj4MFaMAtyyALB1fAXCZf+3rN7p/lI5/6/OPuQO4MADODH2HY9EyAP6+1wd98BXQra+cvv6t3u+m+1P6328C4KPME+0gQIAAAQIECBAgQIAAgUMLpC9gH7MbpQsIx+xVeque45e743aDxcTv1ubWn97VKkdOfQVpbhhVpYEHLzT//rG087buouMrqR3ALabYVtdY/vwb93o6SH0NMH/Py/n6o9/wjT6fat9UmHjsALjF3BrWGQWocQBaFuCW/oZw1P5s3497v+bfn+7zKqo/8ovOT21/VM9cOX0A3Pezu167/737TeDP/26/BTx1++/eiRLfZ2Z/A3ipY8N3rsR67oNV8FxcU8+w7SV1jt4L19zz//6979z+4zeAUy+RSscVzLmEFpX+95sAOAHZIQQIECBAgAABAgQIECBAYLsF9DaWpQsIbVq9Xa0C4DJLAXCpX+4CoQD4scK9OABX3QE8DgPm8okof9ju+bUiAH6EZ9/5xGyqEQW80eep16UAeEkqCiDjYFEAvOQb+UX+qbM8qmeunL9/7kFiF/h+X6+pAXBfYBCctgmA13wDwKMjBwqAh02Zu78LgFOvjNrH5b7fpbWr9L/fBMBpzo4iQIAAAQIECBAgQIAAgTcX2G4BvQ1k6QJCm1ZvV6sAuMxyKgAelrhm10pZS855dv79YxQAd+uMz39Vd9HxVdoO4BYz7/AB8GMKfrzkq/2/vAUwj51pyTuAX+Z3F+Ck/sZvNDoC4CWhKICMg0UB8JJv5Bf5R7O7/zyqZ66cJgFw7g7fCONZ7sT9Izp36wC4Ly/8C52f52t/z58KgLsgffhMEABHA7rX53XfxUr/+00AvNc8UA8BAgQIECBAgAABAgQInFogP8A5RrdLFxCO0Yv8VgiA8+26MwXApX65C4QC4Lv8sp8dwMvzc7vn10Qge6taAFx2f9jr7HHQ2AeGUQAZB4sC4KUxjPwi/9T5EdUzV44A+CFzxAD49ujr3wIEwKlXwt7H5b7fpbWz9L/fBMBpzo4iQIAAAQIECBAgQIAAgUBguwXmY1KX/gf4MXu1X6sOOz9SF/yiHRwRZWo9UTmVPp8LeKOdvf1XO0bHVWr2YYqtP79Ld+CWLlC+1j/5m5ArRuPH6/GVo/9K27ei8h0PTb0u5uZPf319fS7vYP2KEvCwz9EO2bkCouAvrPhxQG79qeWXHRcFdOPgLTVoTQ1go9ZHwV/U/qj8q3++ld/4Oj7be+PQobvHd//vv/9GP6s79S605iugV5wf3T8/gz8MCs/vHzvR+1nq+1/md/T/+/laj5dLbal/Xd/+/u9x/33b3wC+D+Ds8+/hEl3f9e9vZe83pfcRAXD9EVYDAQIECBAgQIAAAQIE3kKgfgDSlrH0P8Dbtr597YedH9HCX0+XugA4R51aT6OhEgCXwdef3wLgshFqc3YUQPStEgALgEtmaBRw9AHw2QPKEqOlc1P9ovrP7isAnhnh1Pc/AfAkYHR9RdfV/OcC4BQ7AXCKkmMIECBAgAABAgQIECBAIBSoH4CETah6gAC4jPfw8yMKaFMXAMdMUbllrJudLQAuo6w/v1sFwNP12gGcNl/KA+B7MBpt8MrfAVwavEY7gPvyU49Lc937qGgHbbQDuG9v6nG1+pcbUEYBTuRTqz9HKXduJ/dWO7z36uflAuB+Z+3M+1v/DQt/ove01Pe/zHJSdwB3zeirsAP4+8l4fz7OfQOGHcDfPgLgve6g6iFAgAABAgQIECBAgMDFBeoHIG0BBcBl/oefH5kLd6FKVG5YwD4H5AbA+7Tu+LXUn98C4KPNgtRwN6Xd8/PnHqBOB+4/XyuZP/8EwNH4pISbqcFu6nFRm3I/FwDnyi2fd80A+Ov2294ff/673SJe8s8VX+Hcqz2D1u+b2cTX4U69J92Oe95jZ96jwq+APkoAPNHnl+fHTP9f3EZTUAA8fP7N/IGRAPj+/nC78Zd9CXWd+6ZSCRAgQIAAAQIECBAgQOBkAlf/z0sBcNmEPPz8iILarXaATCzilcluc/bc6tDUAmS/cNn9z6UFym1ado5S6s/vvQLglHpuwUDSFuBuUXY6YBzPt5SQrcZMiELcpfmf056uvL7O7pbT31b6+fN5W7B+Xl+zer8Xu6P59zNepYFvTq+7c3J3AOeel9vOn/OGX5ucNt9/zp0LelsFwP38GPdj7t+P9a6+A7i0f9cKgO/XXDdXuv/36zeA+8kxfCcK3p8+pi7jwb/8GD4nUgPiNZf4zPtbGDD3qVnq+9+4Tb3L4PzJZ87Qb6Guz9vJw/P//v17rzH6iog1VhWOja6vdVX+jjKfO4BnHLatf11rHwOUc9LznLXPn1/3bwFwkb+TCRAgQIAAAQIECBAgQOAhEC1Anx2q9D/Az97/0vYffn4IgCeHOAqA+5PePQiuP79TgtmlqzR1/0dKPX0APB/w3lty7QA4umV0AuO1/LUB8PP6ehnaPk35SVW+ogDmGdgLgFOfZV0AnBqQ/lpwv+2cHP7Th8kC4FT9fY+LAqLoD1QuGQDfblYfH5+3HcC3IHjq8VE9AJ54fqTcdKemTqsAeKItzz8AGnz2MRkAx/1/7wD4x0cAvHy/tAN43+eJ2ggQIECAAAECBAgQIHBZgfoBSFs6AXCZf/L8GG6LK6ty3dnRwmLqDpConEGrot2H6zpQdnTuDuC+VgFwasAajVMXHE2utkcnBp+ntk8APIRc+gOIlx28M2z1A+DHbwQHX/A4uwP4ucOtcHpNnh7t3n2RnmlAVEbdQDsK/ubU5gLFcXlb/UbsUoC5tJM5N+CuMVuuUGbuV2wfpe/3ebTTDuBBp1++UGLpXWvF+9WL6V4BcML76zAAfj42EncAj3+rWADcP/8ezwk7gCdvJQLgo9xhtYMAAQIECBAgQIAAAQInF0gO+E7aTwFw2cAlz4+EBbSylsycHS0sCoCfcMOvgO7/pQA4NWCNZq8AOBLa8vPojzAEwCXaUXg7LHsuyI3KEAB3igLgknnq3F5AAPw6F573/zXvf8GxAuDS661/17IDOFVSAJwq5TgCBAgQIECAAAECBAgQWBRIDvhO6igAXh647PFfCl5XfMXg9HcUrphsUQC8oqjo0GHo9Kw2yjmiQn1eVWB6g+UWoe/Sjtth+Sk7c5cIctt6rzf6yd/s6//Z5OmvzK06qLfCxwHw9/V4o/rvwRUFxH37yvufG4D2LagbhK4bh/U3s68AOvqK3nXtW3907k7gcU1n3yG6Xu4aZ0TX91XeD1+vs3+33/+9/Trv+CugM36jN/oDscnn6/A3gmceQP/+LD8Xo3r72Rnd5z8nv5Wj2yu9UH9qaHxrRPfbvr/+6c5/vCDOta/fARzeP6MH+FEv08kfjx40NvG3j1s/P8p5c9/f7jULgMtHQAkECBAgQIAAAQIECBAgcBOIFsjOjnSVBb5a45A9/gLg+5Csz0xqDaVyJwQEwMvTIvv6fxYrAJ4WTr0xCIBr3rgEwDV1j192dH/r3w9b/cbzVoK/A+DbfeV2a/5vWIEA+KkhAN5q5s2UIwB+wAiAK880xRMgQIAAAQIECBAgQIBAikC0QJZSxpGPEQBXCoCiADh1Z+6K3RYvPUktf8PJ+fwKwNvCat/s4Cc8N6xdUTkCz/Hp1uF+frgvp6jROaOdP7Plt9oBfG9udP8rv/+fMwDud5j9ndkhlj5BcncAHyn47Xvbh9Y/X9E57/D4Dcd/ywvcpTu4ogA3Kj86P3Wca+0Ajq6/6PpNbf+7Hpfqe6UA+L5p9Ov73n/bCPx4DnQPg4lrNXiPinbizr7/PALAuflbewdw9BXQpQHw5M7fiYvMDuCZO48dwEm3ZDuAk5gcRIAAAQIECBAgQIAAAQKRQLRAFp1/9M8toC6PUPb4C4C/YQXAx74DnHMHcNmukeGIRPe/7Ov/Wck5A+C++eX9FwAv3QGigPb7HnoLkeeOiwLc4XlT5UTnp969BMCpUsc6Lrq+r7gD+KMLem8B7MfH520H8OCnAC4SAEdf+9wF3VFwXTUAHjjP1bP0FdDD/vXzM+rPsa66W2vsAH4MSdm7nAD4cDNbgwgQIECAAAECBAgQIHBOgWiB7Jy9+ml1FICcvX+l7d9s/HN35KbuAM4tPxMoXGTsl3fK1ncyW+e0VIGf+f34kdjUE1cfN1f+mh3A20+m6P5Xfv3XCYBTr79+mMa/ATw1fNM7+EvNj7iTN2Xypn5FdV/WdD+jgHUpAO7P7ebgXBCX0pM15UTtnatvLgCOrp/o+kvp39IxresvbX/t8yOfvv7xOKWeV9r+rebH/Tr7uaa7/7v7DeCXr4B+dvbnnhf9Bu3k+V1Nj9t+9Adwcz9hmxNoLj0TvstLfZecGrTuAbJ0fsr758T5awLgyZ8TngHM8Sudqy3OT/kDohbtSq+z7P1CAJwu7UgCBAgQIECAAAECBAgQWBDYa6Gr1SBstcDWqv21691s/FMWyKY6k7pol1t+JmBqABUtgGZW77SNBDab39ntyQmAh+FcWcAY3f/Kfc4ZAD+HM/gK43jYy8YnLr/WEdcKgPt5HAXJAuBa82n/cod/ODBV+5p725UC4G4H8Ofn53cAPPl6NfiXZwyAh6+CfVdeA+Dtnp/PeZXy/vl0/fkK/ed75Oj8qR3A/bHDd8/PRwA8HkcB8P73m7waBcB5bs4iQIAAAQIECBAgQIAAgU0F1iySbVrxToVFAchOzThsNZuNf8oC2ZTCSQPgn98QPezQvlfDXn6D96frm83vbM2cADi7sl8nRve/cp/l/uUGbql/gNF3eO0O4CeUAHhmsvXBdh+mjILux7p2NH+iHVxz86M/L5o/c8flfqX03JVXawdw6De3hfLR0NLzt7vT7FdS3+d/t7++egZkA6epz6PWXSMAvveyC4Bv3/7857+3DYB/NvPOvpb2H2z5/jm1A7h/PK4IgF/m6vfO7t+bkwXA0RV9lM8FwEcZCe0gQIAAAQIECBAgQIDAWwtEC4hnx4kCkLP3r7T9m42/ALh0KJxfIiAAntSL7n/l178AuGTatjs32gF8rQA4CpKjcRAAR0Lzn0c7ddeW3JXXhb/dP3MB8PjzqI7rBcC3r3++XcLvuQP42AFwN3X//fv7PSWHO7An/+hJABxdugf/XAB88AHSPAIECBAgQIAAgT0Fyhcg92ytuq4mEC2QX62/+rOvwOXvb1Hwm7rDYm5YovIzh3PtDsNxNXYAZ8If/LTtr9c1O4B7nLJFwyFx9Hzbvr+vA/z1yBnHOzX//lnuY399/eu2si3+EwWZy2dHO6ni+0TUvm0mfB9gpu6MTa31IwL4U9a/3OB1634+r6xHcNhfF1vN/9wAMTWozC0/mgfx/SG6f92vv7Fn939P2U4dN2zj73Oi+fda/3ico/5Hn0c+4/PH7e/Htztuabdy7vj+bt/ta59vZLdvgP5/9t5EQXYVV9PNYe2q+/5P26f2isiLAIGQJQTGjnBEKrvr7JVpm+FHDOazxMf3N5BGq/3aGnCHc+uIC8NB/eOTDc/D6ecHfzIA3bRTXheKwxdZc5azipkOWA5ePszHkg3zFesv5N/YeIg6cc+RJ6QQ3DRv/DevZ81fbt/R8lv2f9XrWD+tf+KoYc0/VoSK9fqvreX8DOD1FvAUXAFXwBVwBVwBV8AVcAUupMBRGzAXqpIX5YUUmN3geaGqeVEvoMDbj28WoHUAfAEr9CKMKnB8f53bgE/lXNs0pHW15rfj69sq7QB41PL69zkAXtNxrwfvaK57Ad5vAMBSqGZ+ZjPqfDUAbLW/1e4OgFsFHQCD128CwNHWf7YfODgAtnpd/a7BAbCtld/hCrgCroAr4Aq4Aq6AK+AKXEaBszcgL1NRL8glFbA2yC9ZaC/Uyyjw9uObA+CXsUUvqK1A7a/l8D77oe4dewAwTXANBlvz2/njU6o/AkzMDz27tPy/8sa45ckUtoKX2kd3gE0b83fNRazkankoLhWvPPyKAJi3uaSEZp9HeQCPg0a5nTR4ScEePInenZjKFuyCnczYahuC2wKNtpXtzd9K2fYA3geAR/vVjKZWXej13P9/Uqhe6afn0TuTE9z7GSMd1LF+dFxu7SKfFxv+8/UNHsCTJhfL0ZZ8rwcwjqv8+eH0VzyASRXuuSDc0/ZUD+DYoKktqQdv9UbuA2D6nGp7eX6E856lH2veNAM/zBrwg+93D+AHC+7ZuQKugCvgCrgCroAr4Aq4AkcoMPqie0RenoYrwBWwNshdMVdgRYG3H9+eAIDp5tbejSxrg8xqcw8BbSn0mtcdAB/dblsADH3PDsHbA0DHQZ9fCYAJ1LbXP6Mgbms3DoApGN4LYI8Kcbw3f2s8cABM+9De9d5bAeAAJQsAVkIvo1VJgJl+dKOG6L1wCOhYZQZmQQ8KgG83ALeyBzBoY61P8QOpvQAY9d+7frZGhbOvrwBgqu23FcN8uSKLH/CFAWUtheUKeAKugCvgCrgCroAr4Aq4Aq7AcQr48vY4LT2leQXsDdD5NP0JV6BucL356/sDAbC0KbZXXe6XyTfC7A241MK6f5D3gVdUYLvbttfCsPbP9QB+fhtUAAx9intk4u+woY19DpCSjB2PA7/bDXAlx3fyABbqYq9/+gDYOmNxr/29vgdwsnvuGZz0kOxY1hkBz3wI67EPKKons3y/XH7aqkcB4DxOTA+3R40Jml799Pd7Zrf5tRwqhwce6Dz9M4AVUyPpDnvkKmXB5+P6SfJGZevDHs2Soi0UAKysM5t1m5A/ha60Cgm4hyLvNZ/8INW/+TCxs4D8G0T4e8eV4+gHNv3xgTePBHaLFvABVu5nVwXAo+tv6wxfOj81aeb2+1bPuF9dt5U3wIFerN/iZwAvyecPuwKugCvgCrgCroAr4ApcTQEHwFdrkd9VHnsD9Hfp4bU9VoG3H9+eAICtLEdakO8VOgAeUe3973EAfHQbbwEwbMR+fyDwSTvRHABjKdptb9ytp7v2oxvocr1qv/9NALjq9/kJcWJ7P88BwEdZ4fNCQDsARu3HQkA7AK42vwKAA9z7+vz4Ct12JAT0OQBY+IQnL9pGAPD9KzyfQxwXD80pAFzHt3sGvfxDFQSHn7edoK8DgBMLz/1f+KDhSgC4zLPTH14cNULL6ZwJgKFpPvNHOPghwBaE77SLTXXWhHUAfK6deequgCvgCrgCroAr4Aq4Ag9W4O0ByYP19OzmFHAAPKeX3z2nwNuPbxaNVc4oG1aRpC96AO/cp3EAPNwC17gx7qqeXxR9g3rvRt5qoffme75WIzn85L142HCHf5YzgJnQVwLA8uaz5iq2BqBHNIR7DjkD+AkewNb8p62/NHA7qhe/z/agtUIk969vPUF7/X7GAzjV5Ac7Uq7YNoQ6L9+YB3DVaa8dj3oApwNpebmrblcFwKiQ3P8tD2B6VnR7ZnBb3+M8gK8AgKuHaVm+/XIADK2NM/mxABjts10njHoA49NX8wQ+EwDHOheAn8Y9B8B7Z1Z/zhVwBVwBV8AVcAVcAVfAFZhQwNogmkjKb3UFphVwADwtmT8wocDbj28OgCeswW/drYAD4N3SPfNBDQCXbesMgh0A91vJAfCaFZ8NgLelOwbAIhh0AKy1/94Yvjw9C4DvA8CYy9YL+hgADOnzd5jnewA7AOYewA6A58ZvB8BJL/cAnrMbv9sVcAVcAVfAFXAFXAFX4OIKvD0gubj+Xry+Ag6I3UJWFHj78c0CwCviKc/SzaFeSMETsvYkH6zA89u374HLwcxGnhzKUpPNOsOu+g09WPgTs4P++3nPQIXog2cEx/6d/x5OBjZKsg/cYKIAnvFnzvO3pLCklHWGrmUf1vNi4YgnMIaA1kKk7kqfZGqFYJbWV/AMek7aZ9COyT/voTsGcLVy1r9bIbat9Se9nkMDQ/sVu5XKeVyIdPm84m2Zt569qVx8/E5Au46pPwevH6jHLeR0lP1YVlZBfbpTA/eYDuiV+kYY4cJ/oZzwDE/HnF9IwbANZgCwVS/rumjdEF7FatccgkUFfcrz3J6s+eEnh4DW6qF6vhqRa4Ivu2jfdV5p7QB+K2fcwxnAt9EzgK35zWoha/7sP49HNVi5POo6zodYK+39qufRDO0w6vFszb9WvX9+sJ3lOzEEtZaOA2BLYb/uCrgCroAr4Aq4Aq6AK/BSCrw9IHmp1vDCcgUcALtNrCjw9uObtdG3Ip7yrAPgE0S9aJIOgF87BLRkVnQDlka2dQC8VcvagN4FaH8hAN4qawFe63pKkQNHns+XecZyf+AVQwO/CQBGAHrk1HM1AIywW/JA5/XHtob/4rxnAWDpfGUHwNWirgiAb6Fxbw6Ad3V7B8C7ZPOHXAFXwBVwBVwBV8AVcAVcgWso8PaA5Boyeyl2KuAAeKdw/lhU4LLjG4Lb0TN64X7p3icAYGpa/e/r3QhfXYGXBcCG5y+2iwX43tEDmNqkBIDnbNbykOp7QF3dA3hOi/m70f6u5AF8zLyJdpHafwsGe5658MwsAJbvP9YDtZ6hqx2InsbLZ3gAQ/2zh3L4F3q2SR7ACDUTvFzzkOYW/0oAOJUdPIG3/dbyIMYnpNDS4PT6Ff73nY5dPvVnd+stegAXD07hXPNmfrmgB3AFwNbcBTUZuafXxGsG8I4ewDpO9z8AACAASURBVHs6hL1Ok1Pd7wGcPMzdA3hPa/kzroAr4Aq4Aq6AK+AKuAKXVeCygOSyinnBHqmAA+BHqv1+eV12fHMA/H7G9oY1cgD8fh7AzQY92Z9GD+A5M7Y2yB0A9/R0ACyp4wC4qjIGkBLwHQfAR4XI5q33igAY6iCHyoa/j+kfYVGkxiGU9LMBMP1QUPhAMEZwsT487IaAvg9j0V0ewFbZQvGnQ0CHNDFyzS006Q3+Tw4j3Z/vrPlNG7/mZlHtbgfASRkHwMfYk6fiCrgCroAr4Aq4Aq6AK/DLFbgsIPnl7eLVzy9+bQw+l8UVmFLgMuOb5qmrbXb1PHuNDb4pgZSb1bPh8v3oAeIewEeofd00XgYAD3r8FqWz55J+BlzyAHl3D2C+CQ6eqG2IdwuAWxvk4wAY26YdeywAY+Xf71u7Qjif0F2lELVHZrM3/fH5U2sHzQMY+xfWEp7vtTW/nvKzQ0DzfOZUlYFmLWf9QDEenC1EHFmzT10TOd1U3gDo8rq5Bb3Vgxnb9W5EELE8qM8Gvlb7FuvZ1Dd78OW1kmb/eAayXg9r/EHwC7AY8wx+o8E1988fw6TnTFG8u/EANiLEWGs6KQOc/+N6L8yZsx/kIqjVqtqcBdsDv4NnEm/n99r/73nOv92/AgBO5z/bLtoz/de2ldkmvyoAxno8ev6cBcHjHsDyPOEewLMW6/e7Aq6AK+AKuAKugCvgClxagfENnktXwwv3pgrMbji8qQxerZ0KXGZ8cwC8swX9sWcq4ADYAqDPbJ0j8m43Ph0AH6HpfBp7Ae1oTiPpwz18vTU+f/YB8Gg5x+87HwBL8DEBUQkAp5Jv9ZoBSFLtNag0C4ARTqb/OgBGHT6F8OR0TOxDPdpfAACDzXx/fWYAHOaO8EHNehhhvVfIAFjwoIey5WrRpajlbCsD4PEQ5/sAsFx+SQV1fVI+8MK2vIf6p3Lf7n9OBsDj+ljjnQPgViEHwJbF+HVXwBVwBVwBV8AVcAVcAVego8D4Bo/L6Ao8XgEHwI/X/J1yvMz4Zp3Vy3fi3AP4nczw9eqSuefz8We/BCVE58YD2PDgfbgHcPIQvN7PFgDTMt7MMluAa94DmOaPm/a6blb+fcUtDyZr/jhqfTICaFdsp5d+hYFwJqwMCu28rXY42juOAWBlvoSzWGd/el6t22upT6MdPBsAp7rqWrfAMsHJnpftO3sAQ1uBBzR++CDXdRIAh9vh7N/kAfwsACxY/KEAeLxHiQCYrHW/qFty+fsZADj0CuIB/PM39dt7DJ0utfGOgeOEA58dAMu2NgqCd3sA56WaewCP93W/0xVwBVwBV8AVcAVcAVfgBRSwNrheoApexDdW4KgN1jeWyKvWUeAy45sDYLfTV1LAAXBuraOgrQNgyfy/jNDdDoCPGTQsAFxDBZ8DgD/ZB07r8/K5AJh6Q1MwqAFgvZX2gCSa2pwHcHpyBravAWAsKbcfrgdct2CypOGZIaA1AAzfQFTP0tcAwLG8nRDNPwG0ImuF/wYn5fizzwN4fExyADyulXSnA2BZPwfAa3blT7sCroAr4Aq4Aq6AK7BbgfUX+d1Zv8WDDrjeohm9Eq7AKQr4+HqKrI9L1AK/jyvJrpysc+OeHyJ4V7X8oazA1dvP8tCcbcjRjcOa7l4A3Dt7dCZN6wzTmbQktfrp3wwDwXMvZ9vhqPuPto+jysXT0c8gXWs/6/3BWj/gGdi8mbMjMAFhykY8Mx9rPMF0t/rsU34UEGLqoxDSApqYHr9vtDy4LNA8hxH8WOnxs355PWe8maUWsNLXWo1CVKkMVr32WQMZtRFwZoPj/UDTd9Q+ak7bcL+QJXgAf30H/JlDQFv9lPcLqx9h/i2sLlYZPNLThwdWOqP5NvcFapzqBSfI9z9waNaPAm1uzgCWGn3n+nmzbiV532/hEwn4P+Hjo3rf6ocatPDHhYD++hn/AKEpAYb7VgwAdbfscrUfnv28tZ5bXR+4B/DZLejpuwKugCvgCrgCrsDLKWBtMLxchR5c4FdfgD9YLs/OFfhVCvj4+uLNvXMD6yq1dgB8lZY4pxzWBvE5uY6nurqBx3OyNgy3JdsL6BwAj7fy/juPto/9Jek/6QA46fOuAHjWbp4FgGfLaQFg7UMBDoC5R7UD4LYlRkHsZj7L3so4vqT9hACeGQDWxp/RfB0Az/QcB8Azaq3ca63nVtcHDoBXWsefdQVcAVfAFXAFXIG3VMABxVqzOgBe08+fdgXeWQEfX1+0dV8c/KLqDoBf1P4Gi+0A2BJqFADzEM/cNRLoF+Y1kqbl+TuTVkRv4X9Svv186FY2zEUtaAAPs9FyWjrvu766wbsv1/mnzgLA8yXBJ5LHmwZki3UZpjoKkDA9Kb+VMWgWJM57ePYVns2/6Mq6zeY9MHtYWu1rAdq95StWkhtM8yR2ANz3AE6ell+bfqZ53I/2O96fLA/+QwEwzCR5XAiOzt2fy3gAk1LeQ9+KHsDwk48gSGcBkx8c9547vX24B3DfvhwAWzOEX3cFXAFXwBVwBVwBV+BgBRxQrAnqAHhNP3/aFXhnBXx8fdHWfTIYmVXNAr1aeiub97Nl9PuPV+Dq7Xc04LM2DPOu8A6hDQAs7i73shndeR6ByZCPA+Adjbr0CPV6fAUALEGko8eHWWBsNcAs4JQAsHY+7ci5tbP5Y3348sABsNXS49eptrMhtkc+EKBrpRbQ1Y8qMAS0A2DSbs8MAU2KQQHwvYSwPjIE9Lit2nemDwy0UNna/hHaqPb++MohoGn/+za+YFpdP7oHsG2hfocr4Aq4Aq6AK+AK/DIFHFCsNbgD4DX9/GlX4J0V8PH1RVp3EvjuBa5XU+NoQHC1+r17ea7efssbeF8tSOXptUB4FKaCVcyGeNYALFrYKPDlFqmVebR84x7AkDOfjywP4KPbb1P7QU/JR/Zj1IgCRL7Op/dIZeMhgvk91tmZ2/lFBhw0VG/08A56Qp8AVgMwTAOc2nSH9cTy9c6gPaJNZgEsBXz4rBaemP9dKu9s/lqdOXicTXf1easttPRHPZAfEQJassnS7/g4weYFrX/RdhDTb85oDX0s3PQV/vP1/RPPAE5nDbcewNKcu/fDiFEPfu0DFF5vrRza3+fHIcixek1b2FU9Y1iAyU1dhMbCMRHOtf/5m+bN4vkLv5apEMpnlax/Nq/9vNXj8LqVj5zOaLto+0/W86OlP/I+6Z3JAfCRCntaroAr4Aq4Aq6AK+AKDCjggGJApM4tDoDX9POnXYF3VsDH1xdp3RcHwOqGvsHErg4QX8R6nlbMq7ff0QBxDACPnOE3ClhHm9YBsKSU5bG9ah+jrTNzH8zZCI4QkF0dAOM648oAWPLIXQGlPQDMQ51rnqGz+Wt2tApwV5+37PuVADDFd2cA4BYPprki8UgbAGvz7RkAmOblABhgb7JyAMC3Gy5sM+jdAGDsERoItsCsBZCtHpeu3z/7HsDqeGKs21GLVwTA8K6C/L98cKQIsbo+cA/gMTv1u1wBV8AVcAVcAVfgFynggGKtsR0Ar+nnT7sC76yAj68v0roTAPiK3r8OgF/EzrRiNhuY43VxAEzBK+6a7gDAjf4znsTYVsKZwXDJ5MKDHsBq+eY8gKllpbnps5wHKVnd8gas4am3mv54T5m7cwtcAAjUtnq6B3AuCh59ieMAlit5LgYAoQwQj/QA1kBtr3xaa1mg1PJo5enuAcBUO0nnCDiQCA56uFv1mrPe7d0OgKNzb+oT4X8V710PANO+rIXA1vYdHuMBXO3ri3gDSzZ6uAdwIIe30GQJABNI6wC4kf9VPIAdAK+O7P68K+AKuAKugCvgCrgCkwo4oJgUjN3uAHhNP3/aFXhnBXx8fZHWdQD8Ig31psV0ACw2LPcgPc0D2AGwqP8qoD3aA3jUE251lHAAnGEZA8gjZ6xy7SXIqoFaq932gtIjPYB/AwDm7fDIENBX9AC27PJID+CVj7ocAENLjXwA5h7Alk0ffV36cNYB8NEqe3qugCvgCrgCroAr8OsVcADxXBNwQPxc/T13V+CZCvj4e7L6FrjdcdaYVmK6gVHOeLx4iOXRM+ZObqXdya/2H2v+tdK3nrcqZqU/4CJqZXHp62cDROqVKQthuuB29bt6+VfLdzNclPvAPag/6OGoiWwBfqv/rPZPvfGT3cgw5l7CkWrPWx5YdS6RQ42OnsGL6dAQ0FAmC7xjuS0PQ14P60xg7ToPqQ35S/daHrmjAJiHgFbbKU+QPF8phHQz/2fDoMsL+YxZOWd+RjS3c/Qs5k+PlJNqOwPsIW1e79kPLjb3K2exFq2U9Rn/82YcyJEFtNDs+Dx/7hY7R/AdDeu21EfuyVs7jmM1BPT3HzgH+B7vo56mml1Z6yzN/vj4gumMQuC9+ZYYvGrBeuNffYiPDxYI311eaKmcGfUAtuYfaxxcfX518YUhotNk8/HxJ79PWFGGUPefwbOwV8t55PNW3WKP2xOERSikh4A+suU8LVfAFXAFXAFXwBV4CQWsDZSXqMQLF/K8DaoXFsWL7gr8EgV8/D25oR0AdwW2NtxGNxpPbkU1+dX+Y82/VvrW85YuVvoOgPsKWhu4DoDXdkpfDQBTAKadz2v1SX6dejfWaw6ApY34vQBYahML9s62I9w/Cyw1T+R3AcCzGvK+MKvnuwJgSwdrnaW1gwaA8X68PurZO9zegx9GWutDB8DDios3OgCW9XMAvGZX/rQr4Aq4Aq6AK+AK/GIF7A3IXyzOA6q+uoH8gCJ6Fq6AK3CSAj7+DgobD86bgBkW+MVsrTRH0wnpjXy5zmtrbaANqrP7Nmtj8tnlsyq22n+s+VdPPwEgS7/95V/zTLXyvcp1y8PGKqcD4L6drOp7zwY+Og6s5sfbe9YD2AKQmj1J4wD2fUjz6/MbRvh6dmv2jD7PA1j2/MXyP8oDuEyTbKArAJRNyZYH7ozHKeYteZ5q7UjH6xI+lJRd8pCN94V5/itLLuUH5e55wEIa9AzZz+z5TusrnTGrLT+O8gAu9sI8mafnzZ+v4BHbWX/l9ZmVbulnxrrqKA/gzXiSddD6zy0Pp9j7Nmc1ZzvhHsDPAsBYPwsUW/Po5vrguhjzBT2l9e/jAfA9nAH8Vc4AtuYja/2w+vy07uyB3wiAQQLrXcoB8Kpl+fOugCvgCrgCroAr8GsVsF7Yfq0wD6q4tQH9oGJ4Nq6AK/AEBXz8HRTdAfCgUHO3WQBzFPzM5Xrc3av9x5p/HQAf11ZSStYGq5W7vIE78aGIEeLYyv+c8tNcrbrsAMCf5HzDAHZ6PzWE8NgHCat68LJcGQDrY+NaCOik+X4ALG2e4ziG7WOBj007vBAAxh4DdQSORSHsowEw6gzlkACwNb5oIbhHQ0Bj+tyTeXrefCQADmJZ392NhoDW7PgZABjGi956S7o+CnZH77PsrVx/IgCm49cM6EshoB0A0za21rcz+g7bzuKNFvyNs6O1LBosg4eAHhTKb3MFXAFXwBVwBVyB91Fg+kXwfap+iZpYC/RLFNIL4Qq4Aqco4OOvImtvB1DanLJ2DLXWG9zommn8kQ0MTO/ZgNUBsAHQSgPJ91n6WXZT+/8YYLPSu9r1o4Egr18LsvbsCq7pvlo/G8T16/RDWK7Z9hT8lgFoDADX8QrLIz+3qodVB2u+PM4DWA7xHJ1Fs+jJMxjtB/SYaQxe06+u19PIhjfMO5on4lkAmINIS//ZsM6a561kJ7AE4PbHPY4LCA0JqOerhsM2OSiPHr5wBm727MV+qwH1vaB9M76hffGztPPZnpbnKe+3o+X6zIsYcX0C44jy4UjqG7UffKJbdb6/nGErDbtkLTa7LLPOIkcdilc4nqXKKtj1AM5rTKgSegB/Z+/xHoDFazR8Nl03WNepTYyeCTx7VrA17gqjlfpIav00P1gewDSRNH61yULcBfFHMBBcd9/uAQLnw5x/ZhbjsyKE++35W0vUmiuSfpoHsJQqVhX+i7pb+0sj88oOWXY90muqs8rpAHhXU/lDroAr4Aq4Aq6AK/DKClgbKq9ct1cou7VAf4U6eBldAVdgnwI+/iq6OQDeZ1CTT1kA89mA2qrOav+x5l8L0Fr6jZd/DURa+Tzr+tlAUAbAdHO1DzhXz1herZ+9gXwGAAZ9mC4K0Ll/ZS3z9dof5gEwBSB77dHq7xaA1PLdjgN9AIz57AlpLJehAmC6gY/30g3wFjzX1BAAU+uPgCr8vCoAxtqN2E7PwxZ50aMB8E8GtdoopGEgNQRxMYi2XfHP2nw22/7PBcAh1HoZ9pRxhk2XVwfAJWR67o8cAPeu0/HiNwDgFmCm2m8AYBcAf+QQ0OSDGCPSxd75yJ6/tZTPBcCYqxYpQJpX9mpw1HMl2ohw2o8D4KNU9nRcAVfAFXAFXAFX4NcrYG2o/HqBThbA2oA+OXtP3hVwBZ6owNuOv+UQuz1eebBj3QFiF/cApuZkOSA8G7BaAPPZ5bO65mr/sebfpwHgEsfUUuDa11cBqVU7HQBb4BdTXgPvq/WzN5CvBYBRtZ88PlvgBa5jH6Lg0up3Wrtb/Z0CYIR9+/Lq2UWtk2Wf49cZAEY+gGeSwhmbeTDWYCh6wCJAKeGHs/cqlGXUA7T0DgaQ+d9DoZoqciDOQRd459Efq22kutKlAV0KSAC41DdnWkIq90K/U09Upf6ShzCtl2Wn3C44DjoKAGvgVwstXdp30AMYveGrXYSSk0gD/Mzf4u2a7bpZfxTd+wBYWhpq4xC3rwJas9nydsqOoxE4xv4TMotlJA006wEc+x0bxvm6y7pex115RLHSGx+Hxu4Mo1Xbj1mI854HsBbiGT2AjwDAP3+T4LfgzR9/HACLDXsWWB2zovYu9wDeo5o/4wq4Aq6AK+AKuAKuwKQCsy+qk8n77YYC1gaIC+gKuALvq8Dbjr8OgKPROgA+t++u9h9r/nUA3G+/VQC6ah0OgCcULGBmvwcw5qYBYKk0Uh+1+p1Wqz39neZlPV/vvSYA5p6CVCeccm8QmhoBVrgBwxfDvY8GwLwdZ0NAzwJgqCsCJAo/sTWxfe9ZLPEDKDiDloV65vXoAWDIVwsVjenwDz80AFzuZwBR+z5OA7taebX+sNcDOJb3hQAwb1ceAtoCwAmgbT82soCsdb20O/d0Vr4HGk1vYrbo3nplAPw39N37v0mo0k8cAIvt6QDYWhEc1WM8HVfAFXAFXAFXwBV4GQXefXmwdyPmZRrQC+oKdBR49/7tje8KPESBvWfwPqRwx2digV3cWIkeJf5zmgLnj9+Wh+hOD/eiiJV+X7pnA9ijG9b2iMUcV3VP6UydobujslZ9rPb75JGaeYG1jW3pvF9a/gM2xKHv3UMBrTpEnRdDCaiefIx80HwS+FzrX7NNXrx0jWy1IBYUYNK8cT4ZTR/ahNoebSPJM7j0KubRy8+6xftKGkY3pB7BFP6W78M0D2N03GvcBQVPSuKJCI9AuawA8K29th0snfFMlQ/eqCFN1FOy9Z6ntQQHJZuajcTBz3jVnt946OaQ1Ly9+Ti1rad1xnX/+jb91EE+s2GrHryk/WlXxj+bAMs6TLjTweOYkxdwaBPwJ+oBjACYjzuxbmQMoOf8pmu5/vkea3jUAK/2QUjvQ5HZMa13v6U/tVPalS1gjde1aay3/r7HM4BzlAa09wPmuyN1G03LWj+MprP3vm/0oN6bwI7npCMQdiQz9IifATwkk9/kCrgCroAr4Ar8LgVWNy6urpYD4Ku3kJfvTAXevX+fqZ2n7QoUBR680f5s5R0AP7sFUv7nj98WQFoFkVb6fZ1H4NuZLWXpP7u+HN/wXNU92491FN+ieFZ9rPZ7NQDM7UEDt7OyjgJgni4HwJYH6uqZvqOA9iwAjN6+VwHAvD3KGbwbz8a2P6M+PwoAxHQp7p0BwAhGPz//NEVEAFzBaQDAuRMiCOZ14gA4hT1PAwumL4ZKJgnpAHesp+hAjYXqPRgAl/EN1n/Ec1rTCP+O7fpsAGzOTwMAmI8xNE0O6jmY5deLPpkIc1Bcr7frn73j45h16XddEwDfPv7mENDRLGOnHj0SYlWRY5+31g/H5rZNzQHw2Qp7+q6AK+AKuAKugCtwOQWsDa7LFXiyQOYL0GR6frsr8EoKvHv/fqW28LK+sAIOgJvGcw/gx9jy+eO3BWhXQaSVfl9HCyCe3QqW/rPry/ENT0t31PXAM3R3iGnVx2q/dwfAo/ahgWXd/tKGPwe+FuCdvZ+bxNEAWAMsyEUlXeLf0JOXAT9eXusMZy2kcGk35jFsdZFhAEzBL5wvGoAqLjF+ggtmDHEdvXUzaA0ZjwJgKCMFy7TMHABvwWoFwryu0NcrgO97eFoev5i25RmK9x0PgHH81L6QSf0LAW4pb7GHrWc1AOLtfekvmocwTaWc8QxeuNbwX4QZvVG2XB4Ke8QDuLUn2Q5oaPOt13n9sM0BsNwufQ9gAMBA7oP1BPAbP9ywBqaLXrfWD2cX+xkA+Ow6Nf0zdMRXtY1H6uR5uQKugCvgCrgCv0qBd18ejG7A/KpG98r+GgXevX//mob0ij5XAQKAm6iNwtv1s6/PCGV5+lpp+e6CpdDa9fPHbwvQrm4fWen39bEA4pq69tOW/rPry/ENT0v3FwbAzRmaLUjhnoSqZ9PDQkBnWJE9rGY9gEftwwFw2xctAGydYYupPQMAS3PqZhzBM3oj/D0GAFOv6D4ADrC5ePBu+x96BPPR8TIAeMoTN42jGoANXxIok8BjAHAJBQw2kId0M0TsQtjnTZtmY9VCQH9DmPlwjzYPWuObewAnxfk6eX8I6PvHPXyE8Pcv2C2A3wCAR7+2sJc7D79jfD10ZNFqn/8OGvKf1fe3I0u6mpaHgF5V0J93BVwBV8AVcAXeUAFrg+vVq/zKi+NX197L/3wF3r1/P19hL8FvUaDZ2M27ddRTQ9r4Pfu6hYmsthnFc1CPsimfoiGKG1tWfn59ToHzx2/LAh5lYbIuZwHg0Q8fLP219aXmwXX8hudOD+CDAKpVn6b9rDxhS5u5BJ99hrHVG2/Mt6rYgxJy07IXzA/tT/NA3W5My/1UAwuYD78+6gGs9Y8S4tUYFvgZuLU8cihkrR3AoxbKDPlSD1jElhR6Ui21cYPb66oHMG1vLB+tSxkfgsOeBPhgHl0FwKmu4azq0Fk0eJvKVM/7pR9aWCGg07MZiCrTxcYOB11Y9fF9zsMWNdfGIw7ECzMrC5m2Ytgmla2l8mihrhsGRwB1PWO6TX8XszsQ/KJeMM6EI2XD/zCk99fH9/fHx3eIHP7nTzhnG+o8AIB56OfSHsoZwFqoaD5uaelqf7fG89nrqhnnuUwaPyKaVUKRczv91CIM5PmF2sk9F+ZveOb+bxgP45cC1vpttsaPvd9aPxxbmu3HHnSeXX1/O7as/dSs9SvarQPgR7aK5+UKuAKugCvgCryIAqMbFi9SnU0xHQC/ast5uY9Q4N379xEaeRquwIgCBYDCBk/ZqUr/0gAp3nb09ZHyrtzD9xp5+UvaJ58xulKHd3j2/PHb2kB0ANyzIwfAffuRATAdNDjoYR6JTx5fbh/5kMwMwBwAZ4/KJwNg7JMAUOgZtfD3CIsVsPIIAAwmi1YsAeAYvDXrV8LjBgC3NwR0OpM3KTIEgH/CZw34ZQWEkDXOAE4pXwkAgwczfoHGxg8FiPUAcPyIgH14UoFoWcHFfxwNgHFNOcTLy6JMHz9n1zz9ENDBvzTqDB8XbDs8nftGgW5ZNr/6GcBPA8D3j7/BaG7hDGCw6Vff33oOAKYewOFrh/wjfeA68/422/dW7ncAvKKeP+sKuAKugCvgCvxyBc7fYHyuwK++QH6uep77qyvw7v371dvHy/8iCoTdWfwCP3r6lJ0sB8Av0oIvWczzx28HwD3DsPR3ALwHAOuKX88DeA0Aa/bBQxzz+7aeYS3oQgX1s1HTHaMev7xFzvYAHnVm1DyAy8b85KiuhYTW/m6VU/IA1gAwYocbhB2+fQbnPQilkbx2oyewGAJ47AxgLeRzK0/2AAYAnAuz6W/Ei7iBM7lw2pEPWzDKGwbsN+VPf57pAVwYMq1zPHeZnL3MIxIQcA71wMuaB3DtpzzUdu6fWQ4OgIuHO5VrBwC2I2hksA82GT8GCN6/gYnB2cdf3xUA0zYbAb80pDQ8y+1mFBi/ogdwtItsEGWcZx+klI9WdnoARwAcRP38qABzcii8xO3PAcC16pIHMAx11gew0vVHCuoA+JFqe16ugCvgCrgCrsCbKWBtcL16dR0Av3oLevlXFHj3/r2ijT/rCgwr4AC4CQFddHuyh95w+73ojeeP3w6Ae6Zh6e8A+HcB4GorOSQs28Dn9uIAmIfWHfMgRp2PAsCWR/CZADjaRAC+ABYAlMbIrfeM+BwAK8Pv+SGgZwAwhtemntMR9InfZWwXRVvQnqqteQA/GgB/kS8QKgC+Z0913hbgeZrKn2A5eFCnP/Azf9/2DOCOB3DSIemxCoCxc0ByNAS0A+A9C/qxENAOgPdo68+4Aq6AK+AKuAKuwGUUsDawLlPQkwriAPgkYT3Zl1Dgt/f/yzcSun1oBbVcUM6uoFU+K/+zy2+Vb2/+OV3xS2uappG/5jFjyXbUdeusOat8q88fVY/fms754/caAOaeX7ydPj/7Hiq2h9JzW97ytLBKZ4X2tDxgTH2sc3WVs2qtcp96nZZZKZ+lu6XrbPlHwS2/71Y8IxPYRI/b6N058GPVsxCEnNZougNZN7donsJW+SwPvdlybMePpKM2Dpr9owRjblPenAGrFNRKvx9yuSZaz5StZ8nCszh+Sp64Wy3sMMx1PK5nuvbboO9Zzj05Ma26btC+AOukS9ZPlr41mDathf7V2dbDGO2nfUZrNwlYSucla/Oe1o6jf9+0eR7otA8Uitv4bEfLbbBJF7zRQ9P9Cfl+hzOAU/bbtiyhy3Pf5Pssmt3MFhPvKNOiIwAAIABJREFU1yIdWMOsbb97S/Ss58IHJOGjo9sNwqCHj0pY27zbfpe1PtrXCo/7apV6GO8r69pTfgbwmn7+tCvgCrgCroAr8JIKnL+BeG1Z3m1BfG21vXRXU+C39/+rtcemPGcBzKMqbpXPymcvgLXSLTuRxkb73vwdAEeFRzfYRpvL75tT4Pzx2wJV/cM+HQD329MCldYGpwlIHADPdSjl7lEATB+HZ+4A8eIZrOcA4K8HAfx3B8ActD4SAI+EFHYArHVjCSQ/HgBD/4CPL7Cd7Hmvgv60juIhoMcAPYRihp9HAWCAvV/hmy0LAH+F6iS7bj2Ay7KcnHF9xAD9WwHw9gMbB8Dr9uQAeF1DT8EVcAVcAVfAFXAFLqvA+RuIl6163sC2NjivXX4vnSuwosBv7/8r2p367ChYHQWYUtyqZrdaONioV8HR8lkiHVV+ns9o+UbzV9JXPYAH87c8bC35Vq+vAtzV51fL/9ufP2/8Hl0X7QTAGVwtA84nG4DlAakVzwK/+NyyPhoAfhA4PKt5LN1H9R0t3x4ADGnf8mnwCGjohj2HwmJZ2Jmo9Z4EjI6up6bHlQEw6Ij67j1D9ngA3PfGbZZeA2fK7gXA+vrCghyyh24Zl0iIX/ibftb0WR7A/fJVfZlnL/Yndmbx9oxi+0xtGiK66jJWLis/zfOb98+rA2AoL0JgWvbNh/ewjBhdcgiD1KsDYBjHrTlNGpulCAv3+y14ACfwXl5DcL1lLdhHJ8SL3Wetk/YX1xon96cMT7oH8Jp+/rQr4Aq4Aq6AK+AK7FDgvA3EHYV5wiPuAfwE0T3Lyyjw2/v/ZRqCF2QQIH6MAkwHwHJTj+pHno4bNb32IeelWfblANhSyK/3FDhv/B7djf19AHjPRi1vw1FwZ21sih7AltcvFOaFAfCI/j196fOj7fBIAEynFv39RAbAGqhdHUVpunEpMQgSHhEC+ggArOmDgE27rnvgjwFgCyKuhoA+CwBzPY4CwCndewgznEMzszO0a7490DrgAQzhccnUZQFZzJfWc7Tt4FnuGcxDwc95ANf6aTqVeaOzToXyq91YCQE96wEcp5rsBUxtZnT8GB233gsAU/vtf1DgADhZiLVOGrUjHH/m7t9/twPg/dr5k66AK+AKuAKugCuwU4HzNhB3FujBjx39IvLg4nt2rsCSAr+9/y+Jd+TDo8CX56kBzBVAKaW5t3yWRnvLz9PdW74JANwFDzvzdwBsGYhf7ylw3Pg9Cnw3Ha/bQGVjXQGO1sadGeL4geYxAh614oyCxs3wrnqApjsbfXrg92LA19JS0qv3zIi+0vPWcxrAvIXTFXs/mC6eAcxBjdRv+5ooIIABsr2g2upGEN6Wlm903LE8c63+b5UL39/sM4DHPDMxPxi3EpSrMFIqS+1/c+nTfGi6GEoY/jZyBvDoGcOajrWeFQb2QlJv9UnP8XVMPSt31IMuac2BdwWzmkcu/XsvrwrkLXAbx9XQ/tgGknYcBNP78d/0owk8mxv/BvaKtktDR3O7aNtXr58GsCX7oPW37AftI/T+4KCbPzoJ//n6DiGvv+/qGcBfbN7S7EO3yzy/lQe19Ukah7dnDMt/38yvzJMdrw9+37Kxe2u8wus4PzT55HeRZpw1JkoLAIe45FlIDDnen7dq/feuB0cVOPa+1XkklWZ0rDqu7GcB4NH1lZ8BfFxbekqugCvgCrgCrsDLKDD6Iv8yFZosqAPgScH89rdS4Lf3/8s05k6AqHoAOwAea9odAJhuoZRtkp3t5wB4rJn8LlmB48bvvRt+gx7AbwSAGw/Nsf3U3aF6rY1NGQALHkRvBIClYBYWyI3bu7gXLpx2oD3/DAAseyiPAeCzxkkKgKF8aHcW9nwVAFyBZeYlvxAAU9uhYFiyKQ6O1wFw1R3+tT1LdwIA0w9hyrjXAmDL49cCwKmMWOYWGMOzash0JhSC4TEP4DyuC/WbBcAj9YPaPRIAU4/kCqlxgv1NABjaOQPb8oGPbP8OgFMftNZJY/MirpvGPbDH0tXvcgC8qqA/7wq4Aq6AK+AKuALTChy3gTid9SUecAB8iWbwQjxJgd/e/58k+zbbnQDRAXCW8mj9BMMoAIFccwDc70HPBtyX6d8nFeS48ZttsFr7rqU+ewFwyi862XV+3tUDGNW2+LG1sbnfA3i0BOcY7qiHCs19D8CVnpdqdBYAvmcD3wDGsLHPzwCWprD6fsI6ChrOgwbYywNg2LMXPuYa9dB9VwCsearGsZcMvhQg0r9LoXWl85KPAsC8b6oewOUM+aaHdwarNiQ39wIeAbAWNIbM+T1YIB7ymRd0JP+eh+IsAL6Fc2LhBwE0lkcqB/xtrwcw6twL0Uxhr+bJax0QvE3/tTyA06kyqcytBzAO9H0ADCARn6NnAO/1AK72sPfDwHPWDVqq1jpprDTuATymk9/lCrgCroAr4Aq4Ai+twHEbiK8pgwPg12w3L/UxCvz2/n+MigekcjTAdA/gsUZxD+CuThZfsELlWc+PNZLfpSlw3PjtANiyMgta9p7ngHEUv1obmw6Ak+pcX9EzqrOX/QwADOWGcpawsEL5ZgEwBzrcE9Gyce36VQEwlvcndk47BLBWvx4Ahmd4P9x+mGL5Qss5c3CnhYCOZRCArRXCl+eqgd5RAHy/k/NnDYCcQkMfA1U26wgFAOuerc8HwJK3r3XG82oIaPQk5R8C7AXA0A7f3ykE9PefEMY6eqhubZ/vq1gAWIu0YI1XOmA+DgBLZyWvrmt5COi9ABj1gfQqAP75uN0gnHr4484Q0Jjuq+yPWesky47S9WPGqrG80l3uATyjlt/rCrgCroAr4Aq8iALHbdCdU+FXWeCdU3tPdVWBq9v3av38+ecq8Ozx6XT73gt+n9ssL5+7BXNwg8a6zxJidaPISv/s6xbgtfJ/9fpb9Tv7+unjT/AcWfmxPHT52aeYl/b3lbLsedbSV5p/6JiQNsDrz7Pnq1gSMQTqHnXOf2ZlfIW2o+C2dx4sbRfIE5/TwMMokLDK/9OZ36HvmGcBWxmwJqIAmJ43WvodG9BngHEMvc3OAtbA+1GWw0NIl98DfEQws51j5kN4aoDKCoWs11OGCQVUZLvgZdfPwE05RW9M4czdEb1nYazkCazN55oH6hzgtGvRC11cy6C3/yww5yXi9mB5BeueufXcZJom3q95DOO51FCudG+Fr1bdqI0jyNefae0X7Db1vWB/odP/5084ETicATwKgOv40yp61Ppw+wFHPWM5aSXH2uBzBv6+t49pFqyNL9pZwOmDltYbOPX/lEMY/eJ/N/NUGFf+De10+xs+LIL2Ymcxb8vX/3DlM38gy/Ox1k12Tx67Y3U9tQ8Mz8wfa9DYOrpitf6Wyn4GsKWQX3cFXAFXwBVwBXYo8KiF0o6ixUfOXmDsLZc/9xoKXN2+X0NFL6WmwLPHp9Pt2wHwU4zf2ld3AJyaxQHwU8yzZHr6+OMAuNvADoDPtX9rHO7l3gPAHKBcFQBj/Wg/bzTZKVD02M3Qg6bN7fkKABjAkrZRbwFg0G8LNqmX6p8pA5Y8gdM82IIS+wzV8wDwTIVmoS9PG+vNdUHd4bqWB702r1+7/rBCNtd+BLoHMJnbaxuaWgdee2D/DACWYKsG/EcB8D28P2jnCNO+gR8OoE57AHBML4xHX8ED+J/oBXyPH9L0PnKh9gRjjwZC9fe/vrVzD2AtnPQKAIZntdDUo++nZwHgjToOgBtJHAD3+48D4JnZ1O91BVwBV8AVcAUGFTh/A2+wIMptowvYtVz86XdV4Or2/a66/5Z6PXt8Ot2+HQA/xZStfXUHwO0G7N5GOsrDY2/+r/7c6eOPA+CuiVjzD28f6/5Xt8ejy2+Nw1Z+6IG9ukG/tx2t8o/AEYScojfw5PrA8tSaBcC0TOBzBhvqPf8oLSLAZiM+1CvNDRCqtAI7FQRlTzbuAQz3R4gGIYGL5/s8AJ71VB0FwDog3B8ymoeJ1jTTvEktT1EpPQqApTppIaQxLQuUWv2c6y0BaSuNYivkRgqpJV1nAXpP2157WJ6/WGReXgon+ccc9BntwwZds9onoe/CuAF5IQD+T/iu4juEgQ5fmSgAOLmq/vyks4bhJ0HoAJCz6VdYq5fC+gCxB4BTnrncZIyR5mg+blIP4IcD4Khb0oTPL9wDuGgLID7FkR70AB4bf36nB/DISIL37PUATvp/TYbIP3p96QB4pq39XlfAFXAFXAFXYFCB8zfwBgui3Hb0gmKtNP70qylwdft+NT29vK0Czx6fTrdvYYOXvvRLIaKs65YNWc9b1630n319pPzWxv1RdXh1AGptwFk6vXr9rfqdff308ccBcLcJrflnLzg8226unP6RY+8ZABjKh+1uzb+WziMAGNOQQkKDhx//oX/iR9hHSBMesEKvY5r8DEJ+ZjDaNwZQvSwAbkR6NgCu+Z8BgGlV+bnA0jnBW2/4MfjT5pN+g/kc6tSDpT1PV0xzFkKPAGBcq7Twru09GrzWNDoaANP+RT13ZwEwT4e2Bx8vqPcv96TWx68WAJf7wOM4ewBDKOgvGG/Ej1QqAG5DiR8PgC1Aq83R0nObsTYLtvqB0bQHcM43+Fg3RdIAML3p38Dc7RDQY2OAA2Brhj8eAPfeX60jGKzSbsaG0Ank4OizKfn9roAr4Aq4Aq6AK1DXyxefXq0NLm9KV6CngC8f3T7OVODZ49Pp9k02T6SNcboBLV3XXt74tjGkc2T6Z7b5SNqj9dujTzzr8KC34otP/6bUDoBNiU694fTx56IA2IKE1tlpo42yqi+fn2ZDDqpnKNNzfKXKgMfji/2I89fiAFnPUGxnhFn7ATtoznbOAx8949lKU2ymwYcosKU2SQGwxFnoPDXiLLxZT7EzrCXgi/WCrW7eX77ZBKGfCa7Za38DnYNs/exwSF9Ka6yfHOMBvM2/AsRUjlnwidqPhFne48E6Wh5+JirVa8TTeK8H8Aj4pf3O8gzWysH//pPdVC0ArIW2toZmPn/VkNXJhnohoDmA1/Ki4bu1s6Z75WzALfStPOd8BwD8HTyAP78gBDQAYBgYtv0s9dW6kN4TAnpk74FGEMDxTYqEwK9h2rJHcOl5ud+28wtPX2+DdGUbijz9vcxfTD5MP2D4JuleOvec2D0A4H9vIbJCmHvq9NNmMLp+cgBs9eRRACzPQ9QDeOb9vPeBmlXiZrx0ADwjl9/rCrgCroAr4AqMKbC6wTSWy/67ng1Y9pfcn7yCAle37yto5GXYr8Czx6fT7VsAwBKApAB3aKOXAUz+PAecs+nvb9Fjnlwt/+jzqyB4kW8cI9ZCKg6AF8Q74NHTxx8HwEut5AB4K5/mWYUbnM38xQDkbGOcAYChnOgZi/2Pzo8jESawHrAJP/ojQWAJAMOWM99OhnkKde1tSWMeqFsBGXm9oAFgTPO6AFhTOZ1Ra4HOQwEwfLyRgdgMAO6Vk5ePA9i9HqyWLlRVWj4tf7ifhiLmYBPTG813BQBLer4iAObevbStNX1B5xGNe4C7ef7+N4468LcKgG/5DOBwqQOA6Rw5ewZwb+wsY5UQ3rkHaGOUBPbMNkR2GcHjP/Z6AGsfJBRP3jzutkeMQ1j8NG+U6SP/rgHgVEhILHjn30IY6FsK1+0AeHz+rXO2fib91h6PB8DQZhzQ8/UHj9wxCvR5+T0E9OjqzO9zBVwBV8AVcAUmFDh/A2+iMMKtzwYsa6X3p5+twNXt+9n6eP5rCjx7fDrdvh0A7zKQUYCrJT76vAPgXc1THnp1AL5We/J0jMs6n1rV7yCX9E0RdhSKVssAeFYoWs1j0OJmeze8ePVXx3cHwFXR4rUUjLaGN632dUUATEEBtTluF3wDdtT+ZgAwKLmFwF/FG5AC3kcAYCwLDTvJ++vGA1gZ8G0d5I30cQ/g7dia4FbSj4bblUbhIwDwzw9Asu1PAnb5zEdGwEbPoOWgz/I85elCqSQNRjxcqYcvP2eWhwzntdd01/RW12t5GOEhjLkO6KmsecmOQFEoA4wFWEbrXGsp7DbWQ32WtYfkRY3aah/U0LbQ2sGy+5EVSSxbnufjGb7fnx9/ggfw13f4sOKeP0dRADC0BzX5I9eDIwCY1o/O1RwQ6wA4pbAF12k9Zr2f7gPANdLCOgDWPE9HWh7ql+opeVSPpbB2l6WvlfpMRBbsq7S/2c+vAmCsQQD3eYxzAGy1ql93BVwBV8AVcAUursDqBtPZ1VtdYJ1dPk//2gpc3b6vrZ6XzlLg2ePT6fbtANgyAfH6KMDVEh993gHwruYpDx254bdWkic/7QC4aQA9lGu6zQGwsbF4wRDQ0lxJ5+8EVdpQy6MgVeu9qx7AzwbA2gZz3YzOnmDgtYYbxEGMWQDMN7VpaGvQFue50oYxfGv6QQBMzyguISgHh9W9AJgnb40beD/1vJ0JjayB1ZG/AwDWzmIFT27pzFcEtbMevD0AbIUT7gHLjd7BNVGCxDQPLVwxTWtEP82Uep68tBw0jxvEwYV+IgB3mo8GwJuPQZSPnGw4FMY75Vn+4QSWiWo5CtfjfJkXWry+tQ+nEWMWvJdnGAD+DgPv9z/BUzID4M/PEBca0sf78vixF5zyuUTzwN3aK549vP1gbg8Axg8K9tbDAfDgBKHctvr+P9JHy5wRbHfzYQCZB+UiOgBea2F/2hVwBVwBV8AVeEEFTgcEJ2uyusA6uXie/MUVeHX7v7i85xdvJJ7wSikWCdqzx6ez7Zuf8bQitT/7eAUccD5e8yvlWMcH5kmL+49rDrawpbpU3egE94wf4wzbcHpgt1QI9o4GwbPj+bPnn6OaztpQPzof6bxF6uGC+Y0CYA0A8FCIWj1m6o+g+hhN5s6+rbp9FpiSyh48WYmHEA4LIYRjU0z9DN50G98Q187FjPdG+pGeq56XrSpHhnTt6T3qoUuBHgVoGhjDPDUv4REPWVrudD+EnA4ukvmHpiF5rN4DRLtFkJY0h7JakFYCqpJ3Ky+/Vc9eSOFUvhYkSuCReh+PetxKoZkl3SRPWaq/Vf7S3ny6ZqAWAC3ULfiOl3Zp2xn7XWhrAol4/9M82Pn41wO41I4poKJ2otnpbAhuzVYBqGMfAg/gfwLvBQ/gNH7LYxzYMn54oq+TW0/a2fkZdRydpymQpXnB8z1PZQ4Ge2OVdM0aJ5vr4Z1Z+2Cmn04YQ8K6C0JA/w3BCH7uoV0YwMzDTC1ifj/XPPu/2Pt7b77oaTIK8Hka1nNaeUbtodhP1knrv1Z78w8f+O/W83uv0zOEcf6YSctDQM+o5fe6Aq6AK+AKuALl5W5tg+7ZQs4ulJ5dXs//WgrsfWG7Vi1+cWkcAHcb/2z7dgD82n3PAfBrt99q6R0AKwo6AF41rUOfnwGgR2ZM85U8gEcB7rsCYO39C8+ApJ7AKwC4OfMybHZDujTEs2ofBADDXLfHg3DFnrQzWzFNXh4OCPG+kdDFe0Mk0/pJABiut2eOVqAOQGcEAGsewlQHhH3otYj50vLtBcCaB690Hi3NX2p7qoXVXhoY5X/n9bLAfQlHr3n34v5OPPdW/4rr5yd5Gms/GgBGSB5Dy5NFpPahAg0HDXnxDwWsfmmBc6n83KO6B4A5iOO/8w/RKjSXAfBIv6/2Pv6V3SwAriHFx0I+q3bAPzhg24YtfJZOeU8pDwPgf2GMcQA8OvdYR5XEsZTMmTxdB8CjSvt9roAr4Aq4Aq7AGyhwNiA4WyIHwGcr/N7pv7r9X6Z1AMT2vGVXr2/eWMZfmpc0cg/grnwOgJes6+kPOwB+ehM8tQDXBcA5FKJxRu9p4r08AEbPr70feOL8uvf5Y1vm3QAwhjAefX+Zrf/N8Lwf9VDXvOPASzRt6MvrsM9MqG5lggkeiTGEdraLCGMhAfAWqzbGPXwrQK7wAO7RNqzR6ihMjJvfOT8LNB1rtRU483KlMiUNR0I8W2fm7i33aGhjDQBjPawQ0CPXpRDTvF5HA2CpXWjbSJ7MtAwcbNb02n4hAfxefa2QyCYADvAM0rciUKwCYDhbN45NAOvCnMnHA6yjBoBRr0198xEB2WG76SvwDE8X06E6jwFgmCer9yz1lMV/J9tPIaLxRwsVTZ9J42PfA3t0/K92RcbQOIaED2GI92+NdJD+XsqbL8zmR/Nt6i8AYC1v+pw0XaSxGRJED+Cvj9tfKHsI386ml8d5AKNXuDzP7d030j+YagXd2058vKRzJdpKtEvmWf0sAPzN1imz6xz3AN478/tzroAr4Aq4Ar9agb0LmauIdtRC6Sr18XI8VoFXt//HqtXJbRXwWs/zrM/2/C1vvmsb4M8en86w72ZT6VHtcBlDf6+COAB+r/acrY0KgGcTau5fGzNTUq8NgEflGw0hjOmNj+e/DwDTDc5R/a37zvIAfn8AnMaAW1kfMAAcroG2VsjKGQDcwl3wfKzQ2AGwbOmzABhBMPeCHQG8UALupWx5uvJSz3rKWv27LPNJaGi6vuXjs+S5C2lY4OJIACyd77sFOgA10xy68WiOoLaejdwLu947gzR6FGLdFQDc0z8C6tAx8b/UPu6hklEz60MstoDlABjtVA8BvQqA82ola302AOZ6NlCPfGDD50IKtkf7BL1vJAR0BbmdD4OE74UaABwg8P3+nQFw+NDHAfCe5to8w9vfAfAhsnoiroAr4Aq4Aq7AayowvqF0zfo9G7BcUxUv1agCr27/o/U8/L4e+AOv2dXrmzfdB3n88nzf1APY8gyQwIT4jAPgw7vWIxN0APxIta+Xlz7/7RlvV8CvnJ91JuiVFC1eWUYwDFrm4wDw3Fmt27FcOwdRbtPZcq+2Uw+w4DUKh36Yh4uWv2b/2vwH91PtRkNA8/usDXnePhZg2ixbBj3nrXWA7gHc5pj0CmdqfoMdAdhN12/5Qw68+34L58VGr58AoIQylo3pvK6oXmUJWsHPZ8iMPwv3SRCShkylJe6FGW7v65/1bdl1LxTsiAdwL4SwBFNpOF4om3V2cO+MW36eKvwuhfuNZ80yD0MN9JqerTkd7h07E0pZqremCz1jNnqoZ4/Wsq+QPSw1LVc8gGmaI2Bb6qvYD74/vpsztvkHJsXDMhtsD+xaNg3XyxmvrA9H3Qi0tca5cj2UH/Wg9oRexVZoaSyzBtrhNY6OH3/CEddfIctPcCkN8LoJoZsBeaxnHsg2H0rk8Q3ryj19NRCM5Ww96vestdpW0kAwb8u9IaFHAHDSq81x5LkWAENI+c8AgKM1bAFwmRCyZjvPAK7tgAXur5+ss3y1PjP6nHbf6v6mtm7QQrs/6uzf0l9ZbPXZ+roH8Mho7fe4Aq6AK+AKuAJMgVcHYLMLBjcAV4Aq8Or2/7TWXAW81vO8Ys8CjQ6AS0sUwEHa5vNZ7fI0w3+vjB0Av1d7ztbGnv9mNidxMw13R9Mm3tjPewFgrLM1fcyCVL29fjcA5oDoNwNgsJFRuzofALcb7LDB/Dds+hY7zqFeS39BcL8DANNxRgoB3V6vsKLnhdoDpNq4xr1jKWSknpfw/KznLOaphY0+CgAj7OUg9haAGb5z0zC8qwAYdZH0oOBZOwuZhwS2zkyWADWEK8cPPPCDDQRrMSCtEL/2GQCYnrBagE3oR7gUVz9QKWC2nZ9HPrLiwAjP+ObzmwWA1ZDQCgCGjz3iKqJ4M6d5btRzHPvJ4QB4A67aUM8OgNNItR8AQ49DD+Bq8WV8Q2N3AFzCgEvzkQPgsbcPv8sVcAVcAVfAFfhVCtgbgNeWwwHwtdvn6qV7dft/mr4WwF29ziv2LNBo7eAbDSCNTxYeOfJ6+EJ2U0J70zdsuAiOX48EwONnFD6tB7xFxg6A36IZd1fCnv/2AOA9xWH55PHHLt+evM55ZmRc5TmPgjp8bh4A45N0VgngadOsmgdwybkp+my5VxW3PGD59d8IgCt0+Ak4Re+3sp1C+7c2ktps7AOO1gM4eVLSn3smAfdbgGzBBzhu5MdAMcEVj/zU59p8gbfgeaDUAxjPOKTzGIe/kLzkmUa9izX7nAHA3KNXelbzoqWQGMqigeE6DkhtNd/LtPpJnsvwNw6ANeCsebRqIZQxDDAFyRS4nuUBXEZHgL/5F+gf3xjSN9sx/q4p3NMh9iJGwiyPX6m+2G8lAAwDOgXA2K7NybUsnHINr25H7sD3mBptIYVoTmC1jjU0bDOF49JHA1TLrwyAoY9DXwc7g5/yXJ5weD+xLH4VAGv9jZdD8wDG58/y8NQiHGie19wDmOrX20sbAbnaONuM711Ty2ei3z4//oYzgOP4HKeBZwLgVPpPtg+wd106ageW53zSOonZjiVj6/WreAD7GcDWCObXXQFXwBVwBVyBExTYu5A5oSi7knQAvEs2fygr8Or2/7SGXAW81vO8Yg6AiyIzgNgB8NN6yEtk7AD4JZrptELa89/YhlIqoL2RrFfkdwNgvuGnbQA6AE4WZIVW/K0AGO3jWQBYex+jABjCpsZyhv9/y+AHx4U9ADiOPIxqU2AhzXFHhYCmIWK1cM8U0sBZpPTHCm3LPR+LTswD8egJQvPEdQCclNZANraD5JHMITHcO9r+Mc88RWoAOCSWztWOXvRwBnD6kBO9mFM45epBOwKAoT/TuQjTAg/g2NfhHOATAPAGqB8AgNO8AeGefz5GQ0Bz8I3tu/fvtf+mtdLq/tUsAOb5S+OGVKbHAuCvAIDzRzsHA2B9nLQ+dDrqg5t2nWut83r2sQKAuQ4aED56XuHpOQA+W2FP3xVwBVwBV+AlFbA36PrVWl1gvqRoXuhhBVbtazgjv3GXAqv99/T2fRaY3aXmcQ9Z3l6jZ+jS+6Q0z7rOImgdJ8zOlB7tUTZaTKudrXRWAasQddDKsrm+mv9UZi948+r4uDo+W5Ktls9KHzaKj/+pINjiFNZZhCPhKY8v/1qKdMywxrXR9tXsDENx8hJb49ZRERasDbw1JfUN8hKNQhngNN33PJjdAAAgAElEQVRnPXAsHWfrV4BK9iysgK/th1q+PU/oCH+yHhIAbtPsbXiPb3Z/8RDOsRrQ/1N9WtyZ0k3wN4SszecppzLL5QGwK4Uj5rpzEAIeW1Sr7Vme1oa/3bKalyw8qXkhUwDcCykMaUjwt3rwoYck85RmA650Zi+ULZ53m++FMXYzDjMPbg40ATbO/vDzdWOezH5om9FwwtrZlNrfS6jtbGcFgsa2SeAy2uJgNei4IY3Z2K+tD3k29cvl4ZB1U94sNs+b3kfbg4LbZI+kovABRmlfqx+QPsvTIRl+fsYDdctftmd0V1CMXvtwM5xd3PuBE8P3nHUtAXpM5+v78+NPGB++/wllgiKXM4DrusX6wOjodd/WbnqqbOGxtY7g9jtb/lEAzEs99/6BHsAVAN+j5y395CHlEFou/RfPaObjEfkwwToHvWt/7ExyvLf1ut1GmJA+9oBnt5EA0gzJ/659YNDtLEL/1OyCt7/lEazla63frfJa17+MFwg/A9hS0K+7Aq6AK+AKvKQC1sLOqtTsQs9Kz6+/lwKr9vVealyvNqv99/T2Hd1BuZ60SyWyNoYdAM/Ja4GSudSOu9tqZyunuQ2QbWoOgC2F166vjo+r47NV+tXyWek7ALYVmr1jDwDuhUaF/B0At63wGwCwBHc0AEzhLyj1LACcWql6GkoAON0TAHDYpL/lqAHahwy7AXBYUFQPxwqmashjC3zZvZ6fTSuFU+aeyDxMNObS8w6l6XIAnMaGWhcOpS0AzKFsqXVeuOC44wC4AlTa11CfEQAcP3hgQEkDc3sAMJaBp7lJawIAY7h18PyOIZ/hfwS2FQCvAGAOlqK9gqcyhtZeBMAcnGpnQVPdZwCw5mFrAVGoJzT16Pr9UQCY52OPcukOq75aPefef84HwLNnpGsgN85gudI0mkRvPKfP1PueA4Ax/zJ+5T7NP6ixPsB0ADzag/w+V8AVcAVcAVdgQoHVDcCzNygnquK3XlCBVfu6YJXeqkir/ff09nUALNpb9wzdsJeERwpJHr4g6aOuX6WzcL1wu20lqOwRdXMAfISK101jdXxcHZ8tZVbLp6c/6PpkFdC4vrqBZD2/WLynP47t6wBYbgqtf70KANbAEHq8oocLhzZ03ul5H2qeQtUzt8LPEkI2hoZlALQ67YaGoB5Xmjdwel73tE7t2QPAcB0B5D1AzAjWmOdp8uSsnl7cSrinLQIHAFeYPn2mAtJ1AKwNHpL3L957z2eb4u/oqTrqMcbvT1BOB8BaGUv/yXqPegCXegxOH9L4jZ6/EjTanNUMZ8IGL7BpD2D4wCCHP0bw2njbo50NejKPeIRyMEzHds3DL9qocJZntQ85ZCy9TssG9sWhNM2DXhuZ/MC07rdbOZMX6vH1neyteFnnfkzT4/YEH3Jgn6T90vIApl7FvLx7zhgGj+Lv0Ob/+QfqEaB2tJH2I4pUt1Z3C4C2Y0waTKlnfUyt02dMANyMz+1bUW9+4HZ0VQAM7XDPHuT3G/cA3lrqXg/gHtAd6Q/0HgfA6WOOM3/cA/hMdT1tV8AVcAVcgcsqsLoBePYG5WWF84INKbBqX0OZ+E27FVjtv6e3rwPgobZNL7jpVgp48eFnXx+qxIk3uQewLO6oB4HWNHNf4J/YwBdNenV8XB2fLVlWy6enf+7GDeZrAVxrA8l63tLv6tf3AGDq0bU3BPRRukghoGc8oK1yPAoA03LMfvQjeepiehYATrC19diF9MAzdmRsOQMA//zcQt4YmnUeAMNGfi0XHWdoWvks0gziQo5pbbSBwPXMUslWZAAc8mceTWU8KiElK8Tq2SD3qOX3UghW21yHy72w0fi85LVL0+6FxI7XiOR0/JTGWg2sYojkUl9ho18MHc0EGgHA3TVKhkJaPdTy59DPaFO0WNgn4W9yH5NsHu2l2qmUJgVsI2C3d89Y+cKZtmSRSD8wmBk/aF2a8Sx7C9N1yCwAju0b3xO3uh4BgK05BK5/ZU/jRwFgHGawz1nreBMAN5XUATDXYpvuvrOHRwH46H28nC0A/gxnAKezp+k7cyvBvhDQIwCYbmngh9iSjQEApqGg6T2jH/Tcw1wb7XPzwYE8zli2PvIxAB+3xHlVmT83858DYKtJ/Lor4Aq4Aq6AKzCvwOoG4MhLwHyp/Il3UWDVvt5Fh6vWY7X/nt6+CgCe3US9qv5auUY9fF+tXo8qr+Txi9saYDvBf6NflAd9eLBqx6sA1to4stprNX8r/Ve/vjo+ro7Pln6r5avpHw18Ld/8vIHFPPpmN5B+KwDG0LiaN1e1Oxk29ean7Yl6khW2Zz9u7sgepN9khxTGyo3nlNH+lv1b/cvqH5bnHuYPG7bNxu/AwIt5U2AilTdBzdQfNvrkhtLKyeu39UzDjWKtf4+e55tCMsNPU59iSLadoQdX26aSpzBAyja9W/bEK0AseB3Czz00inQWLubRnu0bPEXxTMicPvf4lcI0WzY4ct0CxdTO4N/SuaY0n/aMyaoVhhvFs4QpOIjn+rL+Ru2njCVscx/u2Z5N2YIiKewvtZNvgCHZBOn4UgAtAFn8ADLkT8enmA60fx4/4vovTy/wMULsN2CX2TZ/8vMN0L4FYIT5Qzro2YxhWnP6CJWkEOkSoKx21gdnGNa4Arf0AYUEeCmA1gAS5tv2921frh9qpLwgVHP6SSGbpTEnlau9RsvUftCyPQN46927PUM6hW5Pmm3rSLyUeSQC3tnIucJSP0QIt2mnDHyxLmCf2He+QtN8f93jGcDJzhJEj+M0Gz/kdqBnvsp2YY3bNd30rxK5APuItbwitoVtLIUiPiKflH6rPn+v4KDZmj5r/ybpxra+f/wNtvNvAMB3sCFICAcHwQCwvaTxq8L3WvhSzqwvHz83WRjrF15vfH4TMj9feMQZwHq/2wrIPyCz1lub7ukAWBqW/G+ugCvgCrgCrsCaAtYGh5X67IRupefX30uBVft6LzWuV5vV/nt6+zoALkajfq0ML9DKCz3K96zrz7J4CwCjYKpnsAPgoaZzANyXaXV8XB2frUZcLV9N3wGwpfUzrtPNOsgfNwg1ALzdcLTBHNaLApqyUalWej8AphEusLx7IzxY/cvqH3sAMAXZvXIfAYB/vtPCgAMpmjZtorMB8GYjfwcATiC4Bb9tyGkZAEM9cb66/f0bq70LAIMH8sef+LwFgC1QMTp/SgBYgnvbM2C3/bfn4YuQh98TtcoAuPEAJhWgH5NArhT4WwAYoCv+RKjGAKsEgBuv3QMAcBgcY5kpIC4w0gDA0L9gTEUAjFq0/TvDUwE60g84WkCaVDkCAFMIG9PcGCd6tguf8GSPZw0Ac494DQBv5xcBOjPoI3mCUwCMdalj9bEAOI0T9eOVmF8PAAfj/w7hn98BAKPN1L7dTugaWEbTGh3fHg+AoU3hM+AEgGFEpz8VICf7PBIAtx+gZMCvvb9nAXlffTYA5vNMaxX1NwfAmjL+d1fAFXAFXAFX4IkKWBscVtGsDRTreb/+3gqs2td7q/P82q3239Pb1wFwMZI9APhZFoYv0KsernvL7wB4TDlrg9pKZXSDx0rnXa+vjo+r47Ol62r5yFYP2xnMv+7mwpaLinsAW20L18cBcEQ25f6a9j4AbJ+A6gAYNNYBMIYmbk+5VYFz9nTjoAjBGnpS8w1Zy5Os3m915BbkbOf/NiQz2pcaoh09qIiRlzMcSVEwn82Zw/k5KBXMUS20DL8HT8af6M0I3nn2GbfpnuwBTAAw7ydSCOaRfkrvsdJAOEtBIQcCHFjQ9KM3OkDWPPnHe8F+YmhtONs2AHQysZe0BQCs1Y3bNQBc+nNjCwcKgOE+BMD4DAXA8CxNH2zo6/5VAGzy4MX8cl0FD+Bk+wTwEAAM+TcezRsAjOnn5wNACtYRdUNPYyh7++EFAcCCZ6rkWUfLgOdZR31KCPWkEO/HrYc3g+ukLdrnMjgFQL0pH45HJY5Oow+F/VL5+LhTy5w0geu94xq2Z3dXD+hky3T+GgfAEAy/6QdgEUL/0AAw2mFtp+TNCgD46084Dzh+qKJ7AFddmhHADM9vrds4sN3jAdyOSdUTmXblRwFgPs5Y7y1jHsA1agB/Tz0KADcaChEM8Lr6gfYFAbA03mjzwOr7i3WEy+zcyu/3M4BXFfTnXQFXwBVwBV5SAWshaVVqdYK30vfrr63Aqn29du2vX/rV/nt6+zoALkbkAHi8PzkAHtPK2kixUnEA3FdodXxcHZ/t9rNAq5VC2cJqb8RkLW6kJm+VywHwSMu8GwCGOlMPGtTglT2AJY8/9AgEKEd/ng2AqTdeGxL0WACMZ1x+k/FjDwCG0M9oM/BfmK+w3PcbAuDqGayFWn4UAMb8tRDNeB09MSV4BfVcBcCQ/ibtAwBwAWls8MK1bQFXLDQqB8Ac0FoAOJ45jKGpc4hnDoA/v8OJ48HwADCfDYClkO3RezgvqLTwytWDFs/QTkLuBcDtszIATuNTG3IawDmH0zQtDqhXALB4zvOmPCmIN7ZpKVsG2VvP46zbQQA4BREHT20YX34+/vwJHykIAJjP2WcB4LIq25z9ivYysnogY+UdQHk9D1rz8KVzWY0moK/lLM9irZTWe0sXAN++P/4N31WlENDt/MDXEzMhoKHuJSR9TojO1yUvGJ9ZxRwAyy3tAHisn/pdroAr4Aq4Aq5Ao8DqBuSqnGdvYK6Wz58/V4Fn29+5tTsgdSvUrPZmcEDW8YXVeJN6VvuVL3IVffZu+HLZLA9VC3BZL6KrzfTs/K3yX718xhFf0eul+2OdIWYJZFy37G8x+dMft0K3nV6AJ2fwrPHxydUm2fcJ77ufsbvaDnvtZ3Xc0DwmU30ghC7WrN2q3HhisfM+8SkeEnRVJ57uaHrcw0MFqKMJTt6Hno3YzhRENG2vzDOf5kJH9rXW2mk7Xltn+Oqeu70zITWZtHLR+5vQvkI42DhnE4/n0byo3mgHkQHnn9JG5ZzTcOELPR85iEfdbV93SN7y6qX3SN63tI70eumluWGla3DPJoQpG0Ca60Hfkg7zNOVawxm60vm9XFP9PUOxX+b5NtpvpfHU0rNCKOEsz6yrNU7z6wABG5sWFsotQE1nxHLPXXW8yIlLukj15ffhuKLPz+AJvgV3HORKYDd68wovRhGQKS8MvTZIfaOWhd9Lx1YtX263Wj3G7TbfyUKVw1+/w1crf8IZwH/+U89BrkCyPdOXe9Dy/LVyU01gbNHOHt+0u3IG8NZ+23WdpD8tg6Sn1WfgeWv/QdNj9jnwxMcPiOD4dzwDeENimeBR2zwHQZ6lP+IZ4mz5OzK/0SyO3t7Zfvgjz++j4+kWVXOL7K8fRtuJpzr6+9mA+DM0uPUp6mhZ/T5XwBVwBVwBV+BhCjx7+jp7AfAwIT2jXQo82/52FfqRDzkAFtV2AJxksd4+zgbQVle4evksvusA2Grh/nUHwL99e8AB8EoP2rs++q0AmGttbQC+AgCOXlP5TEm64R3fnWJY3l4fE854Zd6TcaO9bGK3Cmoer/WuAIJIeujhBekdAYAxHw4RMR9a9rgegrIMAGAJbFHAVoFF0hY8XlNIaNAK6pw3ticAMNWSA5lRAMwBrnZ2Lu8H2pmQeN9VADAFmilceY7kwIAvvW9mfNXGUw2sxvbO/avx1lPKo5VlFgBjeSIszTr0ALCWLx8b6hm96QnNkxhDX+vaVgAshZPm7cN/3wuAy3hAYJsGJyl07NkL6irpoT03bH/CWBscyT/+AQj8DxhXsi/tO56zADCONzgOVRtPCvP3thkATPsMf06C0f2oCmMQ2Cqf1S97ABijQkhpzADgFKK9AtGiPfuIiebjAHhmdN/ea63/1lKH46H3rtBXc/bnXQFXwBVwBVyBBQWePX05AF5ovDd49Nn2d1kJLfBb3oTPBQxW/3xW+10NAMMLvLTpfjaAvTpgvWr5xBBg0mCAhDifgbe5xT2Au0OoA+Bzx+f981c9A3FfGqPPOwDepy9uxO6zHxsAIxiUPTQ2HsBQjNKU1QO4hCLOleQbblooSAgYCnMDlPMRXuDaRuDLA2BolriBrHnakPNrM4yg8LQsI9VNaD1deq6n5jE3uwHLbWEDjphHOU9/1MNqBAAn8JYUugVXYDgXGH5kAAxXtpv74CFFwzaj3ha4rWCOedgTgBBzZAssDYT0Qj5L6XyxDw6S6eSxKKyJ8HpvnIGyRA9gBKiCjVUbSoNLAz7J4kEDiqjnKACS7huBeRz+WuWxPOgsD+B7eP+DNkNv2aSl7gGszTFWOfS5qR9aHj3/NB14qOoyzjCYPvv+aOke+yfJg+oG13g/4OMWL+esfW30/DUAmIwPpA3iX6Pt4lnOYxERSsjswSNCRvu/Zu/p+VTGezjP+y+cGR48gWEbhkJrKUJGzwNYi7hQ7KwDf6MtG8s/a1zX+zde2esBPNqO7gFst4Hf4Qq4Aq6AK+AKPFiB2QX40cWzANPR+Xl611Lg2fZ3LTVIaV4YANNNITNC4Y4GaDadTggBbW+e10Lj/psDYLkhXxIAS27BDwTAM/a3o/s89BEHwPsA3vmNNApwtZKMPu8AeKUt966P7DFkEgA3lVgHwNQ79PEAuG5Kbs6CDwWj2u3VH+Wy1j+PDAGdPJDaEKPyRrQV9hmeqp6/FChrwHa0D5wBgOm5xKkcwZsXFybsAy5alwSAk14/YZ2J3pPwFw40UnI6AJ713N0LgFNZt+FwLVCwKR8BwHDtJ07kmG46Gxl+xPf3sH6SPg6QPgaoNpnSWwHAI3sJPVAkefiW/sFgtAUiLfA6CoCpxj14rc7SbAE2Pp79ZgBMoypgiHe6jtteb/Un2gkTMfUADkg/hmeGeUK2PwwT3eagtaOURs/rdtQDmI8rvF+kIWc77uBzrwWAvwIADuO9BoAJlW3PvK8hoFEfa21jfSB1BgCmHvvah2O9sTDVzQFwHJtDR7zqG542J/jfXQFXwBVwBVwB9cyVR0kz8tL2qLJ4Po9XwJdPWfNR4MubyHpDWGxSq3/S9pM2na0N0JniiZvaWbcj8rE3zWtpex6kNB33AO638Nn6YO5WiLV4HwW/Pc/e0ftmjDvcO2N/k0k/7XYHwFfZHtBA7Gj59j7vAHil82nrI2us2I53X2V8qfgGSpY2q/n92/Rhw68FpwkatSGA+YYmDT1b8FEwiW88O1PwkJrRa2T9WD0Qt7YOoR/xJ3ojGx6VWtm0dZKFUnEbdQNOydmiYh3LGbdW/+2f0Yz16XsRRwsRq44b3PxM59Ezni0P3s1yVzrzl9wknTdboK4YLrv1kMZ7eQhrqOff4MWW2gIMBXzYtyA4FQXuQ4+3P819vD6apyT/O4IaGkI0glkB9qZytaB/43E8cDZlhbgAp7gncpt+tH+yLjIBcLDf5BnYerXSenNPTqiXFNYX/w7XrPGgd12CHlqoYq3dSn8ywCv3PNU8uWN4YObRasOZamV7y7/pd8ZCHXUd1YW21WibSAOQ9OweD2Dst9s8KACmH3hgB6L9oh3t41hC3iOwXF9hsoUQ0F/fgTCCTYcxLQFgMhblsQZD/7fjpO5Rq314sP17W1NsXmu9jnpjIAJxnI/jrDxfYLu3XrWDbr7a5EvGO63/dR7N4zP1AE4AGAI+YIum9VAF/2XeDvNCnCviUiif0w3/zBmeDYCtetFxH/sm/cjpS9k/ov0zAeM0383/uAfwvGb+hCvgCrgCroArcLIC1gvTydkb51ednbun/2wFnm1/z65/yf+NAHATLTJX8EhA26R/AgCmTaHxdQfAYz3H+jz2mgCYIBIJBJ8MgM/2oB9ruWPusjaUjsnluqlcZ37bC3BR273POwBesc7rAOC2FjHixQIALpv0TwHAdVPym3o6ZgC8xwPY+lBOs4G6jhCAWniobLiziXQ8vz0AmG7a4vNzAHjU5p8DgNtPIFJZM+jJG/rwl+SlnrSAUOe34OEWgWUMW542xD8xLHQDPJ4DgL/zecRQLvRWLtCJTcT8Aw8pdDaFuD9fLQBAu6QfUERAksORV1CUwhhHrZrw3fIZsqsAGO1OGzdHYSMH6NEGAOhlyDwKOrXy7AXAvF9Z64sVAEwhEIfOGmi0dEn9ql0TjLbJaN1nAXAFYnncI2eI1/YjYfYBcLIQ6Wn8aJ+P9cLxJLxHjAJgGHOK/eV8ng2AMWKHA+D0oUuZt8NAKgFgtJtPY32z6gFszbMcAG8/DKofkGnnoDsA1lV2D2DLAv26K+AKuAKuwCUVsF4gzi70+EbG2SXx9J+hwLPt7xl1FvN0AGw2BW5anQ2AzYKEGzgABlCMTegewFXB1wTAxAIcAI90B/UeB8CWh96SvBMPW14WVjn3Pu8AeKKRNreeD4BTlvws3FEPYzirkv5oZ7DGUK/5Vki7bIZbZmeIN7p+jPkJHqCSB/A7A+C+nD1vHQaAYb0T/4eermkjnEJDyMt6vzsTAEP+jT2KHsCoiAyAIawp2BgAYOohDiGhU9rpjN/W4w0ATkpX84SLZQvPoRev5bknhXCWwkpDfpgubWvNA7jcH844xh8oC/ekDif5NqaD9frKFU39kIbGTbdTbzNMIN0bIhKQxSF4mNGw8Peg7VeGyRKI1Pq9ZW/8OQp0qadtM6blcrahU7F9rXmx6kDTfAYAxrq3upMICE17VHDftlsN003rs/VYr97YVDdJQ+nZ3jhF6yH1CwqA0QY1oA/Xa5lk+039GD6AqH1km14FwFzneJbzoQC4jmvc0dYaR2pbtgpHK4jzcvv3Oo7heJ8GtlEPYO7pq8/Xcj8a/UBY6tc9G+I2nXRLYPffcP7vv39/Pm5kbTPrAYx2B+nx8NcW9G3GCWN9ZIX25xps54wUgYGP1dt0R0M+b3LsNoM1Xo+04cw9M9qPpOsAeEQlv8cVcAVcAVfgcgqMbqCcVfBHLwDOqoenu0+BZ9vfvlKf8JQDYFNUB8Bbia4CWLXGu0r5pkNAlx0C4cXXPYDNvoo3OABeJFzDSls3WhvVVjn3Pu8A2GqZ3vV3AcBxgzFX9MgIB6Prx1cDwNwm9m5wj5/VBzkSz7PNzvscAB61+aMBcJl3Gm/T/NcDAXACvwkM05+02Q9gN/2dbqRvwyjrAJjrNwqA8TkJDscWxs1+lCRDe2pfFADjGb13Rpo4AE7JbT8gkABwHAuyPhX+XRsAj3i2Qr1GvVt7ABjamntCazpie1vjIPdcxuekELFot1/BozzaOFnESwCX2hUPV43X6FEAm48RcvrSs9zzmObF+1fp+9lLm2vM22cLkmUAXD0gq31j+1Sv+y0ApnWXAPD3nzTeaiGgY31KqH/5QysNAG/tAZ5PHuyp/7UjTA8Ao+3RNDkAblOj+VSveakt63NrAJj3g9F9xRbktwD4L/He/YnRFUjkEHaERSx9nnPwLki7fihePxIagZDlaIVW2M34ogFgbbzqAWCa1W8FwPxICyb/5lcHwJZCft0VcAVcAVdglwLWwn5XouSh0YXSaj7+/DkKnG0f55T6dVJd7R9m++wFv4sSWh4+VvL4YrOajpWPdf2I0NI8j5kNagtwWuW39Bv9AtrKR7u+Wv7V8p2dv5Z+336lEJF7FfbnXlkBc/w+vXIWeF0tQB/84kaflou1mWWdgbZa+ld/fq998Xkj/h6a8k9uznp9n+fG6Pxuta92FuzoGbEW+Nx1nXzAkzy76g/UB8tGPRLPsrMSWpOFitT6lbZBOXsWr5R+aUtBH5zncT7V2l07Cxj1s54bv2973mbbkJ0zayMI7p9pqNU3ArG40Z/GZZDqBm0X1vEB58a/pRDRGNJ7m88mbbJIkaBVz/YowKDvKvcQmlryhNymlcoMIaOjp2L2/kXwCzr1+hgvL35oAWlWD+kKhJq+JtS7tH++Nvv+NTsecD20/PaO01r6tN3g36A/5N1+MJC8aGmZRu1jtrzcK5h6XUv2pwFs7kWtlUOrB8/XAuWxD2bgOzJGj+mX1v+ap7T0gUeb7vb9gV7/DkPCf7+/0hnA0es2/DsMF/Se8rEzRpUuYdRTLXGI/vnJ5whvztztrRvrmg/Wd3S+a/tn7MUjsubxsN47228HM9ncxsdSLR3tQ1TaD0OLh+b4/Pj79/Pj//7ew5nv29TShy/UE1yO8kDzk95B8fp2LphTAs/w1T7ksFKjH2bAvdbHGZje6AcxVv7b8bH9Cz3zHvv6bJq9+3mki9G0S58JBjTaQ0bT9vtcAVfAFXAFXIHNy9fRkjxqoXZ0uT29pIAvP861hNX+YbaPA+ClBnQAvCTf5kvw2dQcAM8q5ve/kgLm+H16ZRwAny7xEzPYa1+vBoA1iS2APAt0+HpNfP5CABh1mQWjmuesBmC10Ny0XRD60VDZCEpHAXDcpM2eUFKbz9aTp1HTlgFw2dBnZ3Q2nl4HAOAEndJRIACAY4jo6Pkb/k3eyyhorkAW392273CW/XI9Wg+2epWCQwqWtv2hhv+MbVc8BNPfuSczL5/4fpT7lwSAefq98tPyjA7Rs+PFxr6UBa02Tmue1piuFt64B4B7wFcDmBwUY/ojoEYHndVjHOojhciGfHrPj7Yb3ocwl3oa0781wA6hqACAtXbZC4DbelTAKwPv+oEJt2/4PQLgP1/hvzBWJM9QCoBjv4OPSGCAgVDz5CMA5LwWANZCNKfxkyKrur6UISl4gNPw8PIHZdtxoVWMhpKGK0dSMwu2pnFELo8EgG+3z4//928CwHL/qd68G0/qTaSEdqyvdi73DJ7eFoC2+msAWBtXea5WCGnLk9h6fr7/83Zq5/nV/bjNeE/WKmX9Q+ZBrfwOgGdb1u93BVwBV8AVmFJg7wbRaCZHT6ij+fp9xyhwtn0cU8rXTWW1f5jt4wB4yTjOAMAzBVp9kXUP4Bm1t/daAHq1fdZK50+/ugLm+H1aBc8Gv1hw9wA+rQkHEt5rXzUka/U6vKIH8IAE3VssoMMftvTcbFQzWB2e/60AACAASURBVPkID+DuOcnNZv92DBj19LVCK1sextpGKT3jl2pJdf8K3m3wI3lQXwIAQ9k6kJqXndrEVv8EM4IDZ/QLi+fvRg/gbdvtAcBQFtCW6lvTqeeszoLj2r5p/EDIxMEheEJyr9Q9fZoDiTEQZ+fEQTdqZYFXTHm/bnLZtPR659xCmakHsPTOmUJmV69uPs5JwBRK2APAvbM/OUCFUMRf+WVL6/dUEQs8a9c1u5gFuqP3W+/3HHDzVtc8nnk96O9fAQD/JwDgfwIApjiPluWWl2WbfpMfqN8w4QccHJSxyANwWxmStgCYz3tpTIj/dwkAa+CXQ1t5fJNBMb93BQDXcSAG9c8ewB/BA/gnnAVMPZrbs9Xls6dra/Jzfy2QO+rJzNPBacyyY3sk7d8x6hk8m48G5vn8pI3Xs/nx+611kpa+A+BV5f15V8AVcAVcga4C1obGqnxnLxxWy+fP9xU42z5+u/6r/cNsn4sDYCze50Xj3OwCwLQyi/qvAkYHwGsjjAPgNf386avOrw6Af4NtmusDRYSjADBuG+8LFF1D3Z7VVmcDYCi3BgPPCgFdw+vmMMLkvNrW2+t1ADCGEAY9zwTAZSOYLfzQTgow6XkAK22uwf8RAAzlAmgDoZdpCOjaL7425zeO9pktAM7hpeP5vdmG6EIo0KEK2qWevT2rF8uyHY/a59Ebc/a96AwAzNOEOnCAbYUk7oForOtoO+25D/On/UcGrG3oWZ7XCADm5/fuBcAj9dwLgLW0R4EuPj8KmC07pvbU83bsAd84xxDPegDA4AH8hwHgMraFew8HwI2wbajmrRdruhkBsNXeloap/jTN1iM3OjoL4eB782/74Uct4Z73cSwbAGCg5PcQVfv//fsTPIDhA5s0VoKXdvy4J2fAbUE63x2fS1pyQM/HVVkfyyNYAsB0S+OofRsHwG0vcABsjQp+3RVwBVwBV2BJgb0bRKOZjizeRtPy+x6vwNn28fgaXSvH1f5hto8CIC0wuKqSBE7LuUNwLhF+gaxwiKNeLM6oh5qmVGgNAFsVzM/teeGk5bPa2QKcq/qtln+1fGfnv5r+qr7+/GsrYI7fh1XvUcCXF9g9gA9rQpKQNa7j/KvZ1/Z5DdHKHsC1KPU5TJOeUKihoFEgbIVwXtV2FQCPePgVj8q8m5rmtDY07nw9+gpKZ/lqYJjmfbYHsJSXBKVpOeDfWwCcvBV5+5Xfg0ch/Rn1xJGgX2ytPNHztqQey3Afvx6fzZ5ePfiOMOJ+QyCA43X6b/QCzmFb/wJByL59vf7R9UIm+lQA3OYdn8/3pfqTUK3lowI6r2x7O9dt29+qJ6EEw6z3Iw7GtPxkr9d2buJpcaAJ7WCBQrQ5Wg74N33u+0vvu9Z6wAoJjflzYLsdX1KI8Ts7Gzzel90/AcqMgM4R0MvPAhU/LMBCkhD6e0LAQnm4HWhnkY6GoJUAuPSxgvQhwvYDi9pn0DYsL3irH4XPPyCa88ctzCv/BPMCAAwewFhGxgeLOfDzefF9pn6UUtNoxtPJFzNIV/ZC1deHvb6/1TmVjnsE4980ACzNuwiMy1hOhjjtfU9aR2wkCu/8YNp/w0D+7//CnEbOdT8LAHNPYSwThd+0TpoHcNSRiFUBpaTg+N94v8Qn9/R7KdereQCPK5Pu/AyGdVHfiNmq+P2ugCvgCrgCV1Lg7OnFeoG7khZelq0CZ9vHb9d8tX+Y7XNRADza7hYnHU1n731THsClsHQLPOfM28GqmAPg9AK0yK1W356s/FfT32uX/tx7KGCO34dVc7Ej7S6HA+Dd0nUevDoAHq2zBYLfDQDX+eT3AWDq6Qr20QOjHADTDf+0+fxaAFgDyNhPLAAM92Gf/wtnAkfIVcMrI6il/U4CwNxztwAiAng/YdEbwC99PgG7DHjJGcdtevU6loODvi1gp2FNKyiVzoMdHVPofRLQRxDfm3sl+BvbgC34tp56COyzF3X+SEHzoB35gITWxwLQPYjetvVXA3+/MtCPQDi0rwZMUQNa7x5w5W1Wys8+0GjueyEAXOw82wUFytzTWrpGPw7o2fw0AA5h8v/5cx0A3PbJNPbD+LIFdK33ML4Dbj1Va/+i74lHAOA4N+Vi2AAx1awHgAtsDe/88WOmcAbw338BBIff87L8LADM+59VnxEADFPBN0vI2s7Qxm4HwP1ZzQHwnlnfn3EFXAFXwBUwFTh7A3IVcJkV8BtOVeBs+zi18C+Q+Gr/MNtHAMDW5vERslkewKN57H2xGE3fum8fABZSdQBsSS1etwCslegqoLXyX03fKr9ff28FzPH7sOozAIz7bKdzYQfAhzUhSciaw4/zAE6Z3mFTPjRl2FNmP7IH8GidVwGw1X+s9ZW0cUvLrl/HjtMKIpWHeoU+CgBjHXDzefRsXK3dRj2DS77kDNxR0AvPci8x/VnZt7zov9MDWK3/ggcwpMn1R7jKQcg9x2atwGfbv6LnZvAULucBR5c1qyelmlXgVM/erX2kF7qZAODYTi3oBI/kz7xYp3XDPLUQtujJjLpb/Zm3jwTVJK9g6i0uwVgKVrk3JoV0CI+hHByC8r/VPpg81XkZ8PpI6F9NH8lrGcvR1uk7tg940keNAfBDGxbYm+wHADCexYt5ol4jnr5WnXQADPaE1K3aYU8bDdLHeiignv+dglUKYLkd3sOES88o3lzP+UnpYXmsa9iWUA7tw4Btv0uKw98xQkD0AM4AuPYXCOeePhxJaWT4WgAkjg/5v9kzPEQmLunTvqcBUt4/pWfo31YAMPXQ5eUZfS+z3u94fWY8gFO7UF1T37v9DR7AIYjDDeNwpw7bZMVDPrc61rDRmAcvl+xtLcyvVuhoEvUBVzozALg3nlN7tz6s6dnVzLWtvfHQ2ae/EM0U1z2Ap9Tym10BV8AVcAWGFZh94RpOON9obcDMpuf3P1aBs+3jsbW5Xm6r/cNsHwfAS43uAHhJvvIl9d5UZl/QR1/YR8tj5T+60TCan9/3uxQwx+/D5HAAfJiUF0jo3QCwFLIYZLY8gK3+Y62vRgAwBTc1vXkAHDdrSxjoNQ/g4lnJNo4109wLgLUQx5gPh33a37kHG39OC1estj/xEoy6ciD55gAY9YRw0Aj0eNuDplQ/CjIBvG49DntQvT0j1gLAPN9N2crCqgXXVn/m6WgAmKZD4SsP+Uv7NqQthU6maVEYOgOA0UYhrQiBAoiFvKkHnORNbOmhAWCu09cnhNq+x3zjDwPACJzSera1AwpnKACHOy0PPh1Qp9DfNQT1HAC2QjfvmaI1ABzzCnpRAIw6avWn2qBdSWXCMNv8w4Ie2NfqhmsCDoCjVycJ5T4LgOH5zRm06OyvAGKpjFHG7Pmb+sP2Lmrvvbmb6lU8bElyfL7BS9rfNWA6akfaOoKm+/MDYzWA3wSAY7PgC6QBgLlnbtLP/uiH12vzgdVFATDqfvTZwA6ARy3a73MFXAFXwBV4aQWsF4izK2dtwJydv6e/psCz7Wet9ANPa2e0Djwab1l0UV3tH2b7kPrRTeMSesgPGOm29BQAxpTAJg4K4TxqhtamwGo6z3reArBnl8sB79kKPzd9c/x8bvFggjFKYA3g1vPnVtACeOfm/rqp41yt2SfOS9r6oT4vtz8+fztogLPOWNWuc0hVptByxqhl3/02Xunfrbbo8Zjyszxsaqkq6IX0ejrQmvQ8Rkesug3fWzW0gLeWtrZxPlIWBI/o2aaVLeqqtLsEM1M7yPZt1XO2PuoGf6e8M+1p9R/aL6DPFpAY1pnRExiOBc4/0c4i8CNWmJ+xQgijVyh8YCD1naQ3eLK1urfglH7cIEOKnicjL3fPxiRgi/dLMElrx73jBAeRGpikdopeuOks4Op5i+X+/qZjTWjb0Ha9kMzYD7CfxXQC8OM2DmGeMcQz5lUBSwL8tfzf2Rs4PSOlJbULPVM4hZVuQ7Vv9WnrP9svEcpyu54dx7YfQ2zPSMYw2a1O234AeXOwz72orXFzFHzRDxhgzoex4f8LffQ/gQL/8xUGhfC3END7I0Z1z96//NxfqSxpfAn2UL5zavsxfS/eplfHB2r3CICjvRbgac/v/CMNWl4+jmzHlVQBCRLj3+X6t39t53v0oq7p3skADGA2jcEpjVjvuM5K1Pz29ysA4BDunnxnsQkQRuAuh78j4JfXiUL8pIUe7SE924fL2ns5X05+De6PWf0eP5Tg9bLOCt5+8FPbBP5leR5b6zx7+Wzp3B8JPAS0NVL6dVfAFXAFXAFRgb0vNkfJuQq4jiqHp7NPgWfbz75STzzlAHhCrN93qwPg57a5A+Dn6v/uuV9/frMArrWBZj1/bgs7AN6n728DwHwDUAOBs2qu9G98d0nwsd04tDYGazmt/pnutACgFFY3PqdMkJp+Fhjl+uL9kufkSFvQ50cAsJYmAmCpPJanmKSTteGs6YB/p7YBf9OAPd5vAX2r/Uu+wRYpAP75CqAuhIOG0NG0TgCAKfRAYLwHAG8hqw2Aq51lwJd3yjlos+zR6r9SOGfJhvYA5xG4PAqAsUxwP4K41B8A1IJXYAKl8AMAGMHCPXoNVuCE6WjewiVMM/naF9OlAHOrUQuA0WMUoTEtQ01nm8qzAbDWrzU7085wBnIKbYDwO3prF2hJQXl/fSXZJ9pAb/zmwH8D4Nm4H9sdAH9I9L/hfwiAg7UVAIz5zQLgNHZ1AHD+sKkW6VgA3JtntH6NgBM/hMGxcBtpJM3PPB3OR9vxeQ0A329fH/+LHsDp4504fwCoJx96UMjbA8AWyK2e/dWL+xUAsGTvUr9xADyyCvN7XAFXwBVwBX6dAtYL1NmCOAA+W+Fz03+2/ZxWu1XwW3Zkxjb4tHqs9g+zfQQPYPjT4IeZpdgAQq2wk6e11RMT3gWASXntL0TPrdyrt5kD4HPt47enbo6fTxNoFNxa889oOudU1AHwPl3XAXDrscpLcSUP4LgBms8cLMuqC3kAnwGANeCN9bf0sAAm9ZilY9zsenMVAJf65IXQ3vz5cxIU6/W0UcCqpaEBJCsEttWexd6jV1btB7x+vL3rui6Bqv/9DeF9b8kNGDxLqQcwPivNdRrYV+ubF2Q8TQ3EjqZfdajzlWV7cJ0CbclLbOvZ2bYw1Rk9DWO6KHA+I1eyvwJbCaC1+iVcp56/CKbWATCA5AomMUQ81DaVHQAm1l33Sit6shDqBVrncRlBL4fBFABDbjRschzn8zhQ7QVsNdk+/EjpUg/kWh9IOwDPAMhpugV2ZzulbURbPgJd8nIR25u0NXq4VwAM4s2cUYwfPtyaUOtos5adbDyAc/mk5wosjt6+AQCHjwr+8/3z8ecbfkvhq2n/GgHAqOkNvP1FAIxppg8XIE36rqaDeD7CWuvXUvKqP0lCBcAlRHXrAbwbAEPlytC0/SBDGy/b2mYPYADA/4a+Wj4qC+NN7AM13TpuJZ0t0Kt/2FOfRxj8SgBYmhfiuJKNrbc/UD+iqREU+Id77gHM+6P/7gq4Aq6AK/AWCjx7g3P2hf8tRH+jSjzbfk6T0gHwlLQOgKfkKjc7AN6nW33xW3t+9elnt99q+f35vgLXnd9Gwa21gTaazjmW4gB4n65nA2As1VHtYwE26zpX6UoewL0w7Hx+2G5IVo8/rCNu9sLvwU8z/tnSZ48HMD+/N+Yz+UWVBeFGrdsCHlo6OkggXljsrFuq596zpSENuiG/FwDPnr2s3c+BMAXAUFY4U/L292+RMXkAb8M4a/OdBDhpm2h2swV6ycYsu7HmXans3EYkuGzVj9sT17WUOwvMAWYZNwX4DNe0ENBa6GNMjwJgClVHPYCTh2YFwBT6pTxgnAkgJIdlplqK4ZMZAMb7sWwU1HLo27RTPqtbCmkcgX3Quakv+xCI6i3aYE6ft2vvbN5Sl0EAvBmbMijGv8ttvgXA/P7e2IkfM5R6DADgHxgHQ6L/hLb+z/ft458/0OTbUL4UAONchPNQKSPAZBpXnqXTDwFdQf92XOG1ttaveH+yX/4zC4DT83XukMaD2l/qBzmaBzC1T1o2ebxMxPffAID/ZgCMnr+a/W7OXjZDN7cKneMBHKA/esPHIwh4q9QPTCQPXbr1ho4IejvoaxbL+xdK5SGge6OMX3MFXAFXwBV4WwWsF62zKz674XB2eTz9OQWebT9zpe3cfRTw3byBjL7AyGVb7R9a+9Sze/YBgJ7n66t7lc7Y1G4P4Pxmo/YfZYNlpmwj9756W03uV49IMnWPA+ApuV7u5uvMb/vGaWlTjG0BddvEAoAcTM02sJp+3rhV03vQ+Dhbn6Put8ZlnHfG7VM+s41u7uNKBfLePa8xASwPSAvAaYBP82DdLL+MCWJcP55yq2ebDSgpe1i3XlCQZj3DM+7hMw9KCwBzfUbBuNUuWFur/5f7iOce/M3yrMTnNHBdrg9O8BYgtzywrOdp60tpWelr13v23eQ5Cb7oGd8gYYgAHX8AJP79ewN/z3wOZX9e6QF2SI/baw9wUpuw9EAPUJo+9+aV4I4Vwprn2wvRTN+9qMcntguAyU9lHc/LbZ3RS0PoIjCVxqYNMPtIHq7871/sjOcGwm7m1hrCfhb00xDQWA4OgWk9rPJvQhtnQ+ZtTe1Sekcueea6ap6/1vpCrl8NCwz5RBuCM5VzW/D2iGUJ10sZSqhoAFDkcG4ybmr9KM4YmB/1CKWe16HOVB/qAQzP/xP6/v/3z98Agf+ktMKzMN9D6Hj4AVBc/HeDfbfnw6aPN9KZwSlssOh9CvXNH95s14gpzaRTexb5tj20/ZPeuLV9BrKjYFv7MGt0vIs6oV5RB6hHzRfbmnqUwv213klharv3bKtwBrAEgLlXumS7fIxMeejn9WJ5eHhpzaO4f75wBbt1fUbto4aZxrLTVpRaGm1XAsC9vTGtHbX+zj2GqXcwfWYbEj5d1e1JHWHyBT8D2FLIr7sCroAr4AqcoMD+DZBjCrMKuI4phaeyV4Fn28/ecm+ecwA8JaUD4CTX7o1yB8BT9qbdPLg/fEheUiIOgE+T9hIJX2d+cwDcGIQD4LzxNPqB2RwARq13z285AQs0PgMAQ5/WPIPGBx0ZAOdoqiVkNYIjTFcCwHgNoR0F8FjObzbRce/dsuE8GBrbahcs07sAYKtdZwGwFtK4tnM7XlvAk78HW+WhH0CUPImnMwfA8ZMECCMa/gtwIUeDHvb47gE4yB/rdzYAxr6L50XTdi0wjvyR3se9hmmZJUDbA8AJ/saai+Mw10v7vfQzehRPgP3ausMCqGXcNgBwE94YwJT1xRGO52wc6p0BLIFsq/wrAJiC51kALIZUhvc7CCNN2iNCuDwpUnui54+CVJt9LW29wmD8qNcitheHylHzDgAGXf4TbAMBMDQnzjeAomG8BwBcfggApiAYAeE3O/uXj7PV7pue2gXAUIY6/j0WAKdSVg9W1JkDxRQmOY17VBc+/u8BwH+DB/C/YYwGaI12xT9gkOYz6eOXPrCtoaP3AOBtvTGudgLidY0Cf08RCGJ5iM1/kn4hfYBY7CB/AEXHUaoJr7sDYGvF49ddAVfAFXAFfrUCz97gdAD82ub3bPs5TD0HwI2UuPGr7QvwjWEagGlwL+GwpntmQrs3yB0AH9JsDoAPkdETURS4zvzGADDulphc2AKEhgeY4nlWNrroZuEOK3IPYFk0aw7teQDTZ+v8xABwNouwzVgKcEUPYM2k9ngAS8Bnh8nmR9YBcEqowh4a+rl6EKX+CQCYbowfBYB5/UeB7+a5nR7AmM7shi0ff8qGfB6vRtOb8fiidZY8kuj1nicl9fTW1o+SZzSH/EU7MkZHINGMyXV8x7USwN978AS+wSGThgeeVk/qoUtBmHU/lJmDM4S0+HcKcinA/ZupNXrCcaAr9eX2LNkWrNLzX3l7bT3YUyhTAGw0JHEFPK0nl1RHKJ8KyEtI6dReeP4nj+CxCYecYd+2/K1nJfcA1gBwXe+gh2K7ftD2awqYZ2cAax8+lLayQjRvdGmBu7l/xEJM8zN/NbBWzniuBY1jtRQim7Yr6kA/MkrDPJ61quiphMLW5icsH+9vWD7JExTnFwkAxyIC0CQAGFgdAs54vQGzqWT7ALAcOpnOaaVdtUgwvQ8AhWcA5NLxk89zabwtKyAC8Nt2q/PyGAAu8xQBxklr9ICunuH4Nfn//n5GAHzDsA3h/t6HAdQDHcfGmq98RjAN/Yz2S88V7nkA82sVMksewFhXAoCJUUsewM0HcDiXCQAY55KkZ3s+cs+DnvYpDwGtjTD+d1fAFXAFXIG3VuDZG5zmAv6t1X/9yj3bfg5T0AFwI6UD4DHLcgA8ptNZdzkAPktZTxc3Fq6hhAPgph3cAzjKIa2/fgMAprbQW4PS94tj16rHAWBsRw0AQ7khFPQGKggD02wIaJ7EKgDm6Y2+340C2036eYPYAsCaR+1eALzRjYUCkepdPkAgQzk/W1Oba0baHu3IAsAAF+H4TtjIvxnvPRbQhXpKAJjXQ/OYlkDyHgBsex4DaNl61nIPOyg3hS1YtwpMUs3oGbfx9xDKV3ouXdt+hMUBLALC6sWKCsofcKFnKnp7WgAYU4verCFUMfee456OGJIaQ1zj873+LJ3VOwuAIZ+mbAoA5vZV9NgMEAlKbYB3bpOjAXBpNQakQE/qScz15GdJ23NVPkM4eyeXeuQznCVvUJxf/gkfffz3D4SA/v74Bg/nPB71ALAWqcMCwHgUgjbP0HE5wmfWLtRbNNkGzrt1EN3MWSXsd52j6dG4UvSEmHa5HTxVMf0tuJfWFPxjlDQu1tDA1GN4Y6KYV95MmAHA5YMGANz5+XYcOgcAc4/hPCqWqrUf6DEPYCLAowFwL+R/sq9UOA8Bza3Uf3cFXAFXwBV4qAL2QnCtOKMv6Gu5+NOaAme376srv2qfpr5ngd9F4S0PICv5UTBp5TOajlUe7bqV/950R5+bDeE7Cxwt/bT8LV2sdEeft+4b1fFZ9822By/nbPs/q57vmq85Pj+94paLreVhu1oBK//V9PvPW0DotDOAz63W4ambG907c5zpH+JYrgzwo1arbdBCdahHDVbPspedMmw3hkNCI9rw9aMGtOxy6efoJS3aFLR5xZqvopeh0uURAkIasMdNQ9Bu57W+557Vb/e2I9cXN4ItwGtdx/pp6Y2ETKYaSd5mEhiwyjUTShva9Z5dOxGcwjpOyrdCmdSOaMfFBohHFP6Nf0DQ9g8AoEmBsrkNwCX8TwKUqNU9vx/R/OEaB7qNtp1FldUfyzgipBE9lokWADq0svMzcNt+V71IJU9JzCPpt/3QAz2B4T4EdxQscBhE89iAfPYhk3Z+rvUeTNOlZxNXPaHxk37xDOgAAWmbSmNp9XYksE350IHC32gfzBO/9N/OAEjLwO2N1l/zwkW7jO2SPds5qMdywFnYjS2xSCb0OR4Cmto6t1et3Lxd8TmumzWPVA/0VP5iW2BHYVLAPlFCeoe/lTLF8efn479fXx//+SeEgv5Tz+CFfMHh1PoghtY9jmE4DrGjB6z5pehmPj+2UomAVwC/tX3a82cRCCcvZ+K5Gv6A8JbWFcM9S3ZM+x6do+FebSjczJMAi3NUsH9vnx//+18NAZ3sOUcGwAQHPKB7XsM0NDTUH+3o+ytFDtA8gNv2J4CdeDSncUYGz+l5Gi0BIw204+z2rOT0JJ/DeF/k/Yem2pvnSn9kCVjPbNolJzQSyn2rBa+N/ftnMKSxHmKn5Xe4Aq6AK+AKXEiBs4d368XiQlK8ZVHObt9XF23VPk19HQB3TcQCjav29WwAObt6tjZwuR6Wfg6A1yxotj14brPtv1Zaf3qr/9VfXy0Ae3b5rfzPtSkLBEkbfVKoQK2UVvrn1u641HsAeLPpP5GtuX4haZ0BgKX+StdkFnibqGr31r3g1lo/jut7PACGuUfyOIElqeRlhP0KrkVwCPflYvF+NPpBAoWPHPYf0XbvCoAtu5fGxVtocATAoC20I3gASwD4RkKz473w39KuGZzQUMWjABjbNdpf+OVvgGFNiGA6pkwAYGpzmkduDwBzkMLtT/RqzAs4Pj5oADjdnqDYWN9PnpvoYboBeQS6QcoaEJDgZrr/u9HeAsDWBwkxzewF2uqXQrDCDwBgADT4EQKkqc1RWnth2nj9KABMy0HbCP9d80shX6ke8O9qdwlkcQCMnpjPAsCoG+9vqJ8FuDgAjnWMdPKr/RgBQ04Hb28cP6ArgwX8N2Ty3z8/H/8sAODycYABcDXP4TIGTQJgaT6P9qsAYA7ka77pXwiAIY2vDD81AAz3a/2Yevjy50feMePzOwAw7S/lgxgSAnsURL4jAAbdv8nrE0Z7wP7Qjo/pt81Z4EbjOQCWVPS/uQKugCvgCiwrMPaSsj8ba4Nkf8r+5IgCZ7fvSBmufM+qfZr6OgAWm98Cl0fZjANgWUlLF6t9Rp+37juqnc9KxwHwWco+Jl1zfH5MMYRcRsHrUQAY8pPSGi3HOUJZgFaCRj3gaYGTc2pxfqoScMO/9bzlrJLVdOsGvvbMkQAYrY5CF2ktZrWn1b9H13frAFjuX+P6HgeAaXhBvoFYyhMgThcCw+ZmPrew57mKtqKBHG6bo8DWstuSbyijGNqTJaCBrdHyaB5nGoAY9QC26mF5ANPxEwEtnnFYQH7WiEqCAJjrwsELbV+efhyH85RCz9JNz6QenvBQ+G9w/6NwGtMNWCTdnRdaWB4O3uAeK9QxTYfWVRonN+llwEXtlaZRQqHmzgVonf7EfpY9INFTEstDx6itR7AcaheepaAVy8XLUeqcPTQ5sOEexpvQ0gj62dm6HLhiXYvnbWnZRob4S/yQJHvI8nalv0twl4NLrd9y+6C/a+lyEC3ZXBnHirdnsmMObsDDET21G80h5DF4vTNvcm0eQvCv1VMD9lK/5SGypTUDTU9aR5W/kQ8PJMhXzjAmZwvHCARBgxOPUgAAIABJREFUq/8Gbf775x4AcPYqjR+hgF3oHsDa6sPyALYAMFonB9/1dz2SRR2L2vO3qcVTT1feE6SzbBHe4hxN3y/RC1ial/FjBEgT8pQg8rYnshDRebD+GzyA//2/dAZw8OmuH2fkNk+dOHyY0sDJ8FEYtG/8qqfqoQFgPXJC+77R00+qTwXheptI7aN5vmuewFL7pLG2agr3fGVNR0Gt5fHL6zyarqRV+tuYTmme2N7rHsC6sn7FFXAFXIGXVsDaQFmt3OgGzGo+/ryswNnt++q6r9qnqa8AgOUz9MaVtJ63rsdl4UH7/hIoHEnbAozjagh34q5UXNIeVNGdBRr5Ord9YZnLyNJxrwcwlkJLf6SN52pyzbsdAF+zXUZLZY7Powkdft/ouOQAGKUfAT0WMDy8GXckODI/82QfCYC18kljPoaC5NZsWW0PAPfCO1qeqFy30fXduwFg7Sy6CEGCSKAx9Xorm90Ab+BaBsBpw3k7Vkn2SLWXoFvctB4EtqPdajQ9DbCUsYUslKwPEWgEAgfASUELAIPR3TIYa8eG/ocP1I4km9iCOdlWJY/hZjOeeDhiPt3N+l5oZQJSOMzRADD1GKUe+gHDNNWOXma0ihG2ApVIIXo5ADbPFhYAcBMhQAHEcM5v9yfrw4FvBJ7hQWzXbx4SNefH+2Wj4xeEr82hy9ETFcE8jDEkTQSeoK/2sQOCYciTA2D82ygAlsaTJl0m2tEAGKsOcI+P0d/f9WMDre3QfjD0OO0LrQY5rXA2Nfb/uD4IBfgPeACHEND/BPfICMnjfDMPgKEs+P7JP4TRfh+dN+p9+wGwBS8R1mJe7VjQHuugeWZL65Lykc7AKwQFmegBvA8ApzH+2QC49q8Ewq1Q0thGRwNg1PWaAHgU+tLe4gB4fuzwJ1wBV8AVeGEFzt4gHd2AeWEJL130s9v30pUfKNyqfZr6krd1cQNVKSNf28OLkPQ8BXRHpR83ANgOLs2fXrfyx+pZoHKgqexbeKHDE1cHwNqLSX1p7FfbArQaAO6Be/QggZy1Vwm+bUftgz5vN9q173AAfO32sUpnjs9WAoddH9itEfOyUJpWwF5+NM295TpGmBkPYMjxqPtXP2DZM59Z87ekqAZANM+L8fVManc6P9TyEQ8PwfxoPcpZgKzwo1Y1a92aR7jaCwYH8HkA3ANX9Yw6GSLV63I71uvaOkCb13shPmkIX0y3gJT8h639JFsYAW09+y2b1uwsR2sUscZvhNijIYF5fjx9zZueekFTyKaBZZourbv2AQPX3QIcEO459V8dYMR2y5dpmTk0l+qshYjm+qGHHvy9rUP2/ssDAXj/ASq6xfDA9Cd5oNEfCg23wLRvMdr4t7WjFHqZasjhn9SGWu4pJPTejfcUSpiC12JXOc0IX6L3GTZoHn8QAOeCxXbOjZ76bAv9tHEu9iOSftGCnAVN6x5wavxV05u/isV8c99vnlGA78bOoHwB/OJP6UdsUi22k+2O2lJrde0Mxe0DX9ux3/B6IrjG83u1fEbmYxFAE20RElNblWA2DfNMvZOxnUbCaEN5pftofo2nMQPA8Pw/EQDfP/6Es4DhB8aqrX6pNaR5DMc2uI5nmI968GIb8/f+jV5od8SbNenEz+ROYcD5Ob6Yj9W+2/6W603yR4/e3shGPU+1+1AjrlV02o1wPvwj/P9/Q5/59/9gLIbPONrw7LE+TJPUUPIHJr0yH3GNtweH6ucB4HyGNzu7G9cbuO7lALjYXzbs2ZDPXDPNAxjH0vb+/rq9vddav6a73QP4CCv2NFwBV8AVuKAC1gv2apGtBdJq+v58X4Gz2/fV9V+1T1NfAQCPRIUeBbCoPwe0Vruspm89X16QMETc7E6vVQHpeikU2YDF9/wR0ffkaTxjeQBfFQBbUnAAwgEwtUsrrStfH+QHahWs9r9y3d+hbOb4/LBKjiIxXqC9A+f7AWAL/sYNC7Zhoz3zTACsfWAlmeIKAKbQZ5u2DoDv4MEmfACGaVDtbnle5fePWvusdf8eAFxm0PgPa51Q1lsI3BRwDzZB8bID4FYoCwDTDf0eIHQALANgCI3bAp60EU3HObpprgFg/t6mgXjsF7MAWIPS6yE5+UhMQkADe8mgt4D1DGPgLOcSgjsk8R3+X2NjFPQPAGBeCgqAIR/Ij7bLBugywLpJj40/FAD/hDmafpgQxzdSfmkejOXLABjmp88QxhbLB9c+mccxB9S8PUMQ3SYbDQCnsbfeW4AwqR+dZy071OZ46TnMdy8ARq9yrMN39sjF+YRD4jqHgBd1tkX4MCEC0ARxOSC+GwAY5heAjBpAl/SA8QHzuwoA1mxS+rt8b4Ld8X9Z06gn4XC9vSjdg7XmltqsrhXKtyIKAP43e4lT+1UBcM6G3jt6/u+oRrJuLajkADiNAXaI7nkPYBkAx/wivE/lkgBw76Olo0JAdwEwXb+zSBVVYwfAK3bpz7oCroAr8PIKnL1BugrYXl7gJ1fg7PZ9cvWWs1+1T1NfBQCXF15lp9QCrNZ1Sxjr+dXr5WVSAcCFy4qrfvp2PbqVHBJyAFzUxE36vR7Alv04ALYUStcdAI/pdNZd5vh8VsabdNk4hkOcObzNIrIy8rYlgGRKXjRNswCnKmRBXc3zTiuUA+DksQI//bOBGQAOj9zRqcwAwDFtBI0KSR+1qlnrHm3fWaPlG/D2uGFtoGGITCQbsDOLtd16+Cb3v3q9bq7iGamsOyvCWR7A2HY9AEOT1jxc9q6bR870piZFPUzFpSKAIYDaisdNr5wS5NPAH/XIpf0Ly6R5+tDQyNJZyrxOGkDidk8hKk0Dny+hU7NBNJv85Ezgmh/YWQ0bix7AqB/X0Y6AUAEwXQNBflD2e4AP8ANnxSJgou2YrsG5k9uRRG5TuE/uFLTuVas6/iUvTvg9gwTiAVcgXC7H5izg/Pf9MGQ/AMa6xDaMnQahRdIheg3nzoQQEc+m3Z59WT2AJQAcEmpNNXh3IhBEjbAdY9sZABgAM9pebB8BAFPbi+XP7QLlw3GBhoJGOIne1L05QAgW1dxufi+seI/z/jsyTja6MXun2mKfgP9q4xQ/45eCWwkAx/mA1IWmi96OVBhs82hf8agA4pUd2gXa5g+cAfzPLZwhH2xEA8B5MYrjGv2AeAYAa20cP5bIRdvoCx8QKJ7tkgcw13ukTbFcdD5G+NvoiRExAkiv4Yrbjy9ou9c+n/5V188JJlMAnMqd7qMewLfw8cT//S94Aocx+CsYOsRkSOXM478w/tV8K8zfP+ZVBSwgmuZPfa1leQDXdtiC5Gj7bN1QQ+b/zbrl9dcmcskWANO5QbORWY9g9wDWerj/3RVwBVwBV2BJAXujYyl5NUTQWqr+9KgCZ7fvaDmuet/MYl6qg6mvA+Aom+YhJG7Z0Ldz802ctIoD4CKGA+BjRhz3AD5Gx2elYo7PDyuYA2Bx/mQhIPk9o2d8lo0e9wAWgdh2nfM7AbAG2K4OgOtGZvoXhWqjHicYYpYe0VDqTQBMDwBvN0xt1M/hI9YFN685oDsTAM/OB9L7gQSc+X0SSNHeNaQy8Xt7AJjqNwKA6RirAWD+XQcFURG0SYAvJFzvqwAY8qPrKLDDW6AOKRx03ZinumKdpA3zBqrnDwAagMsmEfohTL3EQyMDaEiV4ufbUghsbfLPbvDH0Kr5h/ZPywP4i3t2hQaD8kfdQuMUm8j30bNmExDLsDjDlQj7AJrBNcFDFwFwASTR07Cet4uwkI8nzd8RopD001hWAbC2HIvpoAcw2BNbN4AHMAJgSIN+ICH2L+HFk/Y5fO3kALaUTwsfnm/QxgNtPKnjewv/ZscM6i0MaQLwx3aiADhdy/ZOJpNmrM59i7cJtmnUm4Q9j9A1AuDvj/8EAPxPOHOYA2CsDz/7uYkglW0C8kUP4G0Z2r/wNgYb7gFg6wMWDmNLHx38oldu5wRscU2LYzqMjXwOxD6qlyOVqHwAEclv+tvW2xWhberzt9vXx//79/7xF8aM8L/4begOAMzbZA8QHgHA0phQQe142H0Kkjk43kLmNl1+JAP3AOb2sbqviOk5AJZa3//mCrgCroArsKzA7Avx/8/euyjGsepau07sZK513v9V/71mfMtBEgMGKlFQXd1uO8Frz+24q7gJIWg+JI4WeK2J8Gi56/28QJxcsH5ZeY0A4eCo71n97I2fsoEyqt9JwUd38HKRo5POJ4sfJh990WoyiCrbk9+oYTndSP3PhgIdCmDwwgKMZyW40v/NErj1+mUs230A0gs9VvM96gM5rlH7xn79Rh64R0vz79/KY7NXr9nyvN3X6SJ1xeOVuqMewIkzPDQv7nbCnidqP3Tw/LwXb7Ch/ggBfamejMbvHgg7orujcvr1d568+cWZzc5oc7Ns6OVh2avXJgKL80BEff3GMfL3d7huxmWgltFSC/VQb0JaTNX2u41SMnh7YNNvqCr8I1NVoFtnPFZwufWWkrZWvamZNtA8b7qzXAA2NH0uFx7QEQhiEOLlOxr/7AEpab23fu0/AVuWu/wWhibcRpy0rD2x/Pf6X4FQz3OfQYCYxOKhtu0IycfaEUU6qfUy2QnAcwcXxDsw3UMp/4MM9DfpgYQ6lh+Gw/K33blrEMvfWQqZRLB2s6HeCZHpddcDcPS3B26sBwxj8fkGDBIAZ73tlQ9ZeH3z5fryUC48gN/e7S7m7+Rdx3XjsTA6oNCA0zzIegAU9mo0nvbaL8ovd3B6GwDQic+jeh9pC/eHl3dURmQP9NrV0ZdQyjySW7GFdLgNdw9HMkB2XK7C2pw+Ar+sVygv6tc9vcOzxwR+f/5MHsAp5LSPROD1Mr2y+YGnLEdM4PmCwanVe1wrXSuI52/W9wIA8/j3ciz1dAcKm3EWwFxfk731/953/57+s0fxXtsNKtfacFkvaej/EgCcr2NXHe18TdgLld7bO2vWRu4+Yb8m2h3n2sDvFsmgE+ED9xVHnrzoY38AaM+j2Mt39P0N64ONXd7RG7UrEzpr9jkfpHJK3gXD2uW8JoCnctvBXXk6BV53AI9ty3pjSWBJYEngS0rgyOL0kgaeBWyXlLnSVAncun/vLusRYF0A+K5ddGijewHgw3018+X3cKYrwZLAF5HA/ee3BYD3VGUWyF5b3bYn9tsSFgCelfjnBMBH4C9vzs1ufFXpXAaAe54tlwLgXm91QRUAs/eUyxuTs0stD4D9RjlvgOrGZgCAo1Dk9wLABQrum+0NAI7kX0BJsNkro4YhkZdbBIClDHi3HgHAkXxHBwA2HqS5gfAEQ3tHIBkA+C3rWd2YBmCEl6gBYP/zliJtvr6m/yfehvkhw3MPgIscMxgOx0WGDh6A8bvlWfYcVdkTIOuBQgBM5MWetaH+K6ysu/2b+TADYA/deusaQMaobfyM6xlBxT3ZzM4M/J4HuiMAvDuesucpj582vyTT/L3/Pbl5AmIDACPvPRCMd/bSR+3byzsCp3Ja48gatSc3BrhSB7nft6cD0GVAYuhlFB7at5HL93cPM+Dmsn37FAD/+P3w9KNG/vKywbmD3v4AvtdG83wEgP174bqTAHDpRwoTHfX3aP06C44jkMgHe1rb1D80sNUPSwngWzyCXchia4fZIQkB/b/n3w8vIuT08aMcJroAAPsxXA4qcGMnAPDuHnEH0BfIjLDwQShnBsA6JnK9GAAfPYDv91uw/tmM8Q4ALv2ThTfaH18A+JLZaKVZElgSWBJYEhhK4MjidJhZ8MJogrskz5VmXgK37t/5mlz5zRH4RXGfFADji8+8J04rv+iL06V5XblnmuwWAN6X7tEvID63BYBvqb0r788ugfvNbwOCUL7gtxLcjtfJo+Aa323v3d7z+3oAbzaJJkM0X6p3vQ05n9/XB8D7nr9l+eO6H/o3v1a4LQA+2s8jsN/LD3oxD4Bb+XqgO+MBLHXppRt5iM56iPj2lg3D/ADelXhvbwMSS+rmhmK6K1Fk+DvfBfot3e8oPwibWzdXW4XrejK5DWp5DzLhO0j7gMBsYeRJaJ/H42NW/zUkqb5c9V/utCxy7Hg64rnvX4QoRn0FnHJegLh4nm6E1MctyKsb/XVf3ern9XrPc1feBwBu4THy798FXGVu9RM/XBHFHgBmHfUgSOQkEFiAVkJapc1oU/X0TS8STGAPYMuf5j8HHTy0VbnmDhrtT/i0PX3mNnK//k53e+JHbFeBtPAeTACYwaWHliOw6svt1c/PiwgNvJd+JJuoX7mcqC5qQ/LY8fC16lbNuQdxe3KJDqDMrBFDeJvHH9fL58/t6QFg9DnG80huKC8C4CgDnty+bj35M0AWMIz0vo/xnvcSxjhguXO73pNHOWzu049vDz+fvj38SABY7YtwxgLfzG5cEwCbXKMRuNHu4KVsZzsHpTY5uPfOAGDru1oC/7sA8PyPKGQ7t3sWAEtfvCQA/O/L74dnjTmfDlB0ZKd2KT/zetXOSzvfMQJbXOzhrgt067nau3sdc4KHu5feDez7e+QBnHyTTZ/di6hv7wABJFbSaV9sO+IyAFxbcTb98gCesSvrnSWBJYElgS8ogZnF8ZlmHfkScaaclTaWwK37925yXwB4I/r5Td2P67UFgPdlvQDwx+niKunPk8D95rcFgC/RppFHxSV5cpoFgFsJ9jaw9tcK8/eqAaQc6bcIyMymXwB4X1KzALhswpJHcASAAYwl368OgGfhr0DfCoCrvGcBMI+tCnFkvrD7OOWHAbD8zXZL79IMvt/EjlXxWB19F4g8gJH/e75L1tdL/q7f51sA7MNrA5z79b+kl7r5fYHXFJJUUKnomx4GKBlm6C6eYBkmmI63d/g2o+KKANiPthkAjK5TO0cHCAq8yxDU/o4BcK/c0X7K2fWQt82+vB7UZRgIPenVJfo8atel4BSyi+Bxrz1nALDvq6YMAf1BVAS/TvF/99peAXAFrgrqchmzAHivD7znL7fPy8/eTWM3XeodAWDVBQLAdd6xf4l9iEIV1/rJXb4tGMPhlqZe+UDF/uwYkc4tAG7v5m1z7EUe4XDV2mZ30LEPEqt+RADY63KRX+lv+6QBwIGnM9IZAH54+Pf54eFZDs18AgDMh+mK3cfd5bmdnxUAl3nuBAC2eULmtwWA98fveroksCSwJLAkcDUJnP3CMKrI6AvLKP16fk4Ct+7fc7U7kHoW+Pos7+QBXKoxqPdoo4YX7rPSms1zNr8z7x0CwOXbDS2EL+33nNfoZPC9ZbUA8BntWmn/dgl83Pw2B3xH/bENVddLsVee2MfR82JMOwXA26oD+zp3I47aN3p+awA8Kh/Pz3oAj+YNzHs9/ZxNX9sz5/Hba1/Rho5HsD2vurAXYUTqXto3agh1CGTh72Tb67ONh5LzHJ3tby5b0mw9eGP59jyGR57EPbGUDfqBx9Lssqd6kJgksN4py15a/0qeYn+4//x49PLkkJIG50xHathVa0jPA7jXP5vx5xZqaNdo/Vj7tVXsWp8qEwlnvNGnnMzKcaChUycASt/mtk1tfcAkbb2X6rHxgAYYbftR/pI01Z7kkVqy79hvuRvXed1FfVGBn5S/DVdbgZLduevXq/ap3MXb3t2LsuAhLONFnZxKndraaEjblIm8J7znHaE/yVO33vUbtVnGb/u5lqle69LvqH8GPrLpnuuyvUO4rZsPpat5UvoC36IpmTyA5QJngD2AbqkX62S0X6L6Bs971wF7gLaOjRomWbxuefxyS7djI3trBgBzYycCmewBWK4b1ycKySzvyp3FHOo5AtGmn20n+Pd683EEgLn+/jkDVw9vG5kGdj6Si5cnoC50zXuAvskhlexGGwFgf3er13EZb2qJnB7vracZSnuozel+pIt9f/z8/vBP8gDG54/UL1KyVF1UUUZtWROH4LIC2r2lhm/H/mqpRpvIw2EjB7mbuHjh7oVwR4SMTcjltke3egk734L8yEZbP/n82vpxiOdoHOgYy3k8J1j/76/Hh1/JNkm6vTlW9IjtXXTQoFdnrbce66k/3f1gB3x9nj0A/D1X3t/tPFqf7dW5rS8inaC/NjXTDzbrKHdoAanqek3kijzr3dQ6TII9S29j9u8ArnVcHsCzPb3eWxJYElgS+MskcOsN1AWA76tQt+7fD2vd7I6Yr9ACwB/WRVFBow28sHLcZ5f2e854AeC7dv8qfEngphL4uPltAeBrdOQCwCbFETfdzpsfCYDT5jI6mw4CcIjesqGVwgnO/gCcyfuzIZRnADBv/vbqUoFDCyxpqyxMegYAR/UqG3l3BsCl/wDBOoJ7ywso2cC/NwDek+e7Wyd6AMwAsgHgEQDmO2RJ/3nzO7p3t4R9FtCZ61PWn80dudUTuAyz9D6Pr2/kOTgDgP3GvFDUGQDM3W6exxWO6DgtelrtDzM2AGBpp6W33/i86FkGxOqpRiYjhZjMgKHq16scUpgEwL27tqVcXht8czViXWKPR5ZH5AnJEEzebUBYbhf0S8sAoBBPxwzAZUwBqsgdx9EeiQdslwJg1Be/GQCP9mZGz1lWDCggW7SR3/Pt0rmQ7vE9C4C9XRutDz1YieoX2Z2ebHx5fvshAsdcZ5S1957qdtY1D6Z5ftnWEYO5HoKYnbv3wB8DQslPALDc//tPCgWNHwGqNibtmMY+AK6XEEBvBdSyfd3Uu7GX6k9ZfvQASOORuw+A9V5chOCfDA3deODm9vX0HnKw33MAGHn5/Yz2zl/0b51f+KARoj68vL08/O/XjxQCWg5V7K/fPhoA+371AHMDQj8IAPfGyXteK/ABB313AeBZ07LeWxJYElgSWBK4hwRGC+SzdTryJeJsWSv9VgK37t8Pk/mlIPAPBcBYto+uvhltNN+6/y4CwFesVASA7y2T9ovhucaOAPe53FfqJYHPLYGPm9/cRkm7lzYtpIs9gBun38ADePMcVept8HyMB/BnAb6+g+7pATwz/wwB8ED/emX0QxHqrlUR08gDWF6Usff9/RiY3myQHwyBwRuaDHX9RubW48YE1vcMuZ4HMGBjGYGBB93ojt/Dy10HHDf5p41KNRESsjOwVqNerBvxMUBn4Lp/V7kVPvIA9nfkou96G9Z7ANh0tZbJABiiMH3fSiYGVnXV3YSvbACgSbTouxyUUA83eUm891rvSgn5XACs9FP6A95AkgbjsXhCFW9ayxPl4DfkN/r+jdClAL8Kc7JXWAs7a3s0zyQC+dWAnR0ArCG1AYEgp/TZY7n319rwnrzTJLrFe5KXegNnlAMPRinzTS4NzvIbzf8FgG4AMOSPebB6PzNU69krDzy1rx0AlnwAgH+Lh3Mef9X7VxJYCGjffz2wx0N3BCs9tJO08KSdBpgHPI4lfw8ufTm9OnuTFNlv/kzaIT/wgg1Mmn400v+Zcvmd5lCB9G/+T61H8tJWHYZbqdRv47lp/Y0f1iPWg+idph4BAEb52m4dn+RxrocOcF9pDTvOkF6e+7vTIz1kT34BX+whL89+PH5/+Pnjd/ptdRDLgSYzANZ6NiZ3u5sxAsA9wM6exQzw4Slb5p8yb9bxL+/37Kf3tEUknksBsEaDCPShp5fVK7lokOm5Am4GwG3EBkmndzGn/54FAD/PAeCefFG6D9+8sZduAPj524d8runheVvtM4/nMn/ihoCs2359x/os+s0Hhvy9wT0bIp97D/wifQBoB3yRd3e96w+I5Qx7HsC+brMewFE/qa3KijQ6ALDuAN7TivVsSWBJYEngC0tg9AXqbNOOLsDPlrfStxK4df9+mLwP74hhRbWPSM/q51C+NwoBvQDwnOYtADwnp/XWksBnlMDQvn5YpRcAvkTUCwBv1x9fDQDD25E9FDEuPxoAsw7uAWC85yHIRwFgKafeJRhs+A9O7h1e7t4YAJcNz8aTtfZGu5FYd/V76+ujAHi8YZnvhJVDCQWu1vpdCwBHG8gohccHvK2uBYDh0VvKLx5tLbQeAWCGIX4sAUAzAC79TqDEA2CRrZev9wDWuz6xWZ9BsUJkB4CLt16qzGuCpq9ZqAyAXxMA9uO6hdW1ZXjvew4BLbDKfuo3KF5jNLCIwKyf+zy00TxynzQe5qnhWrcrA2DU08vB19/3sQfAYTsoUW/8RvKvurKF6WyPPeyWZz409VkALOmlrY/fW02M8j2yrhkBYA+mAdA8fGVZqTYSrMXf6Evu0yI7B4AljTwr/XsQAPcA1wgA1/ZlPVcAnEJAPz08/Ez/yY8/XAQPYH34yt65dVL09el5AM8AYJUn7rrPcpPrAPQnAMDysb+jvehvA1rNjrCHcf13lkfegNjqXdGAKfWr481gejlj0Hwt2QJgzpwB8K/kAfyveAC7u4p9ZUYAGO/LnIuQ+5wHDsDwe/y8B4AruL0uAI6ELWVt9I0OS9jYqocnmvrnEwzfSoj+DK4HvQofdb8/dSsA7OU/Xk9ZigWAp4bnemlJYElgSeC4BG69wXkWcB1v0UrBErh1/95b2mf1ayifwzthJpGZTdYzsru3ZyvqPvIAvdFVjmdEdyhte0L4UNLNy7fWiUtqd9ABalPEqP8vqdNKUyUwtE8nhTWyn6Pyb51+1LxR/Ubp7/98PwTa2fp5j9+z+fn0ozs8R+Xdun6j8u/9fDQnjOb5I/rPZeHfAEXXl0PnbtBSULst2+hB9lTUtnUWEGj32Q31o+324AHpL/28giDL6eh8uheCVvMbmJfq4WQbnX48bwCPu3NwVEC4wUhCl7sk5Qd63juwAU/R8rzEIKWN9LRbXIBb/rjdaMwesLyom1igiq7FnjsiXBPwtp3txrG8EwFaiKId5zHARj0YdgssxY889/bgW2/8BACnGQudEJLaV7Ro5HuN4YWmepQha89+iSzYK29T7/yQQzyrDCFoB1SKZ5ocfBCvP/Q/6T+vdfE+PIDzlaSmi/Tir5fktZXv8P2d9QbwRnXNyYntEtsvrRP1FUKb9+y3v0PVdIyS3pg9AAAgAElEQVQAFfVf3O/Wm09Pj8VDsoxl7ZuaF9vQvVDPvhyGcwxVARNZL1H/bQjouTsuG92kP/bmAdi2Xj1t4H5vPGat/3Od6F7VJjR0+lzvMidPW06n+p/eeUve5JLX3hpJQvDyjwfi/lnUb5C3lOdDWPf0K5qvorV8b15DvVoPRwGD7cmi75ngVf3g+0a3B5N8PzfyUJvRTmiSPUNpef6UZP/Pz3f1BOYftZ/uLmvO73sOJ6B6nk0wdKinf2W+yS9sI+wwoN162yZptOM62y/Voey9XMtuZatQMLDvom/VFpvntfesBlC0cuL4G60uVnvtZYq69mSEzysAfnv4le4AngLArr9788QROxrVc2tHkmz31k64M3iwQB/Jnfshqlevb8yeWr9Geeyla2zK4CAgXOT9uOtHQhll2Lay65GdX1sAeDSq1vMlgSWBJYELJXBkA+mSIkYbxJfkudLMS+DW/Ttfk9u8eVa/hvIZ7aB1mjXa2D0rjdHG8Nn8Z9OPNiwn9tdmi7rLewsA74t91P936bQ/qNChfTrZ1pH9HJV/6/Sj5o3qN0o/en7mC/oob3u+APCcnP7Mt0brhNE8f0T/vyoAljZ6O3MvANzTQr9R7u9o7W1cLgA8B4Ah9xEALu+5fUjbaLwdAEa5sh6yPWv2JrN/XxsAi84VT7JcgVsBYB6DIksABoahMwCYvfn5/UsBcJV7CzQZALOtYOj8nqhvDUheQ+M+Elx+TtGeX17knsyEitOXAb7L2TrVQ5lqq/YAsGi9h6aqNQiNGawLGgBb6mgAadvv1auTZaRAywFgXYVkwVwbAKNuAGlbT9ttqFiVAwCrfAFLIn58tPe83Veol0AIf14ArrQ1y1M8U5PWqrmV5wXe4q7nwFMS8BZ1YTA8AsACE19fjwNgP794oBvJAJ95uM7wsj//tIcBuPwInLMuaXkAYRl09wAw6sgwcgS7vSw49HN5hgNJ4gGawxkLAP7PP78VBHN9eZxw2/AOALCc5nl7yweiBiekZwCwjS8rxR968QCYx6Jw2b0Q1QDAfkyUduTxMgLAbZ/zXevxdxNuA/q19z2wGZcyN6b/ntNBhWsBYK8j/u/oIE2UZiPDPIF0D9hdCIA3Ot0JHd2uH2NAj++me1FBegAan4+uApkBwFzXnrx66/UFgEcavJ4vCSwJLAncSAJHNpAuqcJog/iSPFeaeQncun/na3KbN8/q11A+CwDvdtwIAC4AXMXXbgDeZjwczXV5AB+V2Me+P7RPJ6szsp+j8m+dftS8Uf1G6UfPbweAbwt+0a5be9guD+CRBu0/7wHgEfgt/TuagKn4PQB1rhVR6hMewCk7vmtXct/bwObSr2cPsOk2aoeVHgFg+by9520LBb0H1dF+uKUHMNt2gWXWD+Z1Yv+NaztSzz0PYNgus8HSH+zJtHdrsGyrt/3SAOBxtcsbfEctPjS5sJdVzfAoAN4b5wyS5Y7e6I5gD4B90y71ANY7c3PnKThJnnPfvsNbM3mz5s5vvGF1HFgN1HlfDm5klWdoLM/LfbwBeNMMXKhvDx1QbjS/SZ9JCFWprvhXvr3m8JnqGQeP7Qx48ga8yBfPGAALB3p+Ni9grnN0ICU8pJK/AKk3HwEpWJUIaErz5W5TFQMBZoapCPdssu4DYHnOcFf+zTIADMZnHEJ4DwBu9MzLNfi7BXA+NHLWmdzeAj4R4hT65u7eBfT8rS7ldsCDwy4DEENORR70xVT11NWX5Ya0BfZlj8k9D+BiK8iL2H9mByDq/MJ1Zfky0PZy78132/koH7RRu7013FHZCsBJLq0+5HHkIkJcAwD39C4CwAywoMtPaeD/80/yAE6/q90Ixkh+uBm3CSSHdoXex+yDQyx1rqq6BE9c2EM5yeChd+bM2q38rIP8cvfbfDgDgKt9aNcxWHf47zd1PZLvgNd62diMwK8PTby1gVZlScsewP97fnx4TmN5FALa67tf74zukB0BYIwfb4cROrqbP+zHwENg5InrIS7frTu6I/gSALyx2yOHXde+agMt5La3jT7/0d8LAI8ktJ4vCSwJLAncSALX2zCJKzjaIL5Rs1a2WQK37t97C/qsfg3l80kBMOQ+u1F8q34abfAtAFwlvwDwrbTwz813aJ9ONn1kP0fl3zr9qHmj+o3Sj54vALwvoQWARxq0fT7y+pUUs/P6Ef2/HgCOoGh0096ebHZCQKdkXw0Aj7TANgL7AHi0juL8G/0JQvUeWbKK/TbAtw0BjWfyuweAj9Q7ktFnBMAsX4xDHmcAwFF7II9vRCaQNhp/0Th/J+hVy68AeMZ+lLp1Xi4RtAkGMQiT9AxwG0hGoVg3G+cOAPNdlgAJkvc+AE72pQDgFMI4CdVvFI8AsAFXAxcCgA3GVPiLuzK/DQCw1PP1RULHGgB+e33VUVzXPWbHBEAyNCj3UXYAsISA3rPdArFUTlkODfzVCWLr3Yg+V8ibTU2Faakdqe7f8520Zdxnb2D8vQ3RbG3tHcDx9fL6UPSIZK9w9yFf0Eq23uSYveXlHXKB9ECT62TevQkop3HjoaUfo3uev41ncE6Iz1j/AWR7ALiR4QQAZtmyx6/2P+RAOueBtU8j6c4AYLR5DwBnDh9Oe3zvagNoAYyKN2zV00a/aKxGIZ6bQosHcD0eI2Pn58+3h5/Ja7wHgHWMOBDOdYjG5vc8JmVwlSsLdGxUveW+iQAwbF+dd2trLgXAZdy7sPj43MZoDIDDDtQPKwCudsX+hcM99u/2btoRAJY0L8kD+H8pBPQvGbfJU352rWvjwYcY3z+FNguAaxvtIAl+LgHAM967tW+sLH8n7kweNwPAO1C7N2ZG+wA9PVsAuD8C15MlgSWBJYGbSuDIBtIlFbl0YrikrJVmK4Fb9++9ZX5Wv4by6eymjTZh4o2dvICWNaYPUScn7rF5cuD5kcXzLfpqtAH4pwLgUf/fQta3yDM4DH6omFH/H8psvbyRwNA+nZTZyH6Oyr91+lHzRvUbpR89vx4AnnCXG1Xmguf38gAe+U0C/926fheI7GZJ9uaMo/O4ByjjSu95TI5T2xujXuV8jpXXuztPcvRgCp9Ftd7b1N1vZa++c232G3jmsbrd2IMc6/utJ9xeHUP9YQ/BC0zMHgBWORcAZTUroQMJ9Fl/eDm5jWECVppRXld3AXB6bhvNFnYXP/Dk3crJPIRjnaj3cJp+vKuHqP/xY0r0rr43p8/+jto9XZVnXA+AX6uXlVdCGcsmfgEnI7ed2rKZO75RZ/kt0AL+1gpRqSiRD8ZiDwh6L7EKSmLNrsBcJVVeEsBrZSRPN7mDl0Ie60sERgvskvqlz+Ve5BTkVwFPBC/twIMAW8GGAI5ex8x7sOiERLuV72jJE/pXAqkSElprnF9owU+Fuwomgx/Jp7e2UO/6dH9pGZsEi9FWBhsbOCz1Isim4krlMZhEegmbC4C4F0o5sqvlYANBSh/iufydgS/KaGCXu3PX5Jr75SHF4BYtcPeUVvn/fnh9k/4wz1/TkzYktNYzfxEtHsPO89zn77vMt8tUMLY3HoJHeSOygMCmKG9fPusx95fKijyYe97CEZhHWm5LTw6QN+ol9w1vbEAa7BtozKZK7k6mukpekQev9neCrfpujiSAclUOZe7Bc+qHlM4AcAoBnc4YwL5ijGiZ5MnLcu19l4AdhApyGvt3HwCj3hoyPNtPjWQBe5btgx4P48Nc6s0+M+fUecwO2Gyvy+B+ZjmGhsl9yN/vea/Af++f3UeQ+eD57eXhf88/1ANYo7Knz2bvlB15/Po2HQLAOYJAKJfORtZ3miAjj9hRfSPwa/bugsWc6vaMztQWNvuQJ+47G+0DzOha1O51B/Cs5NZ7SwJLAksCByVw6w3Ua00MB5u1Xs8SuHX/3lvQZ/VrKJ9PDoAh/6MbyNfqtxEAXAD4WpK+TT4Xfs8olRn1/21q/ffkOrRPJ0Uxsp+j8m+dftS8Uf1G6UfPFwDel1DPA3iEzf5mAMxLihIidZ7paIfcFwDPeAAf24j60wCwbMRhbtx6MFao+T2DpJEd4j6XvveeqbpRnvcMuXdGvfDnAOC+BAu0Lp5l+wBY4OM3ultSNyYnFrLw+tQ50Xlo9moXAWABwbU8AyEKPOFNSIv9CGTznHik3urZ6gCw1FuaIxhTwilrVTJoVbnkhlWoYh9A90fHG0IAnNr/pgcAzCga1MBdsVByD2ylfubJLgAY4YCj70U9ABxtuv/OXn+8zn1J4dDFI/49DzhA4NLHtJEeAWAp/z27UEahWPUzgdipbAPFta0zAJghGeTn10kCRuSzcgAj34vLoLAHExlMq12aBMAeMENeDB195Id3B4CrnlUP6ZeXF5VVBIBRBgPjqB6+Djh0wB7Jqu8EWCIAHPaVgzJcPvSU8+Y1NfeH6k2Gzuyl2/MAZhjYA8Daf/lwgILOHPZ5A3dpnhKZIFR4s/5Pem99kMet2KwmnIKNXZ6/oJ+qjxlgyvMnnT9p/OchMAeAHx5+/vj28PSDQJrYBQf9IzlHdhoAuN6tK2PS2lLnT9i9NgQ08mMArPY9f/FOWquvAACXPjsAgPEdvkZY2K4Atv0ZA8a97/PnADCOFaVIBAKAf/UB8N6dskfB6CwAVl0o/VJte9GHSQDsdWxU388JgI+sIE1Co32AaFxFn3l5LQA8K7n13pLAksCSwEEJ3HoD9VoTw8FmrdezBG7dv/cW9Fn9GspnAeDdLh4BwIl9s3ur0G75vUORZz2Ai2fHZQc9ryazBYCvJsqbZDS0TydLHdnPUfm3Tj9q3qh+o/Sj5zcDwNjTvfH4v7WH7d8DgKWjDlJap1wc4QOP7gWAv+c9nvcRIWzagI2hmQ2iQxlv7tybDQE92tisz/seotbEUX33jzT4jbwKdiz3tMdO7k51A3hcbu2A6AqJsuFIAHhk0/j5HgDmO3i/fbOQrd7Ds1+WCzl5oQew5I+7Dg2WjPpxW6Nyb3Gug9w7WMFgHdPN+CQPU223X8jm7wWICqp9nD01ZwDwJgJQEiw8gFvAn0FD+vA3wEr+rffqkkliYAIpPHY8UL2UtO50gMCD3QqAE4TSPrGC9V7HDNYrgKh6IunUQ47quQUWeF51RiAutweQFXah58GtkEw7zPLyALjCS6FNAoi24aXRl5bBFmFLGa8prLQCVAHV9GXA6rz18GN5yzseFNbPsqCSYsELMhpjHmwIxMOPB8A2hpxnoAKxBDr0rEL1Nu55o/pQxOwFyWAS5XiQKABWIVgBmJBr9vQlsNm0190BXAFL7RcDwD+0L9Wz9nfC2iW0t7VbQk7LM3iu4s5nCdXOoZ9ZTrNewb5vfX8VsErhoAtAzV6zURr0m6pzHjSR3nBa7pe90NC+zhpGG1AygNyQH9IlB2A9j/KeZF0OCrjBprJ0HsA6tvIBJrRF6vkonv6wP3rgxP7g+Y3lgHr4+V8ONPxIFRMA/DNNWXoYpGMHOH+pOt71cjf94blPwHYeb2UCyPUNrmTQeueDNd5GS97IX8vFwSNEs+AJph0YNN7tn2x/vXz897Tt9yZffwsBDVUY7fMc2UcQD+BfCQC/yBilw2wzd8qOgKofR3sAmPsCAJjHWR0PMld01odug+hoiOrPCYC9FMd/j/YBdHD7RU+Q7QLAY1mvN5YElgSWBK4igVtvoA4nhqu0YmXSk8Ct+/fekj+rX0P5LAC828WjLwYLAMfiWwD43pbja5Q/tE8nmzGyn6Pyb51+1LxR/UbpR88XAN6X0ALAIw2qzxcA3spq9oBCD/T2PvcboAZa9yDuOQDsW3ZvABzd6RtpqgfA8s4Wvgt4/RgAjDqyB/VZAMzt/q6hdRkM7gPgktaf+OsA4PL+wAP4UgCsHq6PVmd4puHfPBbw70sB8KPb0fcAuPRTDs9sIKOCXiRXsOLOzRwBwA2wpY4EIOJqioey/FhX5RDkBGR4rSIAUL08JRx4hiy8+V9gRIajrEMKawXIJ4Dx/Cq/0XZ46/YBcAR/US5DXKFrHrJy/REa1/oZ+lBtWHTHM7fvdw7hq+GyqY0VsLYArncXrUqaQiH3ADCHYDZgiJNvg0NVEwBY7jYW+yQA2AZGDatc6nMlABx5O3vd2M4FJmP+KWGck4dz9Iz7oXevcQ/qcX+MIDa8zEcAWPqvgl4B6QhIkHUvg3fJh+d0sSO4dxoRDPYAsNZdDj/IwZKU1gPgOj+0+olDPgKAfyYb//PHYwLAklc+QJNVw+s38gMA9oAWtlXaUQ8/VQBctoeSfHgtHEU0weqDbcAsAN7e4VsPQMT2dDuuWvvnn7cnUZXN3ggAvyYd+b9/Hx9eAwDc65/ST5OkGfZbPMl7P58JAEsdBX5urxJpaz8CzJ82BPQkAPb9vDyAu+q7HiwJLAksCexL4NYbpCP5jzaIR+nX83MSuHf/n6v9OPVZ/erJp+z3dADwbMjls56iYwnsvzFbz00uo9N6CH82+P5+7/ZPfl/Y+ZJwtgdW+iWByyVwO/u953p6uafj+KT5UVmcdZHdb8sI8HZPfh9txh/2/q3t+sXzlpPzaPz01w/XGR9cfuTBWe7IJA9O9gA8K+dNeNKDeohwjuNk8UbbtQHvuB5lC2nn1RkP5rmSvEdsb70xOijnSxv1u+hN7845hMKdaQFAK+wgbyBGHkVR+8zDs73zd6ZsfufS9NuN8f6GL2+Ul3YMphcfAcbf8SvehvLjPYeqB9t+AXE/13CZDdSFd5i/D/eAsGt+dkcu6r61kzUEK95hfUC7UbS3o9Ar1tMyMgXspG5iXYKXsNVDPAKTBEl0vfHTHycIcRB7+MqBkNdEsQqAyYAHbYSHZhOuPwMp9WbNEPj5WS4HrvcFiz7+Fk919FEOsSBe5xpqF57lAle0zBZkFXkSAIvmMLm7V/5XZYo7xyW6QKoPgFeObFDvUE7SfbMQvij78TEO1L0X/ljK9ffpel1gz9rNHb4uIoA/sBIBNK/meEfaIqGH8dOEWKaxifoAwLH+I205OJHz81DPw9WRDLjOPnw0y2fTNvLYZvBa6skHGwS+4s5k5/ks7+9BYNxF7D2mOd3eHcUeiJtszSbKYRsGx5GZ8uV7fS46RW3kz77JeNMyqzf7U1KFfxQA1/HBMFnS+wMuXLc38tAHiLb24F568TA3WMc6xDYwWU/NEmBa/o06WAh9K7Gs/3yEjFyhmfUTj20rs5aN7y+9g5pFltnWVjvbRgzY2qB2XuO51epgOfv1gnz+nOzu8/NjugO4egB7sFlAsItgIXa0/dke6uO8jnoMW942/6p9TvXdy6N6SFs9+pFgXEQUDXHepkG7eiAYEUa4/dA51NEDYL+uGv2N9uM98fzf/emFyHOeH40eJKFCTj29LGd5kiJcvhuxX/X1dElgSWBJ4I+WwL3N51lA90d3zgc07t79f+smntWvBYA7PbQAsApmrT5vPYJX/nsSuJ39vg7g8nVfAPjv0OcRoDorhQWA81bMyfMP9wTAM5uXt7Nvex691wfAI30/uo7YG18iMwGMewD4XVy00s/II8QDYE4TAWC0cwvvrgOAa/6dAwUONB8BwO3Gad6czuOrB+7rXct5PKIjEc7VAWCUcQsArOtRB37aNrGXWqyRswCYPbC5z6seU7hmH144652xXNu+xQY17ncU/Y4ALwDSU/LojD3bartU/x0QqHlamGWeRxqPwrQB//Kaxoi8kwCohtPOdZJsAYAFtHpQXu+TfXhI0YdLeGU9eJH0QVpcNrbfANmt3hKCWGXbAcClLPJYBODisdw5l6xlKJTDrjk898uhgQqAbaynW4oHADjSJO/16/XQ+rxCaf7bb/pH84SHjhEoYOjpy+J5pUKS76Vf5fkMAPZth15AdmiXvw/Y14fziTx+49Fqn468eJE2At97Zfl7hH0duA0sr6g+DchNUKi8vxMCLLpPuVeOB8V6yEG85DMAlju14c3+4+lbAsDJCzhgVwXwk/HxdogBsNgvsw3Jk5kAMN9RDl0Qb2oAQdwhH40LtRC4Q9gd6uH3/bjwOu3HBNoBe6F5kfz3IPAW1N4OAMvBm38JAIuMud+12nmi8XeoMwDWwzQEIHmOafXo6CJ6HgBz+WZ7+VDOuFwPvrdjsOYxA4BNFykSRGe95O+eb9eJMn7zFQofDICh8wVoLwC8NzWsZ0sCSwJLAn0J3G6DZU7qZwHdXCnrrZ4E7t3/t+6Zs/q1AHCnhxYAtu9P6/jhrYfwyn9HArez3+7Lqe5aoiKR0svDvcFgz68HgMdfnucU50IP4K8eu35OOBe/9VUA8MUNrIMhyGJ+UuDxe8QD+Hi94xDHIwA88gzph03eCa1H96eO1mdn7duMB7fM4biD1zaWrgeAZ/upF9qvtwEYhXCFrGSTDBtkZaM07+DCe0QA8Le0Id3AKK7sZAQX3z7vQQJIfKkHb920bkvqAeZRiMQIeEeeNrapb2MGd9hKDfxGOPaXfT0N88n6sPUARisAgMVTrHrn2FPVRweSZ/RIN/ZzyGXNx903ye2IAFjtKwOVPe81q2Ps4SXVNllUG2jAwf6ueYqHk3m4AfqijfK3es+RJzPrtvQXwt4CzCJtIzupRQapeH4EAL++4dBC1Ef2TPp5C4At7LP8JO6k/aChb9NHOcvc0dWLmj0BVXpUb7ZhBVJnKGJ90R6ukHcETNc2174q/Y542AhvHQBghVrBfa/INwJ90b2y+Ex9krMejMAj67uHp9bmVp8iL1geA94T188LHmZGsuNyxaM4qhfCdKt3IMmvB4B9O0cgld9X/aLw2vwsAswYh1w378HMANvLINKFHsTXsR54cfv67s3vkfyOA2DTFZnvFAAnk+4BMNsnrbccesiGAvZU7ZR65qaxnPS4XNEkB0Q8AM7vQF8iO5pYsf54sAmZ7+0rwK5HafGZ2XqbS6LDSz7/3mE87z1c6zewL259zId1xG223NnuvsbJfCoewP++PD78kkNquhxr5zW1gXmxzOMY8LdEUdDGt3ef+/o36XMlR2tSHmejbbBy13zOmw/lQdfkt/ci7q77nN1rx3w99Aew/z0pahQWugd4e+u03kG6Uft//34tVZT1ZmmzWz80+ih91vF4LzYpq98KAe1nhPX3ksCSwJLApATObrBMFtN97chke7aslX4rgXv3/6375Kx+RfJpNrcvCAF9683xIzK92JNquPKzlf0IkN5bFtGXoyPyG7XvSF7r3SWBoxK4nf0+6gG8APDRvvuT37+1Xb943rqa0I+Oj7jgWQDMqS+T7TUB8N5duajpPgD2G/i9bjlr36YBcAETXxsAew+JBYBbzeoB4P4m6ccDYGFze+OjBw1svU3glWCwPOOxEAFgSMqeVfjp01o5redqTSv/svDRgJUjAGz5Ww6o/ms6kcEAGG1j/fbgHOkV1HQ2ys8A4PbQgdwjm8AETQPi4Ye+gXxs41wAVPovZfDyUsiret8VsJ3eK7qp96VuD8tJ+1AGvOKszTW8bdRX3rYqEEOI2Qx4GfS8vNim/R7A1Lq4tNI3HgD3QiRzWqRDPY96wEZ1KfoYhD6OZNTzEO4dWBwBYJThITrqxfeoR3ckc5t8//WgL783A4DFs9uDvz0AzHXyHthRGGjWKYzrKBR1kQmgK43dqF/QJ70DCKinlo/+JwD8lDyA/5M8gFMU6AxJZTy0oBCrl2TF1A4xAOY7igvczcAVNqjxEs5jifWOAbDvX/u7v77Ue979gZocAlttbb4fXIZntE7mPYty6McdFvJ66vdJ9uYPbg/K6gFg33aprwDgX8kD+F85PTMJgL3nb5FPFoC3p9H8EIVyHu0fjrbBrgWAcXBvb10QhXnWuSEfwKrjBofbtoeHFgCOR+P6dElgSWBJ4I+TwNkNlrMCGU2wZ/Nf6fclcO/+v3X/nNWvaIO2qXPeAZjZkL5s4/a2Epqp95kajADpvWWyAPCZ3l1p7y2Bj7PfHvCOAFj8fG8jYV+W1/L49aVMegAvj997q/onL390ACKufg8A423Mz9iAnBfCXIjjYx7Ae+B3r7xtrWfCP0uqs/Ztdv1nwCZq37F2zffP3JszIQC9V4nmPLhDExvjFJAwrFD1CuUNcnhyBP06cH73+Y1DUFsZfh25nUfw3vYuPa5lz5Old9d72bju3avrQhh7kPmO+y5dhYsnZ7pLkMMee32PoC17+c7qt8igBZiQV9thyG8DGNz0G6/rLbSrldXeXyt7+fq5k2O545LyZy/eaFPe9F28gAGhs7ctedVVQN1WnAGwDhOnr6i/eGYDGvS8jBW2kHLJnaaSP3EnhbOWpx3AEbj6qoRa4s/WQzn6jvN4rnWxkM0yVgQAyw88fPfsY6MbqUzUle+QR/UZSAICeniJEMIM4Did1st5pEaQODQ0nQ97d8D61/fuweXQxx4e9u6v7UFWyPsoAI7kMrofuAfC/dgchVyuhwxqKF31cg28mEfzrbc3R8JP63jb8Shv7XQ9ADGThgEfQlfLZ5vxncbYzwSAf/5MIaB/pDLyoGAALPVAfjoG0piTUSdjWw5y8JhpbTFs6jb6Amxf8d7NhzxQ1kaf4eHo5w1cLUAQWPNO70UHX+DJjHlXy6ODQdcEwFyGb4+fF6ueVfv8PR96eX79/fDr5dvDv0nW4m8taxWE1S+yzxlu7/y1N8QLWO9Vz/PvEZvD747uCE4WfzdrrX/uH9P/PFe5CXTkAdwDwCVd7/tp9oAe3T088giODshpe/Id8l0h9O4AzgnKekPvfIi9tfcEvDyAL9XslW5JYEngr5fAaMF3awEd+QJ767r8jfnfu/9vLfOz+hVt0MravCz7LgDAfGp8eILwxgJaAPicgEeA+1zuK/WSwL4E7me/FwBeurkkcFYCswD4eDm3BMBRiORjoPTzAeAeuTzWruP9tE3BIXFnAfBmHlgAOG+8tv13FACbN2sG3tmzqumxKwFgDVEqe6By/yv1HTbwpUwFju5OyDTXBgQAACAASURBVNH3m8bzSvOw2svvaO3Qy68H3FvtzXd7ypeKtCHNMHkbMtrWDxEARv047235rYeyvIvDpCJHAbicP/KaAcDmMVXhsr//V2T3Vl1ou6G2GYhYuQkHpBjQv55FTsn9kH4YAKsHH917qTCKgJCCqKwPkDHDn1aueZ3mADCK9t//BIQBawsg9D8MMhnMvb6Z1zAANafz3r6bTCc+GN2he08AzEBW5Fe8Qklpewc79sZgBID5/T1PWB0PGcb3AHA01kffJ24JgGfuFN4D8ywPQH81ReRNL2PrR3K//UcA8M96WEVNrozrHKO9AcoEgCPbFNkpta/BfexHAHDUP3zgwusC2z+2F1I/8TjmOs3csy3p4hDQYr/q97+q79uB7D2A6/yD9dYWAL8kAPxvMif/pr7QfpB6PCRvddpsKX3dCRUMAIxDfaN1VM8EXQsA1/ln+715rwxfb9ZLtbeFrHfWqR0A7Nt7dwDsNtJG65oizySQwZnDidllvbIksCSwJPAXSuDe5nPW0P+FXfMhTb53/9+6kWf16xYA+NZtPpL/AsBHpNX/gnMul5V6SeAyCdzPft8ZAG/3Dy4T4O69xTVEFu5UqoWg/evr54WC/xTJRuOnv364vP856oVs9OOH7wDGZ/Pzsw/x7DaEmlNrFeCOPICbTgpO81f5BOVJ4o6Z+CgAPFIy7/G4ff8cAB5tPPLmH3vyzq5bex4l/mYSDw5LaMzisef7D9BzJMFjz496ACP3Hrjtld7z6O15smzyyR417w+vxZlaNkn9xnm9y9fG8fY+3xhUSv+ah9q3BBPNM0+gBQNghB7luvVA0qgX+h5YOaXUQYYrQe7IYxjlcH4MVRmGNfWWu3AVcLcGAYhRdnH5kcgkkqfXB84P9lPu6IRdY4Cu5qie3LX8g7sIxWtMAEcFSnafpvxgtxmHNHDXswB8+cHn6q2bPIJbeVmbxBv6WSBwqjDSqz5UVptwB9LmcK80T6huf3vKumjAUfJBHbSdJHy9Lznp8xuAoD5Mmpt+i9ed1Xsb/YCB3AhGqi4LKEtlCQyWOkHHR6CyFyba+j97PHc8i1nHtN3kIYl2NTDvYH7I3zzCa2hsfK6HMgIwpXXJY9z0pl0n9iAx19WPFV8Wyojk27s3uVfXqqdVcxgcc1mzXr/cN5Gn9R7Uj/qsp6eQ7wwAlncekwewAOCnJxlHZrPhyQkZo3zocQ3ZbDYESyEJ9cw/HtBWe5DKSJngdaSDjvh+KQdjKLQz+sDrPPQeh0Ka+mTDxfXnO4Q5Tz+3tfm0pXoQyfY7mje288+2FWKLpB+ek+fvrwSBk4ms4YuTveJxBGCZAyJEIsmfxSGQowQIlRzJr1cA5v9uBbKiRAe3RnDZ9N30y8t7U17HA7iU4dbuMx7BWEPxgUSUi/Rofy+SS/cO4JxRd72Q2z1aBy8P4B3VX4+WBJYElgT2JDDaALu19EYG/tbl/+3537v/by3/s/q1APC5Hhodz1shoM/Jd6X+uyVwP/u9ALBp3gLAX3kEjsbPAsDUuwsAH1b1owC4tyF2tODPCoBtM3MbTnr/O2o/9LjfeNwDvwijyGV1N2GxofrNoI/8RJucTwjJmxe62/wqAEbfarRDhLAkAAwAKymwGd8LUVzrtDcP15byBrxCDnc/sN4pm8tlj67R+p1l+S25nXVBV2p0tNbvHXDhcRPf9RvLVeqj3rC5MO9BXe25pf8ebJxHABjt3IznHMq1QhWD+Arv9RlLKOtxKvMl0Q3J6zV/BACsBwFS/R8z8IBMxaPP4JQlSEGhFY5+SwLsAWCEwmUArP2jkLQC4F54YoA+CQnNQAz52ljehuqV9/lgDc+hI3jovVbhhbwXQrkdzzEwxjszd/1GIYf5igBuD4ChB7psxxncRuAXdeuNnd5zbwN8v5jNau3DaL3DefK7e2Ca5d/7N9L3gL6ORYLz1wDANr4dPJOxlT2AewDY67XIcHMMLB/I8Kt/hCyPQHsEgFFWa0ftzuHI27e3HpV39y7oYACsZQbeyeN+3H7XqeO8pobKcQQEn3fkGVwAcJpyn5Nh/CUAOH+/+v7tUcM613FlPeIBsLzT2IMkyOgOXA9A1aa6wxzR+Kl2xMaVj+C3GW85BLRvv+pUFpQe+goO4CDNXv1LvqMrivLa3R8YjEJPz34mZV8KgI/YoT29XAB4PGrXG0sCSwJfVAKzhvLS5p0FZJeW+6eku3X//Cly+uh2lM0GvxM2WRFsTIwA5byHTi2Y87wkPTdhVL/J5l782miDaNS+e9f/4oavhFMSGNnHrz7/jNo3JST7Kjn/6qd4c7P1kWq1B0NzjLVS92u1dwRgr1VOLPSuJ+Pg7qOtR/Gn6NQPq8TI7o/mjdmKXm98nvMElfqO2hy3qbetF9dH9ZF1L28Mec+oXgjAKQAZ5N/rj9lQg6P+HG2O99L70LO993qgdsZLg/OMvF/2IHDv7rfRstVvPPp+kzL5vlU8954oPQ9w5D+qB9q+9fCBt1zVU97kLCF6aRNU8sI7o01R34+99yPZi8y955bdx9r+6Nok6XqUNzw0G76ShGbrmTpmGTBymF4PVCJgwBvoXv979wAjzXC85Et5Iw9y89QNQhSTeNi70QMxDZud7U54h2/xpjV5RTbnPYdi9XcG98d5H06YXrnnUGxSdOFPvfmCgabmlwE6Pkd9RX8BgHsQVPb6JVSwOA2LfXp/Tx6zaStdvHj1ilHxpC0AKOtSnjx+I/R0FsS3p9pPbynDEWCF/AT3e3jZS+vv0B155XpYO5pTGFyiryQNwklHQFY+w13FkiYCnQZZ5I7tHEo2/y3vM9TGWGzzkJCz1pfvuMAaMs86w7pb7aApt2/zcDzmDNguRPn09D+SYTlk0gGrln9c39qeGE5Vm7h3OGfrTby1FXQYxt0P3Ot3lkHPi7i66NrblrVFSXlMQ+afn+mIxaN5AMuPgKyoP/fWoQxde3bD65aH6lKufMZelogcwHMq7IvXM2tbhpEUQQBLtK3nKcL/yyEN69tyxcHmsICVtjkspBEWEC2ihpaOw0X3NNY8qWGW9VyKrFnS7+fX5AUsYaBTGcVM57ptxtHw61+rn9EhMNWMnP+ZdSAf7tjM1x2PVu9BzGB67yqQ3rpx047B99CRPPq9Fz/hQ3KqW+4AxvbAXl4nOpKPee7bwMV7AeCjPbTeXxJYEvgyErjeBlbPYN92g/TLCPrCit66fy6s1l+fbAHgj1GBBYA/Rs5ftZSRfVwAuHyl/2JdvAAwNkfCjlsAeFefRzB0AWCI77YAeDYUc9OZCwB3dfujAXAPLHxWAFw3WLMHzwQA3gtBOAL0UQjFMwAY40U8S+vGeVYHAsDoF3hyyhsWmrjOmxGgr5vIlmfdIG/n248CwKP12xYOSK3nAfAmNHkWZU9O0cBTkOnuRpb3Np6ajXcYgD/sq3nTjn5G/efBsPXhtu/0I/1YQiYnzcjhoF+ljhKGW3+lOmZbC6DOAFg2x+G17e14FM7V95X8DYgKWFpmneyR5sGi1rgD6uD96POIDjd4OUfAZBcAp7a/vrJ3fryP5SG892pGPVhX7N8GgKP+E69s6JcHvZCXvws4ek9HSsfzbwSMexDey1r+5rucpbw2rbWzV56/GxQgUiClwc2t1z/LFFB1D4R6UA25RAA40r9ozIIbybiRMXMpAOYrOnw52jaEHN/ZCImgN/QKAJjtVTR2Re6978oRADbPZ6txO1fkzyZC7HL6pu1ik+SOd7p/d2sXa2QAHkPtOKu5yrmWBgC/JAAsbcjD2h/AKTo2MtnuexiA53Y8WkGzADiqj3xm//Xnba9DPQCM93pgehYAJwvfdp2D/CyPOg4vZwKzALgeBtzzW5dDBvsHbxcAjqzf+mxJYEngj5DA6AvY2UZ+9Q34s+0/m/7W/XO2fn9r+rRcPtX0W3oAn6qYSzzaSL9mWVFeCwDfWsJfO/+Rffzq88+offO95+wVvtieM2PzxR9+c/TNe5ThtRo2qse1yonbszyAR/0cPx/NWxN78VMFz49Pf4euz/7YHbdR5UZt7kiq006rT9U/87C3TTnZVGnru/X8tHHjN8KmhHrgpVt7APf795jH9uzG36jpRwFwL7+R521xXHQLsOKRiA3e4h3UenpVvYnlNOsBzB670pbqtQR4MneAwYMG9rqdAcD8jt+ElHq9a9zlWhf0d11/DDYak0ESmUHfvsstrbLZm5NpuwsArr3Kdow9gPGG30hmAMzw188zkacp5C/p/Lj24yRhn0b11FOHPMjEfvSgEANXLZN0rJSbsy9hLil/3Hu7F4b0CABmO+bHUx8C9/sbIDham/ZgpofQvfFT7LDILclYw30nuQvLfEmQRzwyX3MIZQ3dnBvEHlHyb7ujOKX/Zl6/PU9IhrIM//A5e8ey7Fh/OJR0D1hG3sPsOWy6ad6ODPw45HMkW98HHgr25q/tvJBkmTvFew9bnSQkNo8JB4DFox0wngBwlZmkryB1C7RtXmYvQbYBDIxlaNazCpamZyeQRzQP8me4n7n2n/fwt7rzOqHW1TxF5TlAZL0rfAvJuY0ia7kTmgFwNK6O9GukP14OMoalzO/vGVQrEbVDHhYC+knvABZPeMlPPe4pGoH/uztPMwR1czEOMGhkAUR/9++4ry9R2GeMnV4dRp63Oh/QARkDlPUQQ7dtBJCjd44A4DA9fTXzAPjffAewB8DIpxzfcSGffTkAoB5u+vVeD7T25BSFUma9n/3e4SO59A60jerL9RT9hr6lOBONSHrgmF+aDU1teum+Z/gDLdC73kG/Y8v0Wk1ENkoNH+0A9PR7fb4ksCSwJPCpJXBr8/bVN+Dv3Xm37p97t+8rlq8braMdNHyxxgnDC1cR19qobuTMq8JBOy7bVL5er45WXyP53Lv+15PEyimSwMg+fuX5Z9S2YxpxW1B5rC4zb19oMEvW12rvqB7XKieWyQLAM7rSvjNj8/fmjSNXKMyP0QqA4/zrTsWo/N7zmXZvpbkP0K4NgH2o6OO926ZYAHjrVcJLOr8BKNKbWbreGgDv93vVSaz/vDds9Z77WACs4XcbDxy7azWhgNSkuC7Whp4HYd4ol/tc1WNSPOgEyAjwSYF7i4eSZNF6PUmuRwEw5N4Hl7VnovDIUQhoBhtI7QEw97fZKQMnkadxDwBz3SP7DUgPAKy6Hnju+s+9LHoyinR2BIBZV0q+VHkP3rgMhvVvuMxX1CB78O6N5W+YDGgD/NdL0tWkohKeXIGIAuDqoWyejObRCKAm2cwAYIA/gLYeGPZ38Coccx6/LIMIkHjvVD8H98C66lUGxAw9ubyoLgyVvQ6gbNzh6+tb+/ApJWVYsvUArvW2PmHdsMjcyTak/vHjzco0+9PTZc4vWZcUHrwe5oIsWI5ehpGMa9truO8iqwRQxIvX8q6A1wPgx3LHOYXn18pCce1+6Khu4nksevby8tLI6zMBYJh9DHnIBwDYe7V7/eI1HeuvWlDRhSQmuZe2hLQnmC/v8B3lpgM1pLLkB5up/bTjceu9+/1BtBbc90Pdt3odWdT4s8gDmPOKbXP9VGT0XeHhdw0BDQCMN/y4idZNJnMcgKzrrj370NqWZG3dhtZXAMDebl4KgBn8Qi57dxNb/y4APD9K1ptLAksCSwIHJDC/gXUgU3r1K2/AX9bi66a6df9ct7Z/cG5yl9LOXr8s6PFc77jC6cZOmt4C00twBDgPSfyC3cDLNpUP1Wr35QWAryfLPzGnkX38ivNP3Vip9yddv+9uCy6vX9975fhJAfC9xPGJyx3Nz6OqR+l782+Z6zsTFN/NiXJr/nyHZ61VW34OYUvqN1u/Y3P2foi0Wjurj4vw1oQB1OcIWeg8J/znvY2vUR/55x8HgC91JbAabzb+LjS/xdMk6wXnG4Hd2bN+mzt/O/XDRuzGM9f3e75L9Ns3AR/2wx6g8biKdDF7omfPDwbB1YN1rMNHPYBxh6/Xr7IhqV6wttG93QC2jWbouG6yJyDynj38fsu9vwJIdDAZtJFQznpHq5G5cmdkA4Ax/qhvQhAa9J2HqtIfuAtS9TPfiTsaX4BPfkO+FyKY9dXbTPN4rmscrk9ZAwUeWB5Mq/zVq9GgVgTBIqCFtjBo8+0arR9H68+i+9r4rZ62Hnn1fl/tHwYyenlv/SmhNemAcXjfYhmXpq+/Xg2o4Y5sD6DhVSuejTpmc3rvgcvA19/hq3V3G/e98M0MlyNZRuCv6BR5JouHq/z0+svn48EzJLsXMpnLlQMdUE14rxbdcSFsAUFr7xkIbttbD5BYOS0gRt4GVWXc1Lutt4cotiGXJQR4tWVy2ERgv4yV7KGaPWkhQ8jHA3u0oRkzepDD6iP/GZhM9o3Cq8o9xxzhQNI/PT2V9USOTE6eySipAuAK01sDN7OW8GBf7rOO8mNbPjP2JYRzA1GlXT++Jw/gbw8/ftRnch3wHnD1dlf1Qw4EuUgKqB+gPfQI+o8DAsgP80exQ9lbN6oLr+1gbup30Wp/dL5S0Gy5il1RAJwmIzsglQ4Y6B3g2XtbB4p9Dv2y4PKtV3QrA3t3dAC2d7/wVp5WF5mH/03D7/+e3x/S/xXvbGmPQGLIM9SDNK5HHq6si96eRfp0BABDXqhjbzzUvrZ5MbKhXj57db0lAI70fu+zDTC+lgdw9vj1Za8Q0Ed7aL2/JLAk8GUkMPsF5tIGjRZRl+b7t6S7df/8LXI83U4CwAx4ka8HwLPljUDwbQDwNoRjzy3k2GbybKvn31sAeF5Wf+ObI/v4Fecf+8KFDa1z4GGsExeSiHHGf8gbCwB/lY6MDmDx/Dxqx5H0ZwCwgCA/r/P6Qb2uitpVEIwyg9l74wk4amt93odnLdjat0O9ENDz9bjszUsA8BbYbT1WPBjxIa+P1vYjAXCkH00I3lR535vYKCztvjEAjsdl1sUMUFjGkSfwLADm8M3ohyjEIpfXA8DlHbn7MVdA52uCdQL6BOhi41TS6F2RGQDz+C+buPo8+Qg6AIywsE/qRSdQUAKxU5jbYHqK1uxalwC4wiPMA+DonkhtRw5j+q4AJR8Kyd7LLL8tOK8KhbrI+yMA3OiA8+aNwC0AMOAENvV7ANjaZKWYJ13bLg+To3xmbUEEMwBGeb0H2TEARnRx1l/1PHcA2NelHDrIL8odwC8vb+oBLN6J4mlu/WCKBOCHu0l/p+dR+GV+l9O3kNRqw/pq4YerhzHq21vH7wE51EvyFwAW2fUof4ZnkXdz1J8+7+9JLqKOfp0uoJOvSMB4aSFwBIBrqQDAGB8YL1W3WwBsOszjq3oao3wGcG1+MQDWPFVBar2iPkL+CqRzCHuFxwlUF+/e1DflrnQ60PHjhx0OsoM0ZvvxGOY09WzRT24jQlpzX7Ieepmw17jXld4Yr7IzGYQ2JATAEgI6IfzUPJ1nUvse4RCQPdAlv++ezpLiqUwmADDPQREQjACwyjkf+Clp9DBArYAAYO5vDxH3AbCA6wxwS2xqAsBp2pjZ1yrzexSGuYRLx8HE3vdYXlNI+57SIZjfD/97/h0CYIzzEMyWKx54zew9VFuwzXPUNQAw9HDP1jX2yx/E9Cc488sjWM3yuIYH8MjzF234MA/gBYAbtVl/LAksCfwFEhhtoJ8VwVfcgD/b5mumv3X/XLOuf3ReV/YALgucAV+YWShPy73Q5gWAp2W2XvzUEhjZx686/4zadbxT5AtyZGwWAN6X5QLAx3XtPilmPYBHIZR7B7y4Ve95I6W3kbHnAXxrANzWc9QXWwAcbSrK/XbyU+0SNt7yhpfzAJ31+O2BJtS66wGSXzgCgCvkSF5K5I3Stssy5s1f27x2yDQDFXJy2hX0ZwbA6kEmfZtDwGpDGqBZm8YewBEAxHgo0Ig21i7xAK561G4o+zt8rcrwMKpewwrJaNM93NiltGhpDwDX9ldvJtUfgaC5LADgosPqoboPgCV8kMgHUC8FNy16qPoo4V+pfdjHTalyd8XzOB9U8QAYQEnqLeCTf7hv28+tnXi/997II7jYGNqgjkJO+3VQL2R0qQ95Hnpowe0QLqEyVAhqT3oAmOvaq+M2RKnl6Q/GRIAZQE77mTyYea+erpdu+ontioUOt8dvRa4ZoGVYL56abwlSvmVP4Lfsob+54zffbSr6g1C7rfx+692rfn3NABigN4IVUd/MAhIPbXHnLkNBlWU+rKD9QDbAf+71G39Hbal52QGP8pPvf82alH65+ZKe4y5ghk1eHhI5gT2LNSR89rCUUNIC8FleHOHg7e2l8ba09sae8ZCTeRXXUMuoGwCrB2PejloIbNN31WGJYZCnzLd0AXU0T9tn9r2k2lUX5l6iJQRzNZcf9bNPg/lIdB/tZHgczQv8mdfhTf+Ue8p/P/x8MgAsv+VH70fOskE+CM0s48uHV4Yc1c7Kc3cKPhondgVx28eSjwDgvUP0pb8a0G9h4qN5E/qC+jcHiHJf6dyM9SAOM4v+k0FjD+DGoNEfVwXAJV8JAf2ePIAfNgBYXsGBIaz2mtUx3cHtbQTsgg9xjvd66w48957FDI579/P25Maf11ve7dOeLvU+L5Emsv30B+dwB3IkD5RX7WhVMr8u67VlK5e6DtfDY/mgQh3vbcSY3rUcpb5YwC8APKNO650lgSWBP0kC3vBfu21fdQP+2nK4NL9b98+l9frr0i0AfJcuXx7AdxH7lyl0ZB+/6vwzatfxDloA+LjM9CvsINltAfoIgF3Wpj8z1QLA234dR/CIAfBmw+rKALgHfm+p77qhmhcUXxUAo4cBCKMQ0Ec9gFXmCKGKDbEBAGZN8+FdZWPuWgC4luM39gyWctjbHgCesXZ+o/EoALYDIQAo5gHcyEg85PIBzOgACANgge84+Am48T2l9QDYimwB8MbDOU9PDBnr5qcBAx0XAQCOxqh///tj204vaw9AeWO71y+8ZttbB3FeHCJXZ+0sl97nQtuPAOAIPKP+kG3kxduLjIAx48eOB8D4/tO9ioC+IM0AYLgMvyYALN7mb8muv5FHbhm36TwAAJQAYD/e5e/n52fVnxZEZuiVwzMzbOM8PPCUZz0A7D8H8IUu4jnC+jL88+X0QGYZEwSpfLkMSNlz2vpY7ry1XAzw2h8CP+2z5EmdaJzpyNar1dcTofPNo1gUWsIqW4hdAcAArpZ3ezjp5eXf0i+1fwTAbW1ohXy1Thg/HqLy51ugFQBvkWWCZhYeeAugMaY4NPRGDzoAGO/5/uR+lGcIQx0BYHkXz3sAmPNA+9Gf/Het9/vDU+rn//z8/fBPCgWNz/0dwOVbQ5KLyAdATMsTD+o8D+NgEdrl5YN6y3qAo1CUz8W+d67jgKpHeyyvQUh11lGsP0ynDWKr3y8ORub6Fzjv7qcAAOb+4jY2ZyvCawD47e2/69zQesPbHcDvD//+enj4Vw5R5LnWR+IrI0r6B+VPAOBRP/X2I/z6g/Pxc/p+y9unZwGwL2sPAO/N2wyBoeubsR40bAHgI7293l0SWBJYEjgggetvNLeFf9UN+AMivOmrt+6fm1Z+JvPo4rJmFTXagJ8p5MQ7Qf3Gm6onynNJ7+0B3PoFXK9dszl1ItaU5CNAPFvOeu8+Evjj7RvHULtIxJfavz0wyXneFmBe1OSpRCO5jNpl6buhqDongn3Vznowjpp66/xH5X/255H94BDKvP68ZN6u+R8Nxe7Bqt3xV/K7kX4d8Yi9Rt9eWp73EL5GXWw8j+zC0ZKO9bv31hiVNlr+In3ZSHUZesDky+s974GpUl4GwNBihIRtluZB6F88r6F9BTzUVL574EHU2uGKsD3cgM0+sim6FwJ61D8JZdNas3rIcb/UNm8PGPj3eqCB6yhpov4um6gCU1K1RHasnY3uc2xgaqT3NosAsN7jWDza2nmUweqMx24kp9449W3uedX2QCH3pfd2Fr2z+yldj+c7UOVTATGjkNS9/QzxPhUAaRC2tRksJ8AwK6+Gm/bjqvS1hkyu8B/vQf/LvcfpPQBgHWPiiSnwp3gEt/ORnflI92CmcKhalww5vn//oemkbgyAxZvXh4J+eW09TaG38hteui00rRDQ2+kKIuNQu71xxJ/jHlSuR6+/ZuZ1D0y1LfBwzf0s+iLe1ApaBSYlCixDR+C6gbF896je3VsBLPLCvddeHh6mVBiLPKr3taW19YW89yrQOXtc+jHKulnuaM3efb1x2bORLfi3ehVgnROZLhkA5n6Rf0NuXK605SmFhu7ZGQa+PTtg0DvduZ7gOf6NNsCrWuukfdauF7zcpTw5AGExMur6wtsqG2vW1z/SoZj//HhNAPhHEZ1e8bE5fKbdpHrynmIu63gDAFZ90RI34peyYGGi+R2HlyI4bvKIbTr3D+sjtxVe9nhX2sWHWLRMc0e2/qbIMP49ec73vvuG8lw1Wuf0dLTKD9euJACcxuT/fj2m33I4w+oJUAqZhR7AKITCMUgoePnh+4O5Lj1Zj/bFEf7//bfNKX4OmF3/oBz050YHO8vl2Xqz3a5jrGbas+tlHZTH3wYs57Hi69ED5d5Wo504qFC6zs3No1DU6w7g/shaT5YElgS+uASuv2HSCmQ00X1x8d28+rfun5s3YFTAaAdsdEnuKP+zzxcAPivBU+kXAD4lvk+f+I+3bwsA30gHR6BnAeAbCf5TZbsAsNvAdJ6bt/SoFUW4NgDe2wiPFO/288fnAsB7HoWhfNy9qWWTrvO5z6MHgHsAH5u81wLA0cad5D27AXrWWM0C4N4Ga63/FiDwhilv8Eabtgb3KkQRb0P5i4c7oJKOS2x0Dr4/YXM/8hLbg2d7HrEs87LR24EOezCCIW7PG9mXxe2o94ranakKTjIcKtXJ8kFZyE88m/sQrg2rCsgp4E3uPd0DwCwPDY1L9yh7XdG/6V5V+ZM3yrXcbIOlGUcBsJQtdwK/JtgLACUAWH4EXGr+FMoV8gAIlhDQAanM3gAAIABJREFUpmt1rcXvIAS05keQ0cMz/9znCfnic04f6ZeHEtbvGVDmO0mRJzx5vZ3wsJbHCYNeAWIvLwZjBWa1ALgFxqIbBt4TXCf7O7tH1upVPZptbZE+MKgpBxEAgHuAzbevZyej9cMG5ubDBNo/g6sg2BNYAPDmJzXj6elHA5L741DuRY/vfhZZi14b8Gw9n9lOOuf2pjrQkUeJciARHETCuDuXDG+pX4JZkoYBcOnnQMAK9uQQT6pePidgsLwcJqiJWM+lOcpY89KPPanVZFDUBz9WGADzPNOz034s+kMWAMBmM/IBKQGkLuQzWtJb3/XWkZE++UNMKJtFXNIlgGo/EpVD9CAGwBsPYMg2ioSyA4BH7dyTczgGU1lRtJrZ9c9ZADxaj7Ot5XDR3X7Oc8W1AXDPfvl+Hd4p7DJaALgn2fX5ksCSwJeXwK03UGYXt19ekDdqwK3750bVHmc7Ar/I4RMCYF5k9xqKg6WXeB1xnssDeF+Vru7wM9bc9cYVJfDH2rfT4Ld8lZyUtg/x7ACo7hRyniNAOlns3V5bAFhEf2vAd7funSx4ZD94/XnJXFzzdyAQ6tcdRtvQytpfZdduDiyOPMC9mD5aHz4vAN714ZjQLgADDr1rydRjx3nzIMNbewBf6gmzAXwjQJjX5+95/e09gLcAOHugZa/gEQAuy/rsATX0xJB7BTO88feeTnTm8VeyBxPbDAZRPkPUyW/w9kKN+41Zyc+DjqjSBQLncLDf5R48Cq9a7Us2TJPfn7y3be2frYGTMvgOYB/eFfUGF5Tf6g2p/5nh7AFktueAso9PySNQzKncUzpxZzDDXNwV/U7fNzcQWMc0QuCmDXeCv2jD5ntGrofe29y5PxlyUAgnbc/efA2UIY9S7m9AKl3V5bu5AbA1hKbcGS3wKwECkU8NGZ7BEOQET35qgOQt4Pcph+9+fnl7eEmewCYD82iTO1z1J2UsIHfj+Uchnr3uarL0XO5b9bC3DxTaCBl+LEh7JZwwAyyzxaZPekduvseWP9e6yB2s2atddEPaIuLZO8QAvSn9QGDz8UlkY/JXiC6e0Ol/0s/yt7xqHuGt969+rmOAIoG4cR+P+e1a4fdvg+9o62YdlOwX4C+gh9SJPZJL2iDELvKuB3rq3bzRmgTjkoFQ5PFZ4ebjw0sKIY7+QbqeLbE+rnNAqZ/oWXDHcH1e7RfXrf7bdIrtNtt5vKf6J3UoeoB8q3ezjBXxvv0nUeX//kwewAlkR7BS5Q77kfJ7SncFF/tIBz7kc2GW4l1a5v18EKiJ/CA2JOUpdkHnoTwfRAclipxzPmirn7f8oQ4bnbR+zQLGXcBoU289vjffsZ54veO/uYw6D+aDVZ0w178LABbLZlJrPYBlWtmOrxKyu3MVBupVPHVd+V6evb+j8d58RiHQ/eEfGxPW/r5nbHvwrK5bs53P856vR9RfXJ72hZsUm/kJ87zz5PX5wgO/5wHcq1eRf25/bz1ut2/Xn9E6c1NeauRop2HYh+uFJYElgSWBzyiBW5u3BYDP9fqt++dc7U6kXgB4SngLAO+Laa3OptTo0770x9q3BYBvrHOjr2V7gJtDVMWgDiHMRo0YAbqzQO7W+Y/a99mfj+zHzQDwUDB/BwAeiuHgC31AEGfU7/+PAcAHm6evzy59OW9s5u4B4N5ms5bpN0gdAPbf07AveGsADFn0Nuaw6V9BntnuvTvzen1SwPHO/cbF3m7uvLZcGSJwOdDDbZhPgwsehJ0FwOrtl9qhKGqwST2ro1wnAGDWVYNvBiRGALhAlHzwDOAOcop0dQMLFYYY4ARA5bDJUVhZALtm7OihBAN28LQu4aDJA1jSeADlAXDZyIeHWJKHhbKVcKb1rtytp76Fm5U2qhddDp1aQIZbrhToQ3dzl/5R6Ixw4+8PP1KoWYSYlWy0DPUKFXBk89A39Uy2QuxZAiJPdhOncEpx5n15eakgLANgHICQbOxu222I5ki/esAjsu82PkR2FYweBcAaxDWH85b8GFgDAKOeBrTbWnv71wPAllcKs6xwV+6YfSz3/EYAmPWp5qmWpKmAjY8t4DR55zC1omu54u8avtZ+POjTtmQAXIC0HFoST285TJA9TP1469kJeHZ66Bb2ez7QwM84PcasyI0BsOloOwhm9g6lfT0AXNvXHo6tY07kKiF2xTO7KgQDYG2HejibnH3IbrZjcre79KoC4BQC+udjslvp51EOgGg/mVRwgExthNhwAb35cwXBea5++iGHHmBv6+EHrQcJuHjeps8YAOv9vGJqsi2wMswGbexxAPNY/lKehqvOYsI49vtTfn4cgdAwkohCzzwWglDSka60utiOLawtPAD+N40hAYR7Z6RmdBBybXQ+yxmfsdyj99v6018XAOBRNBHJHaGrv10ZAHN7u23i5l0pBPR23ZXHnNsmWAB4plfWO0sCSwJ/hQRGG2hnhTA7gZ4t509Nf+v++TC5XbLrpSu90Ub/jVtwab1ztS7xOuIWLQC8378LAN9Y/2+c/R9j364GfL3Ae/ZvDnDW3Pbev3Enf5rst7IsXwgn72T96KaMNvfPAuaPbs9sebPzZs9+7M2bs3nv13XOg3cD3g6GaD7a/5d65M72y8Y6BRuHM3n1+u3o94WaT68/Ogc8NpXcpvfevJEHhs9mr/5nlpLYzI4AcPW+so1TXTa7UJx+nVRD4WVAtLkbzVr2Ow+kjQewbtDmd2gT0TZuX+nOujYkLuwtlvUpGCqFOOyPKQ77LKUeAcB8X6rKJu/EtzKSelcvN/Qr6+lu3w7GgUKp9J/3CFYZ7zzrjaWyAZ8EWe+dhTdavUN5ZiwqUHBTo5cZdAp62APADHitbVW/GNj2QG3V83i9Yl6X1qo92+gBM8aIeKWavJ4snwmvYi0MHnvk0ST5iP5GMFsALf+Uuz0TQEyaUHRwr3+0zgC4qb5CfaBm0g4bB6KzddyovBUQwTMOXqjpHlPhguUgiN0xKnOhQSfzWn19zd6+CQCrXup4BjRCOXY/MI+XDbANAAiPPWlMdBhA66fQYxuCG+nN07d6tjFgNEBnbUD9NIRvBtrshRuNcZVpjgsMT13uX/9MdbwJpy/hpg3vRnMcwzqU74EsymtBpb2N8NEz86eNj1qf1xSquspwCzN7utgDwL7PuT0sW14DMRB/eU4HDqRnJAay1JQ8caO8kNbrO8vCr7ci+82e0TJ+OFQ52gT9knqI3OTvpx84RCG6tfU8VSf1ZEh/pub85yl5Auf3Eb6f5xuAfMkGMJblL/WWwwYYZwxSq17UMSDzM9a1/FxMgx3YgR1urxJQ/aW5q4wZGFntl1ozeVW8nFEvvmN1b37065E6F1jeVoVqM+s8YM+t7+3gC/7e6mt/r5DB33Mync8v3x7kt5aTZGPXFmd5Sp/krKI2FbtFNs6PR573rH22NvPgvTfmiv5PbgAi/DL6E/Uua9asHKxH8m46+lDGHtel15e+nf690X6OL19svfan82TuRdLx677e3b9lnbUBwNuDN3t9sEJAjzR0PV8SWBL4shIYGeyzDTu6oXO2vD8t/a3758Pkdenu1wLA1+uiIstgg6jTP8EtPderz0RO/OUjen0B4AkhfuJX/hj7tgDwJ9YyVA1f/qr9WwD4c3bbLKTt2Y/bA2DIbR8E3xIAR/B/AWCvz58PAHON9rSHwcMIAPsNx6MAWOlS8POnAGDdsM7tw0Zv3eyvQMl/Xx3tv3IevJHJ3l7YLMdzbLLz7x4c7lnnspGaYSLuf7V+n9Uwyx0A2HuoyTPeiAWAUTCo92vWwwaNLMnb/F4AONTl7FFsbU6b8TlcOb/L9pOBVPGIpk1/AGCkb2UAOGN9UTyUxOMvQUreCBc4I0CXP3tMEFKhQQERFQAnP84CnTUEuAfAqTwAJgE0CGkNAGxza+uViDYIYPn1S771GeSRO7Bxf3ItxzxJW32vYXQ9GPb6b2XdBgCbjlZAJWU/JU9MCZILb1jrD6sFQ16tVQ7jrO9kyN4DwJbeMqqHcARgW9hp6A/rEYM4pAcA5ny8J7q9K+VsvaQjyMl1035KcnnNd+7aPdUVAKPvo9/adxSWGHlx33M77HPTrRpWnUIYU7h6AcAMP1lOXoeicr3HNOrK7dgAp9zHqKcAYO1rukvY0tT5EAD4x085lGAHnKp8099ZmSoA/p0AcPIEzgBY5Z0BJvoReuChbbcP6OBJBIAjHTC92gJglOFBMbyF5Tnf7evrJAAY4z8CwKODOaX8DFzVYb0BwHYAxOwG7IxFV4gOwFlfci15jLT5yFvPqfv+TSHvX9/kzu4ULSEdevEAGLnhII3XKa9XIwDsZR71c/QZQiSP3uf7d00eJpB7A2C/PjoKgHvAF/IYefT67eMRwPZyXgB4pHnr+ZLAksCXlcCtN+AXAD6nGrfun3O1O5B6AeADwqqvjjagDmW6B9MXAD4kyvXydSTwx9g3D4Cx23za8XbSA1heK2VFaVxFrla/6+jBx+SylcsCwB8j+aOl3BIAc11my7ENwQgmXgKAKdzgoALRZtoeVP5oj/CjGyp148aPRZPv0e8LtfyRR/YIBMfpR3f6Hmn/7BI46t89ACwyjdK0nsEWjtJvnPnNejwvn2exfHMxU20j3N5WGyoRFEroxut5APsNvt5db3v2pdyZmr1NPAC2NviJOm+guhOGvf72G5seZlS5Vq8thr7ynHU/Ahdt/2VPKBozW0/gsdUtG8XBkoHvNS7LBedZzqCqwqIWSmrbOpEP4BmlIXxziGTLx0I2sz5WUNCOZfYstr5s7wo22Yp+VnA9Y1dZeiOPc5EV1yOzQ20D66yCwcDUvCUI8ZbD+iqcKxv4GdQKMM2gRKYMBfBJpgpqNEOTiQLN9PstPZc8HuVOWglbnP4zb1+7p5TVmgEyvOyeEyUxbz/R19Y7nu/ajfScwVI0Xgzs+PWo2Q/7qQf0qt2zENrWl+KRnKBuhnYGKA38mq5VZS7ll1Cydkfvb0R8gU0ggXhowXrgx6h/F2DPQHLbxkgvoa/RQRLWUUBYlqfdRWy2v4R2VuhXvVNN1m0IetEFjMnefMv2x0Kc17b0AF/UXtSP81O9TQccXlPIcevP9g5e1QCab7i+0aEo9E/kXY385Tc8f/G+tggh4AlqGpSu4dwBgH8mACyaJffK1v6qclGtTbr3I7VPPIB/pCxEbD9+tHMvywRjkvu/J0fIqQG3uV/21iHQAeia12dAeIXF8LClQzz6XNqtYytFPRgAYJlfUR++Ixjt9jrPcLz0pZ93XejpIgOCyLVdfQAs3S3nW55fswewHKqgQz1aNxq2EQBmOfZsRW/+BtSGNzDrJ/cL/i36dOSnG7Wm6wGM3N2civEO+Za13n59RvbkKAD2bffz8HA9uLn65NiGzALAR7RvvbsksCTwpSRw6w34oxs6X0p4H1DZW/fPBzTBipjd/fIVWh7A1+uiBYCvJ8uV01Uk8MfYtwWAr6IPt81kAeDbyvd6uc+C2Z79mN03mS3nswFg3rTyG8XX64VxTkcAKOe27bcFgCEf28huwzkfBcCtrCWv2wLg1gvxcgA8ugt4uOEXqCwDYJFj5HXVA8AVA2Sw6Dame99veWN4s8EsG+g5H97QnAHAm/HmALA1fxsKfDSS2ZPLbyLrpnXOgOHSHnj1Hui98vcAMKeR/WgAYK8jUT14LMm/AYCjcM29ccflSz/5MJv8XDwIm/Dr6fuuemzSvcO4C1SWirwRLv+2O31rvKURAEbZmOfEKxEekeLxW3RO7mRF3fPe92uCa1JelVt796wEkJawseIxKk6jKRitAnnVTz3kUb07i11yALUHRur77Ua83mZdYKzIgcJa6yZ+De0s/PJ7vl/VZGfA2ANgHitSf/ww4AMs3vse4kMYe11mgBmFOxbRCLBHGXYIwOoDYFx0MMMorWMAcjVNlvVTAsAK9rU/6Y5Yl47Bp/dAlvxQL0BXeC9L+fK+pO8dLOt5zGu+FDYd+oh2yW8ByzY2WwA8Ws/Ac793qITbhPxZ3g1czgaew26zfki9DYA/6l29Jis+qFY92VsAnMDvo4y9h+SBzrOI9bTqreRVAGY9GIQ6a1/nO5u9fpR2Zdmx/gLoIg231+su5yMAGF7AuPIB/aV3jOch5AGwn7cYAP/I9x+7abNEMKhyb2vmx6Paq9xWHht1THP6FgCzPkg7BP7+7+X94Vmi5TuwqWWQfZYDNNHPaN/Cg86eneS+jsrxAHi0/rkWAC5yzf1XQiaE0qgfngXAg+w3V3/07v4ta4QFgEciXc+XBJYELpXAaCIY5bsA6UhC931+tn/vW/tx6Wf1byifC8HvaGN2doP39B3Cg/r7ha2X+NmrJUf5u0PGmw4P5SSr3nKH0r6OjPphrGHrjb9ZAkP7cHPhjE58Hjthu63uKP9zDRx59O2F2zpXsqUelX+NMvbyGLVvVL84vZ5l/xTtu7X87p3/5sR3rlDvc1/ftPW22wQJgRn9jOYtzItyh2P4UzyGovKPhVit+W/ryhvTUT16nmoiv72N2Z7QesD2UpA7q18x8A2sqYo7OqgB7y/rD2wCyziWNZJfB43WTSh5b/2kG/fkQSVpAGa6epMz3gs9B08abr0HJj3o4EPvQn/QDm43Q+TZfurrjfcQGXi+98al7xjnGerLxzjd81QO7wdO41f2bnEVa7NBnjItIDCPcw9peeM9ArM9OeHdCitNb0frIN//243NCklCO6EKkMNlFqiQvB3zUNroeecwqITEFG9UA2oy0HL93UZqGT8dz94exIFOejUwj6g8jvMGfBPuUzw8BVDkhK13e2qnelwilKiBDJN7lVaRgXqQYv6vzwFs23EZh0qu+cLz1lJF4ZjxufdwVnuibUr3jCZAWH8SdKMO8/d6a7uCMNu1nHrPJ8+zrJO4w7mWGYznNDaeky68asRbqajYXZZXAo8J2nr4hDdsTBmMtrpZGGZ47hYdym3lkL4ejFpfmjereL4WoJLDE/u8uA83MCaH/j6ytmzaQNCOP9f6eeCQy2IZAcjCc9nbngbgiXyzh6/mnxumBxIcSGa4KvKzMvPY0Hmyhu413YNu27OX5JGr8k3AsniNZwDJEJHtYRSilsEvw13oAOsHg/54Lwrja3s/u+bnIhJwv0Nn4I0tnrwKnrN3Me7mZd1BX5hXapZZhuu63iJd9jomNf2d+uufJNb/pvDPPxMAluXr4/d6+ApjENEfZPywXLwu+LHln9cDIO2aqepCmgPVnlfQzn0i6xjo2/fHahOlv1W/5ABJYOMjOcCbGXKXfKV+9c7l1h5vD0vguYwj6lsaV2V+DT1/23nWz9uQlQBgCQH9C4sDHFQIlvreAzhaC2zsCx1oiPSx2kIrUObcmR85lON/fNronZm8e+90PZB76wG18bld6TdHEeEy/HqHxyD0x9sLlZVfyJSoEZZDNP/2ILEmyLZg24fZNqYHZ3eIzsh/pV0SWBL4xBI4ax7OArhPLJo/ompn+/ezC+Gs/g3lswDwKRUYrT4WAD4l3pX4xhIY2ocblw/Q1y/m7PJ+7svbpc28DHBeWto23aj865UU53Rkky7KYQHgW/fQfv57G2bRF3yf21cEwD0vMw4diHYeBcAIc4gNvqPj09vj0UbMtbRnOw/EANHWM38fAO7J2evSLAD2dwKf7ceN16XzjPEAuufJuwmp3QGIqK8PIenbAWjE+eom4QQAtrzqXZ3IW8bELADu2bcN0M8L+Z4HzywA3k9v0Ic3yRPKaQ5HlMMSDuyyF+1bIn7iMT4DgIvMXD/2DjSwx28U4lnzc3Ba86pntjYQWHtxAgCjrin6bPnhcwozABjfx1B38dq1TenkiSmHctwXMnxmdw5XL7YSajWPI7kDuNRv0/4astfrP4Nwm08N+EEvW89GSy2QYA8AF+CcmiW1ekmucq8ardfrUgpbrW+0Py0k8Z63FQBz3VD3Ilf16m09pfWdomcCGmq5xbM1AK4tsKwH/0RGPiwwcvThhPXdDEzxTj2ExPUyOO/tAv7m8gCA9+Sn3qY0tgB2GRLDUxfygf2yafS7Al2FxxkAF+CXw5FDF1+M9OsP4Gi0P9S2zern1yE9u8httToZyLb+D75LwSs8AycPfHt/q+5ImpSl5C/e7GrTpW35DuTS12QzIwAMPd0Cy1pfSSeeseLF/k8CqQDAVr+61il3tQKsZpvg7aUH576uRZ/cUoltEGwiA2DoCHRUAHDR69wcCfgMOWQmXLpNbaTTb/SBhZavui+JnvJd675rkQ+PpXqAZwuA38QTvRwUqd7xo/0vXpcAAKdzAA//e/798K8AYD03ZRFXBGB/14NI9bAVA+CiGzg8VNpr0R/KvLsDgFn/Z/ZeGfCK3fbjSu8wdjDWp/H2Zebvso5I+syRL8r8diMAvG8LxwC46FM+aDRqa+QBbrZoAeCR7NbzJYG/XgJnN7hnJoG/Xsh3FMDZ/r1j1aeKPqt/Q/l8FQAs9YxOxf+JHsCkGSPAPPKkmlKy9dJfK4GhfbiZZGbB7ALAe11wFDBduztvA4BrLe/dvmvL67PldzkAtvG73V62FtbIFuc8gHl+azav4AFMm07VGbneUcjy9p4vupFAm6Npi7DZJJLnRwBwtLE86u8e8PXpZt/rlyf91bel9wLAGzAofUJTw976h70X2KvB9HJ/3uhtLEF+RR7Og2ne3tkGlQe9HsSONkhrffY1qQeAR+Vv9awdr359ufGgKxW0O0JHd7GW8vL4RT9ZiGd4QmUYosBuG55T8uCN9MjrB+9w+6JwzujnyKPX+q/1bI/e75XPZTNAKLqadAsb+AwucWesB4VtX8GjtgVQkYej2bH2DlwG0azzNT2F+KXwyaZP/RDW3M4ekFE7nu8QLl6l+Y5qqYt6uumdsW2LDQDH4yA64GDRAd5SiFfx8EuQ6c08DP2GufX9e7oL9IcBkiSrt7yZX95P9a3eVu7uYwKAvs2QPcB65BEJb0buhwqg7VMfcl4jRKkRkzDA6d7MX6+pzqITNVy0AkXngVUhSR1X7M37TeBbylXuKMZP9RDcern79jZ5YW4mb03AG4REbsZIfg/jDnfbeiirY1vCKjug/5TucpWuBDznOQ3euChf8pb0Ev7XAK3VhCERyuHPkWe1C9lDEyGjxWNNuBUpr4duVofqiYc6McBigCx9oX2ZlZ9Bm46X1Gc8nvXdEprYwiFH6zwO1Yx+rPNbOjCRIb+XSTMCBwCYdVrb5D13098Iky19Ihr9mAEwyxr9x/XkdvkDAW1ZYv/kMEQLgP+T7gxW+VFfAXKyBzD3BcvRuqNzmMDBQC0j/R9goORjIcJF9+o90I0NkH5M+fMBAehiOSTQdEaFv6wr6D/2AEYyuVoAnsU27uxJBJErAG7nE2mLAOBiL7I8bdzGnuF41wNgMWnpevMUAvq3hoAWMyd2W8p4TCeDyrjKCxO+77zYWDdx9OY6r9d+nPK4d2Ke/pNtUOkzPjDSAbWzBWBO2hw8o/DunBfr8t665dJ955EHcOTty2vXTYhs6KNbh5W+SwI+u0M0K+v13pLAksAXk8BZ83CpIfxiYvqy1T3bv5+94Wf1byifGwHgshgMZmfeVEpfXea6YAHgUE4LAM+pz3orlsDQPtxMcAsAX0O09wak80Akbu0l6Zv5Y3L6uIas/5Q8WH58lxi3L9owxHNLnz11OvL/rADYtwuboPq53p9o7SogYzDB8oa+3+yZ0Rdvf3vrvdn3+mX+uQA4avNoWXsWADPoasZN2dBbALinizqkKLRzu6luMK7+xJ7o1XOzXUfwOIk8PpEvwwP57J4AWExOjnRYDgzIprwHHCxPDrndC+esdowOMLAXMTbFu+u/fEdulZf9y3ZbW+jc1qvCJoMI2fvKwT32sFXvLgKsewC41mHPupr+GCR8T6AleUsrADbKF3pMpTY9pvcUAmQAjHe9fhgIwWGFel+s1s2FZC1wjzwkWS7oI78Z7wEw96V1BABwAiypbS8vbw//JmIi/2aQsTnAkdpnEKACYLTZAxDUqQeAee2Jwwoic5WBllHHZqt7FdIC1DXjMoMyDXObYSrrsYA8hDwWD0bo8M+fP7VffpGnLO7GFKiodztL3xZoJ96V6e7YBIEx/nj+l3xriHbTa4Vdkj7352OaSDjUM+sAHzjzEAoAuMC5XIEKiSxEvgDDF3GJdHqr7Uk/Xs42PloAjM/wLtuLUj48uhFyON35LOBZnk95AAcHZRjW+nEhdZKQz6I3yB/QUUKIaxvIy7wHgEt7S0jtKpMSyjsfClAAmsb5f1J///fnw0MfANfDBZLmEgD8m4CopGf9gz2RO8cFAOvBFgcCtf2ib+L1mu+R5jGCvvcROJCPhNEuXuL5kGO0lJX0/sBdH6a3gLiMSQLAWmYeNOx1i7rv/a4hoB8e/i/ZshcVvgFg03/z4lWdLY2xqBqNPR6cqtt8B8jvjwBwb8030zbuu0eE8s7fnc6EhR4B4Khu/jsOxhC/e+m+cwSAeR22F+7ZXxWife6+X/p6fVsA+Ij6rXeXBP4uCZzd4L7UEP5dUr5fa8/27/1qPlfyWf0byqezUzYCi9HdtUjDrJbfi/LsAuC9HTz2BP5DPYCLLAcb7KN+mtOy9dbfKoGhfbiaYGaBry/wLOG7tNy5ho8A7AhwzpUSv8UbTL18zs4fo/qN2ndWPpw+nD/OqseogX/Q80h+8wA4eSoEQwnHr/16oL4bewBH64dI1CNPzrqxEnsKbqxJcAegboDw5wSCZz2AR3reU6NZsDv7Xi1nz+7VQROBfmw+6gZM2UyTDecKyIvcnYfsNr/4oID32DszzNhrIGpPlDeWjVvPp/w29KHjAbzZDMwZ9twRjnriVr1uaz/Kv6abA9Cj0NFbgITLWzOY9eEN1dOpjvmmb3Y72fSLf6wv2/Cj2NiW92Y2MpEfAxjoyP7GZAyWe6A41LHcWb4IxFzJAAAgAElEQVQc3iRNfnblPk/uW4wPHicKCgg8qt36LV6t/RDEpf2BB3BdP7QerdyW4iUoZaTvXdF48fASgLMNr9zee8uh0mWXn22O2h0pzkFEttOQVXv3dPVMrv1un8n7PtoA30fY3v9bgYLp2Xf1CBb9NKhiXrYjuUMu6k2r4LXC4o2nMDyeFVIavLafVGYCVkqCtL/tU2yWm5zEW1Ogn3gTpnDQKQPMW3X8wh60Cya2Y+KB2fR9lj97bXL/w0NX+0tDfFuoYXgPNwAYB6tcCGgAYE1bPCSzZ3MGwBjr8GBkGy/rCPz9+DN7AAv4FxAtMgd4l/wVtln7LeKAeJsmL8xUd8hb60EDUTwk8VO/k1c4KQCY7ZA/ZFHHGMHwXIYfN1Yvy0/v+E2gqAeAcccw91f0XQ4eksgX8kY6tFc8oHH3rsmlHrzh9jXzq8JRkyePQwVp5AHLHtySl3r6OmDMssBhAuShdc+ewl4/uSxuv0LXBJIhU8kL/fczte2/P18f/nn6qbCy2uPqLV2iixQAjPETrxVxUAHl+egk2l8S+p08MxECWtLI+OXvUoDfuAPY9638rTqSxO/v8PW2BTLicYR+53U4l+9Dx7d2NulH+p/lZ4cUNAR0Ab9mI6Of6OqJGtLe7iT+N+ni//16Swc5kg0UPUxj+fFBrjzYerKzfqN90CWEX65jHmOfbPcAFiNP35ZL9k1sXG/X5Rw6upS3E01FDwbAAzrLHHbKj6vYJlgdIvvDdiHswMGHvLbRMZDvoPf7ENORYvz3NddfCwBf0ksrzZLAXyKBSwy1X2T8JaL6ks0827+fvdFnN/CH8rkxAIZ8ZZ0SAWKEdd5sCC8AnL+8xBoKeS0A/NlH8Oeu39A+XK36l4LYs4Tv0nLnGj4CPyNAOldK/NbfCoCjYBCzQPGMvL962mj+LZuntNEp7YxAHqcvssj71AsAX2anvP3trfdm36s6OgbAfsMUaRnG9DZqyqbwJwDAUm/ecPWbW9G4PQqAh2P/DwXAKVBq0/Q63+EOtlYyFupyHwBHERyiuyKtrG14U5QYAkJHyDegPts2D3JHYBdjZfQebCdvVu8B4IR4tDkSihZRFUx/txrHALg+HYNIrdMJAIzx1IAEF9YX9bE7UPshkiEX7x1o/WyedyZrgzEArgDRb8kbTOX5/ak8M5nX0NTwQLM6ZXCTlc7XrXoo1/t/IS9td7BhP3pegZkBW7mz2WTYAuDm+gEFmbXfq85sAXCRU2pTaWvyqIdn80uSESBs8n/OXVM9ZVmzeL4BAFa5a/hW++F5QsEUvBI57Cu9v9Xc+gn3P8NSeeM1g1uBXuLZyz8COATgKtQR7UgQkce2gF4BwApTUv3gGVkOqEk78piS9ADA8MA0SG/9rboJiJnvYJXy4Q3K608JMa5aRtO/tmuzHGiBagRqdHwRAFZZpf/BA1hsBJ7jd9RH7RoCHpLVK5tDy8u70qdy3gD2FL8Relp+w0sXvyswBwC2Ax44LKBpM7yR0NzQf9Fd8fzFj1/vWB4W3h73KQN2+rG4AYIy1lK5ArLFu/bp6Udql/WPHkzInfJPCgn/358vBoBVl1GbfMAtQyvTJXid2ksI11zmAQHIGcT6ucYfOPGg1mSCMbYdNYDW0At+A/0velnlXg+IVPkaoFX7n/sH1lnl6vU2J7wUAANyVtvW2pERAJbif73+fvh/iQI/KxTPkDsDZ5uDJAIF7vTd3kUeraEhw+1BvPH+AANl1QE63LDttfaTDfj8YADs68d24xYAGOWVKBtXAsB1TnUHG1ODLvvmNeq59XxJYEngy0vgrHk4C+C+vAA/eQPO9u8nb15zSuuSug7lswDwJWItaUarj9EBwx64WB7Ap7plJZ6UwNA+TOYzfs190cKqffj96+zyfljAuOo7bywAvC/fs/IZeQCXL5xn1eSUFnyNxFcFwJB3/t2fxy73AEYIPL9ZGq/JncfBtH3Z77uR/l6753ugdwyAZRzyIOiPS2yCMZjym0GbO8VyQ/lzhsD+MErNr/Vcg7x6gMtvmsr7e2sorL8uBcCoj+9ngO/eOUQGapJH8ciQvX/hB7KhnlVS6s+ee9amdiOrp0fVO8be6K03R568Pn/WAX7mgf+bK7DqodXfbgx1P9l7hfvSXrZ3Jc8COjJ08fKAl2WVK/QIXjwVPHDp0aEGBgWlv50H2gjwjp5b31idMK4aLzDZwHaboQo3y73HFXaafrT9DR3yY7e+F4Pgnoe7lKzVTR584o3bjuvqUdwAQnkve6ZK3REyuZF/EGEBkEnbReC4TSf1MQCMH9PF2i4p+y0BHQNCT8VLEbrynmHc0xPNBb/byBDVs9ZKqV7KBP9yPa0fqn7zONY7bDMs9CG4vReolln0rQ0ZjbYi5DPLxMrfetIhZLbIQZqKELGwVQJSX8R7Lj1/F29l/ad5H5a65hDsuPYAcJ/HtwGjPN5yv+JuWfZm3NSZwn3zuGB5Qn5IK2UBAMs6pYR+zvLHAXIdy3LGRBlt1RUBwAKItb/EzpDnr3V0AqEEgCUEdgF2CnSqd6HohOaXDxXI3dCS5Yv0ec5fyje7UgEwg7pWb6Tg7CFNesDjHHqJNuFeX/lbvZnTywKA+XPIDuUywC19kmwOwD7fg9ykze1H/1jdzT68v9thAgFu8oP5gQ8ooFx9Ll6uGZ6zrvi+9+sZv8bj+mnawAN4600rHtPJhuSxWe7OzcDOAPBvBb//3z8vD/9Jv7XO6kWvmloPAKS/NGR81imMQ4zTBqSldxKab4cBPH1VFe2Z3PkbAV+2K1oL6G7KF/NvV14pax/qmSsSHWAp/SN2VMZ4rlTjgZw9u7cRJ2w93/MAlpDq5hWOyB15PZQPNgDIN3VEBItcj+dku/7fvymUuwPAVu/s2V/qDPuIkPzxundmXV0hY82D+xneu/cGwCI7ifagukvrB9Udt67x35Wa9iQZ+nUz+qVA753Ft/dyj8rnw4Dc5zMewGpjsp33fVPamf6xvvq3pmf9tSSwJJAlcNY8LAD8uVXpbP9+7ta1X0AvqetQPgsAXyLWkma0+lgA+JR4V+IbS2BoH65W/gLAVxMl1jYUTqyX963XLyMP5xFAO5J+L9rB8gAea9ffAICrvpm96USiGwvLjbHpBBe8yJsyMxtV2q7NwuIYAO4B3giWjWxL68nmwdzXB8AMTvr2rN3wZJldAwAjvx7onf3c96WHtCMALOlNR1sAzGBANv2avzGWdDzapjZ0XkGPbrJXIA55m9dS9XqrMoCX6HYcNFAIm8QKatptQr9R2lsHFUhEcFfqgfbtHZyYBcDRZqvdn1iBvwcHdWO+BZdm82gDm2CC9l0BYzidcAAAJ09W1he5Wzf6YYBhcMju+/QhkxtbQ3cOt166bQniEak/9L21AcACRX+IzmR46r7f+oMYHgAjNDVsmtRF0kg4We5rhGiNxmUUGlpksvE+a/qpXR/zuz6d2X8rOV8nmSCdiURlLV6WGs75W4KWsoMuYXft/QgAs17UcQFwvg3LjrFrgNg8Znk8MeTn8eMPzRTZZTAtdkEBXmoDQpoWqJk9OBkAs2ZoqOfshaxdnusEOCoA+FsCqCV9vgNZj2DIs/y3AtcMgC1/uUM6gdfU1l8vL/ZuyudJPBPTfwKAJQ3qG4WSNhnAY7HaTwBklifahLFR6i85ZK9HecYHGaJ3TEfEg/hNPYgRMtr6X/RBxmOFf/AARjpFS+rtXe/D9WsDa1cL3jScNt3di/wAg1lnuP8iu616yZA/6xunU9hLn5c7qAkYqydt1iuBkwaAXx/+Kx7CAlAdAC7hl/OhAclfwKbVJ2sFDgPkMfWdoh7IG9H8V+8ktpDJ2u/crzSWyrhBhJXO/CUN8ACY12NFn3SOtb8U7Ls7irWfyB69HwTAavNl3ncAGOWjHzl0vtVlG45ZAPD//fv74ZeoVj4M8l0Qu4zNfI+79TkfjmntVAQ+WW/8vF71vl1TzOgl5xuVwXpc5nqWtfMo1neCNVQTXtkBYNTfr2t6dfPv+/eiNYm8w/P/jGzaaBz92kRAGAB4T74rBPReD69nSwJ/uAQ+bgM7FuStN1j/8O4bNu/e/Tus4OiFwR21CIE8s4gYFRU9H8pvUL9bhxi+98Z9e+vRJRJeaf5mCQzH152F47/obL/4xCdma7XPnq+8df77AnbfyzcvjwDk2e4bAdCz+X/V9KN5ZW9egIfITNtH4/Oj1m89sDdqw6j+vfRn5Mt5/m42WUa1bVI2L9cNIADCvMHsPMZ8CWetD/IbhfLcGobYc7m8Bw+qIyJx7+717Z4Hrm2WtICotDN7stSieh4R+xWH/uCOP7yNOvPdiHs5IdRmWz+aXTaOM+0HPU+B7d20bbrRuB6NK3iY9fSvblxWcMneugag+u2s8sQGugttlwFgfc/+FYVQlM9HINc/R7swLtoQwUm3sqfnRs506AgytpCnsovehv7VuornIQFfrysljww7o35h8BBt3O7pH4MUec/rRZQfIJC870Hv3gZrm+5RQ0Van9V7QvXfeXJj3eZ62ea26Y/0A4Aa8jLgZkDIf3/0643av60dAFzGb/GsRXstVDFCxlYPLoaYZn9a79RI3zF9CPAw+Zvd8nrt+zCCnpbe3jSgJOUjBKj9Fj2Xe10RUrq55zel1WaSnnKdRKaRxxvy9PXe86JHOyFf5F2Bc2u/WxACmcdzkOUtBiZDPgeHVOdT0tcUSlVginpOJxBcPGAlXQYqWGeJncZY6dlOPK8wraaBjm90XeFZG35a9RuAVqCXGx/QBYQbRn/ze15fWphpcK33DmAknkewiMc56qGhiwVIZRAr9+RKuGHJT/4tJcLW6ViltQ3GsKR9lZDg+VCB/FsgtI69DLC53SInhsrynni29gCw5lPC41p9xJNV6sftlEMCpvvWh3qfM3luw/NuL0oI0rOc4Y2OekAefHc71w9p92CSt7moM8sabcPdz/AGlzuapR+kvXpfbCrwvz/MA1h+R5E6EGVA7Xmycyo7BcoYl3SQxl2RoO2W8SdjLOs99JbnGtRdfrM80K+yvlKYngXk9Rl/Y/zanFENKw5Z+bEkJlPb3JnH23WAROvYDCP7IAPichVZMqx1Lrdw/qYDdhjHj4Xa75LO5hGsKX8lff1/v76nwytyagUH68xOSN9IOelIRtbfGuEhHvPxwa9Oq8qY8HpZ22b12FsH8DjzdYpsa5SfhDDH+sHXlT2R5Zm3i3zP8De3ARLZ52js+XqWkM6BPnr9Rp0i+7AnN4wd+c3ff0pElRwJAfnqwYeU4bW+I+7pxHq2JLAk8AklcO/hP9po+IQi+1JVunf/nhbWAsC7IlwA+LSGrQzuKIHPbp/8Bud2w/PWgPbW+e93/gLAdxwcO0WfAZQLAI/79Ix8OfcIAHu4Fdcm3nipGwC3AcC9DZfPDIB5kxWy/GgA7MurfDveXpldt/0JALgHXa2vKgTz4ZrRlxFYqs/mADA2hnugd/bzUm7+x1EALMng8ccAOG1XKxzZyIoAMDbu2F70ADBvVH4kAEZZAiy0dzP1662jaj+a5yB+viePwggA6/MMIPfu1xYAq2CAAHCFiQI1bF0FUKv9IhvT7kCNB8DbOxANavQAMLcPfc9678ElA0+GzAys/EEJlMEeavGcEn26BcA4INO8nfQQ8MPfUS3AuNa7HY8m1+1n+Bx9Do+6AvoUrBnkRd4KTrOOVL3qHyDxgNk8/TJAzwDGS6TsR2VV/PfZ4O/Li9zmbVBf77LNABggqLVjFez6sQqgKNkLoMJ4mfkexBClAEa1GfWARNWF6p2q8CHJTryao3kc+QLC4v5ZeEKiT/Aew87e/h2DipJOQiFnYCq/pV4CV/WO5wy62caZ17sdesA4EU9ytFfqgc/l9/cc4pnrxKAOdRLPex/KvNcPUTsUpGVPegbAZk8yjBYvUdLVpk4COMnW8b8FTivUFkiX7yw2cFejQqjsHJBmyO0BmgdkqDPKZf0pd19nUA/PXABgCen8/ykAfn2Qu4BtHMvdwfnO8fT89e2lqL0AYPWeTrqOwyzmQZsPMgYAWBO7MOh+nHLdi+0W+61Jv+kd2Nqnkk+GtpxH6Vc+ZIC5iqJsIO/iPY7AD3I2Kx/C4Hn8UgDs5/3SJ3khWSCh80TWkxD5hwHw/349Pjyn8ONYP0K/37MtBgD2nvUSItr0GIB4DIC9vm31b+ulvAcyfXr0AduGSMf5OQNgX1YEgDkt60k9QuA10P72ebONjlJEdt6v1UQNsfbp2VfkvWlb1uHo+498xpEEFgCO+3R9uiTw10hgZuF5S2GMDNwty/4b8r53/14s4xH4RcadL3LlMb4VX1iRofyWB/CFkl3JlgTaEFX3lYd8cY9PvUcL/fljk5eerxyB3/IV4Epii9u/APCVxHvlbK4FKEfVGs1/Z9dvs/n3wOTZ+vfSH5dv9abiPBkAw2b4TaLO1kLzsd/wwh1iHlz5vPg5b1QV6+GAR0/OnxEAR3bZb4xUeVj/VFh8zgPYyxl9W+RdvEkuvcO5hkRu9GkwnYw8WZHXR3gAS1m1Pp3xQe3p3dfLd5tG4EfKie7AZbkxoOPPe3cJAzq0bagptx7A9b5PhUx5I9XfAQydrZ6MredRHZcZUObvL7N2kscE8sLmr8nJ8h3l59P2gK7PD2Vt35f+3ws9LfWqY0Xu6GsBBe5GFK8o3ebPVayeq/KB6Yd8ZsDhERAxv64wRPMGlKzQxo/pZtzlAXMUAHs5Vy/gevABHosMf/cPTVR9tz7d1hz2yIPZ1iORPYDbPMq4cOZLYQrdNSztM+9Is6fwLEa5pmtsd9u6l7xyhcu4EgCWwTLLRcYxe1OxPWA5eMDHNkKhIulDaw/y+BDAkyrzKqGTBTwnRvlLQGUeQxLy2DyDU4hjCY2c6oq7Yg2wAYpXAQLEKWBN88PPdDeu/GBjfk//8Ay6AtgjIPI1hVY2r3ODvvgP40HyB9jzZWD8+pDcjUxyOGDUX8PICmSjEOZez3GPLNcFefK78p7a5lTHHz/tTlnIGPKEDml7kqxF36R8G8vm1ahp4Aks4aXhDaxe6eOQ995etYdRMtTN0FVhut6lamBLoDRDcW2fW1fxYZXoHmJtm4sWw+DcH3Jjucq/4blb+h/rD5pfRQe4jB6MUp3M3vG4mzcCwP9J/a9NlT4oEQry+MF3aegjgUvtK/GizQeeeH5C/9vd2zXaQwTaeH7Av9FvMj70QEMZE6og+iOmH/aheOCmhvBhJUnn9UZlm1RPA3YklbMw8TbnKJRP8eT9vkAvDo75u7eHYyxcPsC4HfD0B8zUdqnc7L8xALa5suiS2k/xjjVZ2BUSrZcw+sB+ty04+n2vB0gj3TsCfnvrF+QhkNffNSxQuOgXeXC37W3/Eg/4Iz8VANeDSdbP9ZDOXju1z2kim5V3DwRz3WVsbPojfXCshUeksd5dElgS+NQSuPfwnzVwn1qIn7hy9+7fi0XzhQHwaPP4YpkECWc9Sa5ZJue1QkDfSrJ/R76fxz4tABwB8AWAP984nJlfRiGg0aroPc6/erjEcji7fhuN/x6wmC13lH+vd2dk3KaNAReH0NRNG3enZP98WnzyHu25FQDuyeNPAcC1fW34VXxu/cGyr3RF+k8hBwGXGgLUctBNlrx5mj8JRTpet80B4OgAAC+dsX/lvSWlDdiU8mOkN7Z4E2s0rlDuJQCYBRZ58cnzHvCNvA0jgFz7u92o48+5bC8/gF32EEVoYobH0RUGfhNOygSAQLhMeKgenX32+s7kdl0A3KufByoGbLfb4bU+1wfAUp6UKp50Bfjl8M8VwN8WAEdgzfQK47sN6azWh8xPDwT78NHWt3FvGCyooPx7Hpx+buJxhZx4/VehaQvd5V3vBWyQq9bHt4PHL4e1hpdv462bs/HtkI+PAmAAlAKDMkQsNYUM1fM+wcliTL89PL+8P7wUCGwAWMa3QElpQwuAqweu9Wm+R5VA99OPpyQ3g0aal/ShvFvaC0hUBenBn+QrAFhlke/o9QBY38l3f0YaUg8gVAUSWOhhsvYN7qdNtfyRATaDstJWgY25PvIZ0gmYLfNIatZbvlxZxqPkVwFK8iQVD2Dc4UrrJhnP/MNzEeQsbdL/suj2YKfkBQ/bCspaW6VerAEAlrRPqd6bsNjB1RywOfDsjbyQIXOeIzy8bw4P5UEfH3howfVL0hOGpgL+AC/LeM/66QGwHDTQ+S2VJ3f/igfwz+/JA1hsS/pfE25XvW7tzlysefG3lZPyErirQNXuwOYfKYsjNECn5DdgsQ+Lzu3SsYABng8vqJgGABh10AMmzRrOngAA6781RHwLgNGW5vtTYJSlrrh7nNcrAMCmAxkAO5uO7ACA5Q7tKAS0eAD/Kx7AEgpbu62d928BgCOQ/xEAmMuN1j8bOJrhMOtVZBfls0sBsD+g5gEw5i1AWbZPewB4s47HfIKDA7mfOX8dD6SHaVYrzV0hoHs9vz5fEvgLJDD6In9rEcxu5N26Hn9q/vfu32m5zgJfn+En8gA+vmk8LZ3ui+ONxPNl7OWwAPBt5fun534/+9TZLVOBtxsu9kXBeoK/gM31zez5yr367JU0m//GcO5kWvNcAHiulz/irb35ZWYeiNJzuuj5WQA8Gt+j9R/Sz3o2zvbDaK7eA+MWQjsGiFZ+3Tz0G/V1U7zeIRfXGRs29hRbnkgfeRZyPmUfe1YgnfdGd3zf+47uCKaZvd6zp9tQogBUW32sXh26CZonAMwDuA4T4NcDfujC2JEg1qfehg+6q9n8lvmJ7rEzVcweJbQxhLGkG/caIjfDqOwh4UPE6+aVQqTafuTR049veYDFHjDsFXeZgnoPXe8Z3G6URv3dlrsB6QF4aFK8tfql/YA0cv/rjocJNix5U/Y96WvjgSTAKP3nQyhH0vKbh5GHid8A7m2U9g4D9MdZq1/FXuf+9+EW7W+59xNwIhqnFTCWcrMFZB1EXiYTP36yfVUPJ5NjCzyrBzBkCl1W2ai+2xODGDK46r25FWDinX7o463Xbev51dhtQIqJZV0EVfcgsMi9AgcL31rtSA3TaW3uz2F4XmyAQAaFYyYrgXry94+fAkXtM3nGELI3XmsoW+tPMU2AFb6+8ncUNl7rkL1CNY9is6uOoK61rVuoLcRIAIoBGUv7v/+9Je/PBF00BHT1UjePYHgIJ7uq3ssVugCSYn541Dyz52C2vzJlqTewlJrtrdloAUYGpfRH0ukv+2AEgPWdBGT9YYQSrpg8T6NxLuXAw1TlRTAW8HgDYeXe3OQhijtt4RFs1a9jXj7HAR3xKGYAymPd+qm975WhH/7Nd+hKXn4dB9vbi4Dh7SR0jtusdcwy8Dba295o/euBlbzjoW5dZ1TZ4z0N05vv1YU8iyzQN9pPNrf/+JEC/qY6Pz8LEKyfM/zlfm/rIwcczBtXvGLFBv7z/cfDf9IdwD/Tb+3JfE8wllwq90w4YUNl/cpXnvO60eB7Gk/FK98ODBhwzaCYILG87+9k9t8T5EDKa7q/G4fxAKBt3NdQuNAPyZNlIGWrp7nWu+qrfPSW7gYH7G3WRDlv6AzruoxftJnT4N/RQQdvy9lmSQhtra/OSVY/2Ci5t/z/nh9SCGgbawaA7UAODhOgrYgkgDWgDwG95wHcWytw+/FvP668rMs4q1+Qmmyi9LAVvbTROqj0SZIbR5KAfal6aV7TEgI6Witt29j7PmjzCve5r7c89wdI/Pso7wgA9h6/FjnFfsrcnQqaWGpEXbo+WxJYEvjqErj38J8zrl9dyver/737d7rlfxAAjjwwpuVw8MWZjf+DWR56fQHgQ+JaLzsJ3M8+LQDcV8YFgD/jQMWmlW5quG9tM/PAKH30vGysdb4ljtZvo/E9m/6zAeCyWxUpCqhgelbv2mo9uwoY7O3YZ3cF3kCzjQQr8FYAOAJ6HLLaN3cGAPuNXOTR+/zI2OONJE7XA8C2idYHgv8/e2+jHEeuZGmyRFJ1u/vO7Z7p2R/bXbN9/9fb6asqkZS0OO5+gAMPIBDJTEqUKrJKRjIjAj8OhwOBD+7Y6mN4aGEhPrxC0E8ykAdoxXXIw67Xdm0gar9etwPAzb+wLdbnhSPtl7XOsdBp3i8Cju3eBJL3ALB5xQWQOwKAR96MTUfGKSgAxr16TqSeq+p95vUAeNZmH756eylMVwBc9XLgCVYXbMP7ye9t54Fqniv7SJiwXWBUgNnA/ai/8Fn8nC3qzvtZDy9aWv38ih5iGQCzrgTF/ncP4yxNWFKczZhCjbZFzRTekecEQ7SlKA8ActLFNAQ0yzACwAZ/oT/eKWqI6aazvQf5CDJTRzKE1gX9WoY0Ld1bnV0BYILXNm4EAAY0uCMAbuVXmJo9cb2P9WMYTVwPUx0AA6h8LGeF6j3PxaPTmgML6wJVte6sb30OANgiBG8Btcqa989gM+0DyuVwp3mRuhzdRjT9j7Cp5slYCmEbCQpU+fz17k+EXC7y87HPPVptPlDk6vrvsMz7pjdoXuDnGb4dDCX8R6r2rJdnCIDDVmMeiDNjMTHIHsDVKzT6AM7aZahojukKXFFO8/wF0I/ziXFdwws3u+zlYrug7ygMRrnz39muMW3Tz7CTzFfPtNU8R9CHMkI/h3ctn6XcRvaUc121n67j/fnNs/nraL7NtPZsNu/JZ/rOAFEno9AHsyds/1B8lpPtivLR7liI8nIf9MQ0NurI+lI/9e9WHpytHAAY/b8o3O/3BQB/LAC4/DTr0cKMGLjV6CIoB57vATDOUHYbj3EUmxMsZHpAY1z5ViCmtUUCwPgue2srjG22pGw+weaC6Ee1ba1fNgBMAGo6iH6K8OyhB4zGofZNAbDqrcmQcFlsONMnANZxVH+fhXpW3fWxyL+pmzkGAPhzkd0fhf4+xRzFAbDbu+xNjiMSujzSGcCXAuDhvDLkafKKCnR1jzainEfgdg8Aa9kWAzQAACAASURBVLjn3I9GoaAtrQkArrKI3QjHPYCvA8DZzuR6dI00+CPPzwi39fs2V2pHMpwewCvJntdPCfzCEphNcL5XlVcvuN+rHL9qPj+6fQ/L9RcCwIfrfIMbjyz83yCbaRInAH5L6f76af84+5RX2vCWQnk32tVePPxaXWjiuvQeR7Ynju6vHJTHMlzpwNH0czrH6n96AK/k//2urwDuqiSr50deseyfs3FmNX+7Vf++PQDmC/sYMK08gC8BwFy06UHqON/WhrEwHwujBIoVOBEsZY/PSIC9W+Wm4KlaugSoFACPPBb4XPZYGOke2z57ycy+39df1Ki3daN0mAY8KvHJ4PM1ANisOBZUQ6gEwLVdA5DawiHCy5WfGQCv52njBaQ9ve/gY0iH+TO1urCeFop9LHPIQCBTFzBxTfTCvGfSMDOarjd9QehdB0xlqcmbJACJ/6Heknue9E0jZiFkvW0aHMrnjVpusXA+A09Mo+qOgf4e7GXd3ALg8lA08rfyc89u5k0WBEl9Hgyh2eBtLoP+nRcAeyg3BsC6GHupHafubGXrnSRvwPB1ZUAhXG8ewK3ckHe7znZjHeEhZt9hg0VAPPzNcnOh1/PeguyHhwL9eAZga6o6n7PEVcnNu7NtHrCQpHWxnSAY+bue59DjlP8K0uY23QO+23t7UD7ycu43V4hXbz0jNOqZhqMKrQ3AbD1nc3h0DeNs5hBefeEVzHI/2Vm17lm3jYyx9ThWqJv7aPb8rWAE3oGlnTUkbgbbrjd+RjTLWkNx0nM/QhwDIPn9gC7fSgjo4tka3oXPz4BFAMDNjlo5TWbwEA6AG4XT81dhXxVk4V6GnSWkU12GacGmL8j9/uOjhcg1QGZe3eLRGGGKNW/dpJVtD4Enw1kr0OU1hrbGWbdqMzRdgluWWXVV54D6DNJTWMszjK2fx0YPk33dKON2fmw/HTQSmNo5xeWD806tTAK2DK7Xs2EDjJpN6T0+R0CXdSHY0zkI86E35Sh6g4HYWjbqVg+dKbsq/wjHrd87pvSPtbV4Zds4Z9DP4T3tpeoV02YddfzQ9mK4ePPURh8o/wB+//VvX+5+h8e2bYzwCAs2f4hyqG6jvdx6u47jox6xflxAkT03oKHNpT52f6qv6YUBYvestT6ATQfRXzn/o5QQphq9xXXM769yinDVLssq1u4XtUVt84TfX/MPAFzn2QLadT5meUc+6qGsGTK/fhxvedV7hwD4WwHA38wD2LzATboxHyv2A33it+quLXokoRbaucDjOfdYSm0c9PbRcYPzAk9P52ymp8W24nbqZU5f7Q7bXn/m98zVfMZieA8+NZ0bAeDWL/szgPN8LZef+ql1dLmNFbTOg6r+93Mg0/XST7WPWNolwdeuIM104Pz+lMApgZ9EAj+6+y8N9U8ix/dazB/dvoflcgLgw6LSG9cLi69K9vBDJwA+LKrzxr0J93eXzjEA2or11oD2rdPPAj5W/xMAf3fFnGa4Arirkq6ePwFwk+CtAbAu0Hku3wcA1wWwWPCyl36BxtmD9y0AsOqlgiN8fyTErT9/AmCVl4LhujgWbTvyAB7tI9osGsUCJkDDb2lBfA8Ac0GUHmFWzgsAsC5yUle6BdfBIDTzGs4gjkBYQbd6D49Ar9rBGQgmALaebGDmMgC8sQex4KgLgyO55IVDymu0AMo6dwAmlvv0vVsXG2djiHqsWW+MzQMjAOzgIaxc3Ujg/fdWAJhlyPUY1Zl1qhBYAHCnbzcAwEyPZ+COQLACybz6mvV31B4Zvvb2dW/jQu9F6zL00KC5i+0BYHoH17oa6OjPMs6hnFFmnJlpMCgAsEHVUBTdzMKNGnqOcPbiz8AZZXFP7a93CCWcAbC2A5/ld7iXZ1bTlqGMDw/FOzG87qBXT09P5bv7u98/PhQQfHf3+c8XA8IGgQPIWjkmAPgR5WL/AwDGObkM/ywAGPaXG4gqTCr3PxfPajx+X84OZsjzdp5zHxZaQ9oaHDOI2OCpety67BoUa33CRw14DoOAQ678EBhXHUgew0wz6696DQPYZvtV7UqUl6Bo1i8IAJkWYSjvJwBWXfU2Co/lUm+e5apl1fwIljswKtREITBBs/WtOGPX+1kL+U1PXHxPb1yeact2oKcmzkUGMNYziK1NAogyb2sjy6d42xYdVQCMs38dlrq8mWcFxNA3CQOucoB+WVQTgGTMDwiA/xUguOQlABhDGO0ZZKqexq7PBSLr3BPAFptF7CEHwNYn/VYJA20B17MqeX0JjeF5HADYdSiAY6gYsuCcAuMQ5dZCILcZEupr9gByifOmRyGaq+7yfsBolEFkSX229ghYbfoXIa4zAFa47O0ZkFlAczfmFU1owNkr+7moAjyA4QlsaZh0GwDGd/flP5NHVJsbJlgnBcD9/GE7hmjDzI4OYBkbyE0RHRCuOgCwb+AZg+c8/6F8s3Is5zcTAFzTifkYQkBbe+n7U1MkAbKrjYzjUNJZLlWnlvltu4PO5/toFm5/MgC28eAEwEO7cn75TiTw0wCsibxOwPlOFOmNivGz6+dKLNfq71I+rwS/o8VqrcthMLo+nG1fRIPya9lW5VjVY9U+115flW+1PexHl1/mYkNRrMp/rfyufX7ZPxYZXNs/f3T5r83/+udHS+PbVPOC7RbojEuSAcv15e1TmJ3BeOt83iq9t5bPW5X7e6W7sq8z+330uZH9WT2Luq/GjbeWz5Ey9mXoX9BZ/nU6+6DWPMPKZ+OV8s23Rs3t82rBwEs/szus26r/zwDvrN/NvGuOtuceiLL6pAF5Lp89u9x7v+yVrQE8v0vBon/Tt28uDwJiHvlM6zUIAWxyWCQ7m5bquWWW58QDXMu8Z2M17C0Xz3flubN5YPzcMT0fPZu9J739esA1CrnL+xSU6QJe9gpn3urBREBQPXUGEFo9d/PCpOpDW6DtvWBGus9y9p4/t/PR0HKOyjhuB/cc4YcL+waW5Huey0iIYdcEbPsipMuAC7xdu8B7nh6Y0T+0vFzstWeiOCMAbP0LIbXD21jrVJhe8wQuF7J2+qJ486hj9TSMs+ph18+SjhA0mhgG10b63UdLmMPcBjvaPZqfnoGr7dZs4Lxfqhf9yNMW1wlMIX94xOp7mNaXmy1QXnp1AmpZG4VMRlEO+Jw+78+0iAWjvo+0UJ4ZOKRc9FxgA8DhlUl7WM//DHtjzxkQcu/ll0KG8cwzzuIErIIXcCkfxgvT/9DfcnfXpao+I4h0AXWRrY+L4c3Hs4QdJEVo+GKcLNSzbaJo4asZItfbVSCW9Mvs3UvZuxd0Pgva5au24SvOPLZ7oyzw5Iyze9kXvG+7Til81zbT/ovvCT15j9bBbUjzcDfvzcgD5fHnXQ45XS3/yMYqdCEE3cqu95a3+8Ir2WAzD6yV1jV7GLLSRsezOgbQPvIeve5poH95KO4KIKNta9kDiNKbVdvjofQv5kF420FJnTPguAb04QI6mXcuF75nf8c1hJT++9/L2cJF/Pd2zrDr3T1te/kT4ZdhywFY65yyXi9eqGYTw1M+PHjvi3GmCoO/AiLrObx57oa/y9YLG1Og7hk6dx3PyuHfEPDqPMDaQADtS9E9lI9yyzpDoEt9r0ccoO+IfPN7EvPAOd86qmc99TPCo7wBf/v6BFAu7xnNRvsDfz5/u/v0+cvdU7FNZj+waQQbfeKcY69reLtHJrN5e84zb3DYjL9x7nTrg37sQN6wN9pYbhsmTHbb+b3KX/t8Lp/q7ujdNqcze5558LrOQ/rjKnwuk+d/9Z6wVVl/8v0bOaeNBLkce/U2Hd97z6pHWZwewHvtf157BxIYdeJ3UKzDRRhNQA4/fN747iXws+vnSsDX6u9SPquVsEkBVwu3hxeoTwC8qwIrgLpqh5V+XXv9BMDHFqivlfPs+WX/fquMb5buvvxWgPJSAHOzYkdCq/xvnd+t01vJ99b5/WzprezrCYCPtuhfEwDXhYMUUu97AmBtod2Fia4pTwCsiz6ch+ezvY4C4D0Pqq59JsCa94w9xPe8Qo4B4BUg2ywgxgriDAg3z5l2tmeWIeqki8AKgBmOlWfk5fK1/kMA54uWo4XKkYXi4rICUNw3+lu/ywuHq/lXLk8GmbVddybSBAAqvw0kwoKlgI7qgSigxAHO6wGwyhGvbfT4dLn3IHQLgHHdYmJaGRx6lMVxkIZSpA50xjshAX/2PtX8etvWzpqmbjUPzyhvvFDpRo5sH01OJssxANY2VOjb7IV7wuI+hUsNerpX2WzzRCdnhsUVGKHAFOCohtaOB5G2gtYcqv7hvoXNHoVn176LJIfeTAP5jCC92j2NBtA87VzW9E6m7HOfzcD9pXjXoV/AyQ7w7UsxGLiHG4aID+nJyz5sYA42tsgTHrXcQObGw8O1fvnq3pwKgPHA85MD4A74BDTW9C3kbw136zCXHn65nwAAV1gY0CH37WwjPuCsVnhuBvhg3tQ1PWdU01IvV01TbVgGJbSpDq0cLuMsaXx4jvMIPKOtXcddz7eQ1SEy7iHY7iBtaUktI9oFnrgG0dA2JfT7yNMzw2/PAzYngiAL2MZ3atuZv3sI0562sjOsuoPaUhYbcgLAcqGmVBie5kRolC31jjCO4bYRarmC/YDPXb1jM4C2Efr7P/4NnsZQ2Tir19rDoSXGzgpwdQMErmOTT5yVbWNgnFOLvvNYNkS4F6g//yU8WK188f0XuOSjqxCyxsYMfAe5YXMJPKA3H/PA9W8hKg0xXnVMwC36ryHaANVMj+1FD2tLDxsiAqSbvkc6Vj95npDZyirhlpm/l81t9h4A7t/5Gyz1vlY8gAGAn76YB7CdrZwAcKtvg8CjeXnVHSlrp6+xIURl7XrWwo5zU8sKAAP+tv7XQudrn6R8WP7Z3CfPedQ+aTtulaT/JsNt/n0fZ1VXXdoBwL8l0n30/We27j6rc7Yju/mcAHjV9Of19yKB1QvOeynnrBzXArT3Xr+/evl+dv1ctd+1+ruUzy8IgFcy1eurBf5L0nrNvStQfgLg10j1+DPL/rFI6tr+ebyk4zuvLf+1+b/++WPgfAUoVwB29fzry+9PrvK/Nv23fv6t5fPW5X/r9Ffjw+0AcCyQR4Vem+/t5EFwNPbA3ZavL/+2HAkAR7J6ltqw7AdDhb2VB/Ct5LnyJGY+t/YAzuU/Pl4dA8Bz+WTPq7CXAjL8G+qX608u34/0ANYFuOyxwXofmT5raOa8EJflNwrhtxcyvD0/63/7ALjzckEIVwFkNr5ZiNqBB0laWJt5aM68DGvIVlkMIwDGT9rVHPqxyj0JfgV+bdFe6jYDHXsLfC6P3os4e09qe2p4daZ7HAAzH28TLJirt7h6AVsvMmK+tdUKuEYAeKt/4YFo4KZ5Im7shoXQdRDkcgFUjJCXeC6FJIbozRvuzp95KNcf4cJmjwRsCcigZeL7T95Aobzc0g7dpZwVJGqfG4HRPr/ew1XhM+8jPCYAY1kIfQ1CGfBonoe9t1vrkw5b2iYJ6pgCaAJZk1SqJ75jmF2WQ71265mcRT8QgtLuL4v9KjNPow8jrRCZ8Eq9c90jNWCOlD/LXdvN6ymenV7ZTgW7DSHp5VevwXMX5fpS7ADShXMuNj3QExied+a9WfoEz9BleyBcL/Q1exfCm9dlvD2/EfUFAEb51XuZhf/2rYUAzvZyaNMBhqLu+Gl1KP0JbUkg2Amm9rOwC8Be9NYPaIVb4MVJUO3iVV3j5o8GVxWsZ0jbAdnIA7DtpQBg/ET+KCtDUxOMstwKyjPMAUC1fhIycC92L5+DOvXP9DZRL1u0LwBubUOD02EnTZ4RchubC4pcsemBAPz55dn7QdI9QH71is71RzosZwO70An3ereyM7R16BH1yX4aqGrnKFtfMUje6j3SPTyrYPvx8be7f/3X+7u/mclF3g4eHba79A3ghsd0HUOjYWyclTOeWUaAZfew937tcN4f4t+beayMASg7vJM1tLjOL5peRHqy2U3nOHjGnGdFhnyW8vENSM1WexsEUNVQz2JDbg2As/qYThS5wwP4j+eyUQJwPWDyt+JN3X0Apw1Wh1d/snU69qrXr4LGDwyPXdvc4W+VUfQjbsDQ/GuI7oDLANU1rIeda86xvPdUpq7qRjIdc/s8es9czj+sn9Z899eB8jwN+WadOuIBrPqjZdS+N/q+b7T5X3nemGWS5091DCk39pbuaI7nfacEvoMEfnb1PL7g8R2EeWZxcwn87Pq5Esi1+ruUzytCKK8Wp7VOK8DZJh0rSUyuH1mB20n6krq8soS7j63ks5od/Ojyb96hUm1X5X8LmV6S5rJ/LBK7tn9eUtbRvdeW/9r8X//8CYBfL7vbPflXBMCrIwIusalvAYCP5L8aN/Y0ZFV/f7acvmSLFOPX06MAmPd9GIXsm3k7rqCvVi7SPQGwC2U1Hhwfr94SAPcL7NQ3AmDqjNflqAdrr6e1nleEgFZZMvXXbPj52QFw190Wh9LPPIUVlEKWWID0NnKwaWcRYuEZi4MJAOcxaqQXMwDM7/szST3vrn0JONKCMeueF/Qy0B3ZW4LCEdTK8CEDkux9CrhVF18TMMD3Fsp2ZDeLfdR66iJsLnO9L4U1zzbF0igPw+OrtbdsQICXWfTbe3rzIkSvAGC098ePj+65VR59iDy3i+q0a/2CNMveYEULV8trY1DXAOQIxu99N0pXy6tn83rI3CZhygkAOsPWfKavjb4BZPH7qI6zRXd9TsNQF7QjHng8V9G955AWYKk/S3hUwFbYTgAdgwpoq/L7qPwakjrLiZDRoDLOlg0wvgVwx7yizSO5GAmDgpCxwaAPd0/FOxHw85vVo8FBD90cYZRL+QmAFXj67+5dqh/ajfviqQvP1y0ATkcYVD32kMXTDT2lvJq/AmB+n+FEg47ugVrlHPDU4FDJ34G31yQDYNxDHWx9qEGeDFyy7YBD6RwA0/Ow1Y0wysvSOoSCrGyL7W85WxXPZlkqANa0FCwhHetb6HMBi3GvAuCRF/59gcUdgIsxoYbiDgfX2h6lX+i8QM+VZr/RjUzV+xc6h2dlLMrzM21zXnsoAPjf/uVDOQMYat02BrE/4Qxr8/Qt1/Bd3QQS4sf1qtfhIcw+yjDQBMq0P7bhQuZS8EI3QCybxuxe/EP/rh7waDsPYU1dICSmXWMe1EefB/hfeYzmd/paws1QlLF5D8NG4P0ldWjTCWxcSfNC9jnmt+8B7GXL+mxfFjl9fvnNzgD+E5AdcxnIItqZdez0f3L+s9U1eSrrcwTAmqaeJWzlswgFzbu33dvP7/v5Uw+AtZ6z94dsJ7TfU1Y8W9gAPzcnLBYQNb8c+tnswiJiDs8QVhnxd23DWb1m32saeX6k1/h7TucEwCMpnd+9OwkcUe53V2gp0JEO/J7Lf5ZtXwI/u36u2vda/V3KRwDqaOFZJ1B7C9NcwLFJC+YdMfFaLlS/QQjolUz1+pHF9kvSu/TeFUCYAdTjZyheWqLL7j8B8DGQeZlUj9+97N/Hk3rjO18npxWgXC3Ir56/ttKr/K9N/62ff2v5vHX5L0n/mvFtls9yfJsWMDw5ZIGilW/ryfX6fFoB9uvfQJstsNY3161XJi6NgC7TR4i5vfHJFmYi9BzSan1o7G2838YRpjMv6DAM3GKBYKU/q/59tP9kT0b8PfLgeT8ewFkysdKevm7jzxjU9rv1my7RAyHPxXxRkIDCz6jb+8xASC3XK9tfgS/DlY7KsWp/tvNrQ0DP9WEPjGs/ut4DGPXOnrwjeGN9WTzOuucAbGQK0NotgXuBj33/8HCd+PTntDbvKc+P4IPfu7dRvqYL60yT9yho7RdGL/MAHpWnLsZHoRRSspwORQkQm1dir3/erroAWnU+QLCVvYCmDL81HYUPwF8zAGEuZfHxNu49g2zBt96g97LRHRB/QwhRW5QmZPliZ7Gas2YZNGgXLDS0fDIQ73VgvUkkhxBnm6PcOSRy1u1ZCGQNQett3UIv8xzcDJQJ8g3MxMK/Pod0VCdoPxH+Vj8dCADUsM1a2sEK6NQzJ8vDBoUs/HGTLfsY9O3xEeGI3dvQno3QmhYqGecOl0V7/N7K7XBBvaTz+8jGY9DkDW9P9TTsdUvBUAao2QMaHsCgLAgVj+c+ff5691TCr34IAPylEBkHli2st3roDtdXJKyztWv1tNVNCPTc69tFvfQBmvHR/tLa0MEdwZMB4OfnKhf2D3/e76vnJAcwZN9VeAX5K+CdhTEnFGp2sEV5UJuX5Y9r8IQF4KMe0GsW5YMVQH9C3QiKWee2cYBgqnnIW9js0F+UCdCwC7Udiah+YTMCymGbCuRZhp922fmDAMCU04t5AJc5anhQ5jbW9qoeuybzolc4fzh9dCwBsLtHH4k+yVDHvYdrG7MYorie8Tta8KmVcLD6WPTzH39/vPsdU6OoH+fslKPVNTZWaXG5ySoDO5NRhNZFEWhfqpc/ztqW8Rc228yXeBlj40ENe2+exK19kf5z0W+MEfDUxdnEtrEk+pbZJimo2jf7Gmcai40bRfMoYSUMHJv+hD7xDGQr22AJgmWsoeID5nc2qJbRCzgCv7bJAHUqNUOk+H8WAPyZbswbjYEJbvMeb6sGaW0sDdut+eGeDIQZmYZZ5DOCuaky22XtL/57jM/Rxqr3Wvw8H6r5Jr3NNjY/p+177Rr3QLxVVzMAPgp6t/PIrfJov9+kq3OwQQGhJ9a2JZHTA3jUgud370ICP7t6voVxeRcNcxbCJPCz6+eqGa/V36V8BgBYAS7LNwO8l1wf1vUEwEOxNC+YsYacAHjVc45dX/aPRTLX9s9jpZzfdW35r83/+PMnAD4uq+935wpgfL+SvH1O1abKBqXZ+MXvV8PT68HsHAArQNXyXSuhBmg9xGq3iCweuhZytPwz2xaLoTnvFQDeK6stcET6AMFbAHwcYBFEbHb0nwB4PN1a7di6UMna+HMBAIanVV2Nk40HUDd4B1gIOl8WKWhot0R5oYY313LdAAAjzdnWBF3IGxX0vQNglJmLnQpysvdkBmgZLLTFepdCg67hmSkA2BahK6j1ds4hny2NLsRpO8PxEgB8xA7pYrJ6KtOzyOvTg2VdDF/l4TJ2e78CwNXrUgCwQtqm355eBsBmV0OYeA4gDOer8pPnq0zbbLL1P5wR2dqj9aMMZB3gan/jQubXD20D0DeGHeb4Yv0eaXm/R1/H2ZM4NlJN029Y8Dd5eQ57AJjX+Tx/Osjw50dheQl2cWYnP6MzRDMAhkwAeEdn7+pGDw03TVCqAHgGQVtbOdTEhwCYYKkbu3cAsNc9heLM4XUjlC9Cclv0asBeAcAEwwBtOOOT8qxCQ4sGnKGsRuMx9AVy07CynlbbYKIy0fSbnvXhsuHNiLDJD6Xs1KxPn16KF6w/gdN44bnr6bYw5a4zk3cSmfNkHdezS7NXp6aJ556fAHQbALa+FZ679n0GwAGM3e40L1SGhHZw2frC7AzckdfxyH6z7yMd6D3tv3qv9xsYHPoqACZA800DOKO3nCVbdMQ9kb0RmIa3ffEgN+/R3p7oe6yfcd2fwdvav+ESAmDIJXvyqh1n2OYZAFb72qJ1aOhshhbmmd6KbGIDYvQxlJ3e9IS69Jxv/bpFn4DWen15JvJ2E06FfOFZW+Im3P3Hf3u8QwR97MWxTRsxZ7d6l/sIPl1fmj2nd+0mIkYYWmzyoC5Apuj7eB5A3sAq52WAy4gGwHExgH99b8D1dEbtUQBsG5Hi/aSOu3QokT6rfdPmWebZi/DRJYXkYWrpEZaLPBQAK/TdB8Ct/bFhyTcc2Kn3Nt7iiOxPn0sYaJyhjLyKHDX0PW0yfjIEeAbAG09etOObAuAY+2PjlQJg7R8zAKx1UrvN+98CAHdjYOgv50PUm0sAsKa3B4B5H+/R52ofXywMnAB4NLqf3707Cfw8C8xj0f3oBfp316C/WIF+dv1cNce1+ruUzwmAV03wptdPD+A3Fe8y8WX/WKRwbf9cFnBxw7Xlvzb/48+nxZbqYrWfwgpQ3spD73g9+jtX+b823e/13Eq+36sc3yOf10SwWJXrNQDYyxFeAFwHwyJOrDm9DQAur8KxKxl+GhkAZ9CGhVUrZfXI6xfsNgA4lX8lt/qCLp7AoxCma/v6th7A7YV+vFh8tP+MPICR9gxcM9+j6df7037yLL88Xqzlu2rJKqHdG71YvZePP7AFwEUqsrFz37vvZwfAWWgz0LrRQ5m3G0BB94xwfz2uHnksbb0rV/mOrqtX8AwYc8HYgD83ZWCxNukpQkmqvaFdxRl59j2gMRZ368Ju+9760QTQ7inlaO608aSMBPIC5t5CKPOsdedmGmh7LGBnz1AHhA3oMtxhg5l5CwKgjdtor0cLwUwAbLCwyH3mAdz6Ps7zdQ8pLFbrom0DwLLobVCLHiwBGIUaf7sfhN6sjzOccADs8uO+3P9QGvy3skrPdKke9zWEpUt1s7Egvsghkw1aQF8i5LLrUOsLqrt6li+Sy8/oxgi4sCGkMODH48NjPQdX1XnWV5C/QuFcJq/f1hsW30PvFWwTGJkFFa/E6gUMz+8olAPg8GAElInOZd+HDgFamczkGStP9Yjz9qKsDPZVGNRHD7GyRXtXXZKwz9R1b9HYICLtqH0290fdzGBPQ3/gUVh2ENSNLCXJz39+KSAGsLh4HmIDxG8FSqKPVLhLuO4FzWdSEgzpBjh4tFqbSZQCb8MWUl5l2kd9IChs7Quv1Jw+gTGhHtoTIYlZRtUPfJ/t3mgDg8qTv7eNHwCWLR07mzf0om2ocFlxEwPK1l9z3aAHsHu3u33QUNWmq/DENfnNtlSVdEr/wlnOei5wroMBN4wNJSn1tFa7bGeUoyxRnv4M4FJvObdX03cIvJUa68z+1oFj6m8pE8+c1vusXAJQeaY7QK1vtnB5IFvONAl+2ae/QW7lBgfADyUENAy26xS29gAAIABJREFURR1Gx60QGFMDnLHuGwx6AIxiPpX+0CHs2pgy/kBm5mHtkPlridyAZzbzreIVjbrpxhSrB8pgkQPaiz5CbzPygXsAexhpfghwX8Kbtn6P8TOAMPOyPpf6Id9ZUDsNrW2yR5sOpvCvA8AtIdYPgBzFQSQC8wD+82sAYPQd36QCCLwBixEa+rUAOGtp9ghmPzu6ga/JvI8IQMhp8mckCdEHbSu1Mfh91E8yGN72tt65i/m6Tdme0a5nEpv+cWxKO7hH7zu7IDf6Rq5DTqfZU743x0/ZsKB1PAHwqMXP796dBH6eBeax6G63wPHumuYs0GAA+tWEcq3+LvvvCYB/qMqcAPiHin+zEHlpaa7tn5fml+9f9u9rM7jZ8ycAvpkob5jQpYDphll/96ROAOyLTFwg4cs5fu4BYF8E7lfE/uoA+NJ+86sA4Dlw3a6u6drHCYA1fOjc9K1AbF30/EEAWD19DTwvzgQeAeBxKPotAFavJnjWqL1qy+QNgg7B5c4oM9oMMZtPXQqAdcFQvdFycXIIaPUA1nu/loV2fFpo0XbVyzYHwLjTIWDvXdbk5YCRKjWSI9dRLR1kx7PXoxgO+KMtdgAwQzwzAsDXkjAAMM6ar2c5Grh2cFF8UiM8pmc0AsAttGy7buNcQErWh8DH0+lBq+tW80YdeRQSXsAbFwDHw6AS7LX2IDDu27aFS+adOVz6qFy0oQr2rF/ERgi0B+AndaOWAmfMAg6F557L3TfgYCzPYa5rCFqTQ7Pldo5oAGYHci4jgmzLv27S8HDQ0CV7BvZBNvMwXW5M8A7tIE7bI/eXLEc8ZvKAnpT8H4qXIj+mHzFV+fz5y93n5wKCn8oX5Qxf+EWCJKnee308ZCy93jrPxQDGHqK5eBLDu7LAch0H7XxaP4jY28FgusuQQLhumIjvK3C2jQ8BUMNj1uoXnRHeuABpvF83I7TQ5e1MV4Lapo3+2wxYANASMFe5xsMErF61BjRcXg6KFdLyOwXAnmZ/XrF/17yZ6QmN733zAGTSn8Or9aFtZd/LG1z0DN7RcwaGA0CbZ/gA6POMaW9Djt2e2gwAGzgu/2GDSPN29g013BSRI4IADBL+At6hL/F+zrhp87mB6uNvX+7+4+8fNwD4hRA5TDHsE2ky46jglicJJ0+bW0FmuYHtbt7a3NtRmgWAdTM+BgAmmHXd9TGibwdsWPINFPhePZRrpI9oBwJg1VkAXd005XYs+lgAQQPkaC83PP1HAPCoL/DMX5vTxKaX7ebM3Kva31ARi6BdKg4A/F8lFP1n8wCeA2AbjwMA02Y0oLyN2jHzAKa3cLVr3ZnCsbEgzdNmEVxYoxzCmd8TxGZPW53v4N4sY4Wsen123yg9hbycy8zfR1wB7i8AwCyX6nieC2l+Wkb+Xq+n9+VczxMAz/vSeeUdSeDnWWB+ndB+9AL+60p9PtUGqsFWvV9IPNfq57L/TgBwHfDfWLyv8aC6ZfOuzgAe7QTV/CcbvG5WxFX+N8voL5rQsn/88nIZbIu9qM4rA3Ft+vuFuRTEXFS173DzW3sQ/+zymTXBzG6zP++NKyubf0mzr8ev3sPxkrRxLz3j8nO5DtmOEehyV3z3vJwBWMf5wUA2so1bELII0StnfGkZdvVSyyehqUeyW/Wflf4ffV7v20uzLfDJQrMsMK7Ks62j28/cPG1e0NvfS8ezEYSY6ehoLkIgwGdmHpR9mi0EbNO/doeHCB6XYgXo+NQROejZjrOza9fy6T1st9DbF5BnIZIvtQej+aaC2Fl5R6CWHl1ahj688tz7muVg3jktLtYSZPRzZvcAzotrCmY83e2C8+x9KC8E5vbf2q0GaLx/rf828EHIkxpCn9cyajlGILiBbdd5Dels9j+FNlT9Vhlm+eZnRwuwtohuHmIAFA2I6hFAHciKqVxdpC56XYLv1vCWgBn5U71NZcBiOEzeT49AP2/SvSl14dYX+8c9hWcFM3Qw7oIcEaaWC/l8MoPKXmbiaV6ez/249+b8WsIKF8+30jZ6frD2PQJSgPIKcCLDe561GV77rn+9h6jWh3Ui/KttaeADgBAg2r3p7PzokBfW/HP4auq6QboYuvfsh4FRRAwxXWmNoACY8Mc9LN3eKZzz71qft/LXMb6A9PBwdfF4iGHIzWGDngW7bRevj3t7u5xik1vk+enPl3ImME4AjpDlodzYcID0Ea7c+rVAMZzhakF0I6Ssp/uttPmTyQDA2eQN+Ub4Xp6AzRDI9Dbls9aP7H/3yLczQ+mBGtd4Zm6OppBDNJuUpD0I3TlH0Y0OM3upwELtcHeGbHQCDbEM+A3AyT5M0Elb7d7zAIfzsQP3Zi/7zs7IeNnsXb+Bym1Xb7M7C5GOLlE5wEPXVFCiHdCWZnkRLrO8eOa+nDVby4WjDWScYhhsDw/vmwXwUYA/ikRAG8B6MU2FTA44X+4+lrr95z/+ZiGg8QEqxCYEHV8eivwfwsP2BSASpXnwNuG9sIc6htgmh9L3ENkAtzbQDS/r5qkPi2Bny5d6I8SugWJpDy9T/97vXtURQls2PbT29Wu4x9LrGtOhrI6lkEWvM23CaDIMsMr+p+M29ypVvQ9PaZdNS0fz8zEIfR6bYVGeVMD4E2C7mJy7//rz+e45op6AQXKsq/2m6MXT05OD8JAdvXfzOb/WdpP+ZGO3bBxR/dVnZmcH6+YD18E8D+rlqu2lEpjNnyj/LEvmpfO2vTn7yI6N0szl49nOs/JRJ/NcqqVNu9P6eW2v0NexJoy/zfU4zwC+RHrnvd9dAkdepL97oW6Y4WyCdMMszqTeUAKnfu4LdymfEwDvCnAFYEcLcrdU91X+t8zrr5jWsn/88kK5FtCeAPgaFVkBqGvStpevV56BeW2+b/38CYB7CWc7dikAZmo6H1ZooIuEfKn3l/i/JgDWhYtuISQWiXRB4Sg8niwZ2Nd5nvGjAPA2dG2AqyiQ1jt7mbX6nQD4tfO6DKbw92sAcAZObJtLAbADgwavMuTEEvHeZ7Qw1+q0nVuM7JPaI+8r2xDTewuA+gzrP7rfQNECAGc7qnBAYRzTPwKAc8jDLM8jaxhqy0cy6sADQJWIvsoivCVdDiRuWPzfaeMAfQB0DINpYabFe0tDwhIgPdgZkm1uinCho089O9pANiF6O8PW6hrpoB5qk1pbt7N2R3lo/8rnehLE6SYPpKEAmPqZ88f3paQbmOft05eJ9qKmi2ftwN4CegwAhx0QMGGewgYb/VxS7RcPhfBQXk1n+9ozzx5++z0Ko1kvAmAdr6rsAIwMJtOblB7/xYMXwJXgoUzs9gAwy2TMtG5IaICt2h+DOh/u/iw05o8/AKyKl7Ddb2565nGOPAGArR3gxRs6TQCs7WbQ0jxH6ZFLiFjKi7N5RbcIdlWaAL4EjgZtCnBWkIBiKQCGVy7bi97Jml7e6KN6kQHwzD6oTUAe6vmsQFTDY9sZwKW+DBONv9F+JkPxolbZ4Xee/QvABoDMTQVN13dgbuib3rseBxA5gJvnGiys5TRw62MX5Uxozb9VPgTAOWw3Ixm0e/vIAmxjbUPNM49VvJ/l9Dr7pgEPAf1y93uJmPA/CgD+WKbettmFux9CQXA/7Cf6By4hYoEBVNjUgI15fqqA9b7YBpztyxDS3j/aGcAEwMgHG3WszDHvpY4qANa0/d4+EoWOkSwXQ1irzuu7rL7/8Xl9R6lHSKSJlskbcoiEW4h7/4L1tN9lrGcdXa8hz6ZbXb8sf3xGCOjiAfwcmwzQCBY1wLyYXT+8H5UbY8OO9b3BGb+adpdPAGGMkThrnHrS/RRo/FoA3DzlE9AfyLUrn0xUtX1zOTMAnr5XpRcghqEetb23ET2A+3ay+8PDm+Ud2ccMgHmv2sXRPDO3V65PzusEwDMNP79/FxL41RfIj7w8vYuGOAsxlMBPo5+6rfqCtrxWP5fyGQDgC4p39a1rD6qrs9hNYOUNtlqoOwHw27bPW6e+7B9vXYAflv614LdOiRc1uFU+42x+dsB5AuDXdYBrADByXNl9jktH79vWYrsozrS2+Gsug8MewEhcPGe3ANgXPu0z8AC2BQ3xmtCX226xKO0QZyjQ+jKdwumxf2Y9v3W/HfWj5uHp9a4LRK/wyD1a/tt5AHNBNJosmdG2EP5aD+Dm8XZJD1zNh/bC3e7lk2FxDR2c6n3NfJiLP6YLAqD07zqqTTzXax1i3pzlkQEt7r+1B7CCmbWHspd4dQYc63UJAHaPIQcZ7F91PhUefKNz96qtEFuiC2W+CM5yt8U87cOqS3kR0Ovr/SID2+0GhgaLCWgJtCqUCs+lowA4AwSVacu/3zhDGIczTruF7NBTeuhmOY36FBdHCZm2OtjOLNXnc7n7direYjE+6BEC5qkp9lTPps1t5HINu7MJuwpo+lK8mRwOYO3a4FIaRv2agGGz670UzCtToEi2GRzP8rnBte+LSdV+A5XiAr7BD7rQlgc35wYHB2LbW7hceOSV77VsHHNp/7b62TZXdJs2IjIG0816oN6/qC+99JA35ANobN6oAqAVCGv/69uxeQKqLjI8tgJa17vox+GN7CAMPosestw8ag1G95tIaojM8rWWhaCT4ahZZoJmnHkNr2FzvgNQKWAXnOXpM85aBYBxm1BBWIFp+LhXaPMybRvbPMS2bcKQzZQa1pgwlCDUgR3qiLKE12WETIbMCVrZLpZ/gctMB/2JZ3G7zQloVO1sO6dbbV2ep83GSn3nJYhCHh8fH629HHT7JgR6MmtaGWbyHoaArv1IQAvqA69YixRR2h1VYnm1PE12nr+XY/sO6WOE226UF2DWxwF6whagHc8hvC7TIehHZIqRp3WzAQ4850ccNM/NTd9Lz7Ee0F16u+vYwjZknfC32zDfHPJQPHJhV0vQ7XLh5e5fCvn9978/3v1e9AS2uPZDA8Q+t+HoYjbLvNSLXMplRkFgmXVOrF66sLvtuAlki/y9r/iY7rpRpF7hL8dHlPmbhMZHuh5gwvX48bHpr7dfqVn0W7YTrJO2fZ6v8V0q606tl4SMttKGvszet6liCrqbfmzPG2YI/n7+5fL5XMawP56KzTEv5LLxBWfGV3mk+TrC5duYVs4oh92SSASq96xnByAjXPhz8SRGqlpeym7mVaywubMbLCfHz3hXzPPM5VElFy6M5rnHBpROALD2HWvnFDGF04eavniim4zSPCT3ZepsXifUvrp9ZvvNaN5mOlkurFwojqR/3nNK4E0k8Kur5zULCm8i8DPRiyTw0+jnCYCH7XoC4H11P2cHF5mDi2/+aezHxTVbPXArMLuavt4qn3F9bg2SVlK79fX1C8h1Of7s8pnV/tcGwM2LYDQ+jupOgEt5cQFz2P4nAK5qdbR/nADYRbaaj9wCAHsI6PG4cs37mi3oJrC72qAwtc8/CABTcUdeeXsjxS0AsIJsCzuaPI9MPyBfW1TrIQWu7QGJfhGyhX0lKGh2bTufyLqif18CgJFH9vpxnW+6qDBX5T2CjDm9/u9t5ITs6auwU0M0Z1koENUQ0gpysvy5IDrSmQw+3KNxDoDVO1dDaFYv4ZDhDACzD+J+0wNAshAPVAlrv3mDiEM0x4jeRn3YYeomYb7KnnUmAO4Aoy3AOzBlWHPzpDUP0fK9QSx60jUvWvXA7M64heQI7sJLF5C/todsutJQ0XyGqmcwqIZabVQ8hyKlMzbP/q31t3w+GFQC7ATURB6QE3oUz4Gd2ZV8Rq/aUshEPaG9bj25t35c/mt6TA/gCPkdDV7zCcANWGjtHOGl4R3MOlEHHP6GV3KAJAAoJIkNdF++/Hb3uYSBRhhbnM+pANj2vRmw9fJU7zDmXxJ+KLF2sx1SCJoBMKEt0nI5e6jd7KWrUGgGT1kehZUKH/beX9nHFeJ6327/UOfn52eDs48fPxpANM9E6G0ApgoJA7iqrVYwxX7IvjYaWxkeWgFoszcOx80DHDppZ0430GpytYgT7TtvB++vhIkejjvAWnheQq9MR8p/fub01vIBtFrZI82Z57s+qd7eWie2p0LVxwLYM9TLIJh/c0PABgCXzRP/UvTx3//t4a5wVKB0tyURMSFvwMBU3+WCrR6xuUZgWgbAsAeWp228cMC+mdOFdz2SQWAG2Hx695veCAA2eZbrOlcAAKb9g5l4RqdEfxNbSABMWVubC6wbeT1ru+iZwSwTQ1rrfeoNivocAcCwFM0rvtk5ek3j7N9Pnz+Us5YhwyIbAGBucIk2qECwgmrfEKOhtI8C4JfSf7u6140ikFlsrMle4uJt/DMCYNZXwarbLJ8fch6UAXAD97HB4AoATB3eWpLtNycAPiKl8553J4FffYH8mgWFd9dYf8ECvVv93N36voImrSGv1c+lfAblXHk93VLNTgC8L83Vgust2+KvmNayf/wyQnkrELuyZW+VrzfMUYDzXpvxBMDjllmNQbNxg/35tc/n0hxPp1/wXD03qfXma61nn2ZyjcLO5ngaYQ25gFLtWyyw1Az2ztaNhRhd3NNFQOt3HJhSOjNQehSgvtd+erRc6gE8WiAYhYN2WY7DqCqc0DK0NbyjHsD76R+t32o+cikAVs83nYrmhVGW75r5sEKLlT5u7PJkPp/lkR0fajcR7zLXixi/VsNnapiV58WsHfeea15TW9CmZ/tm+Fm9tG1lHYBwX4uyDensiD2qYTuxoA9Pse15wfqcLqxV2w8gkBpiBYJZcoVDms8M/Ga91DLowipDPe9JiAB4pOOjeaoCYi54Eu70tqJvGANedbTYelg7MAiwYLCzee3aIrl5M/YhoDf9ydJo3sybhdpIM58HrNDYvCDjjEnAgREExhmU+AAwwLvOy9dCQHsYU68/Aaumkz1PsUDMZ9TDF7r4/FzgY0kPnpIKAPwM1r5lu0V10cXcjvWM5GRICF8IkHCG7mM5e3ZjfwHzJOtqN3EKp9R7FKad9hA/ASqp7/k51M880+FZGGCcgIpjHD0L1f6rnOldX/tLmaG4fjhUrwBZPKddl/uzltUDGGzD29vbHF6EDGX88Ohe5Gyb52foxG/FE/jL3YvZB6/vlzhzegjiAIfxH9S/PIOzVDN8JZREufxenhOqmwTCU9W8gtv5vQ6ek+LUtoTOov4OLRWwayjpkf1TTaQemk6X/1jeGsLbvBRx3msD1WOvVw99bdoWCkdb45svHNayX5g1t5Df/QDn3o5+Lz9eJm6K8E0KbXNGg73mBSvXXF89b4QtBuBHOoCdSJ5A18sCm+VlgZ0wfQkbZhCw3P/4+LHWoaZT5NbO+W4ewXmDg+pF3hzAuhCoN8AMcO2hyq2/47/wUMwyYAjob8UD+G+Fuv63f320ENAYM82zF61bZGDetoDcoYvZE9iecNXqPgSsBGTWJwGYoz/iPUTfPyAv05uSCmyD6qED4Oahbe1bmhcIGh/YCkQoMoBcCvhcYiVj/HLPdxTOYbV+VL74HoDXfooeqZdw9VYuefPZalPR/yV5heCmU+m84Sob07d+8wQ32qo8ngrw/fT54a6YGvcgL5Wv/RAg28qMTQhFd23jikP2tsnDIxjk+lnZQocVkGuI9r5Vm3zy+JvB8Ow6PWDznGQzjqHNTTYtisKo/Ll8/FvbRp+bvQdsysux7gIATH2ZvVN4HrEpLc0nZ+P7rH5a3m58LRcufAWYZXF+f0rg9hL41dXzmgWF20v7TPFSCbxb/TwB8KGmPAHwvpjO2cEhNXr1Te/Wfry6RtMp9s1T9ARX09cTAO8J/gTAY+msAOqvDYDVA7iBuxpCGgsvGeAmAFwXNWZnQJ8A+E3s4QmAV+NBL/YRAIb218WZpL9H3td0cUZzI/CwBSZZqLdRLOeTPQN+IgCsnrqs/7UAOANUpDsDwFj8HS1U7o6DtoJKu4cFfMAuAGCGuByHA82Lp6NyallV3/B9DpuYFxb5d79Auz1jWOumsKst9jWPX/XSVe9dK+fEXudyWdmLnHF/Pg9Py1LHgQzEGc5TXjD0XgBHyzODAmvbBoBLAF/LzgBYycPPmnWPTHgSDsGayT1C42YXVik8AbAv4Hs9c90AiE1uBfq4h53njfJkO5DBL++1/h+hY0cAmFD5qZy1iMX2x4+PNZQqvWp5JqTZlgBhI9lv3jcG0TiYRtU9i5/qZ/1akwTUaH27NRIX0tmXCGy5kM9nKB+WmxA2A1yqhwMO9sFtT3ag5n1VF7ip04BbarvRFgbUAQQFAHPjAUELy20hq8ODuQG1BIALcIE367/8y+/uQQ7vO/PmxDm9gJEfDDY9wQM79PsbXc0Zsj7Kb3ZFvEsxXnyxUK7ejwmaCZd4b27z2oYBIAlAXedayOKtbraNL0yDNry2kT3fvFrR9/Knf7ZthtAxQvsov6ceEUTCQxy/I0QtQ0Oz3wCTa96q4/y9B/fJO1wAsJUf/R3/hc3iTz07WDc04Mxmbu6AdzvALp5nSG5vywaAH4unb4a0yBagF5DWQyYDJMPr3kMw5/bK8wXzzq9hfrfnALNP0zZoedwjmX3Yf1podwkxb2MhNl8Ue/dY9Pof/1I8gBMAxhQF6QB+2hm60bcMtIpiAMPms251fDEdDQC8Wn9Cuk/hgdoiFJRSiqlmX2IRbJwIAGxnFEeIZAXAo/c/1QceCT8rHzyEM3Sj7FGOawBwF3Y7JGtHFpR0US7Yl0+f7u8+AWxjI46FvPdxwcJml3ZFCHIFwCobg44Tz9TRvGpvDWs2/v5VAfAs4k9+r2h2U6J1bKzrPKrN4NbNVzZ2lIwue2M6kvJ5zymBG0ngV1fPIwsKNxLlmcwbSODd6udPDIC1mVYL8dc26QmA9yV4zg6u1bCVfH+W6ddg2+5FokkgltW+ms+u5Hd1Bru1PD2AF/o9A4AX6c73v3k17rxnANztsJ+o//iM4bZwRImPPIDtfLsMcG1NMxaPigfw5QBY7MsRD+BJA703D+DscXvpfPHS94NbAmAyGwUVbaHIf8v1mdfvNh7Aagny3ITlzN5ee9ajW3yOG82jJS3+Mo1cP22fumgjZw+O8tYxg95+o3Q1vZmHdk4/cTZboPd2yp4Rx2yqynjkqaueSAoINGSo5t/0R8LI1nMT5x7AGlIXaXTgHiDCjJIv2rtpcMOHsIi9zvR/q8ethhIm/KWOY8FU8yWgyNCp2s2kP7oYrP1G86/wbNCv8hmFCrpsgXtSzwbD/BxR5g0o5dfcVme4yXrQKzgvZmsd9uTb2rsfiOgBDFjC80Z7W4cFan/az/XFUj8883DmL9zB/GI4CkfbNE9hP/dRPYBbXb0dGwBui60NEmIDAD73MaYZNFATRnBa5zelHuWGDE0U3Ge4ybDCLksHmHsAGMASak1PPvYBD+nswKXZM5c3wPWsfbzeYw+jbJfQv1Q/4cEK3odzbdV21Xvq2Y3uVdf1rWgbL5eHzjUdrH3Gw/CaZ1kpotUrgIS3A89Uddiu8tN+wfSeI6SwQkIC4A8f4LXteZv889nNMRdRD2GoDoqKYpiDXfnnoa29MPCU9msAgQ7PcR+8faH38Ab+WsJCo6zPYafsLGsx3ijHy0u5WjLDxgL7G2fNxj39RhOUvZ3TS49Ob3/XA+SVbYbac+qIhY2Os3IZ1pjXAA2Rtm2sEEBkYZE74OnhvmuaYt+txU1Pe31VIMrw4M/PDkHpPexVAUyHHIrHsLlgN+9fV3j3mtb6GpQ0cOw3jEB1bveRvbZNCzG2Mzy0yhSpIx96TLew5g0A43m0Z5apyaWe1+zn76qs1GOaz1p90oA/Avk1s9AHj1DQ6mL6kY6mUI9vXDd9izDPv5ca/rd/dQDs52n7p52L6zb9ofQDfmCy6/zM4Khf4TKl2kbbNGJ5xT226cTLCDuCdMw0oC3CflnLRj/Gz+zBm+dX9GA1EAqdN12KDR1iMzfPhad3HVdRr2qbWnnLfg8LdY+xSsFxtY8hb5dz2OpIBzKteiVn3OOVi0cc5P5sdjHSgQfwP//5cPcHjg2AXnHuF2UhADb9Mtl6pBOGwMaY0cJ19+Mk5WGAX8I4q46Nfs/9iQCY98JWWhtGoze7NQags/myznNHc3PqCX9quSjTfI/p6WIeqW2s9+f3iBoCOjaAsv4aKcTKEeMq9UftuMp39X6YZbCRW/litYK2atvz+imBN5PAr66eqw78ZoI9E76JBN6tfp4A+FD7ngB4X0zn7OCQGr36pndrPzY1OgHw8MXmJwWc+uLxauU98ODPCshPAOyNewLgA0q+c8v3BsAsSl5w2auF37sFtBkmjtPYB2ztmWMAmPONI3mP5iadV+iBpusWyOP+awDwbId/Loqe/TYrJu/xNMfyy89mua0A8Gx+x3QyAN7m56GS+ckgkrBmHNazpTbznGUI6AyAtRy+YNYAsHsA+x3qeaQLfLimQMshU9JlAaZYKNbFWu1ne+GZ88Kd/m0L1bHwmdPO88IVALazVKXxN/1fzhQNy24/CAiPAGBd5Bx5/c4WXClrbTMNAc3r2h7Ud+i+n80bXrhG3wpgIOQpv+WwzUiPYLmGWbX34SajDIA3C9QBgD8I4DDvqXD9qrpSdSRAVYUQ3l8zZOPCvntiou+4VEYAuIEy9/icbYKw7wMgEgCZ0660r+qrtgfaH2qTz9PO61L01G3lB+AB5Gie+F2flHCr/r1DQW5QaoAL3mguBIVXPKdYz81kG6HtACktVQG2qAPuoSeg17Od6cpQupQ3wDB8AR9AsosMHBS6jrCeaGctF/uh5REA2M43hQdysDCUzTkGQJjVrCTvwcJfbGG/9HsLz1q89ex80vKveOvZnaUsxRHUwgnDmxj5wJPUvUKxAaDBauqHwkLWWevQtUvAdsqSeqdguXk4K8R1iAkPZJ6RyzajZ7R7kvbep7NNQWZvBU7TIxV5w6P2vgjuqZzNarA32tqgYrlmmwNC1h/QPvX8ZvdoNlZp7QO4F9oX8Jq6n8E4dYLexWp/TS829gIqAAAgAElEQVQkVLYCbH+ubayhvYEsZmcs89ro3T+PFz5m+eYQzdf1vo1X2Tsd5QLo5piXQZcCYG5+oJ7oRgxtT/MALvaibEe4+4+/f/QzgEtIaMpUA27DYx5jBMGtsWrrr20jgtmCyHRjf20zV9NcpMNz0FV37sQ+e7QBf0hDMNOrmqkZLI2NF7CTIwA8agc+j404Xr+iYwkAo5wowlPZDAK74PrZoofUfinrBhkAm0993bCH879Dv2TTxWguw7J8Lnbjn58e7/5AyHiEzS9t5vaMG20wZnKDXA+AvS09BPRoPGc7AQDzo3o84xnb9k1e+GLHrQyk/xFhQ9tO+5x+n/vTLQFwruvs/SrrTQbAuR/q+0Jnk6gfci41663zsNZD/Le9cmWdMTmXL08AnKV4/n1K4JTAd5HAz25+3hrgH5bP6gCs17Zm2kH82mSmz11Z7tVC/c3Le+MErx19Vwulq/Svff7G4vjLJXe4f08l03tWbG977fQudo6PAKeEjctnEW3zf6vyHVWVVf5H0xnf914B58ou3nrji55/5C9wvdxnIU735Dd6obu+v/TtuBq/V3KcvYDx+5WcMzDZpLdQX4Qy40fLymW4jI24Cz+Dqq4d5KVTQ0uOesA6hLiXJL+Y1nachIKu+sQFnr2Q0Rd04XV5fUFopmebhfHFALvSrwuKfvjWvT6yXRRZgcW2IK4FWNWrlWE//RFoPFzRwY30yOSod6S99/LbA3iHyrma32YPvc14u2qfbM8GM4AijP5Mv/CoQajKspA3Ctk8q1v2JN6EBU0PKjyZpbkX3jl7vG3sY4BxAhteHy2E4bvscWveawJ8/Pnw2hv0bV18Gy2oMf/cz7SOHfgQ+KXlACSykgiExnU/s7HZJz4zAnguO4KyrQcgy+Fpesm1yvlcXy68Hwn5vLcYy/EA6QEa7C4aF7vvANh7tMkghW/Obe3X4RXJOvXPKwhu+tI8JZnPSF8f4OULxzZbIDfXzypjfa7WH15qAbv6OmDDQcvBPEQDYFIe7gkXdYCnqcGg8FZDEeIawxZreanXBJijeYZ6+eUNBEjL9CfG3byxBmUzABoeZKrf/B2emIChAK0YUwlNumdkY4K3bQAc2dBAQMX+RsCLAKfsJwDz8BhFvQEJrW7Vg7CPfkA5PT0/2a8fi6ciyokwzRo9ovaP2jmgiwHisA8hJncIS/wS3r8oD+Rizxp0cQhdQwajnYvOmzdwkQlA95eXAjvhMvitQCXbYMA5E366xyq9Nll2th3+zue14jueaUs42vS89SP2w9HmHD7XQYmAxzy/1tvUPahH9pcwVs8Qzn3LbDL0Ps4ZxnV4zuJ7eEBDRtAbgHfTST9Y2fqK20MHwEzH9D7ePVRGzFfL6foUbR5zPnjnKrjVe1T2Cp2bbAHpI3/oCTYWAFwCHotu8wxiqyOgfnzQX7yc1JkW6p9jNL3/2Re0PvTQZl27cUbOOM5A2fWg38SVZWc6ZXvAv959LHbvP/6BM4Dde7ZtTgsEHNDT7F3p3zoWsN0eYD9KRb+MxtjkUevlc49ay00WrVp/5FnNLkyGmDYdQTktVISf4279Njzw0Q/xeSievahfLk6om4Fe37zhcJRnHMO71uXcxlDb3BHnKdP+1nkDvXzTPM911scK6pzbjGInYjePjSOA5rYHyvsxI2AgzLNh7fL15wLlAYD/REFQ1pAXbRBfzXV8dBlv14q8b5U6pvJiS4s9E2tBqoesg7eEf/S69Yv0gQew5p/nBNljmI+rjo/sECNcbCPg9C/Ws3n+pqBSH72Wn8/P5frUDXch13ydbV7rmfQmv9eMZO7Pcuwbz29OADxr4fP7UwKnBN5cAnuLVW+e+Q0ymL283iDpOnAeSmu10HQokcFNJwB+reQOPbcCtKtErgW41z6/Kt95fV8C19u/FeA8AfBb6uAJgF26JwB2OeT+fALgEwDfyv7kRdZRupePJ1icpu6OUmwLg6OrOv/Ni6t+/2UAeOYJekSGunj/ngEwN2G44fRwb9l+tgWrFkbxiAx4j87rbPEU3lsGoppnoqZHENyePwae6wJ6wAE+3y34DSaZMyDF57MezEIc35VQoLS7WRdNvJK3Ld4S4CQox/J6/8Girp6LGGNcPDOy87O+yIW5DIDZT6mzCr/8mdsCYICJLA/1+lUboOcA7y3Kqvdl05sIw20Lui0UbG6Heq2GvRzPU+EYBKCrXr5mVeS7XEYCYNxHMM57vBy9t7S353iBNNtTPA9Y4MdycmG8hxydLqQFXuqZwl3cb2fECuTGdyMA7HUPUJQAMr2EmYfBouTBaqXuNh2M7UG9p/Oh92cJV1VnMkSswLjUH6AVXo89XHPwRkA0AggKYBVA43sPC9765WOJRwsZ4trjY3gehjce37GzTXy2EMulPY3oIzRz8zZl2hrBABCyth9C0cbkzs999Sd8w5xDQN9Iht89NDj0xmwx7nPeU2Tzcvf5zy/lp4eJlmNXq61GGekhy7HCPcjd9gEispzmqYpMAjjmDbrsdwpLZnOGvbEd3sjIxr3ix2f/Zq/ZDKOtf0bIZOo1Q0PzDFyUzUNgu3x1M4DZzGgDU6V8YHjcryGxWVeFvGxr9J98ljBhnPYbhn+29g6IzOuz90HzxKyhy2nbJXyyLARlD2OkbfAvjaOed2ygKUla+PgK+9q6QA75zPJretmW5/mC6SAAadGvx9++3P2Pf//97vfSB7wPE847vP4aG5SsfOWhOnbb+OshuwmAPc1m+2cb9pCujWFxa96QghIQjusxKCj3/QPQqD/qc69iw7ABA+VjCHboYigCysPNOO7NX+x9eQ57PMwLGeGpoxzYwsSNVlZ3bPCwcOO++cW8bpM3s+sN7UVsyBAATL1iu7+UjS24i6GxbcoDUUCeiISB+SNKX8gwwOyfxa59+vNjBcAPoXfIIu8v3Nhtho6ArMyDO/QrHuTYMwLAqqfZpmi/G8FcAmDmN1tXz8+OwG03v44Q4SsATBvAnzNgq5viWF999ogtNTuWKPyob5sepL4x6yu059sIROP3t2onSoFfu0KYZXb+fUrglMApgYsk8LObnxMAX9Tc7eYbAetLPbReWdo3e+za0XewttaVdZX+tc+/mWD+Igm/3v6twC8F+NrpXSyI1QlorFjYrLcP8+U5yfWu7VblfG35Vgqyynf1/LHrf3UAPAO/ux6m0JbJTui9lym+5BxrmWN3rcbvS8eX1p99YZXnLx0rzfauef6x+qtv9JOd85oqX45nHtnVanDhOnly5xKu9J+LpHlx+6hncT1jbOMBzP69bz+OeqIfrdel9nqlX0f0QmFRC8/XAwumM1tIGOXj9/Z2cjtfWANgLx8gjUPG/nMMJCpMwPMrz3jmkb1BKKtrATD3PXKaOrNnUw/jxfy2yTnAXLKHrwXA24Wu8J6RMwUpX5VdBsMzUKxtm9tIvXVzf9/zBFYIajZzMSnF/TUiZ7JPq/6W+68CYeS9sVOpQ+QFRzyTQclIviMPYObHMnSyrR5vhAV2dywctpCgfGbjAZzAndaLi48KeiFyB03b6Aej+o3soI7PORRsvlYXluu5lxBkb2sM5FYP1O21Ft45FtENejHMcB/WWM84PASAk/w6m1YACDxOHwpo9LMtm6ee3md1BB+JRXRbsC+EwDxYJZw0wN+LAM0uhDFEEN6/1as3+gdhmPY7P0u1yYNnCI7sJMBnnQ8IrO82dRQ5jD3uWk1HHqS8Cn1CKGM71zXamp7F1rxSN5WdARTqRoCuDnhFXyUY4708n9f7pZbRf6+QBmeglnQ9bKyHic7hOPU8Z+vTAEOFs6D/3N8D7Hr5aSLMjkW/9b4Ej0g/axVhjD8WkMkyAeLgSGfIDmcC//lnkVMhTPQC9bIWKBx1UE9VOx81ALD2Q88T9fJ6qpcqQ/6iHXBG8fOTw0KGhWU69wVSAzgRANZylHrSo5r6bgA9vLwV7tb5iuliwEHkZe3Z92P1Ru3sn8nSPahdSWM+jb5mbREewCHQ4nsbZfEQ1dqWClRbqGnvg9meb71/A+KXkPAvL+4xrmckA4TrOAh5UD6EqmwvBdF6nrPrFgywyyYDYIbe9rbAfeZvWkEj5ZZ1wfuLnC0esnKo6f2xzpdwFq6EUx7Zb9/b8KXA0K93/z08gAkCvXO1PgeYSi9Gh8TNuxXtWUMwC7T3eofHLh6JdxDrp/DQDXdXtj/TNPkRVIb8qqzQXoXeenjkpmH1CPf4CkV8FoCOrw0Plybx9o6NG1ImrzKhu3s09+O8J25NlqbBlwBgnYLQfng/L3YlxilruzgGgAD4jzirWz2A3Su/f2dyO+CRYExn0hzAdE42KZrtmXgA61wBY1o/x3RbYPnVEM8uI0RR0E8FlOm+7ib5Q88Q1vGYR1yM6qxp5XlfnkfmORPtGtNnWrP3w1l6JPKjeesoLd0smuXFtjMZ26YD79N7aZ8ewDONOr8/JXBK4M0lcOmC2psX6MIMVgsOFya3uf2wfGTBSReNVx5Iy/K9lQfwCYBN9CtAu2offckd3btK/9rnV+U7r+9L4HD/3iRzFHC+FrBmACwFOAFwFcYKgP0I/T8CLa8eF6JiPyMAVvlwIULb6Yj8pi+i1eD+OAC8p3N1wXcYgqw9ud1JPE51qP+dfehBZV1w2xOyhqCuKyXHQGIu5SUAeOSJmdO71F4fmR9WGDJpOAMHIYe3AMCcA8Q6XSrFMQDsZ4rRG0KTaO02Al28U8uA7340ALa5mfSR6jm1CMXG51ZHI9wSAKun5WsAsC9M+1w0P78Ld9Lk8lIATH24FAAjbCQX4Db9fTGh3QPAhDZIcwR6VX9numyeQ7FYSiil+sxFbpabfTtD7xbylADY53G+ELkFwNkjisBkBG9dRG3+SLDW+mI/t8xpECxQx7OsMjygPCuQiOQZytnkY9FuxwCYHl0uR0KSrVewyccIIDrvbxWqMoxl05XsAdzOjLb+K7CiLkSL57zXo5wDWQ7B/PihQD0zcYYlUIKajaVzIQBW8KnhnzU8NMuUATAy5n21LctEr9YhwpSi20KOBMAufz871etP71z0g3LIRISiNg6AqKIyFDuI8+dyFAF85yGgHVbUMgXQy+C6tQ9CspaZWaSLENcZbCu88ry3Z4YaqIgw1e4xXECSeft6RAR8CNsYipd9F+nZ2cDxMZnBuw/H8JYkPhQAjMaFygL60vsUSEbr6Sf/+niG9Ghn4dP39PTZwNb9h4e7zwXIfv5cQkk/82kH07pMkmEpQx/X+sM21Db0jRwEv7Ue5Qa0u3vWe5jsfo7intBsu9quCQDje6SPM3pRJ8iV4KUbM2TjngLgvXFFjyXwdi2wM8Jze5ldxhlwEN6iTBY2Puww21jbnW1PGVJOplcBT+yeGBN/CwBs0A1h4Ou5wy2ENMEqYaWFyo7w1uo1jHQVANv5vYCbAwBsdS9Kx7DRbEek62dEO3WtsDQUAHVmlyOAph7iJ8/DppzgPU84b/dHiGaF1jjQGpv8HktR//s/PpQzgL0dzOrZHsB2XraP0bERxdLz/sk5JiGjzvM4XiJks21EUu9Ha/fwdpWNrkwTmxaarQ7QGPcrAM5l4DiIcj0VG+G2TtZMsHkjdNBDRPu1CvdjAxDsvtpj5GP/iogArj20e1vvU7jtQNQGrcG8Y7zOU89e5kYlM0RFL0taf5SNCv/84+PdH+jH6JthSBWMWllkk6/3swaB2b/w09olhmaGlm/Xt0fEsB24qSm/s+h8Qec/2n4zL+HZ91YesQvsJyz4HgCeXVO7OAPAeTPZLQCwpqHvpKM5KetZbW9q07zhpsnFfzsBcJbI+fcpgVMC300Cly6ofbeCHczoyALfwaSGt03lMwCodU3V3jp94nD1Qv+tAPCNgG8W0jWL9de0y62eXQHaVT6L9a4lYL72+VX5zuv7Ejhu/44C35zfawGwp1Nf1P3gmZZ4vNiPPaA0z1W5rytfK9Aqn7fRxPcEgPds4dXjwER8KwDMx2YgbqX/utCeX2AvbdGRfBQAj66vytfG//4Fn2WbeQCvxi22V7tvAkBzTC/0WRHM9qygWIQ5CIBXMu7kkxbw8Wx7qY9Qrbuexeq91N8fq/penFjsWJVtdH1kr/JizF66K33Iz+7ND+tiEhYVZZFmlP/eAobef3n59sH6fKGWi7AcJ7QUCnL83EQfS9oCly7+41qrf5/eURD8Gl3Iz3CKisVLLvzynuYpSg/DtrjplWsLrn3o223JdM5XPeSrZ0l4BFfKMm8ftk2GkSP4rPdaiWxBtrVhnofy/tn4xtGWi555E0Nd/A29zl6EG9kPdKO7B2fByhA/Cj+s9ma28NX6Ryxep40V2VOXC5RZf2f6Nqo3ATfLN5KFgmEHN9SDGFdK5fU8wZyPOtAAGHDhHvYnn9mbw8AO7Y3IOi+sW9604wYa2L9byOe+D8S5hjpFEzDEM34r2FSVT/NM6uMIBO+FhcapjS3IJ9TfxxcOg8aV6/jVPBetq0hcXgeRCH/r79gIr+lelbiTXkxeAZUTgAohJsLMEr7ZfeIBTODlXdQBnXnJGkgSGyqbpPLmAd+EwPCd/fwa8KrZ2rbxAwDMwptGWwJQelkIgN031fTSWDftn9+nkA1tz7M9PYxo1CH1NdZV9Z26+BEyQt3Ls0MAXGSO57R/qh7DfquXtZ33i+9K/QG/CHxZ9tkYpbYUjKywxQCeID+lnxU52OYnsU/4084Ijb5nkBXANeqDtnz58uwefGUTAc7RBfh9+vxSPHMB/Ao4NKDUPFTRHjNvWdT7Hmfx0isv5OLy2Q+1jRDKqCP1swHjlnfWr+zNSFsMvWae5o0ImFrtGA5Gpp1wr9mRNxu+gzzUlnPejzOBoQ8ICd02Wrid1HkP76eHsgLQGgo/vKgJvSyqRIxBNkekfQpvyP7do50znG0nPYD5fbNp3JjiV6jT+Xm3N9G3pP1VHqhr9nLWOWwnu8GGNe+r5Zzscg3ywOYIHU/h1ch+wnHd6o8NIAUAfyx69h///ls5C7hs7hBv0WYHfHywNinPfCzh2W3ICABs576b53zIvBSYtoCQVyNabABiAsBQMT0zVefctfwBoF3eyJ/HQXAcMKPmlzWqiABglk1BMCy9eu2zPbGJgB/IN4ccz/ra6h82npEcdAOFLNZ5UGi3M/h8/VAshsHoD3efi61zAGxWo4WrrqDZ4e9mrlJsIz8WTrzKOeaKtCWWIcG4eHZDsoMFzSPvQDrudXZDbIjOMVdnArd+tfV4Zv84Mm9hOi0iTmhQ1JMRFGq7p/ortG22wDc4mKrFg2pf2DYmE9mM0uq0lfMIAPv9/TxS0zA5FCHcagUup33+fUrglMApgV0J/Ozm5z0C4G/YmVpHpCtB8AmA37QHXzv6Xgtwr33+TYXzF0j8uP17LeC8bno3BQAnADbtfI8AGC/q2WyfANgXIOyVqPysZzgRUMQChbWpdrUBYFWzdAJgsS+ygE4ZYQHZXjR5VuchAOxncHr/YmP4DnlPbLsR5ehQMQPAuhiiCw053eP2OooqA2xOl2nlTQ516iZQbJZvnn9eWj71WBvNBW4FgDeLTZHZ1rPZa8950Y8CwGwD2okOaIVniakiF/oCAI88cFWH8nzv1gB45nm8B4Bd3g3e8W/vf+P5wxEArLqp3jHZ49fz224OwPe1/ct8w8a1oje6AIuFXP1wISyH5tM+5b9vAbDqWoa0qr8ZiDDtka4qIDd9CVg2emYPkuf8aTPaIiZaxFsFANhqWODkCAAzb20fXai09hhMN7vFTBF7hT5Wv/GGBdM/eoyhHcNzyRfifZG2lkfse8FjVlzdaLYBxpInr3WLxXUTgnsNG3iAR2N4dhkECgDsQKgAqggx63KMaB7lGp6nZ5+V94uDvsePxSOuwDyMUQpNGHqUEBdgw7xbo60IeOktpQvhIx2s9QoArPdQ9g5z2af8DEr1bFVY630vvBgFyllfK//p2ciGSAwSl7NSA06BjVOn3SvX0wMA1rEW5ZlFsTCd5SGvoZwAwByPAMtcxwilMYFrGw/ys9ZmBkPgmeuegdXjsBQEsJRTCQLxIwDYfCRLPYD56ftoZ5qir+CsUwCu6DfIzyAa4GqRkZ1BarJx72OE5kR97j8+FiBd9Kp02acCbF5KGGiEhEYEAJvl4D0L+hq2j33X+713wm5zkgzipqf0mI/+RttLWcLJOQNgy1ZCWZs8dXJgutf3c/OAtvZxL8IKgCuMxiYB6ASeK/qRjiRgPfCT3qmsq+lHgWhPT+Us6dJ3Pj5+tEuog9k6sakGMsvf8LjNXt54Bt7B+EA3kY/arjrVRBljLwf1DiFvIQPXNYdjq01NLD9APm1Is6GlfQFeY0LQ9WNr8q2MK+QxcOpz4LyRLkfuydf5DAEwsocnMfXB9arodGyU0DawLSgl38eiS//534u9KzpZ9iwUncdJtG2zp3FEAef17Gu0F3TSjjLA2dE4s9Y/Oi+yM4vlzPo9AMxnO29hmZ/lOTbqhfrx+7K9pVaRcwbAVEsXfTiu+jjqGxz6CIvjdRm+ofhYw3DrulmqDaBtHIoNP2YkqICtn+l4TQBsuoy+GfsLSglLmzzd/dc/f58CYJtDxWYfQsaaDtKz5tvOq1zWDfiaTExPt0cg5Pm+6tHo99F7zGhtnXCYAFhDP2u6rZ/Bzs77ktdpvnGNaSoANpuANg1blss5Knc3v4UnfQLAzGfkGd7Nu8IO5/e8ahs279cnAF7p3nn9lMApgR8kgcsXrH5QQSfZjoz9LUs4lc+OB/AJgG/ZAm+b1gmA31a+7z31uf3jiwUn4ulFY/L1tr5/UQB8WD6v15D3BH9RC76Yfk8AXF+QBjvN7eVqAvzyjvVZK7y1BzDHbywYjuS3mp+08d/7Z7bnDbyrV6TkdXQAmJ2BKwunXHDtFqaS2cD7oy1EpnbJujw92zQ1VPfcwAO4vUAnD2AuKHbl62Xk+nMdAD4aAlp3xM/Cu6I8o4WKPQuiiyMj0Dt7kbf+XBpqBZvadV/YmpfPr+ePh272T/bCdX3ePhN32w/qk4dwZXl7D2DWRfPO9VqB4JmMbwmImRY3iKju5P7BblvVuIaI7Us63GA32FTZ7OFxD+BR+2wW5qP9sny/BdRST9/m8RGL+DuK3UdJ7M+NVR0kAPWyCuQbpN3Zrej3ADj2SQCYsPOD2M9+sXe8gNmybecfaj/j7zO96oFbW/icPbcCwOwb3QKhKQ08RkGx2rl81t/SOMv6QAx927sHn56Bp7ZmtmjJe/T1cviOK+BdIcpM/8wj9T7aBIv/svAO3YcdAnh1PfE2N+8XO4O2ed1nwOvwkTB/6+2TF6Jr/cyj2uHtDAC7ffN7+HuTt+u85WzVCqBhoT79rGY8hlGPkPe5wCd7Js4e1RDhmzOcZaHX69hCWnPTSD33NqBbBcAIER7dJjBiV/6NRyehXbmLev9bhD82lhfgpvYdgEsCwKKfWg7T51JvwC2Xr7cNQviijlWX0J9hDzY7EwFUS5s7UqrOeJ1HIPoA+0GRvZ6fbC0hG+C7EJq1AqV8RefUw20EyqJV/Sk7DNQ3CthRpOaV7f0TzwJlfSvgyEC/zbHc1gHIfCiyJGayuVcAd2g34LDZiAJ+ce1rzPP+1z+fDG5++SZhqEudcyhhUz+zgb5xgR/I3cIzE1SGRy6uA/hZ3SLML8qHCsHD1uRisOuhO2PWN+R5XWvTB/hhm/J8XUs82ldD9Xt+kHuDLiP4ovaGAJYbLyAz9wD2MMrmqcj+aWDFy8hQ39LkXixsCSghyTMAhrwaAPaNHSgbAR4sloNMb/PmbT2eH7UNOp6n62V7R4B8HcS1qAGNqdOrOby341l6Tdc2Dn2g17bOV6gnCuxsY0Z4dt4jdH3kj/6Ddnosnrr4fP2K0NIegryCJXr1l6oAAP/P/yzh78vzT9hoEgCYuvhYID36h1U35oTI9yVgoXkAl4vIz7bMpCUKnrXtMpMQ9rXPu8ysbvCBlQ0uq/dK1S3rGzZuUqJekG7ex7Eob3jgvJgb4ZGIvMuoVvDcd5ct23YHAOMWRAEQwZiNCQ9d1BGytLKWfhnTBdv0jeHn88vnAoA/3n168hDQ3CRn/drOM/Z5C/vO6h2JMsn90tLbAcA6do7eo/XdiGnX8Vnmim6f+g8A7OjdqfWNiD4Q86c2hvt4lPPL6W/nR/6c228HwN0nNsVonfX6CADbXEB0P79vjNpl9l5e+2l6r5+dgVznReWX61YIN01zfnFK4JTAKYFjEvjZzc/w5fhY1Q/dNZXPCYBNfqtQmoeE/ANvunb0HS4wSn1W6V/7/A8U3S+R9dz+nQD4sgZ+LSC/LBfe/d7gr9rCHwGAXydFLl7Nn/5eANg8kcLLQuW3mp+08f8YAK6eJuON43NBnAAYr98un1d4AM/AiX5viyIxYM7Aa57vHdGPUbqzBYi6OLMox7actwXAbd6wD4CpsL8KALZFXwAqAT+oYwNHXC6hZ0YPbPN8azi/ugEAnoP5HgTO7lsBYC5MzxYHea6cjTup0iO4rwtgMyOnsJghOGcAmBtD7kWW7Geef++Zsn1PGwPgqs+TibN7TzbjTb1YbUToFgCTUtArT9MFBFMAnGU22pDQQno7QEY2FfBHfbYLm16XzRl3UcW6UJjKTLET0GTP9zpPioVqAmAHKFi2d8/eJm9kGGfF6hnyAYBdz9qiL+Vpi9DhmWv3KGSMxPOistvYBnUVAPsj7uWLz2xBl9fsjFeDXfAyLd6LxRPYQqgGrHgIOaKN/bxUQmfAvADX5qnZb47I44PBGpYpVo3tvMq68aR5MRW/wg4Au4yaziIvhkx1QOgeivSYdIVoYJxtrO3lgBYCaue+sywOQFt5kPWXAjgBcStoNbAM2JI3OZV7ChxzD8J+AwPzNxnGmZr4jt6CriNIz9OkPdGfvCf3Rw0FrPUkyEQ9Hz4azjfvcYRsJgx8MBDnEfxbxTsAACAASURBVApwzbzzoj1/g4cwZFz7Y7+pyk0VZOX9waJJlzQ+F3n9+cefxSsY98fcEqCL3pPh3W/PGJDwtmgy+lA9Zt1mtbDK8KT1JvazXunJBv2Eh615fqOOgPihNwBN2JiBv++L7KnH2re8LAEZGWId7Ryw3cBsgajoH9muuI6pznA+7eOtjmO9p3sDwPAoVWhp6hmwS9tUQ1bzTFN7joANci7yr2f4oi1LH//4EWcng2xCjyVcLjzuZb7mZWiwKHvrGoSFRgCIF7jl0LroD+e35qHaACDlp6FhrW4CgNmeXmdu/unHKXhRV1hcI/NQzg5kvV0p8/bTyoM6ld0PD8Um/2//WTyxy9/FWR3WprJPtCMAcEV2Jgd4ahe9CPDLSB4fi60Mvtp1uREA9s0kfhvBvP/hm4PyR2WlY7RuurHnaihjS6z1n5pmr5e4ofdQ9pD6JnNximcIfCaIM4C5mcbrsAXAvNdsU4So1nY9AoChRTkE9C4Ajk1QNe9ZxBe5r3r5l4d4xJH2Z/Y5/Tmqs7YZPXvVnlSv+e7M79BJAcC7a/BpU3I/R5qvPxwFwC0U9f58oRtvwgMY3x0FwLON9JThCYA3JuD84pTAKYH3LoHVAtoPL//q7NpFiORrAfFSPlK+H+kB9qPaaQWAVwB0Ve5fHZD+7PVb9Y9V/1s9v9aPS0lOn2LL/7XpvPX+vVm50ov55IzglfzO69dJYGX/cohM5rZ6blWq9uLCHbX+BO2tvqzj+0vBWS3nBIStQN1e+bXuowUiffbDBryOU271DTnEYoAuXHUv/XSG0oVZLhaXn1m+qxf0+iI4WAzpXrS5MJVDp8Yu+rwwdwScbiTyCkDblx8v09jB3RagZvqzsu8zPZiBjTweHNXbvGDf9HO7e70vUw9YmY6GeBvVYV8vXX7zT8sTnnfZ83c0Z8rzhNm8iguf1/RPLfcMrK2m5bnueQFlBFjQ9ua5Fit59BA0uxYiW80nd+dTO+B3rqf9FV18W9no0b0KjPC8ntXpdtq9f0cRAVabnkYexLN0NnbGAEML86oLZpu2TDBT23LVr3O7r2SYvXBGz2eA24HslMFsYwlCvpqeJRCoj+viaIYleUF59Jy3r+dDLyz9jvnbd5Np5cgeZnhj6cCDmfA3dRrz+izjqnruGvAmDVCvnRh/CXkV8DrY7L1/t/P5uB4hRUEqHh4eyyK+w6wKLcNlNs8H9sedZkcJ6dC+DyUUdDlbr3oBu8AbVLaFbVlQH51nzXKoHaV8DPyWJAke2NbGAEvSLwghbCC01A9eYVxAh+clgE0py3N4buHZDEjZ/ubxGFWceSirR6hFKw6wa7An9Ah2oQLnAOD02uUZliZnetOW8pZoyHZOqoP07RiJ5+A9C9WyOsF2RLQAttm0rw3mlAoVaz+wqAPQ46IrpQyPBQB6u5T8ngEIAe0dYj9AxuUP+CYa4AKg0DC4sG8Bxk0dSiKGWnWYDl1H10O6iFb8//3XU/HYpTRjwzuAsnmQ+kalHEoYaeKJLyWBD8XT00NzO1xFW7zAAzg8fbN+4xxffKfnwuY+YfoEyGeevN5OOs/Fs/QQp03HfMTUPrzf2aL03mwg1vukht5Vu2S/A5gCnBrQbOHjUc4HlJ+AJcK0qrcegA1At5WjpEUoaf1AQBP+xn2t/MXz9eNHk53ZHQB48yDFec7lPoHcBLCo0zcASuRTygLZMl3rYygvzm6mTTav+fCYD89g2jPI3D11Wxh0t3/9+/n2bNS2EQpnIlevz+iHvlHI03Av0xZ6HfqtXuU2RBXP6L8V+/bvfy9APPqfB3WO/h52raaJvgIAXLyu+d4F0O4REmCfTNuNvXLuaH2aez3NY9zLp8c61LmCvJ/dy7sP9bGuiWJuJ6GY9UgapIWNCa5n1jvrBofRLNo8cOt80AuKutzHbh+CPR3LCbC/WviANs63s9bb+G8liM0+ah/1Xay9H0QJYX5K0oiI8lTOF/9UzgD+VM4CtnZBtItob85pTX7iLZpDaFshBx+1FyY3OyaA5ylLRI3YrKX35/mo/x0h2c2u9htD+GzWafX+7dIvfaRuXJz0ixa6ufcCzqGks12kKLbzC9100zYHztYVZ/OJmbx1oyX1LLfd7Psqv3jn1zzqPLn88tYriLO6nd+fEjgl8BeXwLs3P6uVphMA/1ANXoGMa0e33QW9OmH8oSK4KvOfvX4r+zGbyM0ndJeJc5X+KrVW/hMAr2R1Xt9KYGX/vhcAnrfNzIPwWGvOQNI1gGkEgGfg4NYAuL14tRfQ6hVzAuBY7LkdAD4KhGbjwdEXdt7H/F4LgFmOVb9+awCc+1eeJ/xVAHDVi9QglEeWw+586oYA+FL7R8DR9Nzt8gwAK7CxBabJBhG14gqA8X0GydnbngtX/rMHwLw2mt9tFxz7xVOWScFFtgM53bywWfuhNLB6/7IMe+nkEW7kGd08Iud1QDpYMPcFef7rveW0HLku3UI0YUN4Y2kbeJvFgnasCma5jdIenbFHAAxA23mWWobuNatpAQBXD6xynfCYnuAsW5a3lo/t3dvstoRv/KKA4MdH9+QzT1gstBt88JDQWXc2+XHRPN2vi+nGxwx0Nc9quOSyHax8AUAy/M3yJcilZyvbawaA7YxNni+IRXXUF2feWh8eA+Cu3QmDikwA07QfEBSrzBUAg20gf4OHhKwGat1Lrp6lXJKFRzDSsY1uBFk1jGbxLCwk9SUoSw4TbZAdkDAAlJXfPBFLvoCDEdpYbd4oEoJep93G8wZ4bRMMsC986gIA//7QPD+tfPDoLiAUHrF2LmzRdRN0+Z+RfUOAHp/DP/TuNABslDx+cq3JWbJ9/vx8d/e//tcfd09FFtANi1JjuoUQvuVn6DHbxDYHBAAGrLy/BwCGbfXcAfgIgH2zgodT5gf5mp1BOwYw8zZu/dVAnbyuAgArwFUA3HTLJVB1B+G0Q0f4UwEsADIAtn1CPxgK1jyVA1Tjd/YhDWlNKM4+p32vngOM/gF5BnxqMnCQg7OiUQaWD7IKp9EqLwBgPUOXXsi4wUJ4Fz0nwCLsZf5WXpEr0sH54FAgyFD7GeqroYQJrPoNIoOzssVb2dolvJxtw4RtAoD+lvOSIz/8jnusDwBCx2bOGiK7fFVOTr77P/5nsaHWPIiY4ps0HCC3DTfWLmIv/T4ooUczsDYhAMYGAeg3xx/I32B4wFjb9ND0lOMg5sG99zXv8QGMUZ1MD8t/nNfYBiSJIuB6CjvSwtJb+0jfUEgKi8C/GdkAG3+o73zvpv320MsNbNfNrYTbYptbn8ERAg0qzgCwhrmHPj4VvfujAOAnA/NogwiHHHXhXM66lszrGnCdr0Vt5kncpNttgOiPxhARxqYlTb95znp5xhtXM6DdhGCOZ/l9N+eRNG8NgHVTgpU/bMnsvZOyyO+LKiP9PQPgqt1yhEGXr0D9EwDPpHp+f0rglMC7kMDoBf99FOwgkHmHALgbcH/x7T2rhdITAO/3phMAv7aDcFfqddaq2b9kb1ispRl6bflX5V5lzJ2sE8B30HNyVYrz+r4EVvbv7QDw+EVtW9r3B4BRxrobffLCdhT8ZhBTPcbixZ7nGWa5cNrQoADOIHNZ8QxS/N7OwPUUZmcAHe0nXIQ47JnHegw8hr18t7U/+RwkyyO8HrSOqxds3ju7b/X9TJ4zILwFwG4/Z15ILf2+f2T9affpEjJ2+u/1v+s9gLPn7QhejepH/boUUB7VX963sns5vbrYnM7I4n1cuKEHsK/LtwXJ5pHicue86VoAXMs5iNvvfas/jzeHKj3q5fbWALhfcIvwscmTeAWA2dddvmMgynv6RV/OxXzhMT+bASj+pkejQt0RMK76RqBlsMbzy2eP6vM93OznUix7Z9fqmZn0KHL4xgXGDIBVb01PJfQx/s73Z5kgTLCdrSv16eQ/MeutjgQ44/E9Tse18crPHPXQr1YnhP0ti9L2Ua87EVMeVwDkACn2Pn1dtvbRoG8AYFAyhTuqc/SSgtfafH2ihzcdiC71w+mW94W7VqZs7rmof4Ss7bzVmhcZ64f06FkOEOu6IvKrZ0+2ehqABXwF1ALAgU5Yfd0LlB/oLT3PMtQ1OXhrVT03fQqdZ5kUqAGA4vMEL78ot2p8BXOlDMpcwCTpAau/Iy0AYGPz8FyNcCgtUoWd/Nl7z+IZeMrCK6144jVvQEKZ7EXc2/Emd/8NZxa/AGwaAirhnx9LiNwSsjaiO9sZnfyYbQXQMpiIs4A9gkv3bo26BACyMMloG4SfLXD20byHPTVLFdkARpV/YODPxaP706c/7p6LfM3zFIr1rcDJ8BJ03fP+Zf0cHvTlG4dkCNlM/XG7DDDJ0LcEwHk+hHGQIaDZ/gqBdeOQ9yvvm2hrA7SlQkgbwIWbLXC99qfq1dlgETzzK5CCHovHpqUtAmVZLKxxhKqmjcN99AyujZR+yeUw2YeNR38xW2Ll9X7km1wchCN9fE8PYJ5PrCCuHmEQm0wajGmh3y2tkAOgO+wkzzdWW0e7pvaN8iZgRPltA4J4CXsdA7BFPjgbmGG6vQ+7j2kdT0satvEDY4oAYGs76GlR7seiX//5j/Kc2TQAYLdLhMs2vqL/mic48oi+RjhsmwxCphxn4ozqkSemj9E4S9sb0eRQowP5HK3bgGN60t6ldCyuG24idPRqHgd7pZGI6oYc9PPYkGXe/OYRzvK10L55XkQ15LPmRi+fOk/lfMPsSMxv5F0M9tsBekRKwoaimEM+fXkq4eN/v/vzG85yhrCbZ2yV3+C9rn/3Yp79RKCbIwFCRtk7CC3zZh038gY6L8t27KMud3IJb/4mP29fHZ/zu9kqHb0/j/OjtHJ+Wn6Wi/JZvV+qPXA73R8Bwb9tHNG5wgT8WtnkXVyjF+nGgyo/brQoGd32Db5T5/OPUwKnBE4JzCXwbs3PyvO3Wvx98zkbSI7qxFI+gxDQo7T1rIGjef8M960WAq8d3X52QLpqw5+9fqv+sep/q+fn8ntjALxquHr9raZvJwA+3ATf+caVzdPinAB43Di3AsCzpm+hx8aL1j8TAL415L2kuxx9kZ6lubLveXx47f0ZsCC0Mj6vAcD0Sunr9GMA8Lr8rZS6GLkCyEd1IKdjCx2DoSnLP6c/2vAwKkNdSCwXDazVCeQ+MKivA3vD5q4HcN++TG8LmB0I7wF2O6svFoPoQaAAmGd0miwTEK+AOQCHLj7WRcuQTa1zeJHo36NQ0rvh5CcbGrQ/6u8jADxsTy50pYnuasFPzytlut1ie0lPz8gceUfO+r952MV5g9X+MPxravCZfVIAh3xuCYB9YdlrPV8IhQcU4NzWg870Knyn4GX1UsAc1EwBFQFwHYeBjKR/VA9gs6EeTlrP0N3071hAJSRhSGYri9XFvX2hw/AAhn4yxGteYLd2Kwv65ikZH5W3hzQOEGEwKJ1pivNizUMV54o6BHYHTPOLdplOADDLoh7KHwuQ8vZtABiL+pUocrOEAcZSTyQPeAgwlgFwufYEr8Zo22zfCYrhOdyHTG1n6kKgfOuws2/Dm/yJgL7UjaFLXf4tbC3KZX0LNsMgZ3gCAw4HHSb4pMe7nhPssKXcKwDYYFypFwEwQlc33t0AcG8zmj1XyGf3mDxLGOoCXj1U7Ne7338vSB+O1AYEwb0IIFxBashZ1NVAd/N4Vg9V6iMhrHkiAgTaubqhbAKAn8ObGn3gj3J2L84e/gr4W/SPAM+8L8OTFADwQxEy+xX1VNuAcBG6BkibAW4Nhw1QbH2hlC8avAI0nrcb3pwt9KoDZgtHizIR+oVHMdPh92pfIDekM7Q/4THvNinarnznmzRayF7211FY9WwzPFSz92PzJA7bC4956j7sAD4ezpmgBjAS7QYI2m84qmNztCugKMrI8M1I62MJJT2ar/hGmd7m6n34nZ7PVpbQQXsmFJ5t28Yjf/+AzQKkpK6qB7DXr52lTM9ksyUlRC9tBAAw7PDfiv38t48vdx9xXnTAVtRTYfYLPPxLmujSFWBHmGVsHnBQjeuMMtBAqIPC1q/Y50cAGDsn/Mxg8RSGTY5z3KtTffQPjvvYWNuBNTNGPWxDGQiA+RznAJCFgjUdtrHpl3puWzOsPi0/WA7rc9F+VT6DxbjRGbEYw3wO56DZ9BYe0jGHAAD+9OmjAWCLRlBudm/v7eRUwWOVB21ctO0wMkaaX+o8XT25u00bMVZqRIK6ISp1zlHYZ35XIWt4kfNRl3HYe8o2eRRnD+DXvu+1PMfrbxno8v78PqvAOANp/K0AOM/VaSvcFiRQ39lLzoGakGs5yi9vtYKY7e359ymBUwKnBDoJvBvzcxT45vZbeABvbl8Rt/TAUj6Dch8BBL8KEF7V9drRbdVc16Z/moPrJLDsH9clL0+PV3ZX+rHKvuqPrcjUaaL+sUjiVtO3FfAdF+NHwqGVbH+16ytbN6rvDABfLpujHr855es8gJnapUBpJau6EBUvpRnYrZ5fya+Nr63+9J7Bs9VDamRAds7QvdQDeOXp215k+/6vYcJGL7P5RXYlj6PXZ/Z8BkKObvCZ6c/R52dyanLgQrPfedwDtukHd/XjeZ5RVvPtzHyEcwzd8Trg395YML6uoORoG216eAxiR/Rk5kk8y1v1Ya92dZEyykKAlM+81cVjzXOze54L3hnIEdyUeTcvaXjR7Gk7rlfz0B6FJqX3ij/b2131APaFRQEcAn6ZrwJgtWnM9xoAvO+ZMPa8Y7lsAXY2eYJXkRRWF19VniOPkizv7cYMPxtVP6NNBqOFS+3XuRz8m155zFcXQ+s9BmkIoMbzrhz5YbZwmAGBaYxBGVfg/FxdAM96HTJxyJG8G8Ue8fkv5R7zIJ68SMIzSetrHp7qoYhF6YCV1POmD/25nsgHkHEGgL1MvTy5KGqoMsFshinNC6d5bNUND7CTs4V6l1mDwKiP3+ttAY/UB4MSXhAAOnjYZq9a7Q8MkYqf9ArEc7ANmKvAM9R0xMImNx3SPmEwyLxMHTIadC7/vzw3AGzlwUJzuQAAy6Z/QWhbhDg20Opei1ys7nQfHp8AzdA1piVwhPpCIGwewgBD8bKDfFwmnj4hMDxwDXIWX2U9l5aypVcx/kb+5pVp+u7egtBLegEb4JX2sYV1/AO8NggdeZVK0Ba4bjgIRnofP5b7ccYnALYd9Ot9q/b3Agh1U6GlH/DzpQDAEli3PO/hmfFBaGDT55IOw7wConU2urRdCSJskrq30MAf7v756bmAaQAkJORRY3i2L8BTDfVsHLtcL+JFPc0zPEA9ZO4eypB3CeiLDUUKEw2kuK52G4fCK9fbq4TDjnNwFSDreK39BfdADvg4LOxDwNMzeW/+p17s1EH2O+al34/0VXXXn/EGAbRWW2k6EsSxzoX1bPJIiBsBfvvNw6xXz10DMA4JeZ6yQ0o/SxgbRCwUdGw4MC9tAC3T4XZerdYHnrkIg+262TaBWXsE/FIo7DqPc4Wp7wTA0FvvM9iAYFZFYKTaJdgXguOCsS1ywO8lrPjf//Z897cHB9mwSzxnHGVBUi+oq2lobP6A7Ym500uAuwq4Shp6xvhmXlPqgZD67M8eyt7trb23mbwknxCa3ROmkSGYKU+cxau6NtpQZnYvPG0z4GTfpun1s8/dHow2H1hob4GRdm/d3DEeW0w/w+Mzz0+tXc0LOTaC2C4jmPff7j4XXf7np4e7P16ebFis0TbQn2Ozno5X3g+Kbpk99HJ534fwGlhv37V5Rd0YUp7TOdPs/Qd9wMOc07a0DdIb26HyEvuEZ/O8hu0KADw7I5jPcbzkvVaWASje+75d68ff/A40e29leVc/MX9XD/Sc3mo9IM9/qz3hxs9S4FutIK7qcl4/JXBK4JRAJ4F3Y35+UQDMamVOfQLgYx1xtkZVB9Jz9DwmyDe66/vZj+8NgOuUdiG5WyngCYDfSEVvlmz1KpWmWu0/+isAYPXMorBXAPdWALguANRFZi9BY7jfDwB3IehCECcA9ob5mQAwdBcLxvrp+/kIAK/NTF6cwBMrAJz1u45KYYNGi+takrxQcwS+jZ63ssYFDZHOe28FgOs5tgkAj+CQy6+X+3sAwCoflhshaXX8qAu+V3gArxafdjUyefy6HCWEafVo8EXJGaSdLXA1PXVFpR5yrNDnRmnjGerU7F69rumP+xmBip/vmAGI5off64J4DQ0doMcWaz3Es9k1Ab0joJ77H//O82ae4Yk0N4uMBkkaADT4wIX18ADObW2hKWVjCBbc9wAwN7w4tGqecA7r3PMMOovfuVGS3/titheI0EfHvQ7siGdMLV/IcASG24K5QFZ6GUn9sjwpQwN0Ra8/Pt77wrcBWfewJoik/hHAop4MYQtZw0uToIUA+BkAg5so6jmdDnoIwyxEeXjGEQDj2nOBP4COhKKANwBSHskYskQuHpLW9BLngtLDMDwFFfg8F6BMSOx67dpA2wjZZADM+ReAkuUR8MGAdox9BF12LmmBp/Dw5Yd9jCGH+TeeBbfLAFgB0wgAfy2ytBMzO1tT6mJnVcNrHGmahhngQihxtRtfy4GoCiEVxD8VOUK/4Vmqugi5Icla9sFiA8LrQtZoA1z+XGTw9Pnr3edyNvBvBcJiJgBI3nTf7QQBLwGwAdjwYlVQ/VAAMPuWAlPbL6CQFl6HBwBwbh+c+2p9oTSzAe9yg9Un6qRzVoRk93DV7nFLL3iD+4CYGdKEgtFGaPm5Aczsxc7HNuiE13H2yHQd9jHJYTehoWyQgS4AfoXOVp2Ic6+7ugTEAgBGf9BwzQzTbTBzAIBRd9zDMtkYgrKHDDJ84wYSD53MM7jbnLLZK5cPN9coSEbP/C02GOAeB8Bf7h7vP979x9+/3H388Gih7q2/iYyf43xvfPdQNpVUoBw3KQCGHOD9jg0fe3BLZ8MMoW5tI/Nkgm56N7thEbstXvZoCg3hnMd6608TAOznbHO88YqjGZCeenqr2qk3PMtk+l02RdBuVDAZNhzPmwdypM30PG/Xy9aOPgZ+KJ37c+k7//XpvgPArbxx/nKaN1QAjI1WsUEon8FMG0MdtPJhdAudXQFgtgvGwbYR0+0/oa3aQoWyGhp8D/DOALCOzysAPPKsp+y31+YAeDYf69tNtWT7OwHwaE5JHd1L4QTA+/I9r54SOCXwAyXw/QDOopLfCQDfXNSTch9dAL95eb5zgqt6Xru96QTA37lBL8zu+9mPvxgA5sL2ggufHsAXKuwVt78rAHxQP3pvtr3Kj0Og8okRwFNvDb7o5MWGWY5LAFzfto812CY8UwUYYw9oegC31P2l3j5YdKF8GfcsbpwBXXuJjsUqfTE8ATABsO9m52e04HOkpWfjTfPE9FS4YT2tWQ6ykA0CttjDEJ7J89O8vSoCtXSO1iHDL9OPmNisAPBe/9NrGTRN+12aUM3g2+h5TnWb/6z0ngRi6dFPT6a2iz7OxJMwktZ3MgidAOCczshD94ge7d/TdGIEmHMIaOoeVMQW6cvPat9iofItALDWwQCeRC4Yhavr6pxCHrse0ttEQ9rNAbD2AdVp2sK+fD0IXoFj1W3tZ6PQ0NbfwwMmw+Lp/NTAEtCgett4nzYAUM8Y9ZDfbWG0nds7go7aDxXA6uKyysfh6TxKRx1T4oxG7ysFJknYVYey7FdxDrOdTRhhcu0Zk5LbHdwb7d/e31Cv8MYDKKqgti2wapjS3oaNADAnrlEGgUUa3YKyQD0fSmjT+nc6T48e2SZT8+x0aIGQzv5QstfRAVk/eJI9PoYXW8jKYIslx5C2lJN7tXrbEEC5tzWegXfdy5cGvLXfUS51YV49pwIEVd02bzV4y8JD2fWK4AhhWvEfvYeRbztvtQDj8OJCWoSr8FB0mNHABaRjedA+d2fnNoBhtivK+vCx0FaIFGUIgI2wztAhBbnavxu881DiDQB7/zGntg0ob+er28YDq0vpkdBtnlGNx2BPAe2jiRFW2QC9eR263UNZ3cn6vtoCtwnwTmybl7zM8KqMCAlfmt7Aq48fbpb4WjJ1AMz5C8IV40zgAuNKGb/Bk7QAG3w+FI9M+Ay3NACCG+Azz1+0MbpgjMNqr9DWTY5N70ynAGVDJy2vAp+76BOxMYDtVgshIaAhI3o707uW97mnPmSIwjFsctRLALDOcdXW8Txzh1HeHtVmdnhStEbGSd5P+04oR3ncF3iPNrHw1hHJwKNxwJu7wNi0Yc98/AEQATdFbraJJTZcmCaEXQLcBQDn7olsx1Ee3KOhgx+woSD6jIJgeqF6Hbx/06u2A2zW373fmXZxDAvwDyhseh+Kj80s0KEiibv//T8f7srJ4u51arsYXK5mI8y72IG1bzRx51foHfoMN32YHhllxv/9QoPW30FsFY0D0fDgRZ8l3NRNgAwJDdgK3YINole+7UcIqOr64tdMXjZfMqrvfSrGY5aHkRBm0SL6c7ldJt4O8ACOdxHYxwCnln/oBPsON16gz+MRljVDZ8rPN0rAgx3tcX/3VDZQffqjhYCGDcjzMdgw/3B8bRu8GFFBN7S0iADbBSHov21oirkmZZaBML+v450pDjzUm9eu9cMY+61Ps5ThlYyNMDVMfLJh6tErvdx+1blQjb4y8fpVGzPzDLZ2tefXAFjnaXneqXmxnAqOV45aq02YJwDOmnD+fUrglMC7kcD0Bfl7l/AEwN9b4jfJ7wTANxHjT5vI97MfCxJa/ZN6UY52AeoddYE3XoT8mq5mvy7fyxs05XMQ8J0A+HJJv/aJvyoAvgQSXQqA7RXYOqEvlNXn2UiT7pdfqH80ANYFE385DeAxOBto5h2leqmL5PkllS+qls9qh9SFyj6z5zmfXN9ZNrzPgeAWANdmPliPefliQZfgMLL60QC41b8taPWygnfdNixulufMg5r952h7MN3azzLh3NGX9w6Aj3n/HukQbweADR5LEbJ/VD67d+b5Be4PfgAAIABJREFUrPbF7YOflengroEVZrW1l82w+iKoh5L0RdgeAKu9OerJP1p0Yzp7+p6vaX66oMl65fIcmY+aLSMwTGFFFQD72ZYeorUt3G8BsMvPCFf12lMvk1Hf1HISAA/bLQCkAk48i0V8XSAmXKNX7m8CKB2uNMA/AsAMoWr2JFanCTC0x8wXU8Xj2MY8QlXXpfyc6i+hZwXAcn+FAgTWgCUEwPBqtlCcCNOYJgoBG7GYbeMkvG4fiicwvJ8MFAYYwFmhpvMOOGgOASwQMleBDfaCOQBGqNEtANZ2pgcoSwUwAairnroMy6sAGADHQDAgRXi62dBYRAqPVfMULN/DmzX3AQfAASwKuLXysP51b1s7i1J1FPnRC/G+gHj3FgNgdzDjZQFsK9Yrxmr1gKx2JkJAW5htC2kNyLwFwLhfn0fZjZ8AdOJfYXH0rgfEgyckaUQGwA6bHdLa8wG5DTSYHiDcb2tL2EkCJ0b6MMgjZ7vX0N5xRqoDGPfuRUFenr+Vs5yLJ/DTt+INDChZUipuys/PT8BdJg7k/1i8NBmCGG1h4aAjrC3v8f5ZNkAUb2B6YjtQav0GIXjNfsIT2KBjs0NsxwYbvC7W/gGAqcdVL2OM0FDnaNcK4gC2eQaxQGvqOMvJPLk5hHCH6Vrfh63KEBjwF21GvQwAiCJzKljLhn5Tamx6gPHNHkKDoZ7wTC+gNDb0tD6B0O/uua7g3DfA+BnZ6k0IsPVUzngezaehW7rZlXkAAHubeHtz7ELodrM5kGe4zkIODAVe7YSFDQ47GYCZ8oPOoD/6edo+ngMAw4agrv/P/1m8f61vOVyDylsbmx89PH/hiR8As1yD9zlKaXUJo2T6FX2FYcHVViuYhSck28XyjOcIgA3usv8CMsfGEQJg/M2P99WmzyiHhoi28VAAMGVLm0HZMr08x8b3qI/CN9gMD9futhUqZHKNtR7Wu/aTsCcKgJEuNyj4meEuXwJgb8uHEgK6nAE8AcBVCDE+eihptGN46kOPYjNHr4uc2x0DwCMZ6SaFlnYDqLQ33QYV2Jt4P3F9vhwA69nB6It7UDfP35CffrTPWh1t3I5Nb/JT65/nHnpER97UxvZnnhkA5+szALzagFmvlwR1tbGr7PnHKYFfXQKn+l/XwrdeALyuNNunl+37WvB7q4KuYnhem88r67cCq6udSbd6fjY61bMnVnzsSvkdXBee5nKOrlc2wOLxZf++Ovs3VrALy7f16Lswgc3t+/U7Ae918r1WP1d2dFW6lZ3OHmxMb5bvVv9e9/pAz4Rx+duCBq9v5MjQXlzAkFBfeKaGGEwGWF+YGH5O66S7rPlovj66v5YzAddV+6yu74Hc/sW0b4cZuFnld+n1lX6v5oer51meGQCelzejLb1z7vG2Ku82v7H9bL484xLmfmkL3gEFbAGEHqlc7CZYTvo8glI5x9EGitHiefdc6k+4Zgs0aWFsBnLr0SNR/tzOR6e9h6evcWOeb+miodeBnopc+OyltZ2vxf2DDRW+YO/tj3Py8lyx2o/Bmaq5jWblnAHI+n0NRcgNCGPdHsG9S/r65vkamrjZHQJBesrlc4YnPcG+Vng1KxfuGYW8ZJ9VoLSVry/S0UMne89r2p1djUbMdiH3H12YYz/pbHD2EI3FQtZdYaqVpbno1OL4mZJtoZYy84VTeiHGgiU8n2yl3MMnMxRqLZOMU7YoevBFR/NEwVie3H708mKbqHy4cI3nvwbgghqzSDkctW6scCi+te2s/2hsbtCqlZcexgbz4KFnfXg8ZrCO5sFWZMr7TBche9HfrMvN06sAkG/PxQv4vpwnW+BJtCPsIAFwHqEADZGHyYv3l4HDVKNCbl9Az4vMbBs8hxICgNSF/QIn4PFrnzDEURX7yuRBQG3AytknobSBrQCzav+xsA0RvjyX84MjfDQW21VnkT4hU9eHSgFwdiXuBTyq/dyAXMBuyDmERCA8dF4PrlVtqnk56vxIvcIdriEPh1AAaoDRCEGMs5HLma0Fgpmo4hrut3MyzSueIbeLV29ApS8F0JtcCvDhOcPPRSYuRXhVOgS0eywNz5MfbgYAgEOpWX/XATwCD9kC5J+KJ/CfLwaC7UzecvElwC2hCccn6CmAIdJyT24HOvg0j7yQs+UT0C/gIs4Kdt0GTN/aC/dadDkxfLO2tYIOtj90zu6NeUXzVPVy5HNhOxBkUNLbtIaKhmetnGlML21vO99EwE8eB/D9w4N7nvMDmE69sU0SAYCxucA3tPhZ6y/QdZyhGgpn5SxFM3mXvmJer3HGMDyJTSc27wmuU9lOWtlLuvRE5t/6U8vMc2WtPnFesLdbCxk8AnG8Xm0dPNyhM7FpwNodeo8zuYvn+f/zf/1efnLDBHSC8ypvOw/z6yWDjHjdQG30E6sD55M2XjnE3r5jUk/9J+5jetVOhe3x/HwTho5pBvNDULqxxexeKQPq2axLm4+gr/EelXP1do2O2/qbjw/mxYqy+BDR1YnetLYBIRKFF62OIy4/1reXiX0fobnrOmjp9/YuXzyA/yxn/37682M6A3j+PjR7B9P8UUwNCV+fwQY2vqvUuWgDoq6nYUuoI2grseuUq21MQVQF6ALTRL4c+2z+4/29fYrtY2j00FnPM2xZGtPzWKlA1+dRriXZ4znPQXj8QobJ3n+8zb0c/gv71+joDl7Xcm/el0QXeN9szqbPmpxDnnnTpqVTbn7dCo72hvP3UwI/qQRO9b+u4Y6+OF6Xy+ufXrbv4RWm15dh98mjK2Gvzf6V9VuBhxVYuNXzs9HpBMCvVYhf67ll/766uuMFfia7AqSrEC2XFu8EwJdK7Mfef61+ruzoqnYrO/0eAPDWI6sHwCMZ8sWfi3BZDkcBsL6c2QtRfYltL3EjANwt1AgsW9mDVXvl628FgGfpXlq+lX6P5ocZlhzJM6ezynem155XW0DIQEnzWefhixujz3sBwCP4e0TeGeCyn9wKAOuZkHvlOTx9nQDgVV0z99rON/cBcPU0LHpAD5Q6N4iVFQ2xm/UlA2n+PYP2TPtSADyar+TNMCqrZge33ry2oBceP7mP2CJhdAkFwBkQtr97D4tZe7Ff6jmNXXnTAtksnSMAWMGULQrGouTMBimgMesiC4m1HK8AwMg7h0rNAJhyzHpknk8CgFGO7jzMWETFAiZCj+r5miOYyP4/kmteVMU99BBufaH3/HTPJoR7dLBEAFx1hguxAaNaOv0Gh7bQ6unR+9KgqXgftpDa9IyjBxhC6jpomwHgKptSSLatvRUExMN3uiit8iMohaeV614JBV2A4t9+LxA4POQsqTSM4E7z0BWw4uAC+lja1gCHhzuetQ3bReuFfNx/0z+6WE0IaYATGwpQWgFH1k6AFmgTtl80gJ9R6u9KOKt31E9rP2EaAj4BqZ8izCfLbVCWZ0yKVxrLAO9GbX+Xg9dLu5uFjg6PZAOq4aXoNwKQ+wf1YmhrhIIGaDefOgN/3h6Au7V9AwC7XAr4qV6FIVtpUwBglANe4IQANYQygHPU3byozaushQGP4tWzc1G3l8Ic8Qjg75PJ2+/C+aouh1orPl7y9r4GYOkQN8IU07sXehzPMdQt29+hk5MNg9/ycXjuaXu79/2B7Tk6w9f6LHWogp62oYH10HsURCnwhFe6gmsrZ4wL7iFatd6BrNah/P74iBDaDbbl0Phue92fGHLwesF+AAC3s26RLPqHeehyU0CxMQz1S5uum1kAwkd2l7JTr8zRHJWQmGk0yO76Cv1/LJ71w3epaIMa3liAM8Ao0kZYZ7Nz8F4v9uf//b//5oEcDNp6KHndjGiykvciCxMcNlnnXPp+irTYT9k0/z9779olR44ciRabxSJ7RlpppbOr3fvpnvv//9ZK90h77u7sPLpZfF03MzfAgUBkZFZWkexmZg+nqiIj8HC4OxBuMEd7VwiR2+6pMwkQngMAa5OGSsRZ9Byfcg313gvPbx+vcz+3dcUM4rYCW7/rPPhpWrjW9Q98uOfxdJlhkxMAnKCm03m772w7bbGf9Z09ix9wqK8C+P1499df7pcA8Dz+1qVTusd5Ov7xDOrEyb0JxCnGB4eQf7hsQ+vQAbcfG6BmH1JTg/u7ChSv3rUM1OL+1dnAM0Drcj1W9ZmxQeOGhj0AWLqkFNZ9s1Ofh+q7Zhu7UlFfv6VeLtaxe2O0Wo+2ftmPF6VevfPfAOCV5t6u/TASOCfI88MI4wkdnZ3QE4p40UcOx/fsCNMLNfMGAC8F29PErOV+A4BfSB9/Y8Ue2vduf7wAPdr/dgOAf2Mq8V019+n6ma91p9XvsK/7APAphiSYOeuin5MB7KAOA+yMejmIsAXo5tZsz9Ad79iz7j1m7PxyVHcht5fGsjO5Xqs1PzcAfG495/ZrLu/a9h7p9ypYtQX8D9V42M2Pu7f1Qp8rOHBKv08zgOego1o3l+8279SzYNDWXp7NAJ6mp5nxewTwHjGE95739Q4EdjYC+uFl66p8BgoRIJ0YAbX/BoBxrQJmm6BGM2QEvU7M1TsA8AYYm1TtUgC4PT7V53Ja3J06OuqZGJzJCCnMEWpXFtB8YgaY63euewAY87mjjWazndeApOyJfJXWvZOBQYxrOcNXZaFvHp9eTq+np4h2ukPqEUGsHvCf/cUQOC2DtRfIbv6tlDn7m5X/qQyeOhaznFx+C0znhZVdtuAe57cR6Pb5kT730wFh+zYAAg46VkCsykqBWQcqk6XY9EiGg+B881QVZSwA8D4LRmfwIbC5YgnX4OqcGtHB3FVgmTrdgDowF5PQWlLgrkB39rcw51Zlt1SwJQWnZVqZSoAW69mcVe9a4LroG0GQBLbAhMOHLK0EQudUjgCcAUCTK5s+jOl50y+CgYv0qg9vtXFEgW4IW6NlABhgKu0kGYzNLgvDbRUIdtAezzJwT8Zu95/gp8nXKDxfWcgEdXA1+1mZmAaJQG1zHbO8nDq36m21G4LFTHFaN9kFmAlaawmA43nPExgr9IPiSbDNvhL1gVmtcU4AlKyz3GQQv3z8iL6mLZSzgNsGHo5n6KLNNO4H+G47t31DFl3eCPzDd8WZpwHsiimMdM+6RyntoduvyNYlaBjX3jwARA9maA4HTBH9E4gMIFUQPUG3ZOqyvPgHnXmMtM8AeikPlB+3//VvH+7e4yxggHfMTewUtGLKqj04ifpLtAXMVjHnzK5zemD7QUieYGjIE3rusSbbNjfEWCYEp6Lsyvxt5QAIRJt4zqmEO2c3EOtTqZWpFxNrr6ZixvNOP442cfNGdBfyvI8ztg0AGxh2/yyDgaWc/qTaFtmj9NfeDNAzDpAFG3rRy9LGAKeqrhst4DnJvs++IHX5p2BpQn+dutmAMM+fTuC8+vdqM3W+mefmeY6q3+M7yBcbC+aP6gLbXQC2ZV+zfQCgFOsb0K/k8u71m7t//kecYyvdQmpjy9nnYZthDg9Y+wSf6I1yqNutos9BWU4dn7astnTAlM+XtVLbsBB2YT9rBrBchRzqBvyKy9iIga/5DyZX3nnbXJHPw30gK0DPxJDPFjaq62L67LD5cU2g9wfO89Bz6AfTOCeInixp9hU6EmC9bDvsFSnGc9NM61MCwHAVqic3WEU7AQD/+W8BAH94j44P6cn7miQzF5zYId7uTUe1epfDnFIZ3ee8T9Le5pTskA5lUeYo+CzOi+NZ7VWPKwBM/z+wg7V2aXZUGMI1tfP8jBRmXFfNtoNppqaW3q6n1Y8vZGb3zwxid1vV+rva7jyvq7zp6I28Vr+r9ZkBvG1/As5R4FEEdH729vdNAr8bCdzU/7qhXDmp60p83qcPx/cGAG8Efg7r7IhZdk4ZqHhVTn12b3a6AcDPaye/1dIO7Xu3Y3sQ0fzADhKWtx0teI8Cs5fK/cYAvlRi3/b+lX5W/3bk/65t/bkA8Oiv94G0DZDwWq8PR/PBth9Kg8ZX1wwosRwEi/Lli88sUipzyp4YVefK6Vyg9AYAH0v0HN87Bw0qk+O4hn7HKsg9Pv98AHA9I6/HzM8HgBs7/UQHrwGAB1td2ccUsDkCgWVmYxjgpQDgDhZIOC1IP6WR24iOQr0eAHaQ0N31365P17cbBDbzOJhjBm1KY6sYfaaj5X8JAOwiV2MHAGoOOPn+vfXGEQC8v8FhT4nP22DR23kaAF7VUkEsARhd5tYbB5dnX1SDzivAdw6i1/r97LwxYWYGu4wW/B70QIF39mEJAAv0ruPo8hBoB/gDxi5Uvvo+gikEZgp6FPUOYHGYCpiKXYcWY1UA4Kb7JUAq2+zn7+Fvsbv72YZVZupnB8wqm2elqz2QGYBXAgztWklZuBon6/IG+ABDN4FRMbyUylZ9mWw61g8GFWnxJXCM9J1uixlI+PtjptnGeZZAC5DKGeNjgArlqM48cRSgCoDXZLo+BvMSG9cQtJb/D3AtAv3vAALz4QBEFgCw+1L1TAzg8d2k/Z3jZv0SAKz5azgrlfcpbbMBYAMSUB8/P7MvKc8C1Ljemhrbz1oeFUww0NfHBgUGAJxpz2s/IT8xoQsAnLrY7CsBLvATOwBsQLjbAb4X0NpBJZ99qTNLpdFkDCeLeRXf6uxKyZ+6AmA3AEgw8AAI0l8RXAJDNJnDBF1fBQCMXnXAutuu6v8cgDLUsfmOBv4LCHl8DMAugOI3eZ40ZRc4w1/+9muARUBDAzyK8UYZE5bKMqGHmLwAgnjMcB16IvkAtAsgO4CnL7EWB+BKX0AGdLcjMJ6lW/I/BBLTBuw76qaLN3FGMT5IDz7PayTrTgCwgR/XLel4Q4PkswcA4zrAM6XShSw6a5lydWH5swN+ArJt35pzwm5whivA7xkMg+6RWdvTYm/XqqlTBQCuvt/ps1FvZQdTF3LDgf1RbXa1Kct9/rnyvU3fom9gZbpe67XffdBv+CNvRPC69g/3D3c/v/tw9xZ69lPYXKi9mOsCsXTmdAJMJTU2bSJBT7tbb3wB437260opL1vlJhQUSaPKOTF9FHXiBACM0a4M5eGdJIFTAbJt/4nWpQBlC1AJILaxpHNz4088kmAEmXnedztjt2e+6PMbUk4LCPcH9WGzD++JixUARnnyJ1kPgPtoGQURg8L6UyaQJwDgv/wVDOATADDqKeX1doyW0dYZadeT2XC86eNTHnvxsKq/ns9QVn0PmmPG0FNvEOgZJfoZ0hz36Z1gCeaWRg9Memc+qCB+G5TtO0Bl7O8BwE2OLtNA/VZwvNLXN/sAcF3LuphBh0+8D8xM67kZNwbwzsDcLv8YEqgO7sfo8fP2crVAft4arivtcHx/pwBwm0x3+ncp8LAJWJ7GxU4CuzWWd2oBgJF3nGMPYDgXaH6qFs0BwkvLqQHBS5+93X8sgUP7bkXsKezR/rcbAHw8Crc79iRQ9XPlq47837WS7eWPQeC131y89OSN2mOsndTiJ+gzgLWlsbO/xt+uEz/b9w3Aihd9vixN9la/PyEMt09t2gekLwGAOf9MANv8Ijs36WhDyFPHc6/dLu/cfs33P6W91ulzmLzbYNiRv11LaFvOKb+8YvjuAbi9Pp69m/onRuSeHm03SDAYXZo0t/do/TQH6trfRVxLYHnBiCMQw74kK/AEG3kFsMiwHcBLOaRcGkM1+7q7/l/YTfUfCEy0AGa5t+nxqXU5aXcOvo/6wmYuvp+B3zUzuJ+LuNHC0p66plsBygInFSwWmGF2pgHvHkiemb8nGd4nUs3P+nO08QyMq/3PPkN+td6SDgjYss+0/TR/U4OXmQ5Xfd2eEepnapB8BSThvqP3z5WvqgG16sPm6+zLFPA3CGxmntuwGbeUb5dX8T+Y58Cwy7I9p1SVb88ZqAULJv2TwJVkqCRb7dWrAFJLhgoE7RU0Tt0rsmJAPc4i9aemhm7PxTmPdAOt/n72MFMeTsqDILtTw6Jep+6tMgSwyr8Z63QAOusp5wNqHMZzRqveUS+K/tYA9FanM2jeViy6w20l6IE4OgAI21cCqO6H7zfzN+ANSLMBwBwPHAkbbcbnPtiokCnc2k8ZaMdwIcUxbQQgPnwDtD++QGpWgMCM46dZUluiAAf/q/5TFtnWmjGgsXPZP/VzBRyJmQpgUqPIVNQAW8zIJajdz8tuoESmEKZOlPnBNtgAigS8AdrWVLRMXw2gMYPsZsHPaV9fMW2ufLFYhgKu0abGtCZI2X0Y6kF90pMArmJ84IMaszT6BsASX1dAmwBwgj/WHWyeIIiT9ukziTXOn2J8A/gf1glat95HHtkKVOAWsifZ9jzXMmzfoKl9iecIMyNRt/UTdQIM8j066xo9FICLOqgnlM2Xu19+xfnLEME9N4EwwzrO6UyQQGzbnp0DfWY7on1OYW0/qHH5FPqJ/oIBqbTJXjNCby2HytL1ObzyU6oP+iXGss4g5pnFTJ0qv1E3oDHTLHwXGMvcHDKmnBZgKmiIIHUOnM9NRZuhCxhXjfm40Qbypd4DHM5nPV+hXgB9tGNuCrAfVArnlvmCtkWePseBZ2qjj2EjH7ABgHRG/I//1z9xGe2sKZ8lw/RT/FW6ogwFYGD7/OVxTeZCa//6NdmefWNd53NtQIZ4t61xHu1vUwDYPIaef96FTP7w9tPd29iEQJuOepAmHeCu9NNtR1fEMh8Y4blRh7qXDW5nBHOTUV9z2sSxiQL1kyVstiueTT+EsXrNPM6wh/gHxnKuvwaGKhdnfV6vvsCyYprvljK+vzdXHfUmFcjH5cvecy6x7sN+Y7y9MYR6x+wHIwAMZrnTwENnXwWgDfWiDeUmgKJFTafNNIe6wVfi8z42YggABrMb12F32oDHTRyfP8Tf8in41LGf13er9VVdJ3mzJNfzuf6o799tHYr5NTvAtmbdfi+q9dSlqfvEOYDz47ihC3kK2IcFmLvqy2o+rPdJB7xez016uQaan10xgA1A+975aIc+hmM8ZnwPK5sK2jwzrrjmcZn76noqA7jW0Ta8xINPeyOv2nj7/SaB36gEbup/3cAdvYBfV/r1Tx+O7w0AbkJuaZcx0U6zwlEAcx6pUwDzisxRAYL6vWenGwB8vS38Hks4tO/W6b2A59HyZ+85FXwEoBwFYi8dkxsD+FKJfdv7q34uAdBs3gyQ1gX8NT04FwBmOLkxbyOoUVJ88qv4uwI43azWYMG5ALDlY8wG64n6Atm/70HnFcDbQxYdaEYb53acC5Tu7WiuL4Er2z7yB08dy28JAM8vvg7sUb4lCLvq27kvqkdy2ZZzyi/vA1in6hntc3xBH/VoBIBnUBTf1p3XDHpPKc9m/K3p+fTCX9dhDsCt7UPBohaAKMGSp8xBm/Vftmvuq+W5eQ/YAYBx/wi0r4OaDohWuWMtqFjpCADVMfX3vnYa6Jy1wQDwIgPCBACbDWD1n6MolXH4FAC4pr1rgUeDPlh3ZIWWz6w/R2M+y2UYPwAGC0b2Jb7NzLpNuxLcAyhSAeA9u9yzi129KwUNc28GgzmXsQ3Su3MBYD/nYPbcrosBYLcB82qChA5s0z5S/gZ6CYSly6PvmIKSAUE0AJgAZQHoAEbW9jFAvwMAu76fAgAGsIHzgevH6YDnzS5OISvgBmkn9RR9Usp6AICz0IAONA4JWDe7nRh1QzkE4jSODtp7fGpbfe6vQLltwNXP+5nm/7HSmTbAfCarS58GAAcwBj9PgI8MQaVSRTpiM7CF9wqIZPkETMLPlNeO1zE+b+MZHhmaY8z1IIdx3BTXZJlgiHWHc0xhZ68AYJ89S3CVQJf8HMYL4CXYfEhVC1ZwH4f0z3EBQJTP+/R8Vv2GzwD2sy0VsgGg6JTsDWX28YD8ABpStjhjl9V3AFhjK3BFLNQASBtgJmYcAeBkfTrFKkE9rGORojYy1fQ0uOVc81zn+txd1PX4OJ5hDODSACfkTGAw6tsAQgC+ExTUd0h1LVmy7WkLltk+APwxAWilHybTvAAfZLRyfle5sFFr5+cvb+7e/xIs38dkFELX0hgNWtUx4+/Q4Rh3qT3RsWxrgNUBREmvwJjvADAeEzCs62J9CtwGQM4NFQkGWsdsox+ivXifoFwoG92rDBkAbbttSyf62aEuC4AWnqsAcGeM+rzt7frUvh/9rKmkqz6SYZ124TJr+vQt418MfqpblAsADnpHADbtvPnfuGcFAHOzxLSW5oaGkKnkbD3aZv8w0DtkMUj/OQPA9hc6ekF2UH2r5+XmWzMbCseTqhIpoEMn/u7t5/BZCUyHjtN/sInqsMus2H1l9qMetqWwLwH4M21+2ejWdBwbHDDeCQRu3uuiWgH2yhJiABhtgT92OVRv6maf/znWw/qWdPT0ULkBYFrg0ecwxX896oRdH0Bglp2bCLyxwABwmh7vb+zfuMiU67mJpo6NdXe+Zt3g3BuDBP37819e3/2aKfWxdpC9aGMJec3pT17HRoy6TlIP+mfjK+bvMmaA+YCZk3Ij1Tjb6j28z6/jbKx294Lru9Hq+hg/znT7mGe5oaSv3Vf9sv6jtroOdO3ub2UKW5/9TJWPU0m3eXlal2le2c6nq/VIr2exEf7EuNT2zeNXAeD63Q0AniV1+/uHlMAp5/dDCuTCTt8A4AsFtplhjwCop5XfJtEnMID3ANrakpMEAix6Ft06BTAPk1MBoL3uugHAT9OD3/tT5/vv00DuuE13WAKfFOFRUPQoEHvp+NwA4Esl9m3vH4LQJYB7LkB6fuvXDMcVAEw/bP/sNvHtxi9PXw8Adv9mABx/t5cqBgrGADgAagccYGPzC2Z7oZuAqGqPNeVYe4nO4EMFdmrAYF7vHAGz54/f+s49IPqo3nO/P+W/RpAkU7iWQNQ5fTtaH57rv+ezk2bAbWzL0wHgDuyMZ6atAGAHeZuewoSSIT8zXB1gYtB3MRXNgJIBiBoUJKkEwVmsr7LDLZhcAsz46tJV5awvqzN+HcBm1VPKNz9f24PbKkNNwd5xJz/dziJA4vGwzhx1AAAgAElEQVSWH1Bnewo2saD07Azs4GLvvYHOo7OAVdr5DGCyqwBAZfUV8FXawrV1bFLR5m2ViVL71e4Pf/c5gvn41BTQq7PU+PzM+k4gpLVqSqE/xJ6pZ2sbOpXiz2VrPMdx8RnD+k7BX/VzTNW6yipQr23ltDWm0W/p+z2g121efT/obhgfgBQGKwGYFGYsyqgBZDPqhvkrGTjqdDnrrTiDjzhLFEF5MGkm1psB4Hqmb9UwAMCQKL4Xw1bMc4Ft3k7Rg54GgJlmuvh0MIDJ2Av9AJDzkXTC8UM/kGJHHw1AaDz1xbhxI1NhWycLKOYkj1t9S4ZzaVsFXvoZpz3AXn0B1FeACBNmk3FtkEXghs/m7Yba/SudaepnAi9ghKUYPGQAhx4CuMStn8MffP6M80gDsIkUv2gfgCTACGwX9D2AAGZMKUdcUG/wVbTw3dt7ZPZlalCdLczm29Wydusd04RPrGkDoQJJxzGj3jafIPsjKzXH73UApAAqAOZ9jDTC87qDbNwEPdlmsjpl4wYyCWgkMAuZb3xgMlEHPcnxbQCn3c6UOrMDOGLUAq90OQaW2KcEMHV6dR4zEsoIdnMFntu5xnlWbrVfAMkGwFxHY7ii1HIOaUJ/ORf0FNRMrZ2+bga7h/5j5NNVuo8fQo88fqExdw9vHjRvYqyouwKAKzO6jzbO6/7p7m9/+3T3PvJCg01NuaDAOLvV4FO/P9PNRzvoW0LnPqUe66zmN03nCJ5gAwPZ+wKA8ZEuSafsC8S8lq+f53exuUuadayJwNZOBn0FgPGsy26+pTKAE/SHjJuvQxtTF+r6yWNa11odEJIfhPq8f68U2QJPpd8tPXibt7T5BJs3/MGYQM4GgCkfOAf4y7wJEsFZxQbx3Cf4JmyCkA70dNv0JwkAOwW1zmMXU9a6zw0JhSnaMyi4X+mD06mQmZv2S4AdduCNArl+YWrospIkwB0N/BkA8Luf7n6OrAXoH6a2ut5gH0KVAPT7Q1kxcwTkId8MfdNGY4H/kDEAyWEtQv3CJoCwezxd5p0BzAMAGA/6vOqaVQBM9TZGJYU5rsGm6CnMII06YP8/hd5LtpJbPfvbOoVx7Otw1TD7PM6lCUobAFaGA9XZtCfa7/kJ/mVefXX/N2bawDzhdwrL8kPI9s9/vr/76+N72v99/Mf3EvoVnymvjR34iGme8x3aNA9A3FP9oW2e18CAz/uxLvX7zwoA9tEKq/cXM327X5J/W8ZPILtsk/XcG63q8/7dtubxdnvnPrlfe2XgeosT0Df0Xhp4rkxkHZfRU22P5ecGGMudObwd8xjPAna9VRbbttegTu+BNxKu+sRyo9BL3xX3yrpdv0ngNyeBm/pfN2RHAb7rSr/+6cPxvTGAm5C/JQN4mPgxF7agn765AcDX28LvsYRD+26dXkTdB4HsLYNOP3cDgH+PWvV8fVq+wIRK/Z4A4Poibsld2r9TALBeVGYGsO1SL53PDQAP81HZMf4jAsA5A8eP7YvpkaUcrQ/P9d+dAXNUI77/ugCwW9QYenGhAsDS35QiApqLKWWWwwzAVtDlEgD4aAPSiulZ2ztLu7VzBhjzxjbeOwzgGQCe9aMHZzNIlkAI8cgGCjwdAGbfnBaXAZfaw30AuDJmFXjP4OsOADz4D/ZBOjkDmL5v73or5wQAvNoksr2WgdaW5nYO0ZEIJnnUM9jjzzllKNpU9Wa9QWYLAHcW1fMCwHNgjO0rgfpTf9dxEgAwntnnTQ9OJVvBUunSaMx+ftQXlCkGjj5Fz0qmDQDAr5H29AIAWKmGIwgbG6Tq+xuqUpBQCu752CwZbybgdwkCK9A9AsAzA7jpawnE12Ck2+PAo2XKXltU6J8NLy/OIJF9eC0bgflqDw0QyoB6Zc1D/hWwQsjYAImC/WKsDcHhbJ9BxKobGwYTA8DxL+QOd/Ixzm/UxoYOAJPp2PoX9wFgxdmNYKSm3hDUg3+IIPzrAIDeBniMs2QZzk3wd+VqwYSrmxAqu9MAm/Xe4K/tG2fMUv5mvwKcCQAYbE/ImOexun0BmNQUqpYJ2mzQBE7DbSEAGDcNbXOg3KmISwriXk+XttJyB5s0UwCLGarvCQaFjpKwGn/0dNI9RTl1DYztBCEZhI8Gg1mI5yHzlsJ9AoCdhtW2PazfAVpBczDu2SCkV/W6CDLsfh7KhX5A1mo72jpvHLn7ghS5KNP9C3CbaY/zmQCkyBgFiFh800ewbbO8BoCDm466osxPAQK/f/8pzvvFNTB8wTwPgCzTGjfg8eMjwTX4J4JnTNWaZ5FC7mE3H/JsXzI0Q46eqwBM1pSnHkH6kdShOZ2zwU0DwJYzgD8Az/xw7MejASoIPKSATgD4p7LBxqnGV2PYAOoclM70S1Z3DDAZwA0Qc69yQ0oBXembEsyknqShfiBAi5TEYcshM9pjpiSeAWADt2LB981QZMgmi7oCwHXThzde1A0Q3Y96rd6BJso+AWDIy76VOk/Gcm5wIgCcqYczAwF0nm2KPj9Ekf/0n97evQt8m9NL7pX0+ev2O/R/eNeF3hBEz7YgvbWZmthIl/YEFrG3Ktlm8DzT0UN+BKDlmwieNpvRmd28nn4ZbWEacIDClmto9nwWsGxZG3iYLjnAWqbGR2p4+pztZoJm+9Fer3KcbWJeDxj8xVg235J6UjNleJ60jbfNSCknsNUBkH/ERqPoW0sjjxZCPtFObwbE7//f/7q7+9uHSAPA8XrYAMBOx44eStewJhH4W9ei9XfXWefMV6EfTh0Pn8R+wEbSbLxObCmioVc08VyXIN01wP+yRrbF1Z/UR4x/YRhLZpnOfcqw5Gfr+sN6Wcdo/n6uu673qv8VuNvXfpZf84Epz5o5wPXLL40bH7lxqhW3//46tCHr1xyl9f3s8/bi5rwPuh8P3wDglcbdrv0QErip/8sO8zwhvmxt29IPx3cHAH4Kw/VJfZtz7c2FPBWgPigXp1B9D586+6xkfmoC+x7a/1tvw6F9XNnBa+3/+vY9Vc+PlkVPLfdKgX7lx48A7q/cnE11e/pxqf/e09OjQPJe/+f653aeaxd+bm7HHiDml1a3Cymh/Klt+pJnO1Wm7dCXiSHm71YM2vrcijlySkeO9Avl7d1z6rsZxNgqzhYA8UtRvfec9h3ZwCkG8dGz7uNm/CcG5r5+afznt7weUN172ZR8HDSuAdgVwFpflPWc6z3tR/ftYN3upsuNKTSWP+9er2kaV7Je7XaXncxy6S/YKqfs/s7AbB2Dysw0c6fan39fASXn2MvMuPUze/5wlvNT5tUZLGbwpDGxeqtPRRRqYE8KpvHbZraw3Zd0ndSrtd269hKTaTq/YrOeLqeO/Qxkjnoxp+ZcjV2tf9bHWf8aiAXAF0H/ssxoY5gpmlfgfpdjTy289R1V5rbz7XrmKTpS9dDBtXPnOvmpZKJM/uPIn8wM3nkc5sDZcd8kD6SxrR+2ozIZy1m+bv/c1s5c7xsBevS66xeBXOu3GcYZ5WawHl4JOrFQssoMHgK01SBoP+qX/Q6DtVmn0vv2ICJS/s7nb54aH4O/KL+X0zMpDABtAbNm31V9QT9fMcDJZCMPAVyDcdORFZbBEKTNOuv4ONBeRcpnywaWCvjt6fInnhlrJlsZ08Y4E8ONOgL5lwqd1hhzzn2MN4C4hwce3grYWuMV49ZSLIf++UxcMR9zTGtAusxJanMHvJVa1lpk5h1+ZirgrI86RyCoa1xNM2tAoDKzCcjGcwAxqz2whXEd+iRWlEAh6koCsrwF4wnpFDYj2qHzXQWK+5mqi7ZvlAkL8Rm+0G+xXvvc0dnhkJ7agOcMGFV9bPYSF9/jbFfc3xB58rsTwAKAovGHCakOj5+2bCkzhGSJNiEFt/yJWN8/vRHbFQBU608C7RUAVRk6G1ZlChyjXAJE/Yz07UjNHHjqL+8/BqAZgHKAwtwUAXkAwcO9YFWGTTn1sgA46ZrPxMUzj3GPgFMxkO3/3gQzGSxRlWWpJaCUtkC9pfw7EMl6yRjGDgcBKTWNMfo3ZBUge1Eg6jynNHkiXT3PFlZ5bbMHcL143uf+GoiE/lOm2WxcB2Brv4G6PAYeI2pmlkWAGr4T4xiAMTYlUI+4acEbDvqY82ts/GjAEdj22PShdgPg9GaGqt9fvnwkA7gCxWi7QbfVekLrMm1SABhOm80MIO3+9JfeRIA2N9A9g26UIcYohhwg6ntswIk+vwk9+O//5ee72O/AD9SRddCetbnFGxasT2ivMxDwfgLiZsnjUWw0sVfURg1/0DYD3ywPqZfRt7wd92J87SPcpppyucqprrncbgHivc5SO3XVIDvrbwAuh1SbUko2Bt2rEtp0DkA6nRf1yfJvvlv3fwJjOOT7KWRT9ZPnArcGhq7Qh2ojk/0BWdw45zeu//t/BBMdfjX+PeC8bWQCIAiNTRYCkN0OPN+AXtpaEX5uBkR36lnUdR7wRqC+maK/+w1zNf2Ky+6b4FZz9HIkcp7Q/SkPZk2pfmtcP9b1+apMv+fZ1geb5/gprbTbXdeRSP88A7/2T5UR7Gvr+lNPUmcgnqqHPXNRlZ3mstlGqn64rnoUEe2ibL6ifkaHjiKdp9p9++4mgd+0BG7q/7LDt/fC9LK1lun7yL3dAOCvNRTLeurw3ADgrz8UL+3/rrX/69u3XNWfIeijZdFTyz2j6u/oliMA7Fs3dU8/bgCwRgYAsF8qXgoAHoLrEzB5LgNxT4+e/PzEYtuUfwBwn6v3R+3zS9ccOD/Xbr4HALi2VfP1FjSeQY/5793xXUdd8GrKR+blWw9gOcLy9QFg6fuYIpoxHe5izwDvYoPdOQDwHiN3BZDyBX6S3+wPWwB7mq4s1z3/eUr/B/B5MU1KDhrxeXjn68qOmikqeX8Ckm3jx/MCwCNQuAaTEXT159WrPOfOyEN+MaSbnb6rum7Qq6YTXo1bD2JlQD+VxefCDs9cAADTWhFQZ4ApA2WZxlP2Va6XAN05QauVTbcAWDHcroNjEGv1/Own9/6uz1Z23NDPonyznteAn2Vb+6zf80zSqS/k2ziQtgEeBQKNPlPXakpDn4fbzsAtOkRANhkkLkdpP9OIS+pBzw8GIGb5z/7B33tjLdSMAEwyiR3YJTtpsdmCKabp//ozaGMFkWnPDcCbmDILvZAejqDrvKYAsAIAuM4rdQytxy2V5zRxVB2sMmJa0byXgEmCR/Z/GDMEel3uHKx22xsDLP3WfAY4U04nw64esWRZMWCMDAcA/ELuSL99j6A/59qcU5DOEyAd8NGWtrPLdw7Aj21lS6lOTM3a/LPaRWBMaifgKAPS0GSCmRifHFfLi8y6Iajf56MKALNmMkuRblWglAP4KKuyeHmeMnQnGZNi9OV5qqWuGqj3eEoncb8B2NBVgzUBLrU5muBsAutlzqYeF9tyWXgOoMgvZoa2ewQAs14wqM2EjKJ5ljFAOOoW5pMYOwAGadCoH+d+3r8Odh7bHEBGjK36r5tYLgGBbRpkgLE6GzgBuPwJxr78vRqD/Su//hIg8AeAcvgbBbJw6T3tVDpkABjPAbD0OucDAGACRol959r6/v4NAWCB1vYL1Jhsf4K7lM+4KcIAMPwPzygPmQKA9ccArDYMYPODgFKPtYC78VlswvAGAqcahvxRtlMCo0/aJDBuNiLAVVIFux3V3xi4BtDoD8oGa15pw7stgk07+gxsjNDCSLonQA514hzjCpjSXtp80FNAo+1MRZy6wXFKv9lASc8RYPRS5mDCQuExKuw1m653wt5e26F0sfvESE2gsQn/+z4YpbCnt2FL/+kPb8gExono1lX+bKzcPg9q/DoALP1CHX1RCvsBQCzformXzNakwlOnk6GKVPqEPvNxM4QxLgMrmOeZu7/WyQ4617WgN3S6TP80a3cGgNtUnAYN4LZ+Ogjc669zTTvCoAByHZjGho2+VrJuGKBnOvtMm+11SmfChj7GGP/7/wz/EjqAdQE2o0LP9gBg6UNmPgmZOtOG1ixaC8MH1zOzuSEjZWuGNWRVNzFUG5rXW1BI6Vpff3oNUN8vKoBbv/cGB+gnPtuNlAaF9zeMysbyOIT0C9bltl5IhTIIXNcl7d6ySc99Zsr9lBvla6eeN9T00dV+9HvXpL2jWKyvnosrEO205W3+mDbR15jFDQAezPb2x48mgb0AyI8mh5fq7/wC+lL17JV7OL7fKwD8VOZvm3UXkbkipBsD+Gtr4vdZ36F9XNnsa+3/6e27FqA9bT8GKK4Uz3f/+LlA2LfqyJ5+PBcA7H6dE4iuMpjrn+1gLm+Wn5m7n82Q27zIjgCUaSV6eegvnTgXqDIQ+8tFf8lfyvAMBrBebPLFOgNtLf5wZD5nKsyT9c87l+vb1FDnaSbhmc3bZSe3aXgCxM8t9+j5mWk9j+ERU5JjxzHqL/Jj2ySf7Yv1qF8sobw815Rhl/V1zbAdATuzDQrAOKUIeQ4GMPu02EDQXrYZLMkd9HGvg7BDf6eAEKXmgBXkOgmngRKTPfm2cwHgdv8UGNzzP7tj5MYO5+kqxaV0q6flHAMWl436zAB2+S1IkRtYmj0spnUGCxu7wozWriMzA7eCrbW1e2maK3Oxt6MD06dY5kf62OYB5FEsqWHNEEHQEJ9h/IpuznrR/UCyvJpt9vPIECwkmFOAglk/VkDXOSNbwbUuqy1D45yyaDMFnJuf8Xd7rOraB4Moe2MlBlAJfKeFdjYM+mDUDCkT1+vLvfVIl4vRnX4uoXzoyJj02ZKrwCHLAuCTvsKgbNWT2o4KYrTApp8tADCeN5DMssomFvOO98ajpjBkoLa9v3bm6SoTRg0ANwAH/SuBcbcZQAmDxsXhAOQAAy/ggcZgozyTkYiTIx28r+CedQlpK3HuLT4AXf0R4zDTSwbTsspwlvMsa6bNLgshz8U8O7YFlL3ByYAQWy3/GqaL8dcZqwJtwOR5eCggZgJJALYMSIEFB3nW9LmtbQBgCRImDJR2hVp5ti93AnRwH6DBipFoJirKASNs+X4X330obDf6mjy3lLJrDFrpMOQCgAmiQbMInhJQNPs50wETLOhnmVoXbFsMeBNU6HMyMruifrMPc2+F2K8A09IOYGcYf5dRfY2e+XL3awCh2JDTN0YAiFIKaJzdDABVfY0rzCLstXH34RXAFAFWIC59fww3bADMSOuYM4kYsFZfxGgG8FLnXuhCZz6rXXxPjfJ++fVzAHg6uuAzjlOBXFhL6hz1LecM2oQkcB/nBoMBrKSu0k2BNzoDGOUABGYWYdq9zgf+QjaiAEHPgWS/gmE4MYAtawGF2JAgwJuyKEAv7iPgmvbq1PV+hv4DviPbIfBLDHmAy96kYWYlruMe2KdZyuMaT+NgmwWjlOfihvBtc7wfOpsAjxnGlj2+tp6qPgCykKeYwmLMy8x1Zq6Ynd3P9vO42RboeKYS+BipuVk+U+5GT/OVkEBcblzDM9RJAsDeuIkxF3MddseMAPH3m0gBL9u03WkDgj9MTY7NT5E2/F/+6e+DCSwArYJlTb+9YSmP7QAAbNay2gTbh61DSeBLbNt9Xm26nH7gTWw4wGfedEug2MB4srK9Jvecs3ovGdc43beyDupwf7dB2vzKNK0MZNwL+RqMdxt1v1Los40YAW88ybzZ7q2PmECaeoyj/Jbfd5LBnWUxWwD1JI8+ApsdQGie4/wxbPx//+mnu19xCT49mfHMClD0lJac68MqC9hXB17jd9ht3GvWsPSpvzcCGLbNSXbb9V61K+mT2PA1M4DHiv3K1NAzANrmM8cnDgBg6+5qU570MDMYtHWy7L2e5Suf1udr21Sbf+qGvPk+j3e5h89DXwtwPK8be30ltUI3xfhteoPMXWV6rm/QZuptzP1lvh/WxfHFM4Vqhtbd/rhJ4DchgZv6v+wwLV8QXrbKofTD8V0ArUfgASq4KjXxUdpnzhBXAli3FNBfUct+u1Ud2seVXbvW/p/evivtp+3V3hPAteVfKdiv9PiTAbiv1b6d5euRD5/995GezoHPI7386gBwylvvHy8HALcXqh2mb4l7PosGPFn/ficA8K73meS/fYE8BrhlOr9BADgDfGj9bLdHgNssz/l+SoQ2tGU5j0GO7w8AroGKykhbyenIf7X15wQAd/l1oLX5hAyaHRr+Ym1aGXdkphgk+AYAcG3/nEKuMZSzr0y/eUYIxXrGICH0NnflM/aLAFMBgKl/E7N00PMJAF6PZbf/GpDj7OAzQNlRj+N2PTMGSMcw0RwQqzpW27MXeDrUkbxhnnfrc/5uDwCubUJ7a9DS5dhmKgCM8gwgOsjXovQsVACwg92rNs3968DEGgCmxynsWgPAHK8piMiyoH8nAGCO7MTgdYrpChhbRr63AsAzGGIgxGxh+0P/ZOA2g5pmEO6NcwcNerB4BoDZtsIQMsDT/E1+9+FR2yQM9IKl1pjMBYBpY1AASJQFhiM+FdAkAAUQA5bJ9MMJ7uVY1HVJbSPHEelcF8/UtLbeQADZAYCWz+s29hOYx2S+BsgaJvo2sI+IsxNoqEzICgCjHwgqCxgcmVVwuQRwzFRMoNiyFBDTgZ89AHi2baaBTlBSOhxpRuETka63bQrsbLbqN+rmQZwB67Ujfn4KsBLfm6He9DTnZdut++m/fUZoXYe6zTxrNGSJ83ABagKUvqfcBbgx1W5BVNGXT9zwJB0lIBW/dr8Yz+aQAZu6DwCVzMZo9KfQSegQwDqPKxng8PPwL5gH6ENyIxXSK0cKaLDcsZlB9gsGseqrwDsZmcHCBKDmqUcgVLD+Ynwp10CkkUoWBRD8+3IfDOaPsVkCYKU2cKHP9HWBVot1rnqlk9IMAJ3oN89Ihey9NooKHyIFNN41JPtypiUnOD3POpBOGZfQyNQJ6DBmQgCQ+MDvoA3QJ4A/BoDnNONOhWx9qOeSuj77I/g5AMD4PIABqSY1NrqBW4FMBnjSH+EKGacC3FHmYwjP+gb2M/UUTHWOs8BUf1CmWM66YiY7Sv/4KQaBjHDYdgeXzDbFPQLHABKjbVkI7UwgKFnXCYTjbwC+rh5+gLh5Mnydrro1LncL26dhYw1qeJMMaKwPCBRm46uv5khG+//ln/6OqaAbWAzQDP4fusoxx2YUbTpj+2oKaPgwAIjsmvweycpIfUxmMGwxjh+AvWWjIV9sUCDQSmawKCySE+wGGye0QdEAvU1ZbGOVNIBfnD8E9mq+0r/iAgiaN53LxqAMp9adgeW6vuO4ZwptzCOYl2gPAP9KBiHaqzeiRI33SIVdGfMYimFDFDYE9b5IHtg8EExfMLVDbn/5231sWEEYOfrOdOY9C0nXA9lnPaPZLOEGmOamxDqfWP/QV4wB5s3VGrTKuqaMVv3jhrd5PTmvGwUI9zVq+z7lVsF5jbN9meppZ05bn3J+rACw5bJiE6/aZ5nMYLH1zOmj+fcFAPCYVnr7Hqp2ju/3w/vBAgDGxpX+7tLleGMAV2u4/f7DSeAwEPLDSeRlOjw6qJepY1Xq4fjunJE4l3UV4OvCToGy1wK+U4MvBUAuHZGj8o/Kszy9QF6lR+Q0d9uedCTKq74/tI+rSt8G6C8t7vz2/RiA7KXyu/b+JwNwV1Z8rn/Z049L/cbR/DS/QJ6vlxLEXP72+TVgZybiXP/8QqIXgh6sQp18Bud+TWmmhlTQC6biqaHbtGOH+Tszg5+qDl9L/85J5bxcXxzIb1Xuigm1J59V4IL6VNI6KQA36k8NDO6XjW9OA1j9ZXirX03Hin6fbyedobhtX3/pdWAX+u20alRrd3B6eA7grtq4An0piRNTSEuZmvXWQDDiEnNznuIfGLjcMOodmFwDcLV/tnPpV6Z2TJDEbXS7Nva5t/70mjW/dz9nxm0dhhrIV/ssnw4K+P65Hdu/x0GpwblWBmKSDCDr3p4GVnecywCe7619mgN9lRV8CgCu9uARpE9A4BNBPDNHMPYtqLeVk8/wq22a2S3s+0JAClQBiOjyaBsEaiByUuIZRBrHuOvlau50EJ52Vco1SIfrqzlxz3/s1TH7jlVdDnTjXgcCKwDnfiLITMYvzlidACzIfxOUzPtrX1ugdQCKEMCdnMuCAWLGKQL/Bkqok4s5BqUZGG6Ah+uEzUc3yJAz2AmfwLGIYDDuO/FeVfuzGnPL0/dRLtRnpXSsbW7+ZgYTyr2b4GoyVlze/D3/LhskUAcC+GCnUa8yxTB+B5Dp5zEECEQTZEo7EQCm+WZmCDv96GwHqs+pT3MDxc6GuAZQ5fg3GySQ0c8WbHWYVccxd2rcn+7egmEaeBvi/Egd3OyhbAah5AFOACAs7O1mE/Ax0AGyxzp7lOlxAzSQ7AQuVpvxHOxr+GmghzaVDLOW4YJATAe2KNuib3geKU7BYFS/U3eGAL/9i/qq9U0COWAVYk2bQXz/9ImuTCtsdlXqEmRgxixUEUApwFYDwE5nbb0A9NRSZafpckRQJ8Cshsnhy0jTS6C3g0kATR8DBH4d4MhDAFdmzso4kMAV81WwUsEChl4SiElmnbRR4FaudZqNEzzS+GAMJWc8C+kAqNWzaCN1JGQF5mpARnEvmMCfePbw508AK2McoAtkFoKB3WXex1x1AIwjy7Kdfw5GuhjT/UOvxPpwPjC+62xfOiTeinGCzvAMY6b7HQE6APGYzwFkmvVZASTXaTm4rRUkd5vs52CHlYGK73vqZchDT9T+yP9YN9GvAG5z3JFSl2ekh1w+hB6jfDH29UF5YvQmKzkZ9jojGOhsgJwDg16+AP/MlG4oupQm2wc2KdY0yezDdoGJgfghGLpOEe/UvdhIYrAre8p20JcR7A0G+EMH8bH1BZkVXiVD8gsY+rBT6vrnu3/8+wemgqbuFX/qdSbSCEM+ZKbGRwxgpXYWWIv2F6YiN63gjFqn/GZy9Xb+rgBAy1aMX7OtcR3zts95NpvbGQU4PU3rao11B3vdlHYf7Qs35SJRKYwAACAASURBVD2YX/Kc36pH9q1g7iK9+uZ9LxSB+hlFOcU4ce+yJoItMAMDP9p0cI8U4kLFm87VDWy2b6aYh0yZpx93v757DNn/7ZcAgHGWOAwg3weack6/dAZ8jk/OBfSFZHBPaZqhM9DTyf+uyvecsQWAdffqPanOMxonycYbHJQFwinsZRe9LZqPQ6Kb8qsO9Pc56efcjuoHaj/dx7pOXTF569rMfVjdV9c29ZnV/L6Wr4FxvZ/P62czgG8A8J72367/0BK4NFDzQwvris6PC8UrCrrw0cPxXQDAqxfkSwGFZTPbW3fd1eOozBQguLCf8+1HAMq1/Tkq/6j5NwD4SEJf5/tD+7iyGdfa/fnte177ubLbv5vHvxYAd6n/mhfi8/OX+reVntYg1l5g+tyBnsvf6vW1ALBaUuthHZOjZuCumMql4zvLobM8VH8DiBYv3OfKqt53afueUgflNrGCzi3nqH3fIwCMMXKg5nwAeKtfGm8Hphw8XP+9leelAHBheGUAQmWOdrMCgE+N5XC/A0wIIE8AyW8BAG4+8ZkAYOpJW6h1p8GY05RyucrYgTr/1P24w8BmAfgbMDICRx1IGuf1Id6clbo9CEqBhVPrlY72+hy4kq8cWQKn0qbPqehWaaFnPZuBYasUmCBIzW8blJ/uADA2/bSg1wnlnVO7zf7fj3Yf3fvb/Va3HwaDM7C3V9YpW6qgUfUNRwCw59kZCKhltL4MINE+ijn3o9Zh9t2os0qJaQB4088EgF2Og8C4v7bbcpv3UxwBwNDyBjgyx+NoD3N7CLWYjZrAQWNLgo1W/CKZdqHrBDsTAG7ypG2Ocpx9usehAi4NIEqg0Rj1GNBUQHxPT4dUwG3hoJaNAdZpbR/NBVPMsjZAiKAvmYMA14A3JYOW94ElBT4X2LkPSr/NtuZZs3OQm+BVgm0MvON3/JcbaryBotrYrP/+DoAEUuLO68lV0Fn+VgCn02hDHR6CHfr2rQDDRwAzMZ5kJibA5LTPrqPOX7YFMeQExHmcIEcAG75faaolf/oDgNQAzQHWJdA0bzIxaINy8Qx5ewnQNntJIL7pTYBBACLFZk4QfXDu6asaK1kAMMsFOJIqW8eNzOPsX01fbf/qsyo9LkxtjBTaAdxt0l2HagDIhE5VJj3s6CecNUr96Vap0E4/9xRTDvoHSOZNjB3B4Wh033jis3dVRgVInAEC5YPpx5TSORb2EWKTB5iY8mgsSrYs9CLbBnGgn2geZPXx06vQn49379/n/Fc2iXhOwAgyLXCUjXrAArZukw2caCkZ08mO9cYayBG/W57cmGHQGoBW6MgHbBiItvieNv9Bd+I7lIv6CIyB0dnm6Ux/PbHprMt1Q0UbmdRDLEAI0AJPi9/xDMbXvsZ9IkMbsvIGgozZYW7QOcJaS7wO9i7mAJaDs6Hj8yYAcds0xpls7ABAAQ4LsBJLEx+xuDtD1ksUbxAha7WkYhZY6Y0QHQC2f/XZ2SpXbHX1Y5TzPF51IwcZyV4DRzuVUl6GBuwTv4HR+nNsaPi7n1/d/SH6y71KZQneAOBoP8puZ9OWc5PFOAaQPYF0IWv1c0zn735Ue/M7DL9LGxHgrpT2Au8TxIV9RXvq336u9TcJz8Nm6ewX76EeV7CxaRjXtpBD4Nra6CEsjtc/f0ba8NDhkCc2TEBWGBmPN+yU7UbZ3NQkAPhNGL4Az+5k0IfGZE1fW+cQ6O6rKPB9lPdLMIB/waBB303nzybXda43rFWWuHWH45fzS53X63pudeavJTPHIprvn9Zwq3lQ46O+2/d0gn3Rm3x/qBsLqa+NO97Hqf7W50eVNa/V6waxIwC4lTsp6DA21Mc+z23jP1rPbdZemUJ93QtdrXJqKcazLTUFtOXY7udGwVVLTtV2++4mgd+RBG7q/30P5osDSDcG8JMU4LkBYE7CJQDrRl0K5DypMz/wQy/t/17cfvvqaxxFx7RuuPBV2n0EcF1V+ImHz/Uv1l/ulC9jfanf2ACn+VIwpxaqC3T/vgn0ZztQJtqxCgzWFyqJYQ0At6Nu8o1xFZytYpzt7VUIpQbDZ5F/moK/Tx3PPeZPfdlYlX2kX0fA7LXPH/X3qPwj/7nX/6Nyj9olncJdZtuM+uNhnYMmnGcLyMNIxYnPrE9zf1cp0KjNQzDX+r3Y+LasewTs6i2rcltgO250e/eA4L1gQ90YQQbRDgDstsz+yYGvI/v08y6/nvHKoPsFDOC9vuyVU69vz8ytQKBa2c/71d8rXer97sHvITDOgKsD3HkPgxrjGeZ7TODZPc0gbQ/g9frd1oYp7QDAbSzzxu7rt754BQD7+fm7eR5qAEwLrgKQ6sEtloOAYQabzwWAOUYJQLot1V5XwK+f6TY1+40OrEkHxr97n3V9BbRWe10F1lY+xXPk7E/2xygB0qIg8zy7qruzIRcbRxBITgZws9OmzEg/WRhalI2Y51tbUormcU0xLUTNOPP+X9q+zoXDc27nAJJG/T4ruAFgAGASoDQAjLpnZh0YoU5B6e89vtWP0EekTH3m36wHTN8a94DhRXAD4OrEUm6A93SWegOZJr3aY/jRlgkidzAB15KM1YE7sCqDmaZ0swJakEYUqYXZNpw7ahZdptdkW+xzQ2boD/5uss+xB5sN1wm6Juij9mBxp7lqE+w2WJD3E8QrjDeOUAlwowzEhwG4EGyGTCFnIAoBHL2LHNBv3wWjDjoQZYFxpnHRZhGmN66AZJtCAQJkW5MZLqBWGg4wEM8HP1LAKsuNvqauM1Fv3kzGpttczIfkM8gx6wcQizN86weBaKfA9lyLYsFmVtrWzp5c+Y92Nmm0C+eFQr8NXvknmG8GbD1O9glmgqNO2+vjh/eRxva+MTc97uiv+z37EAjuAQAlcfTcTIk5jmcWC/RiPyHFEMHHlB1AYOmJgGEwaZVyXL2FagCMJ1gUU2PdyITvAMpAH5z+m7bZwEqwBaG/0JVk8ZV5gamrsQkEoBIRqtd3f/rzrwKW79CGTLncJ8zuZ6JgbmAgUzhAwdBF9BPtBOB5H/KrLF/dK0vT3NQB19dg9k7ATPM1CXRVkMi+iP4w6jOrtKWZT8CEdktbIETZ1EfvX8ly9RyfY+ObXIdT33PTCMCaHBj7NW/4MQvU96BGp5CvjGhoqM4MDjmR0awzxWlDMVbaVKLzpCFZj6tYl/E3wWNtdqCb4XXoHGoUv78yfz8yzbEAUCgngfvQEW9iYTpqAvrwiw9is3JXgNKGoxIweTF+2BCB+9+/j9TgOS5mVMLv/CHs74/vXt29C8YwUxHnphE2ESpIfU3/xU0R1mcpu9brnQGs1xixifFBSucKSFZQto3bNN+YHVv98DiOyPyAzS3jPJxipShgZ9Bls429tqVI053ZXr169QmtuK75N8/vBfsWdpJZKZBpQBspct1Q1i1t40K+7KMPMGXIQTqdvp7zbIKfProj7YybelKOAID/+hcAwDF+QKYnWVHGZY3hvy27mlocAD6ur1IYUy5pLx5Xj0/1zfN38xn1PLN6YrGz7Dqh1UGgTikzgfvW7DHlirhGPYLA7Wrty/lvlQLa8vC97P8kgwrW7sUA6vxuv2aZeV5yOXtr4imx19yNJqO9d0GnKq/xhrqmvAHAG5HeLvxIEjgK4P1Isvge+7qZBC5s5OH43gDgCyWq288FaPYKnxnAtcxrgJwndeYHfujQPq6UzYvbb2vfFGC7AcBXjpwevxaoemojzvUv1t9rAeC62OeLmwMGU5CuBsT9+yUA8F6Aew8A7nIYd0sf2VV7+TgQ5A0APq2hR/p/5D/bOBwwui63E/u7NQC8Kk/vyxlkaS/Xvw8AeO7vFih24GlEditgXDegXQoAu/49wGz+3ik6nxsAdv0rIJnBzgwGHQHAK4Zvjcc4flWDZN2H9tHw97rfUbTLAeBT7NyVrvd61/p9CmhUMMm79XMebAEjAz4VMB/r2Fu/Nv2KIlcAsGPXYDA2vTxwDLN/unzDzNcBgOeNVLVbRz6UmrPxW1vBWGZ1/p7vaoE476wa1o85yHnunb8SyD1vWDAjqLPCaipbp6N1m1qKUQegFwAw6nNgEGeP4lPZhwZ/ed1NvQAAtv7NAPAqPSPkNAPABFTCLgB4ABACY4znIxJkUdDesebGcHJa5nQes3/iGpOAQPfLPeAq9rA+YNA63A459fFwCtPAsjKtsgDqh4dIQxvPMcAOANg69CZTnSYALJYr7gdDMM+KBhCXYDxSBbMFTJMr4LYCwBW0mvtjxh3ubyzDpIl5rNVfgQdk3GH9mWBfoCtR5EcG7N8iDzSBz0g3m92va8+ewjfkSUASOuT0vmJfEmNJABjiAFCDDwEHugKADmYg6wxef5w6W2ebFrATrDYAUAsA2P7I8x1BKVTsdMAJbs4bgqrtSfZqFxQMZ4EysA1gLAEnjOH7SMXLzVtgECZrtbWd/TKrWrb14eP7u4fXb1NvO5Of/gPFQz8gM7cVaeHjEoGc+El9J6ATz5IdKmapUzfDJsB2RbuRXpfsPwCZkRoaf3fgEuMggBNlAMhFyl4A3QSUkE4YrMksvw2IAaPQGYLiQOOiTgLGCRQZMGL667iPYGqMFc4DfnyPlLsChHkGKkCsPB++HSFBm++bSLHJQhs+xNRtADDP9JX/AuZkwJGbZgA8IgVw3K86pHO2e8urgSLZz/qOY/BbrP7cJBN9bMBpXqsbK6zX9iFiFCsVODWdoI7sXcCuQUL5F+oBgFq0BzkVZkAKfQDcrQO0G/MUZUP88JPwGdgwYAAbA4pU3xh7gvpto0T6leIHaWPQ77ym9qrdHhPLUPZTbD4exPgYXDR7GbJ7eHirjU4cg2B7J1tY7f4sPxgoNRnS1iPIIGR1H//IAH4XaeljUwP+fsVU0PZfHQAWMK7sATVDAetJZ2GZ1jPIuS2B+jrFdJrib+MSnvOrXOg30h4BMsqu+rnZ3KCQGxLasSHcAMaBlY64DQTre3u8aqqZPuALYFsEglO+SvUecmqbh0YAmPaYG7iYGh7zLsYubV9jpLbI7sxYFSjZAD74b0wd8fVj6PL/+t9f7n6N8wIo++jQME9wvlFfXF4FUAEA97WUjzroIDDudSYClOFjDjSu/f0S9+C7Vd32k+471xHZtzb/l3bSBpB+nuOTAHD87hE5FwBuProtN8a4ilWsriXbOzztTyNfAWCN0fheSd1JGdd5Xjo1rbmHjWE51vaBae9uV50DXO6qftdt/WjPQ2bFrq4GgM9ZvLvy28/vTwJ1kv3+Wndr0Te3rzmX1Twkpw4T+i0M36J/fIk4SCHR3nZ2+ngy7o4dep4vjuT7lPLjmZaycH8NxZIvZcrNzVnMe8MtmzjLhTpxVP6Fxd1uv1ACL+9/DhT0wvaef/t2wTY++63adX4PvsadRwDYS7dhL5XPKb91Lnh8nv8bgYCt/ytsxYXKzKn42kK84XdZ/vSyu+e/Z2DnWvnvju+C2TK8aEyOfX5Zfy69mZnF7u/e9UvlcTlgcrqG2V9WAHglk737m560CXB8aWT8E+/CqUe+bY5RHc+fE3g1PWDgYxH7ysCEAmRzcGwO8IxSi2earWzZliu7XLH5apl7mzD2Rms62naz27wG3fbKmEGLI907NZfWgMOqnD2gb+UPht3eBcjE0O7pw5HebL/fAqtOR4j27/mDjb3trH+P9LaybitY24NICPQ5WObzysZr1LOpYyOjtZ871+2xj84p5m+7vwRcatroCmyt3sGb/uVEcCnQ21pZ/LSDRxVwO/f9vwbnUfYR83dPnx3cq7Zw5AOHeacYB22+9K+ye8zWdTv8XQ98G6zJtM+l3LmclT3OoGlly1eZOo2v2b20jdC5j4kIG+BtzN60VzPSwASUvEd7m/3TSoZ1nF1v/el+1bNuq44IaDG7Ljc+xENYOc9glMAKnyHZUxm6jhqs5HhmgNw+w0y13r66waKfJ6v7BCihPp79yJSiAcwl443sn/gbZ2wCwEOQG2d1So/EyMP9rlMAsFIBW9csT8gAADDkYN1F4eBb+Z4WVAZICYwyAdIayMY9n3CAL8ffa8pxwUi9IYCpQD8C8TzNF5fpBwJMif8AQBLMANCWmLjjFShZzEvJ7EsAdgSdMphe7ZjnTiJtKQPbAptwH9mEBjCyiQQbADDGB2AS2YvUjxro1mjDLBtTckhjK5CsAcgAolMWAECrjuicxz5fOd3up0ipCnbkw8O7lnqW4A/lBRQz2oXzWZkiGylMxZ6l/bVNAwHIBMDyMRhy94lcGdCf7ehLPoO+o434mA0KeUHj0U7IrJ+rPoLGACwIXIKM5/ECKBRAGpBkgEZiTOL3OPc2Ni68SYTf0xNYw9BDADo9lTTag/OFNdZihWuOkyhKxgLYS9TPscH5x1Ef2Ncf4izgzx/hj6A5SB2tFOqQB20s02rTjzkdMM8aFhMaAA9sS2xibFRACuICnia4QQA4/QPPHU4QGfc38A02kgKCfYkhLRarWMZgCgoYtK58+qzNGZgH6mYZ2mjRebSuMS3R0wYYy15RNs+4jfHA5gHqFEFh6Gt8R0YtztHdxg2qvXvDhxqlD9oBMbit6MPr1x0Unn0p+5ZAJFP3t/PGMSYAotGG8EuZ8hh1kOnJPgboHPKxvWDcxD6WLiB1NfwH58HSlwrKq9V9YxPFC12KctG/nx9+uvuHn+/jXHLpnnxL7y+KbYA3zgyGnpQU0PKFThOuB5nZAHXATjk22Ojh+WT7ntPCs3gPKgzXOj6co2kXSr9PqWVDfZ/XMWb91uHFrVB5273XrnXNCLOwRmgjUviEkIt9JMeGmxYgu0U/UrbWIfhkbBBo2RKauonZLxlpLCWffswCdQ2bTsJm//0/YoMH5oCoFDrk9UmbB7DxIY8/wHdM/w1/ifk056mqw/hdWQk072ljhObikYHfdR76WRnC1R5smxX0pf9mPfBFZmJ3xeIYlrGWXsoX0Ie088nrWmn9fklZQW89z+XAn9qouH7P6JvXKBfMP6ljbb1QBGlbryBwPQu76m+PHWw3h6hsmbDkIrtxv1xl3bY4uy5OffHwUSR01oPh7ysfP1n27cuXl8C5L4Av35JbDSsJfHP7OgIobwDwUnFvALDEcgOAf9t+7eX9z7cCWo+WPd+qXd+XvjwXkPfUXn0tAPiImTsDIO7PcL7kGQBwCxo6sNbSuI0PtxSxuTyfAc894PJSgPgGAJ+280v1f89fzoDIKYCk2kovb/0ia730W5z/9suhXpJPWd/1APC69LG9I0jcAWADJPN7CBn95WX6CAB2G1og68B9XwMAt+D6JNi5D3NgrwYwZvvd04fmZ6bAx/kbIEYQc08XZv+2ChaMejnqzbn+aaMrZwLAs56vwF3cswKAFRSpgBICvv2cXQemUWadB8TozHXswoZqG2hnO2ZWUzH7meanC5NxWVduxLkEAMa9fTy2IJOBAcnlvHXOBsDzvDQFVC2CPX+30vNV4GztA/vVZufxouUy2xm+9Hkajfod/p4B4D6P9/v3wOJ67xyoWwXuwPhszN9Jzgim4zMDwKv2yIeP/dn7u8q/jrNlsRpvp3Q2EOOxVpARaYeVvnSu00AM2xc6B3CKn2JH83pkOf4Z0K5tBwPS7W8MKQIjYOlFUB/nsE4AMABfggthiZg/yCpKn2BwDjAA7jPzqQW0wVZy+yc7JuMZelaZM4CACTJ1RiJcjIGWFuhNEMpBc455BmrtqwxseZwJ8MVzAIyZmjkBYAa60a8AewAAo7kGgF+ZMV6cENub4OBWX7TxwameBagDLMGZscm0wlAm2Ia2GQAGcKi29jkAY2FgtNpZjADv9bgjuI+UswTVAcyE/6sMstbOBJbE6OzACcoCsAD9kEllqlWA7qgH/4VslPJZ4O/j42OOaA+Qk02tADi/IwMWgXSAJgCNCLTFGOSTKkspdA1ug4kM94wSCJwUQA6FC/Tt57yKwZaABcaSgCzmoqwfooqFyUOwg/2BvqKbaJPPTAY4AmCUeCrOki8gnEEi9If2i3ELeSAOg+HC92bCCpt9fffr+wCLHsHAg3KGXmDMOPfF06GDtBXM01Efruks7WQAEwAWCxbnnRIoHVIyt660X5iQOs8YRnnckFEWHLZ3pkuOcRZDV/6HIG0BgCELakEG3LhRptgAzxBOQLEBKvAjKCtBYAPAbiDWA2Ykui1up/0F/UwaH8bIawiDPnW+pO0nQN6B7TwvO8vwWcf4aaCNZUW/yKQtOqlUyT/xbGdueABbFvqEzQSRBpqpwCETylTgp/REuqfU1MoyArutgGZbc5NlqTkKPwk8opzQtcB/7/7xjw8BAAvUxIdnRpcx9KoCPtFnSBNwJHBYsgfkuqzrrVNjYNwi04FTHeTgtCoSv+Y5yfSJOAphuwIjsAopwBfGL83fl7bOoJ/kJJ8D+/6AzUP5LOXR5u6whSynzrX30WZc9pTvn3VN3b5Lu7SecVNOrvnMHNY4rAHgfi6ubJuAdTT2f/zbow5CKACwdKLaY19TUOdThhUA9qZF66Sf9vnc9Fdl45S/R5sN6Bp0rt/N71Cwt7oRDTpe1xfWZ49xfS9umznOAIDr2lj2lf4/BVNtYV4reZ2KtvQNVXp+XmvZblZlNLtK/6P3wu2GWulan7N8n48JsTzrddfr7/aIEm2ejV9Ohgequqx+v/Lxo+Jv37+wBFYvBC9c5a34CyTwzezrCPht3vwq99ElwUOTnqmsc+R71L+jthw8f8RCu5Z5e2755953jsjW/v/0kzcA+KmS/T6eezn/c17g8eWkcORrvnX7Xq7nl5R8KQB2Sdnn3HsEALeAfQxnTXHYpie/ae1Utu+Ht4zLuQitnPsL7dLXtpdS7Wpti3arV0vj9jwA8DkyrffcAOCXBYA7cJm7mktQBeMw+9fVC6PGa38nM7VweoFdBR1WuoGUf4M+tNfBcTdxD5JsrGDTh9reAahpgcoIlmbw2IG7DpIpMFaXX07rVmtepeOrcjh3eef79uRer3usahBh5WdW962Aj9qfFlgszLhTdnoMADsIuD6bt/mhnAZnN2k12NMjMdL6ZwZ6DjeiHAzQHJWY2zGzb2etNOA7MjO9Y74DwArkdNsSE6j7hFoO6piB5EHnshHMIGS5GjSCn3cKO5RTrq+mqNb/CwDgGhwz260GrNX+p61rZv0912/VILLql5AYk85OmhHoe+d0fnOGAbFgenB69l9DIHrytxXcXfVhBSJbbs2us92jb4AejTYBAK+2cwAFwAgqemeG755cW8Au+zP/vfLtkvPYJrfhp9BHBjRb0HTUDbRbZybm+aCZ4nZVTxu3PFtXZ4qCRdjrHkGbHoin/bBsjKfWUji7FylXDajqjErZDwLliIneB4POQKrBoRl8YVAZYFUyCDmOyWKr8qMcfKhwYVRafgC48J8ZgNwoAqYWfAdYoExXKoCtMsPdHvZxYgVbjrrefXTbVAK8ItNdAggRWIN5UcAcyLgg/SHFNfvlVKYNqBCDym62zvP2b5yb8yzQV68gT5X5AemjAQ4D+CEQknNy0T0FvA3uqk3WAwDFbf7wPI85Pe/BswIMkZY7mNoBIEjPNFYaJ7Na+1nJ3W/IjwCIFatOKUmhbZQT/uW5pADkHx8jNbTQzaZH7+I8ZQLAwI/IzkzWeq7HfYZwXXYRpAJzNRlyBL2zTwK3xrUUwTWe56sxEogmcAnu3+avMhPEjAY9BMJmP0mQLz5v7uNc1jwjGGl7AYzyeM9kDBqoQR22J8gZcgWIhvIAYDd/QDuQ1jy+/3T31799DCAYoGDcy7StneknTxttCsCPG1eifrSFzE7KHgx7JkMWcF6WqnXeaCxHpIz3po8o7iHOpCVgFHbe7UcpjMnAJ2NZaWnx95yann1i+lw8n2BMW0clEx4yg04Y2E4DdPvwHJ43I9m+BeArdOsnnBUdwDxtAv4kQWltUEiwP5mL1N+i6waYuUkm/JbbL3kIOG3+PzdvuZ3w0+i7N6dYl/CMNzYQAEuQm2zzrFts5HG+x3Pv37+nvLRBoWcHqL4d9gcADwA0N9aAEQybi9+wP+Ef/vD67g9AguNje57nXfhxIKdK347zxqHL43wEuXLOLesBlRl9DuMBmCp5qnX2K7RZ2MP0/oLbDAia0TqmOXab3du+6c9XID9smkCd8A84B3pm9zcfmn567rvmmS5R6mWZD+EXqCN5D+rBGebtfZGMdp0FrI/SQ7c1HuejAMjze0jV88jHWIf867/+evcBmwsxT5RsFR6vui6D74BeYZyQktwpoL3WNYNa7dVAIOsGdbYAwC5b45V2Ah+U9uFr833VVvq8PKYq5juh5x/KsQvXttoOak6J1fcwS9HrEK/PZXsja1f2DWbzeOyHU6Vbr8Sy7wBwnSfn9Zm/q/0Qaz/1+gIAuGvV+NsqtTTY3x6PVlfO3ej3jQG8J80f5Hp9iflBuvyb6ub8AvfVGn8UQWse9QhIObPF3xMAfAD+MvbgMywW3T8CXTmdXyi2c8o8U9LDbZe2Y65jDtTh+9pWL9ye0jYtFJ765O2555DAy/mfpwUiz+tTVZq9eo4U6yXbd14vvvZdK2DjWwDA1X/s6V9LkbxwEHXqOlrfPAUA5olPePELFXKKNIJUk8pwsd/UrAPAw9S6AwC3xfoECB0CK2cozcgQ27GDWwpoSvJS/Z/19WsBwG05Rh3sYzoHgHRf34gwM2t7+9cA8FhPr6v2W0HjctYWI6eZcpXBqWMA2PdzrQTbmuz8WgB4NpPZT6wAFga9dwDa+vyp+/bMswUIfmMA8JF97GUq8Pq5AQUb3zlKahMAnFLibsezp72bzzM207dvaujBpBlYroH1+f49BvClAPBJl30hANz1tp9zKLBGPuFoPjyln/W7Flybyp3931xfD7iPPmgIjNXgeZY/s5RWAHDtZ/dTI1B8CQBM7zb5nT2/oIBkZUQK0HAKpI3ca3QYTMYe7QAAIABJREFUTxagrI7TkTzbOuFgHOa+AFigT50Yoq08AMCF0WvWI9tWWKHV19U6Voys2RfUDQuYpxjMjzYhBS7BC5K7AlYiA0sAsILFmEt6OkoCEDnnVSASZUHrCbQksFKDzRWc6v3oKXU1nkjBquA60qeirBroJfiTqZ8JExc2cwuyZ7rNFqguerUaXzIknb6egE4E5wGJF5Yb2H4M3CNJdJi64vIJctLOxVb1OhWpk2u7ZU8I4GONE338oE0VBAGQRpZB+2CyZcB/CMCnP6nAdQ3CG6SiriSw057P8ggGRB8/xHm4YnoKJEI7q/4z3S3GnPalVLqeC5DCWYCd0txC9gL5nBZUAAvASbEldXYz9AgAML6De8X4apNByCCAVdcvYM8bOxj0IaBWz0w1ANzmwfTXrQyCBAJD+EkGMPrg+P8MAL9hal31U6AZ7gW7Xexd6ZxSssrmxHJFHTj710Az5RHfg6GH8loKa9wLEJqPRyroxxiHSAP9l7/9GnKK8qOuuy/QddQF8K+rFjJFQ7cArA8AcDJAZwB4nieqvpNpWDYAmFUIsE2Aq9Ike4MHnhUoLFGq73m2c3TIALD8g3QA/9GHhK7gb7SP55JOgAv8ycdPj5SpGem+B0Ar2sOU3axTqaq1SSJT9GNjCnQxgT1tVPGZsz2tbvCjkxWuc511T4LWBKNUTvNNobtM+40hSN/j90wC02SDJwgd/UP6breRZSdQRr8EMDbula7bRiRHywv2o+cjPTjOpKa9gdUNhdWmoTcxZ/zz34MB3N+DDd53MFpp1tE3gutkyEuX5010+rsMKu9yiuhcs/Cdop4Jr40HGHP33zoxbADxppzhPbzrj1LN97N1LQuAf9xckm2v8x+cbU0ZXX1+k2UCwLBh9h87XVJ3KGunec5uIw7xmMcUtHkDdp7+00fq1D7KD6pcbYABE12bNP793z9HCmhIMcHNfP/y8/MGSZ7RnPNUBYBX71noO9PqY+NStH/w9wZpc44Y2d4+h31cj9Z5qY/MyIgdzvpGH0uwxYCsNw25jOZ7FhvRLFdqWgGAPUYVAPbchT4T2M8+6rkOTPe293VjHUuX3cZwAQDPIO5Q5g5I3MZ0WlPietuIWgLx3DwRdgPtuAHAVcI/4O9PfSH8AUX1Tbq8FwB/9sacC/jOFR8xZfcaeqq+p5Z5Sijn9O9UvXhBXWBCFUA4BdLOQMNzA7pMmehdclgsHeFbKavnBIBXfSrzzpNU9gYAP0lsz/bQ8/mfrwGorpT+a9T7bOL+JgWNzKEMmDrws0ir9FKNXPmPc/Wv+r9L2tf93/wCOpYCP+b9/RVABQA8fxiMTIbN4Icd/Bqcruqt7e9hvA5APjnFamncapwvkRXu3Qvi7l2/tPzd5cI0EXyv69YZQF33p6dXm78/9/k1I3hVbvV/W/841zcDrW7fwBqCvubEXndAjxu/VG8PAHaGHAMgLfXW6J9dbg3o13Lcnhq8rzL09dUGkcaGQvvzoaNy9sdn9g/lTMgp4MD27wC7R/3x9zPQugFWD1Ip763D9gHY0a9tgdHpbNCWyq+zws6x/RmcPWrnfP+qjgrM1vmDgXMGhvtZwPPzewzfGaD8ksGWXSZybuypzxmMqUzgU8x+6iZBL7V3D1ySofXg9Cm5j+3pNroFNs3Ey3umdYAD33OA36kiLWvOGQjcFoCyBlyrH5+DjdUX+SxylFfP912d+7vqf/MLOQc7FfR87wogJjhY5vkasEbqvs0aJYFKXvcGr0mxHehz6r8NUFKAN8uw/mx+IeU6j98sb6YCLeAkg+QYl3SUPkvP5QKEqT6mM2SRUrYz4Vzmxs4S+KLsktlpkEH+vLNKcU8da6TWtc+U7NnzYfOCgUmV1ee1GdStulfHehWYRVBZoBeC4QBwEGjWRiYzlG2TTKna5kABfNaTytQCaIu/yWbj2aIK1tdMAy0Yn2PuDU+0kzxXtcku7VBwqBhZDyGv133CEzCc06p9DtLzCvtk0tT2AcPuPtqILMmyCX3LFMoABOL3yopv+mGmbsoAYwYQCCUAQ2p2HZU2n0OQV2C9ZAVhoHyljzYYg40A1A/7HGKv9m8ClRA7F7gvlr3AMYCaUVYCb7IXtRhgGxiDKifOvAz2IgAqMvyiDUxjnGAazsHlBoOQqVJJj2sUtFtn9sZZxGCiJzDGgHqCO9RnYmb3TCE7kYPZJjHMJO+PYMHj1+j3GzCAWRYY0Wiz+gCAB6mXcVY12OjuH4A69BmP8yziBDRse0ztXbINkNGHMcpF0IcAmT8ivhVy+OsvjwFEQV8jLXPIQOMkhnW0KOJKUQtA8fgBgJZprAHuRdpwbByg319sbnG2g+oDHj+E0iUA7DNxJVsBow9RPkG+PP+X8o26wYamP0sdEkDsOUZjoE0FuKcDoiMoqzNQAXahHJZJsC50Aymz0WeAXGUzpeY0yFk61+YUXKOP8Bui2glmc7cX6KAAUG1ugTFq44ZB13Yzf0ldyk0NaNd7pk3vushzWwuw9xnnfYMxDHAnjZztBVD3KQFxr1s8b5UNZvWsXqQ25gamBJ3BCpc840zfsJR/+S/v7t5kml6oBPT3QzgRyOSBG3i0+QKmg40Hjdmf807ra/NTfS3CDQC5EYOSSP8+bwSV3/d6U/NZAxwzAwBuUVr+somUtukzs7nvg5uP6pxZAWDoIH1byg59NGOWdomx34CMGOcsmwBwbyfGEJZvM4H/4e/QP/iB10j7nhv4olxnJzDQyjkNm15gp+mbsPEDYCRk8Bg6/af/c3/3Psb806sAyBMEl4+V0cOvjesr60dmU2i+t8tVfdV5wU6tbca5y8Ioon2aAzUn2id740X1p82G2f6MPeV6sQKzmkPHTBN1zeQ5RhsQOtjONsNGIG+u/cf3Uuuh1wlVJmI+a76mry3zM+4HIMzNV7zPmQY0r1WdHdc9x4DxKRB49BHo2/rsX8tmAwDndIINMW8e4M83q9e5itN/X/n4ZZXd7n52CcyLm2ev4FbgVRL4avZ1DkC66sm5SOPGc50AZp5a5ilJn9O/Vm8NwWehBQBekZWPANhrAeC5+bOI5vrbxHYABL8EAFwDwWMSjctNobzbX/7w7YmrJfB8/udrALFW9oX9cgl4+6wkcCqwfMTwek6J1g0srdwXBKCh23gR0uc8AJjBTAR2WlBIL3bVjzJskJ1ZAcB4wZuB5xkAbv57Ao6OgKSTU+CCnXLp+N0A4NMS6/7ylD49BwDsdqgeqaPTZumsufHDKKouFZZKv0/lXAoAt0gTns0qlxvBSqCKL8TfGAC2bGzH8zy39160Nx86gLAH1K7stm4k2QtMuJ03AFiSOBcAXunxuYzfJnOz8EoAsn2XwdBdb3AmAAyg4ZROOUj/PQHACnaNK3sHvWoQdQ7oyU8lCDQBSPhuZvlW2RoA3gN/6bvK/DaPy6UAcC1PQcoOm1UAGIDMxnbL+YkrpnIN8M0AsHQcTMQRNLfcRtChg89V7i6jytvtcKDSAVEAwCp7nC9awLpsBGxBxQgkIyiOtq9YrZZ9aytZZS7fgPA4QqcAYN05bXBoTLUEEgm8CTTkfzHVNZDbYGPqX625+nme0zkBwALOxTytAJ+DugYf27hNPsN1AYh5eBCLk2dw5n11QwoABoFzPf2u09J6LBF4J/iQbNjPHx8JlP2cjFYy9pq0itQD4GgAcNygNX8AM9EupHjlUZrlZbutb8uGiTk9etOlKA+gmc58RPv6eLHDHP3wcwCDUCf8BwGz7kfuGxNSwXaDHv1M5QQHwHlG2lqyngWOIG0pa0SqbIArCwDYcreeA+59G0AVgHLIDOP7PhiKkBGZdHnGrgBNrO+TDph+HQAwAUVgSQC78j6dkwwmbqYejz/BIEWKbd4zx2MkiATIgBgFME1QHrJRv6h7fi7KA1hZMWmwmzGegiuV9hv6oYe1JsR7DhmhtJOyasOYxPMQIXz6hwDLfv31MR6DDuqM5k+IfQXYQRIjmK94/4kaKgCMseRZ2VWH8mxa20AFaXAN98MOAJQa8COLGWB91AMQ1xsrpP+pSwkCC/SNdmWK9r5JA+lbcUa07AjA0wwWOZ227RY/fRYxNhVAgti04TOFIdkKAHtDAsvGWLNp9sda3wMIbT4pQfR2bnD8rfEQADyD5gaTzTBHeQCA0Y+P8FEJnBvs4lneAAUJdIaNJZv03ofE+mjd9DEENAmEamPZfaRrrmcxGwDmxgroD8BmZASIch8CVPy//uUdbaczln12OAB0nc9NHaV+yd/1VMPlvN6W1aG/LwlQFXgqFe5Gs10rSdZm/XqdDB9hGyHAi00e0/oAG18ogmgj9M0f2YhsGqscA9jtvcZAIGRZDRFmmvaGyxUAngFi+AF8j/s+QH/5fqT5lACwU/ey3QLQ6achUswP8exHnMXudSbqAwCM+SX68qc/3d/9Gkb9CZsC0K743TaBvx33MJBbwVHrbBNI/CJ/LP3um08wyDpOxeuYCvR7buU5xMUnc604rf9QhtvgtSTqr+2SD5jfa9XKPheJXe1r7b1rKmv1vodrWNeY5Sv/MQLAtT0VANa4IFvIeBa228z1Ajd+1O1Xve21/VXu5zCC53uqjPyePVzDxo3XMf+9DS2Iig8ggtqc7e9XPn668Nu3Ly6BGwD84iK+qoKvZl/nAKSrnpwL1s6o6W+YAfwFDtSyyH7cAOB1APgGAF9l/t/84efzP9PCrbzQPl8nTy1l1gvH56v7t13SEXDxNXq3ymBwpH/tewdopoau1jc1GOBASWUY6e0hC0q1wXsHg0N4mcTLRKtnCwDjqzllE9PP5VyJndp9Z+bWQ9ZXhLaAL4FYvWw8TZ+vBfRvAPCeJWA8emqr0xsKng8Atp45pSP1nUGdDJi2F2a1r35sBwqwTAH2lppcz6xSgUnPFTjh7vuikjMg4Xo3YMmEFs/l+LnVCzvNdHp9baDDKnjkmGgRwiUAMOra24BxBOAyapr235n45XzeA3t+KgB85LctvjmuYsBrD3Dtz1lvzHBY/71qR2XqzuDstj0q4VwAGAGlDpZ1xawM365b/Ry4CsicSjvOuSCDfau+/YRcmbCPedlDwRV2ZdpZTUlpcAnPXwoAj/ZNibVLDojXe3xta685ngsAUMyMcd5yOZZZC/Yj8OVIcAbRdSZiZ8TU9uz5GfsnM3fnjARjv+WHWwCS4IwGws+v1hWSezJYWgC6MztbUJaBQacexVmrAAFQfgb/CgDMFKr0G31W1/1jIHBuz5wBYfYv+LsxU9huMB+7sjmg3cvtrFrqVfwja5D9HRnxam/OHwWxqj6ottfBcgT6OZNgLmjAX4CDSEGbayfPkQDQ8GlBX4CsIT/UilSrTS9b0D7PLKbuYS0lIBD+gCmiEfCP/xyoRtkIVDc9Kf5gDIaqnwz+sk15rh/HMOfFL2LuGuCp55/P8+w8jk43j7YBqEUHfc7iZsNDjB9ATKBCCkZLn5ofi/HCNZzpKsQpxpTMMrBCUT5AnJATz5NNIDhBBqCImILM0DcAbLu6x0aUrJeACnqLspNKjP6LGamzd6kjCWIT2CnnIdazsK2RSFYN8BfgBJREAXGl8iTQQh3u57XyHEYABWTv4TrAD1HqEPD+KUAS6LsA4ADsaOPSG5yNWccBssEH41vLBaiFegkCxffvcdYs5QrABQzXOGOT5+cCWOkAsMYGvqSv41HAA+7NFwP0FcAvUrAStCeUhFrUlgbApIAkSzwM8DIYvmF3AIjMhvaGDIyR0lILNOQZxrABMH/jWWUf6httBBQC4JdswXqm7dlX5LnaxO6RFp5gJsDG4J7HxY+h+xQvAea+KQVAN1JLizVrmakdlj0AVKe6lc8PxlxLW610x9BDpXV2RhHJi2NFwCnXl8nsw/3IQIANFWYm180rvD/69PbhbQBr/fxk6av+McUtRgSAZo4Pxxvlhh6/f/8Ly+bZxLmpxAAvmcyUmWSM1NBMZZ0fsdgFxb97+473AOj2Ri8853ZIV5ESers2J7Mdvi5aivGjTGAP8fND1AdGNwHbnHPkquBDlQpcKYfj2QThMX480xd+MYBE/M45KOcqs/CpOwSSkwEMccJ507ZCXlH3z2++3P3Xf47NE9Ju2iPfC+NZMNCrfwUoaZ9jBqf9LVmduYyYN5R52dL8TcoXZwPXeRiXPYf43ZTZK+BTkLYaao13dp0usNngirHivdDttEXPPfZLlGdusIA+K7E6a8a2lubLWFcBgK0TeJb7PJqSIPWu36k0r8E+P3vd4A0l0IuwA22s6eCn523LET8xXSMbGfwM2MD/8T9jQwb6ZPly/utRi+Z/cp6uZ0tTSbKxHssKAPNsc6/ros1kint8LBktpCSlvNfrWqV61zxe1zVVbwwI137P69d6f72vtYVzRa4zSn8g7xX7Gc+xn5B1+kefn1zb6+fpizLlu8/zBQDscanrz9qmua32B6s+tDJIEdenbhqcZcAyzJTG79C7uoaAjoT9gv2LtcINAG5i/TF/WSnQjymJ77PXqxfVF2npDQBuAbqlfAcG8A0A7hNal9aKAXQDgF/EWr9aoc/nf+ZIaHZhunxdx3qwc1vOs1Z0XTO/w6d/RACYi+VUmWsB4NwC3gOO83z6TADwtarz0gDwteXv9W8P6LtWHs/1vNkHvbzzGcD1BW0O2K/b18GDGQDm/YwKmhlsv6e3epdfX6afAwDmi+nCxR6+X/zGAGCPxwzIHOrRBABvUh9/JwBwxoOiO8kcKEH+2kffV88So+odpIKu50ZSZ5IRNgN/K6DW99d63KYqz7nMvbLqs2PKNgFi2yBRB7cRIK2fzYacSL/HzzSusr8OAANqYfyvAIIOlBE0GxK2KsDI/pdydW22dwU8jwBgyTTLzICcAlJj0LHelx0b+08gZQysqfsdAqrAkAHg2W5mYLc+j3t76mYBNwy2x1iR/Zd1rXzckb3OwcW+IcYBvbJZwwAwWTE6o5GMJQTEM6jedAvAJu4pATzc70Bh18E+BgQpyJjKtIxNhuNYOfAq4EtA1cys6fLtG3wIXGRgEIDSKiV6tWPPTw2EKrovIA/1B/MoUskKhxgDuwBsqD+FgVVTiFNvRE/lffcAcw3YE2zsfqWNY8rTALBTQoPBq/FHqtgA+MC6SeBkFZBt81Pco9jtCAAL4O0AsOxAOud5E0CSwcd5nWLgCwBwZSUifTDt2EwvgtoK8jtFch3fNgahXwAllZoYDB7oXbAgI6UjUvD+3R//LoDgAPnea+SRGpqAIcC0NMUKAlvPGehOAJjPoR1gfab/gX09BCAqQEbpj0e/AVAWgBj60NcZtl9AJRDlkP6ZwpReVgCYAFumTG0bLXhfT7X5Gll0Uke42acrOn9rAFf8DqAMaZVhmmR3Uh9wDiwAMqX9RtkI/T+SCovyXpMhhYKpariF7UoQPdctldHL1M3oY9yENgEYJKwbBbyJlMr4QMfoM7LFbdMr/a0AbIDp97AFjxfAP4PuCQ6hLMrWADoaGRgqxGY/TB8DYDMARAJO8SwAiw9x3nMFgMkexnNRFn0/9f1LgMAf734NPXofMgEA/irSXYOliDYCmBYwqY0KkhkarE0K1g30Rec7C1CsOiP9BxCBcp1uOudVMxvz4B35wmRdp007TTOYnZCxAWfPM5R/yA5gsO2QbF0A9wE4k6GLvtCPA4zVhgIDwGblckxi/MzGB6jEdOLQ25CJAF77vA5ao18EbON73Kd0zFJUtpW+U39jE0NdA8CWqScpHygD9BPPvI/U2Rh79YvIvTaEALiFHWd/UO4D2eLKuCMmus527+8c8rnMZJFMTcoEeoxxDACSPpJGgA0Hn+7++O6nu3/6B/ggjDsY4R0QdKrlPo/3DaLqr5RaZ8hqkwOKd8pjSYOaYfyQduuPN5zi77rRCL87lTZ8BwE72wrnD2dx6GWx36HHfBZt44aiBOhzoJCZAO0DC5j+Ez4g/dAMANMcAYCzXtXD8gAUwr9r/wpq5Xj1zYZxHW2eAGCPm8FQr0crAOzecO5Ay3Cee9jJv/7rYyQqD2PHHg0caZBCrCmg1f8OxNpGKNsK8rIfBvK1Duryjo0uPF+9p3q2Ta3SIHsDjsev201f26AunvmLjT5lLSF5JuCeAq7vl3UN1/Q71xRzKuR5nqbGYc6DnMra2n663l/r9KaweQ3t8rqdWR/6Os/9qT+rPEZN1V9mEc9+dL5XKyDMulJE+RmwyCPjwlv4XPgfZBJYSWJV8861Kx+/oKbbrd9CAqOyf4sW3Oo8JYGr7e+pwK8btccAPpfhe239L6EeWGhuXingRRcA0xPb347seWFcqryrLyV1bQroWugKAH7O8l9iqJ+7zEvt8aX966Xt2ZPH3M7zy31hBV82WMufcz4vBVidU/c196zSrNbyvne764GPU6C9FuX4zPq2TXFbel9S3O4977u1M3/7ae2bAu71xc5PPZcOrca0vbjsAESX1r0FDsYdopfq5NGLyFF5R37kaPzaMmTSkxbsTbl11uX4Avb09hlw8Uv9MBMuiiWnpl2vL6un27AHJI8Msm0ZvX1NT5up1WfH8vdSQLuMGahb3V+XRB6HIcU5Y/05DsX863Nu4Zxi7Wi8Tn3P4ObGnvs8sfr+SL/29FfB0K1utADQ1NA9Rv8R87cz0MYCj9Z9XSdGZkC9Xks8AlFXz3VwQ98quKaRraCTg1BPqU/ljrbgsmsdR+33mZx+xgDvzEyBm3GQUO2d6k7GkLXK6s1yhnkp7Y4y6QBw81sIGCLY5XR2ySzp+uhzgc9c52TgTLLvTK45QOXvHPCr9l6fW/mveo2AXvkYrJH8CgM459+9s3yb/1jMfzXlc50n9tomXekOB/cpSCxgpn7qGJtxYWaF/IQ3SCjw6TorA0TlbYF5AAsAeDUWnZnWgn/Qh2iQsyH4em07zhZV4FXjWf1HS5XKOTHB18lGLIt5XV/txCkfrTMEeozPpBx9HjDuMQBczyoU2JLgAYPwBrYVWGfK10n4ToNM6wKYQYBHKV3Vlm5KBhTdHzOfGaBOtuG8hqg2VkhRmXY0AQ/bKtLgTgCy2tVZTAyWM8WlwFF/BCwlGJHtaXqSqaZhJkqPGaAtzr6EjFBfY1Lav/T1AwAcfCxngEWfk+2I8n/++R00nY4FJDjKH+lFU37MXpAAawVgPf8RiwfTzWhV/A1WbZUjWKQfAogCM7eBvATuIT/IwP5N4FzVYY5ZJ43xO5SBY1jBIPwC9mN7XrKxreusajCvJG+Ne5e7ZT4G5MGWxBhBKinPlnkBoClAYY9ztC7qAyMajGev97t+Jfu5+GO334AhwHimUOY9SJmKusUOBqDmTSx4zvZA2RO0wthmqlWetW3GuKB4MlKbhuktF+WYXUmVj3rQJaQaV6pZsUIB2KoeFWBdwzVvONF6AmAqyYd3f/rLYwCisEEBwCifyR9SN9BXQMaQHwBOskfB8EsxI81u28yRtuz057JlAcA+R7PKowKwpcvNHg00GzhFaux6ni7PUy2bHi1j/AQAyxTWBKflZ2yb79+/z7GQThhchm/RWAfInRtN0HaCVfCzyLyT4+i++W+kilaGArGgmWY27YI+MAHg9UawvqFGbFT5VADYMwCFtrxOxjfK1D2a93gGMW1Z/oM6kGC/jzLAHAd9xcebKLxGQLr48MJ3f/fzT3f/+T8BXkLq8ZgTsMGH49/nfIKO6d/ru5hvmc8FruNr0I8ZHmyu1NnMBgDfZEAyN0BUFnA9r36e3xwXshWZsQumsu9FlgKsX+jz0seQUZ0ArZjn/b2ZzybY3NjH2VFs3MAHvsSTZ10a+f3e7lh2Kf9Jf5X6tFl7ZdiiTetQPzwG24sf//Zvkc2A6fJhf9vUw/RFZS3e7c8b/zTfkuEM/5ugup+hDnFuCYb7I/y10lZ7HNBu2YvSPxsU55ne6TuoLy0FuHyhdbVtZMtNCdYPALTWzzqP+7mqR6vf23oyv+zndotF7U+7j9No39hon1l/4pkVo1hrqXFhuXpfHOeqcd28lzb6qJ+y2ZibuT7EWiGYv/ef7t79nPMaZxEw0Y8iMAc1Xfn4UT9u339jCWwd6Ddu0K36QQJX298TAczuKXcC+DcA+KSm3gDg36chX2qPL+1fL23P3qjM7Ty/3PMClM+rDTcA+PcCAO/rRTJaHKSqN54BAPcF/hpgm8FYB/79swJJI7Pl6fp+DgDsF2gHcb43ALi+zJxj00d+ZA7eHvmnuX4Hn14aAK67nWdQSG3eB4BXAFjv52UAcG+HIgRjANMvqj0Y3AK1WeFTAeA6jvS+CdjUF2kGnvEyndJg+w4AYPf+OeZJB7hZ7wQoOcCyYlhKjiNQPOvlBlj+jQLAM5hqPdxLnTxfn89KXTF+Z5Cp6v9oR90KTtVf2bpmVVQ/caoNe+DxHgDscru+rwHgFmU3OLd3REEygFd+U9dK+SgLMbNM2cuvMxXxkV/c+77a7QDSFNqNA7uzDaDMOnY1SElGXc7NDiB3kHcfAJ5TNDf/sbMBqjOC1UPXtR2n/v2oG2aUmCsBY59B/vgbAEFh8dYUzvV6ZfaqLWK2Vdlh/MysZBAuBnUY/wUA3O0wQdAIzSLFqTeajP7W4LIAYIhuWCaBDYqxy/PuqjxWY0wAluf+9vS9Q9ByYgDPqT5VZq7XmiwEENB2K8XLvrac8auBFYjler1xD2cY17FWwFybWqzP8/dVlvWeOk5g1bLaXJS53g7y4VzLzuKag9HWxQoUu020mwyOAwwVQFgAYDI+3S8HxXXuLT5tYw3/QMw/0qJmW3gpRH2PdLb4CcCUtoNAPgLBeVRDC8LnOsGBbjLRBACrLoGz/t0/4Xs+IE1w/GtAHcHfGGkWOY53ZXIZAB7WDGBgMj3xI/sEeIlno2aqeZ7NSMAUbUKa5A4A45rlZYDMYIvGVyAy02NzcYLt/Wof/McHpDAlAJx2g/GIO9CeWXfEXOxaEuSwAAAgAElEQVSbmNhTtlOAHj4fAxTtAHgAcgkAEzCBnBd793zmMYBi6AYYoQD6oRvcEACdSAZozZ7QwLJSP7qGdRVlluAmwD8w0Hlud5TJNhmkAgCZGQda5phM/f23Xz7e/fUv7yOtrM6AfYXnIBcwf0MW8ST77FTeYrmKUStdgY3kJpj04exL2fQBkNIgdfVJ87m4bTA4biqD68n0H2bYr9aKbGsRPNoEANi+t4JPBEpT9+0fIK/K9LUvQp0Ed3NORvvrebJ97oNG6Xxey6OC1RUAJvDG8bEsvTkg037H97hfzOnUDYKWYmHfv0V6ZqWe5jWAzVFWyyhAfU3/mLRUgthcq+ShSDkniU2s+YukmLjvD5FC9r//t5/DjAQo00UmALzxg2lCXj6392f6D6RzHm2s+hzKJwEsDYjmZcyZZpLWFPzVx4zzkzZjuGzabCpT9+ECOnGMAbef4EgFprXXjfY71HUAwExR7nm9zEsJ6iujQdVY+WW1vn8ICzcGvtqgOwyoy+8BDFdab32c2hkqTR0GCA0RYYNA/GYGcGNFe65qaxhtTpJMpFeypREAjqvaJJHZO6zb7RzglBk6O28WxPqEqcULAIzxgw/lGFDfOqOXftj9S5s2K71dzw0Z43pq3NDoe1exA2/0uEefW/aHfC8u76x9nbHObOM6ap9nxrNk27NhnGrX/F37O8H7c+Mqw3nAoacEgLkJKc78fYdjIjC3cSuFxj4K3kFw2lic/OXKx8+r5HbX9RIoKcguKew5Ai+X1He79zIJXG1/NwB4KfAlw65FK0sI84ny+70DwN87AHWZlZ1/96X2+NL+9dL27PV0bue2XAUZtp+nA2LnS/3pd14KoD29pud98vfOAG47Y71Q1bbzIsQJGCuYv1L09aDrGJhWEWZ27fmpFQCM57Bafi7Al+0oge0Vp3M+A/hSAHjvzN7n0sb5xeTcFxXXv++fMmiUc+6RH5tf9jpglC86O0xgt2Prh+239l6PxBzAhy9+ub7WC+FqJEeJr15O12NyGQDcy7D8+hU0cz5784jRe/T93jg24KZEQc4FgCtAvAfIPpv+TozgU/OfdZCsgYzmOIiySencvp/HHUb/hFfu1K95vrIO7gGxR8zXVX9nQFX+suvhCjTtejDq/rwzHvfVwC5NJwEb+dcxuL7XPttdZTGpnRWwGG3HZZ8CnN3PEmsbmjCDeTpv24G7cmum+GvzyAQA9w0pnd2jYPNorzUd6nqjyNjHlbz3gqyoaQUmaBxGHZ3LcBpZy5zjyvarA0wFmUFDA6EtBXSmUnVw3Qy/ud46bzd/UufLAjBXPzQHoUegSf3abHRIRiD7Q+pNjgWDzvlMASDZXx9giPKm7wRWIXhrBm5nkSB4+jHPHjQAXNvP+ozYJrOo+1OBAoiPjpvQNO84gNzP8K3rb6UHXcnKG5RWGUIkkxKoz3EVYKAxR5t5Fm/aoMcSegIw0gBurzwBiGRzbebDBJy7nejJ5ocY+I5xygBy7ZN/r3ogYHgdjPV9AFKdStxM0tbe/EWsPQXLffYnz+IsukgWXurGdl5IWYFBCDmGWCsD0nKrZ6mq3QAk24GOW/3lRgLP+ThTF6A9bBJAEpysgtEEq5iOI8FrpPZNYJLJZAEC4CeSyaYtV1ZXt1HJAECI7QMBdenEdn5jOwyAkPEooH7Qh8ZKyzSjoVs4p5fn29K+OhiFepo8crMV/I19icCuDvpANjzzMPtU19F2dQC0rb9mGFfAilLJ8ytt7+g72oi24BnNZ+NRGywzRdLY0gDOwHamvFpTmzhg4wBwa2p7MoCjoPcB7PEkUoB4Ua4BaPQN/tyMctYbDwFYMfDR+ycA2OCyv+f8ibNxoSLBGoMyPMZY/fXPH+Ls2ajr/qGlCifTMjfbfoojDwT2il3Kc3abrDM1uFmSyXh1ZwVk9nOvfV3AeWw8Cb+C8swwNpBqUNZzsurTGONeM9+b/06wmAxaMBPJsO711vtmH2K2rsHbx2C/44PrAIENYIv93JnAdd70fGcbcjsJPOYYSZ90PrGAdOu+zkomiB/XAO7KbyhVM8A2jAd0AWcXz4xq/I02Q3YaYzE88X7ZN00s5n3rLZjdmBOjbqSA/uf//PruXZytjZTqWOM4hT+TznIccrMaNiM04FZsdrT/Phj5DdAkrrx9Z/JmPjyfReawdJnU5BHahJG629YvsgczUH35CwHvvmYBYMu016FrH7AeBaCdmRm4IcXTHwB37IP6mKBjArYEg6N10CmMw5vMUFCaQZAWH2Z9KAs9bhoojGLrnpj1mD8xVtN7bPpS73VH2mdvLsH2rn/7f6NMHBHQmMK5rk6AGoYtP6Xr9jPSNzGg8cFej/s8g5rngydAjDXMvFl4BoA9P/Z05862gsWL1upmAKMuZDSh5uREMWw8wjyVawXrdrXR1dxe7azJFOMEvc9/kQqjZ7owAJyAN57xOO1tjN57P/b1OWV59QG1Tfi9rndn/+O/T/203Go5OBcaCQEA/uK4A27ChK7k+N4A4HMk+3u45wYA/x5GcdOHo8DoYaefCGC2cveCWb9lBnBO0hvZPSMAfDguz3TDFMfZlPqcQG1NAf2c5T6TKL5KMZfaY31BeIkGXtqevTbM7dyWewOAX2L8VmUegb945jntbxP0foaOnpsC2nqmQGp/SewAzLYxlwDAfnqWl9vn9zS/xPqltbfrug0O5wDAe+lh0fajDQzfMwB82jc9LwA8v2zNWrP1wwJ467mV4zMTAJxfngsAn29CLwcAzy+vaNOpl/rV93tyrcFj37MCgP0dY9RpSt8zANyZBGY4ySd9KwB4ZnCfr1f7d65YwKdYu6fA4XFXvGRWU3cqYN7Bi3MB4JkpvAY++xg1hk4uiHuARoG1HmzSM5cAwEtJFgCYdTN6X8C3BhiVYBRu2QGA95jRpxj8NYDmoNA8bx0BwKv1KYOEixeLPQBY8smzVfHrDgDsIN4cJKvrjzlVtGyvA0713tr2Obg/61nFomogrQNASvvM4H4GChnYzMGvzF+BYAHUMsiMgH1nPFMSOAO4MW0UkDTbq7Jcmw8tzOOeftQpZhNw54KlA8BVL7xhrQIl2/UL9L6fTU25FtqwgV5fb4BRgjpk400sK+uJAFKx9jj8qeT43ptBNilgATiUMtGf2U+ck+LZtmndqrpSASoHvlcA8LzxQsAAmJoKoiO9MAH5BBwBuDX5bjJNdJ8EeaEMMyDdVtikgNURFLkPOUrfOwtV8uzAr5jFClzrzFcxYHEGMM7rxIepjQEc4h4yzfp+A/pj/p1ndNZgedoa2ucU1V2GBVyNxfTsX1Eo2mJ7nQFg2IlACcwFkgTPwg1A5cMHAMbql3W4j2MCFWRi9g00j48AMTqgK5abmNGSmaWtn+g3nsEHwHkFUfEdQGg8bz9KUDXRJ1wDW/eNAXr0hJvEen+5vkk/hZ9oqwBntYtphlM+GHXoBZlyAFbB4ITOAY2J/z1G3WbQ4r0Fdfusa6TtJSgJ8DRPHeD5pRMo7TSqBoCrb4AMHnHGM3SJZcU5twF4/fmvj9GuSPxbQG74QHxg+sQWkPGAZ1J7o43a08BbAG2FAQywSj5A8QOkJrecCIQm87YC1NINfWfg1KOps9Ald7Yt59xhHkPTyvibtVvHZwXUMG00wDAAsHHeOdiQ1XbxfAWAqUvJrKzyrcze5vsx3gmam8ls/2KAFn4ULsZMZtWtzRq+B0l77VPHeVMZHLwxxfOD/F5nU3vDcW2vZceTsaP+P0YK6H/6hy93b0MfIW9kS6E+hjK+bvOdxh82jH8k2QMsTlDbm15ke3i++7r6XgKTkb/VmGm92M+YxsYizbewEWyqEFuX54JTD3pafTzMoaffUxrtumZhenVkBCDCqw0u2jBjADoBXGzc4FHiAI1HgBkVoC8AgNU3aabeb9IO4ZcBkJsRPwHA7T0IYCXO2iYA3Jmo+J6bewB2W2xgAGvnDjMF/Md/xCYMrDtzTnIGE+m11tzyCT4vWWdo05apD9rE8ibaCACY94ZseFxD+iPaC+U8pn5mf6MS6XP/rmXj4iAC6M01S/oEM+zFqO8byyRIDMJ281q1L/uA+Wf1wxu9PgEAc32S4zimUOk1zKzz7bq4ZttK3Zs2Dtb2rtYne/2q9k2Z58ZF+TbMP0iX/enu5zjL/j42P2F68RqNZ7oTC6417tV04vqVjz+hxtsjZ0ngXADuoLCXBijO6svtpl0JXG1/LwUAzy3e24Bwbf1P1Y2nsDBWdZX2N1BDm2yGDzfd5qLziXsxntTTlwKAzwGhntTg39hDs/0dA6VjB1/av17tH7K5236dGqiq/NcBZE9Xh8kANwU5cHZ039Nb8NxPnrK55wR83W7rzpzm8Zx+HfkHt7fq57iBZGJvFZZVTavTAm0TQNyv1wBpb/kpUFV3jcG3+hKhr0/rNV72Tn2ww7h+qhZ28NmJ6vqdMyPyWwPAs67MctoDEChCvGC1SNwa6DQAu+fHOjDiQNQM6DgQlS/vEwDk9o8gVh0ZBxLWo9nbpQD6uZ99QGcuYQ8APq+mGuj8VJhbc+qqTcA2i9/b4exlz8Yu8rm9ee255qPzen/9Xa1/09D2ddUOADwxzlcMu5Ot21kXq97amNP6sQJza70GRveuzXo6M5/3mMcub5w75jMVdde5AHBl8OI5M0RWjOUvDLzm2KwYurPw0x+3DT8ArKbFsxlTbHO6/xXbjW2LQDlHyve14CUGUECbfLcCjRWMwnNuB/h4pzNOTPPIzoK/BhAtO7av+GDfM4um2vK8JvDze/5MTOEisCx87nM951P9X8+vFQBm+wvLuOoSQRkH7/I+fe/5YA4w1pe2vgXFMiH4WwAoyVDpMisQNMsOKZgbANzYvEhnbHAqz0iNZn3Ma0zBW8DXyj5zAH0O/uWjA1O3tsXnInZ/LflWOTcdzMWZg768b2L6etwBPhmYMwNY5Sb1CHLK6H33RUhnK4AXjDQyGBm8jABzgF5gUSFAzkA02XpqK+WPdJlhExHSHNrvYDbHBcB8BpA95gafV7qNe83+rUC07xX41J+Ez0OQ2qBLYyTZ56ee2a8x2D6B6a1sgAXJgPQ1p2713+pLyITnSOozz6MA9B4fAdBlylDof4KKTAeNZwh6JODGNMgBiIasAMby+/RRroOppUvmBwDddi86y7ED+kwTmr5KYwBWZM8CAH0ngMW2AyDsIASuERIBgBP3Cbju6W4BzKot3iyjlM74OCUzWLg+5xfgxSPOpUS63dw84fTbAqQsQ4FF+GgsDQB3METtVbpasXzN4AZIL6CfZ0ADrG6sbwEl9dxkp6zlWZrQaZarsjBOCNC/IqCGjSMA5QQkgamoe94E2BhPRdvJxItrH2K88d3bt2/ZT4ChPvcV5VGu2JiQmy981rZ8Y08B7WwOBMYANFGuH6lPrzgOGMv7u1/ffwwQ+EMwkHE+Oa4RheK4OLWx50MDsywzAWCn9AUwBOB3tXZEf+hbohEGeXmNZ5CG3Sfoi/N+27jRvjpQbpB0nFPF+q1+jPJB2zNtM8cSqZKjfQahqp053TP8FnwdAGBfw31OSe1nnBnA5wVT7gSlxdqVvNUmgWtKgVvP6K0sYLdXvk7j3v235GlgD3W2NM90Xt138D77s9yEgvGa5xSOG4G6AI/NFA05//HtT3f/7b8SahaDHLoYDGSdwWxbgu3DnqRnTHEOvU8wV8Bq+nXaXn0XlE0qNbt01emYlf1CczjssQFamJ8whVDXmamadmt9rPEArRuNzKa/BCZZNjOh3k/QKegIQFAArGDEc5OKzgBm97w5I/yCN1qgbd6QoZ4oHoxh4MYQAOWQQ65PBLhGuXXJ4/Uo5rq0MbTPc87r3NDCo4nRn/QJAPYeo7z/8+fXd++jffKp2QC3hXqS66B0gPQx8F/5nTOFYIjYF2wzyGe8JqKORTH0fzlBOkW03ysMAFfdtUx4LTN4oP4BAOb5xdpkDVsbonQZW7G/reXhd9tHtX/N8enf25yACa+f0TuvM+ZNJzVmRLuY1qj2XWxDvnPoPOfUgbImcTsHWaTsV+vt1bXte4PmZyRrxw6Fd2/v7h7CVt/EvIENYWxTvnN4PG4A8Kw9v5e/bwDw72UkT/bj6oDatQDstUDqtfU/dZSvbbfrfSIAXBcGT+3COc/txIPao08Fjo4AnnPa9nu4Z7a/1aLgVD/3Al3PJZur/UNZvNQ2ndarGwD8XONXyznaYPLcdc7BXi8az6nnyD8cAcA+i2oNb4w7QVftqi98WpCPAeX28pmd2dbz/QDACrCqob8XAHgLGHxfAHAHRs4FgM+xin7P1wKAXaODfLYVBUGkVxUEOpcB/FwAsK3sOpj7tOyXKXrPGK4aoNQZd/2hPv+dCwDr2eONJ1nHmQDwXiaEwWdMTLLa9cqMnVmwq5TJTwWAFYAfhd582pkM4BnoPcU8NgA8b5DZlX8yPjzmypK6vzlsBQBXPZsBYPecQRsDbCcA4CapTDE9z2ddkkcbAMY+zGzGFXN6No0aSHNwzfc4GHgKAF7Nv3Pw6iUB4HpOcF8PzxvMFCzVZ7vBggH+ZM0g6CsGJVgpCuavAoIqqwPAHgksRRRYVyCaIGjcCeYRZe3AOIKy8Z1AJrHo6vmSdZx85uaeW9umjl8D7JJP779BNwerKQeep6neCLy0zwLzSkxgA8D9/WZkgCOYzDS9YUhIpU2QGzJwatMEgK0nBi28l4DsWQJF2kBB39oAQjWoBbkBUuSZu90OxXyqHwAY7ZzMDLpXPW/3AqCP/whyAWRMAcDn4GM9MfjltvG7EoRm+yLwDxDdH5/9iomZYEeefStd6Szb3g/1AZsQmOI176kpRtHWP7x7wxTITmcKEJbqG8rY+zwC5x9xxnT2DUArxtogsBiukHkH8nyOrcffvoGBcYJlSFkLsDD0JwFgjxPhpGTwQoyuF+IC+FvHGGCvAWACJzmOAITQLoFZAgv7c5Kdzw7GI/oOwIDPkU1AGzhrsuEI9OT5qui/NpUIgDP4zDN1CWzlph+yd8UMz30NbTMDxsk6zZ95duprsHuJvwTDNtqDcZGvVf+w4cEAMGQGrAbMaEwhDzGuwHHEko5UnxHwl3wBPPXzeKtum/3Y9Lu4Qw55PPuIM54TIEIK7y/Rtl8fPwcIHGcCR92vgxlM0JMAkDZ9fIpzYfG8ADttXJCsJoARmxMA4EF3AQBmPw1kwe9VcJWySOCP6aCTWdvtU4xgs+oJsLYNN+iQxtYpnOGnDMDSLvF3/IdzgeHfvE4Q+CQd90aNCgB7c47nRfsg/N03PAgcrrZv/arnABtwqusIzi1lE4bAZOnGm/u3CbISppTcw5V8jjEwS9ggMDIKyPa1iQL+13bpjAawqTwBeACD6fPTr38O+ve7oAH/P//3u4adMWNBguFpAtQ/ZxeZsz9gI0tP3w7flSzU9DX2G0yzbYYv2s3C+/uYfZH0os9n2IjiFMbetFfXGzgH3SKlHyz12lfDJ0BmlH/oVZhy6Jw3baEdaTAA1mAu8X84D90zypwO2a2r4HNjxGJTE2wgn2aK6OyPx4spqllPbG4Jv+wpWj5Y40agOOT1KdaM/+Nfg6HOFNDYzIJNBm2K4S+yp+2GZfS1fnefNgSAH+eEpxFVMq5Sked6WfOs5qq9DFODbMpms7qGVIpyyxWnMte5Wu2o9uVxcy/n9SXXadMRFWxnWev0ebwfacG1WtsI0XVsDwBG/XzXLgBwjfGugNzuw1TvKoY8P1fnwz6yuekn+vQmzun+QzD14Q+oH9xQoA1FTtPP/kdB+285o84s/7ry8TNquN3yJAk8EwC8V/espE9q4+2hqyVwtf1dC8BeC6ReW/9TJfgC7T4CaOr3zelf5X2PO3/k3V8KAHa5R0DQcQ++7ztm+1tN3qd68NJ+tLcv3+qeKM5tv6aChjX4DQB+ophPPnbkX16iziP93qvzyO4vBoBTv/iyB/aCg247Dm5+AdgAwPm82/mtAOAamG2pn/I9A33Ei59fhCDrSwHgeXyO0kmvXyyONWt+7qic7bplDwBur3SbRrgMgRprBnB/uZJPqs/UAv28g9lbtTqf3buWll7A9j97318HjS5BrAQY2JbCCv7/2XsTLUmSJDksqyqPqu4hHoBHgrMczgJ4fPz/TyJ29iAIYLm7s7vdlUdVUUVExUzdwjzcIyKzjmZGT01merjboaamZq6iolbls7Yu1Sjp2pe9dmLvftXbs0u2h54rlWG6pf9NX4qMxMCUcxafOh+7vth5rMm7Zp/2A5IGMZYaw/rK3tV2bWT6jkDt9gzud+xN9zwrc2yHAcc1ALiloLM9zok3gtHNCqQTamQe17aAIUhdLqy70R6NZ5qaietykBoVH6jBGDzBsm2jcS5Z1rNwMsKbj+mV9y0cO4tU0EuwatQbgCWLVM517rKPcyCvyysBItrIw3trCmjrba1vzY7DCa3ituyq6rRDtrerP1/PAB7b7b8tFwM/BnVH4NhyptOrMBAP52MHDtlvesdVW3UK11SZYOiyfIAb0e2aytMOWzrVy5jD8WYb7F2xAWDqVzKmyHjtXmK2g21OhtbISKOTdrFISV+7LtoOLcenyr/KdlmW9lfNMd7YvyhfDMYaSCAAAZ5GB8NgTnSWkdoFp7udmwGQGUwHAJZgEWUXYABSTkIeBqwaqGKGbcoJgJccm/1Tx9l9qjbJaaPN9vTY+JxCs/BQIgDhUf/h4vf84L2FuebxM1PKY6axrMAh2KRxDnSAYgC8FiAQAF8ydwNMy3NBG4s1QeCxv76P8kud6MnJJR8Anx9+0pmhHI/gUYMu944Aek/B3/VDwKPO1CSFjI5wM/GUErkHRVkVP0WaV1XQ55d0FQAaAGaITABw/aAKAMA+exfPiGWs91YBC9Afnbdr5j+rKk5z1XXYH9clFq9YcQ1giBTJ/DA1vYBx6nN8oI9co+IWpaRGwEMCwKQZot0AO+oZx2Lv2gb5frH3AGUQfY7Sw46ArBX/kVnM+YGzX+GYl/wI0kRDb8gYzNgQgj4cPqZ7lX71+YbfmUIaKX8TvPQY4F6zswnaDsBvNSkoH2VwDqA9YKpG2ff3n6/+JUBglIM01mQkJ9BLnSFYloB4yIYMRwZLKKCFcsnMAXVHzLoy7Tvee8QoTbtGfVBbpJeaI7B3AKfQPqRENrO8ga3ZFqXcjvtSXySHHlBhNrvTL/M+BpnkPIDe5RnSZtrXVMuLdQcs7gxA6Clq3wSj+iPbjjN6ndbboG9tF+wC7BFZlwBsPGnbhJFMAeRIHv4CckFACdirmmBgjmsu4b6eEp06FuOJ+SqGqcbLgSNVn/A81j7MxOvPoZ+PH6/+z//jp8goj2AOvdWgzZy/2Va0HQEKSENbbQFs2w1S0EOXqFdqu+VX5zLOhMVGq69DfbwcwCrbwETii7GljuW7szMfuR6kah+DvQ4y2USzMfU0/cDYRUMRxACZRgAK16ycxgB/IYeSxpprVjK7OdawE9HElhGmKX5fnxEARjcHQNucJx5ZMjjxPPQd8yBsFgMcMkU8AyayTbDAf/tfBQD39Q1zveh7lDEy//299EX7Ti65WFdgT/z+CjvF/uhoEwTkKMV9PaNdwLPXz7YHMpM8A5UQMGLXodOTc7zL+iFdru/HEh6zcBSD5YwLy71M1696ve0n811qEbwJ+0n7KltT90Eej9FvPu4vaf8x7iVACs+OQG6b0vndsj7Id+4zqH1Z9CvkexdndH+4Cx29hr21cZBOjfuZVwC4jsBv6fdXAPi3NJqrfZkZu5M6fomHjRbtQgTz0vpP6my5+QXavQXQvALA5w7W9/vcOP9eAWBus+tE+0aDt2WX0vFanMTfqKG7q92yL7sLOuHGLf1eK2rNL+3yZoEnfkY+n3TAZwUOX/hWAPBBP7cc7ztTQH9tAHjsxwiEjC8Ie1VlfG6rnMN9y/cBAK/393wAuAPU2wDwXma027nFJN4DANc+b43bJQCwHJpgQB4CUeP1CgCfwuCtARIj2Mrt6qRu918v/HIej/dVoO0cAHjWltqeA2A4PVQLjAftPwIA13TOawDwHmD4GLPWsqrlHLt/BIDdH8twBhijjhGs3GIeVx0GALwVKPMSAHCTDRw/kQIaQzg9S3gCANf2L52vHSmpTsV+/3qASHWqVsCulj+zD7O077YLLR1hzyG5MJlrGQSOAcDcMRZHm/8eZXLMTrl9C0c8HNzJEBwddGaoNnu3AwB+zBSdIwCMdiElI5x1KG8EgJutTrPHVSCdxQaAybxKoNUMYNoHOJfBlOXclzPc47dwFmYAVJND2590UNZlSL498KC+s+j3w2AWpqYFgJWpS6u8OV/pFO8jZACYNj8BJDPf4VA3ADwyheFExzmbcHiLYdkDGJxuEz/xHRiq128Aah4yYyniksLYc4ecnxwnySH72uxtX6Ph2Hb7LXOn6QZTirIotgoMYDrKzS4sDnCANQBmUJ7HEz+vo14wITU2AmNtuwgCJ5Nx/B71o00A1ggYZfrhpudN7102UsbeBoAp9huBmYAP330pgzbMQ9voDmRqfMmOIyt3qZOs2+dcMgCgyxaAFrL2klFbAOCm0wCYsykGr3guaNpR9h/pq/OMV4KOIWuPy+wsyNm7uNNLq+36B7auBkBAZQWAm/4B8CbApbOKdQ6y2IECm5YAMKeRkY3CGB5TEGOdQB3o+xPZiAAPBQBTP6Me6AcIwp3k2IMQyE/NOWJZ4jmBZ7AfPY23Qe2ant1Z8tFnAsoJOBjI43izrwKvvsTcRVDAr5EOGuDvl8dImRx9uAegxDEHgJ5p7cm0FKMQAD7tVYoaADDHjCCaQBYCvAlMITBCjGspBe4xAKy5oNTAuA5gF/bs7vaOP8UCF9iLtiClMubeU6TxrhkUpNeSs8s2cG1w2embAaQCAMZcM7gMsBgyVlpi6SIDSbjuaN3urGGkJWp4BpYAACAASURBVBcA7JTdtU9OBe224G8DwGh/Y0hT1zIQkXtZ2XGtc/gHpr3PJ0fgR6Zdj7F5+qSU4ZwzCD4gCItzgXs6/Zo5oL6jwaZhjUNoztPHXwMA/kCWOkHS1BH8JtAV5Qpwr3MJBoNpm7nHFnjq+ev9Sd2nMMAGDOC07/UIDrB4pfa2AT09Mup0imVIRzZH8wTzSSC/30Ns73twJ0tNBj1/R7tDjxQ0hDTWOnO7ZRFDCvFkZY/7LOmgAGD0uQWcN+C7rzcPCdobAK4sdwPADspA59kunp0uxrCPII/juq/+7v8OPQX8B/tGXdTY6MiGzC5A5nY/MkAMa9kc98MAMHXRwX4IwI/2S/+VMv3aAdiFWU+Gf4Koa/tCAsBpv1ge5IX2paA0bpCRAHfJ3RkbNDb4EKwugRLjfo/9Gl6maC9LsOjinaDc77LGFNCsuHx6nZniPQFg92m8f3zXHtcr3z/ujZd90fqBNRVr+vtI+fz+w7urWypD2P7ce0F+PSist+RiAHjs1OvfzyuBUWlPLn0LYLsUCNtq0Pde/1b7X1g+a5N+q1nVOOy9d3rf1vhcVPgLPrw1Lnv7tVXOVhdKPecAvMOadFAbXyQu+GyVf0HRr4+GBC62zy8mxWOKswWOLrY1L9bC76HgNcf8t27bXgbtWjv3Pr9Xf2fOlIWWDIaqOU427dd+huMsInN09Ld1MYH9mmZp0V6zSYb73I0tu7kF6IztOFef9rZ/rfzZS88pbdnSj2MvLajn2P5GZYshNWOnqZ1L0LSWd8rzsxdClb9f/2Zyw4tX/fR+dObX4XN4GV86XtnTpnS1z2YiLifSFNgtFU3ZfnApFQCWDjA6sLr8W6R2Vnfq/nRLX+q8OabbiihfJv6iPm0AuKOsHYU/u85rwz6xzvvGlmJbEnw9KOj4WjraiRFw2Kt/CxZzOs8qeHrAYHC6ttLePcAuZwSAjBx/+g8SFF8w6SbdrgD0gZjGHHTlhtq3ERAey6kOn8rIxn2YiS1tdT7o2b3GvB4ZtGtOmTW9Hu1KdxapAU12YJKAwWFAZzwDPhVvtG9r9ntsp+o6HJQ1u+frIwN4bsvkRJXDXIrBM/vKXFxj5B6rf629lRFc+1nv9+9iKPZWH3eWyblpRydlloDHwbWc/DWVZj3LcUwBiOfRDN/v9okp3W23nNAdtAGTqKb5pY3L+63fTEGbgDGdlskscl97qtN+tnCz86lnlWlmXVEbBTDJ99wzq9jOztrOOwlWSvB1XHR/X7/G1NQuj4xnyGLYH3LdSgc1gdoEEuu5vvW8VjPXLLd6Li1ASnzg9LauwizSYZrj3gJ+UuY1VbQd5dYuBJYwXSmbqIb3VN5moAFEFGOpOvA1brZGSpMNkOj6OtiABdBxEJLA0A7Suw2SiUAI6lL88znJYhxLB/yd5cIUoQFgAuS8vUVKUyOUcq7PUr/WeVjZvgD+PiVr1qD+2wDI6rmaPdWx2iRmr8GqBGOi7ZSLZZmMYp+lSRYV2k1gAMCsGYYAs3pQRJ/9nYXne723gTxaCuQEFeuZvS4DGk0bUdpl8MjBL0rn29lhTruN4X2KFLlIQYv+gvHs+aH02AHJJJjV9q6hTDiX2e0Dw1nPaA5Bv5CWGKIj2zLGtqZvRiDFCIIQaIr7mEI3HjIoyYwFn4D+a4bWV7a2j406YJNuCWTqPkwVjYlSI78jkzsAvjhk9ONHpKS9itTQ8ZM2KupDoAN/Q2CMxt/sQNsl6BtT2mvVZl9xH+YsgS2mhReYans57g0gM8AaTtMMYFXk6mgL0wcLpOJ5x6Hv0FnojfcCYnGqbgeFkAXLM8QVfEHglVmnknGY42j9qOtb02P0w++VAN1S3+7v7ym329sOwlmP2jwt+yQxW3XOcNcPpcb2BzpneybQ2XbIhjUAT6ZMjzLiP7CXBWJ2++1Uum6DyyZjGiBWyAPjgnKipKunX3+9+o9/eRc6gjKQThpyEgDntYCAukwLMzq0tSqa5fPDcU1n2fZ3sMUaX9ZmByRY16/zzF0oMX73PhXfo+c6Vx4bZemvM83U/YHTUFsf/CxSVKd50aSLQjhXMnBPbUH5AnSZKnpgahoIbwOFx9P+Gfwe96S2417jNR5693C7WSf6kwxg2gjsyzDXdIRvMH+DAfx3ESBF/mf8TOa8WfMtWCaB3qZLxSAsgGwDwxFMUtd2pr6PACJavNR3Z9bgXjFZvpxf+Y45vmvaLuCeeva1n8FPz3unTR/3QNZbrEXe07D+0AEHoo1ruZ/xOtn1s6+5416yrglNZiv+iaoPYzpw9Wm5V9feGvNHJa+9B80yH/HeANJv7r5cfQD4i6MHsIdyForhXcN6xZ/RkFO8wVWfX3//ChK4eHi2gLBLAbAtGXzv9W+1/4Xlc6qDbWzui+vHlny+1fdb47Kld273Vjlb/XsFgLck9Jv+/uL592LSeQWA94j2FQDet/0b16nZBrbK29+PQPThc4dA2Nq4fUsAeItR1paTAaC6VL+eGwAeZbu1/9iyb2vP+7lj5Tcn2HcEAFdn2h77sQcAHl8kFY3d9b6+HNcXWNV/HgDstteXT7JFJgBw7edLAsCVYcuXzxKEsQA44QguAPD43XH7sGR0bc2fYwCw/SF2wrjeBRi8sX/0/B9f6PuLfAcOar9mTN1jIO/IyJ2BthUwNQByaA8UaV8B4N7vwk6r3uO84RgAPKunlrvWt2PzcXyGDKV0nBuCgoMRH18/tOPaJ80cRL6u5+fr5Kp94zEFcnyzHMxjyDWZQZWFdSgbXbHjb7SltS0jQFcDQ+rcH4NsquN6Nv9H+9HO1CsA8Gwerp3lO9sv2C5W0E6OMLG4qtzd3hG4EzNkvtd1nTWNXrXFBG2Lk9m/0yk4CTSxs5BtLOpgcG8GANcAD4Nz6FcFdC3HGehambczfbQzVM7Jrm9N3hMA2Lqu/gTAEA76BgAP/a564v0XQetclwycLPY55YgOnwE66koD0E1BzBvI8oJj2ulXcyLPAGD31zKSGsiRyiAWspGQOhcgkufUIWjd7VDJAAEH6jDnnQIc66jlwhTOcJA3wDCAxmAaot/VYbwsqwDtYI4mQCS9UEAZ2syf2Q6rG4AVpYjtIBDKVp8z7XwBgBtQxQJwNu1TpIi8jhSRSIUsNhXTc+d6W3XM89DArdfB+/sHghAEHqJKrodp33BPY4JTvzQ/K4Bs0KvateqAJwiY4D+eveY50wA+DxnwMxvU5lPKzmMlJhwAXkkTANBoO0Z76rnitOcAf8QCLTpQ7A/AIADAZKRGGk6dU7oEJnpQGqEqtEigZSCpTa9y3UKgBAApfDBVKGupG39/Kgw7jYeAKY42BslpaTmv4v44w5fnVhcmIGVCcEcgLOR8i7SuCQBDbGLjg2ke43Gns5yhMw/3X67+9eNnAsG/PMQYgWEeD4LNjD6FljW9VJs0BmYMPn3pDMA6lgraMCOxM4itn80WI1VsArRgAKsvX67uH+47AMy03zrrGaBmDbiBuXOaaY81f8acQMCPUoAboM69QgJNBtLczuVZvWacCjwGuIVU1Si7AsBgUDqwSGMsnUSdPOsYzyaA6hTWZhWPsqgpsjsQrDNZwWDGfAczHDa/tt1sZ2hu1X+e2xwNQNsNAN8E4IcU0P/L//z56kOksiarHPJgqAbYpmFjmGo731uCNW2glftK6GDYRzxBkJT6nAobfTYIy77l+swz4nOO8XuC8WAYI0AELGs9TxY7h6r3g9gYbb/Gw8Ec6Gc9Q5iAXXzPs4yR+cHtT7up8qUHTpnNUhn00YMw6v6igsDjnq0GNqyxYw9sUwbIsI9pw8CEZpuy/5BNBYA/xZxdnD0N0BbAKIDxtIe1/oP2F3A+w0HqNG0MZPfP53kvbkLbqINK2ezU0Gb3av3qY4xn23toySIxHoUyBhNDr/3+zKwgDB7p+/uxTf7be5i6Xtc9qe+r3/sadkLLoFTVNwsIqPWP7zXev/meCoxT98oaU9/j3N+b62D//oT06jo2jPME7/rYXyz2qkspvALAa1rxnVxfe/Hc3bwtIOxSAGytIVv1tlm1zwG9u79tBh0DQE4o7aXkk01Ye3nd28IX14+9Dfna922Ny0vr36T8Vwbw11aCb1/fxfPv7C7Yvq3Zz8H+4bZ2aY/NfSb7eXb/vs6DlwJ0L9XKvQze1U3txvDNzuA91pdxnZo5dOvz7YVgVMMW4uiXtuMNrYAVyj+VebsFAI2AgPfZ54ZFPrc+HWt/B5cwnyHPJVv2NN087/kt5/t2G3r09/zedQYw9WFznTcg2CN7l/Vs1b/Vg2X7+sv0UC7a2fYsAoD7Sy7cJ/Dq2S5n6DxGtTg+akvWrrft7+C0omOdTkO4J8HMSAfzsBSMAPBW77fswtb87Y6Qfm4fGW3ZrtE50hjAHvdhH7jO9Fx2tAOmyx6W92x+YTtgh6uu1TMGj8+5EeTuL/7LwJdTAdBj98vxVFkVyzM7Z1Hk4zh3ALgD6mRRZFS5ziZf6rhZFi5rBCBxvTtxOlhlcHJsc23TgpEw9M33tSME0hri+gikj/beRw3Y8VUdYGu6X4FA1TGzLToDbKyvA3/rgU8jCDFrx95958LGeM5z7Ob2cJxvfSwNLmketbGlU7czWveuB/U+OSjlBKzy1FxbOt/9t+3+nvqcmplOtgYqDOtKuQ6giGmeR2NQ21OODhFDkXiDGGO5paEulbPs3LfWh5V0+L4PxaDM6qxVH5ZOzUWgQYLASmG5lB3bSPpqByDruZCstwTl1GwLKi/PlUR6wVy/7Dz9zFznaSsIUMHRrPEUGyzbkuUbAEZzui4J/NV5oTrDUbKQrTgEgcU4xKfqLRzNYzpIrnsDS6uDbR1wYWHxGW0o64jmAASu5bSUqbm89Hk5MNtS7uqPHLNAMuCEdwpWO8/F8L3imaYNgMyxJDBUABb3XSw/2WMyxktfXQbHP8bwJhiI4F5++ClSQpvJnXO4Orkrw99T4eEhADSCJSNzD2MV10O38JzOxcW1vka4DABx0pt+ZmS1u31+4PlgK9+irq6zeJF1Kl8H0tWMBMYslmt2B4Aoo1jHlA66AukCViuAJJmJrQ0AzmmHIQIzfwGoyIShDuiwgFwAt0y53exIntvpQI0MzsDXKO/+XmeeOq00rr/hOCJdLUDEfnap+4Zp5/VIuiVA01VinkF1uDZnyl4wuKFg0heVjzbreTCXdQY3QDqc+QugTcEUAs3RL9YT5TK5bPzfP/7L49UvH0M3kFI8wEYHS/DsU4LSSkf7OcqCjtwwZXwwueNhp2tmA/Lz7p10H+3T3AU4pzbibGDrOOwr7hMrWr/jfoCtsDkYLzBmKwPY2RCkAzpLmM9HewhQR5sBZCqIJAFgpiI2Y936C8FCXghQSKPvc9Ah60wNzUZzHUAaDczrANfBXEYK8VRWgs1Rl20X/mb697AVPY20gj/Q/3ENoI4i8wDtKca1p5B2/UqHHfWGHJ1y2ro9rhVtfwAdzKwCeAZnhn+6//Xqj3+IlNjR/XfIYJDBKqgH84Cpn3NMqGfJTPXYQh+55rf1sQPSox1oNjrlhL8BcuHzMdKQA0zE+ebU3QyMqHoE5jqzNhA41lwkgxdyyrXoCanMVzJB+dzUz8GwRCCKAVfNFZ39+xiAtkBu2Amd+4pPO7+6BGmgf84CQLVIULrLpoPXMxax76NlZX9yzqd/j22Kf3/3d4/xU1mo1gBg2o1kAdf9JMdusvdxUBL02Pp6g9ToeVQC2lYBYGYcaACu3hcwv8z0NQAsWXq90H66ymX5vuV+932Qx0I2bvm+P8rVOmC9wv0ODGIADYDj7Pu4z1c9Oc9z7JBCur7jju/lFbSuejnKe9zPzwDiOke19mB/Gbp38+bqQ5z7i3nATBEIz/MRasP7/TisrwBwHZXv8Pe9L3qrTd9ykG0BaefKZKveZsn2gBFnNGJv/VtFv5R8st61F9itZlXDtvfe6X3PJaeNRqwBGsfOguQiuopvbejNsX49x5i+AsAXqd1v5eGL7fPZgvBGZHWCHCl5j83tG52zm/gDPPjcgN1zdfkSAHjr2WpX9+pvXacMJNVy1r4f5dHqs/NjwrRZbJQHJ+n/3wDgLX2qDsdXAHgmre8EAF407TgA/IVOpGR9ZNTOIkqbL/2DfS6ABKqaOv/zkQoAu1neZ50DAB+zIXsB4CqebwkAr803O1wbo7OBkF8PAF5Gmh+Cr2h7BVNrm9cA1Fl/kep0/BiEqQBwTVkmnevR8Fwbio4eOjTWAWA5xA8DKwzKuF+u021t6x6cOMMWZ40BPALAKKuWP5PP6BiqDqN+/wgw9lSWquPw7E1dXwdnK5Djevau39V+rDFTmhwn0U8VaOHYlnV7DwBsm7R0YokZCHaZ++6flnFlQkg2dvJ3+3cMqGW9duJTRzsouvbuTSdm2tjxnipv/A67OQLASNxpphEYcHXcRgfi2n6m6tjY5mVQSTQAbcV/GXCgudMdmYs6FwCwdLQ63VEGISGCWXleZAO2wOwCcwopaXXOpJkuADTMkMI+hMyTGC98D8CS45YMTvenBbAliEu9BMOSDDExhqwPjc2bQE3T/5xmbq/vawBE9sWAYw0yqc5gOoJxbmjaLNuamu6ZdQ771cW6mbqltLF1fU4Gcp6PC8ctmXNRlwFg6DnPWiXzFWMaIFkLLADQJNsAcJDn72b51a7OUkAbxKr33UQKaJxpSYcxwFow5wBa4r8E1NocB1gDzC4F/vQJDEKAYzp72XtOBgDU/oFpRmc6wFHMOSEUtq0eD4Nx1jXPcdrrfEdAivIKAAtkzRMpix9GY446MiVrgisYS8kmgYVkmKMxlbWpujkjrF5N/5A695HMawcXOK01gCeN72MweBWYAuAR4yuZ4IrKxlm/SlmPcVd2WbUJAKkYnunIjzKZAjtu4hmbMVa3Me8gEp6NPLFluA5gBvUBxCUQTFsQV1JOqBOpkN9EeTVtP9M7NwAkbs8U18j07fmK4dYZrjwPgGWjeGQDQPrnP//yECzm0KkABT/n2aDvGOygjA60SmgHWMRk6IkFylTLZb3Hr+iL9Eua14IF4ve79wVwJcsN80jBNxgfaAbmMoMC4v7bYKoCtBYbVAA0nmE6ZKdHTQXvATEReBBAq+ePAw44/jivOc8TxjxEoIZZ2m4nWKEaCxWsTAhKoQ3mqVnwZvyiPQJ8tf4rzTjkjDPR1Q4BdkixLdurcjG2oXsAvNNmK421noHu+F6D5AJk1S58p7TQy71HK7sEleDaW6T8fby/+k9/jPOWY92GHQAb13MHrWIAFTmpGjdUhX6rKKVrdiAc9EwgN+YLbHDfN7FMPIE1qbD2sV/oqfpjvmQWCWce8P4R8kiS62Ld1zrTj7NQ2nZ9DKo6hTewZcic4DwyX3BN7CAuAGDoqlnO9SgFAaYZFJIgtO1cPWO77im8T+d9sGWdtdHWd84byBDjzbWfq73OKI+fAID/5m/vgwmM9Mx9Lw15wg6aAex6zRzn/M81RmMnqRgkNtAOPWYqdditOP/bKckZMAKbS3lofRszH0GODGDIvYHGUfu6cV9qgNjfLd6BGTyUY0Z9V6CB2133L9Z1/6z7Hfy+BgCnSjQ5tDmRX0g+ChCp7zoMth6ure0ja5tcH36uAcAulzEMmDch5rv3OPMX+kyloP3TvpNT6ujnFQA+Lp9v/u3eF7zVhm4BfM8BhnHWnQkYfOv6t0b4udq3Us/aS+hWs2bGae8zNDANPzpz3E6p7Mi9FeCdARerAPA59V8yljv0+5UBfM6g/NjPXGyfd3d/bZ7uAXO5dYGRPlLbt7UDu8XwzDd+rwDwOfb9GPB7qR3lS3ZREes9Xji4/GPjX74/3NgKsFhj6K0N6xaA5OcqW6XWs8UAbnIeGCr5frypbaOv/Ln1qTp/a2M6A2rWxD7P1+1TskUmzv4KJM8igWuNa/uX/XZxi4E7ACkHA7Nlt5Y277BdW/UfV4F27l3edkzeSBe9Np6M2J90xfPLL/tN31MO1ZleWQFjOw6Z7n3e7hnPqZY1B0GX8Wwe1muz+WHgYsGYtDxbxRnlP8po555uPOvVanQwf50r1Gy2BHoP7Ujas0yduKYl60zjpd6Nau12VVC16o6j1WV74aTP1KFZ0BpD+Bj718DvmFoNdYTbk84cgBR02NChrl7bwVh1bGu9GZm5m/JLM2DcnZgCPsXDMevbGvDbWJPJ0BztGP2qWYcdRm2uFRCRTSiDN95T5yvXyHy2MgPG62N51YFV57V/n5XZ1rUGSi2dVA0MKROg2vpPaYz6Ok5NU18hc+QZnHyqc62mcsatPpNVMjtk2I57BjnxkiWYDuUZg9fX3KfRnrGcdJg3mWXzZw44OvRy7KvsmUIf8soMBfwuGfHeH+lcy542NNyjCydo1XudFbvyoWO3y3h93bCjVvI0eIBSzS7rfQRQkvMXjEp2EmdjJgOrMIsFwogNx5EvWQ/gaIXDG8wnOXCZ6LXNgypT6zZ7kqxqqBbOp2O5ZEcZsBYrsZ3VWtg4/WzByiiVIx//SVeUKtb61VLIwm4hlWsBmr+YJkoJUCGna/MiiAU3Yp8I8KDYBo5NOs9RFIDC1gfaBv+rATp4RuABwA/IgSlXUx0AsN8EcGVWk8dW86jrjeebv1+zRT5fksNAJilqCjZWyAEpoQEIaxwgTaWNpHpHVQII2HkC9CJ2H6Zq1xiIpWkWK/qhlMnSsTrvnc4aAJf60e1C1VkB5ll/AsrQT87pwrjE2iA2J1ir0k3rApmrCRSBAetlvieTEJgtOcr24/d6Pi/WuXZmM5jOOd/YtpyqSAGNvwkIAx3SKboCnFjeWzJqqfvZCO9NKINoxl2kWE6VvPpcg2MygOI+wD6DhZx3qC/133bOAD1SlHKssq11n4HfBbIsg7VQtwNYgMdBbgDdKJtUfM01GAlkPIiCAvCODNBX//zPSA8O8CfSylOZlS3lc6R6BgMZkOzbdwDCSULGX5JFvjyiXDAyVV9P0e16wagGgGqQ/008h7HFPHpgimXZIYGEOGMWjNEAKckS7ZkqUB/OCe5ZlKxfSmuOMgBiqSzoktrra3geoCvtacgfIDPGjnELgGCibpTf1w+hU51BLh1wQAHXLsx+jAXSG0cwAeddlNUA4HxH7QmXWQTBuLr2ue3SNekKGfvRBAHY3ksr48IxAJgAo7NK4Hdg0lHfH/8QAQbUbwVEcF0DKBX/aGnRlXgYQQJQD/SJ84L6pnUIICsCHCDTMAHxcOrUEBxOPc0NH9P5A+diwA76HWz1tOUlXoDlE/RHOwYGruYWAlT8DoTyNL6aH3mmbfx+w0IBEmoe2962tYX7YoDyGHzZS9qxBOi4L0BQT5hF3OfjA2B3Ub8tufXQdtqp3BW0kGBwBlNovZH+pInTfKLNwoz/cvXXf30fQLDO0HYbzHYHYK/xUZu8VkmbwFCX/fH3DIij7cN80Bg1VjFlmQEA2Ev4PSR1YkxljPp85jTXO9p9BxB0FnAFf9EWr8Mu38/hpxnF1muMk5jIWk3NuHYQhW2n+rjck9d1dtzHSG+kM32+dZ1wefhOGZIO92+Wcf3Oz/k7jmu2fckgRhAL7CLmVDDSY8x/iiwezNjALYbAd9lNlTYCwPX9gd/HhaWHpLbi9fdvLoGLh2cLuNrpQNkUxFY9awV86/q3OvZc7VupZzQEW80Zvz9XP742ADyqxyhWBq+k0eKmY7BKWw6lXXJrhVan8k4H8A79fgWAd43Cb+qmc+ff6ULom4nls8+1fK+Vf3pLf6Qnnhuwu6Tv3tTWMk7Rr5YCEy9cz2w/7eDkZtWOMGwgvSFGlGyq0CKtX2Mm/nYA4GM75ufWpzXH7/cCAFtXt15o1ufF1vq7HwBOP+xQ1XIiHM6nZf3ji9f2fN4IsS0F1Ajmw3I7ACx3uD5NrnBieH7hup0XOb+2pLgGAH/yi+ZY33bHm8N8Bhj68T0BHDOA2KtRH71DAJjjvXNj+L0DwGvitpPYwCvuq0xY2mM6cswIEVBrp90ItG4BwGQ7lPXDY2MxjwCw6676RSdsYfTM+nYqAMx+wt+fTtb2/vJCAHDT38HYV/sx2ryZw6jax9HZ5PlNx2AC62Pav9meoLZtZPYubAZ1QzNoxkio7el6JSftJgDsdX0A0Ef5qP2yYwYRqkzG9kqf1eb+E/osZ/zquIT8xK5b2ns76ioAXPcyZgA6VWFr25BRAc9UABiMG7eRDuD422xRApx2bBampq719KxmQbU601mr7VVh36YDeyYrXgNDKj3JABgqgFodrHa8C8iBvMzY0figqXRWc7xQTmdmOwUz9SSMwU3UY5AN7EX8N+p6HUN+57TayW4UgKRzegkF0QMvdp3q6WmGnSa82q8KcFOX4ZgOQdg+9pTI/bpkGDayOf+ta0oxDWcx5qKcxNjrLh25QAr4BPwVCcRCdnA+2xEN4AeAlFhJmTo9GZU9QwMWrwIAZ3mezzgSAilHyUBs9YBNG8AQdB11JkBOp3+mkO3OdLGqDCD7GbaVchbTGLxMMI1//gmM0fgbDmTC+QIyojoB06mP13HepuWq8U4gIr4384m+6DZXgx0aaaPr+lTZuCj3NhjJBiS6DmldYw1gciYADD0hmxTACMYodFEAhcDaDjB3sM9lYnwBHuKsXSi5AkeSSZZgpe2AdE9A+TIIUvNXa6wAUcpZOCsVg2cqx+/3kaIWfwO04vzKIASmko7yebbxcIY56r9hOtn8pB0iUxoMxCgXAQbse8qYZ2tyrhpMQRsFnrKHPMc2lTZ+vAsQVecfa01tOplrK+6EvngdwBmrBq3bfisKpJ3hvlTz6U2w2j9+/BSpeZGCGcBXpgKP+gTYYe5E2wAAR93vIocw+wDAL+2kgwJ4LdcNtIdjADYs0pfjEYByOM83+g0GLvTi0UAo5kyAyASAQ2YIpFCW4gIAR/uhB5Aj531JV2+gFHbVTFy0lMln0gAAIABJREFUEwCYAVzNOaVdVnADvvP6lHMi7RFqxnjAPmB8HfgjFiqAQI0VzwKGbrfAAPRSADCDXEr7JRMxfDFOtgWQM343UP0Yc49M5Jz3eIZnuOd+A8/6bGHbjj4Ho06OQdoR6ktYh0Az//IvAiSEDn4GAJxPhAw+Y10BEBXlshtMnR3tIToZsmJKZgqEY4YAAgBYSGOLc77FU+hvM7P1HLVp6TCITmulInPtVWBN6jhtq/ZYvTyxRm2mYGINAGP8GTAUzwEAxnXvc1vGC2dwSfuj9wuk3cYyl0EEwo7ZVs4TBPmk3QAATHtJ+Up+rKOs9WgrymuBJhmY4KAV7d8yCEbLSVjuGIP4+ac//UoGMCYL0n6D5VoB4HqGOeYR6rFsdPSA7K4yNein5pnA1REA5vEd3Mf24CTo9aiz6KcZw96nSO8OwV/Nm84M5mwowU/+3vrKs4XZk3kmIq9blWnvZ+vPGSbDsch5pnozm0RmvaivofgOADDT3nsuT/alGvO+P3cbZgzi3j5EmETg1s3nq3/zu/c8YoBLY4Imeg/rev0KAM9G+Ae6duiwOrHxW8DVcwGcW/WsNftb178lznPbZ3lsPP8KAGsAvi4AvDXok+936PcrAHyGXH/wRy62z7v775eLtQcuBYKH8l3cVrW72/993vjcgN05vZw5aaszeW+ZXwsArhvXDgDjZSZffPFyXxykaeH5o8tbitUj8Ld76ZejVicj7aWoX4MB7D18fUk7AAHSsejeXKpf1g05PvscP3727R5Q8hhkuOd59XANMF2mnJ0bEfVNabXWmcbbAHBzFJZymv+xyGyuYRlRnoV0eS/bPGuf+l6dCtXxmVqPl/zh5W/eVzn3KNP4GX4UzZdsvwEGf4/Ief6enfJors2Hse9r9mXU56317RRGv9leduJX5u/yBTZ9qQuN7wBwm4eFlTYDgju7DHo6jKcBi+ENuQMMg96lremObJ8deHyudKBe6dDafBnqn+lIBUlHoK8CITXN2vjMqGtrAHDbu6KNnJXDpwBidlyNNk5sgxynEQCmQ7fL6hgQPZ+nOR/SYT2mYt3KdXYYAOGApCx3mKNba/LM7s0AyrZWpcNotC92JFWAZpybdQ76ftverQwNbqcBHDxnh6IciH1NqdcNAHssFm0CA4FBB/g/MWBm9mTUyy4LOBcNrB3On9rHLq8KMAq4sH1kP8Ix6FTMuO4yavpnX282tmw+1gDgOqYjA5j1p2NwBIDNoHtTmNKWk87olD1adXCTwST2MAGuwjRWz3OemZGXExhMJLDHemrTIt925qgAYHffQDSKIOiDNYepgMVYw0d+1wQewSTDupYOYrYmUwe3/rTUqnYgo7AEqJKBRoZbpnol6EiGGABHnIUq8FTn5QqIkbwU3FLnlcdVQKABZQHI/jhLQQPpURYAM+qxwFCdFSpwhGmooVcJQlmfvO7SoZ/f6xzKfgYvGHVwuANkuw72IXUEdouAUGeOokykVPaz0OEm/xxfO5ad3hltfUygCG1tGULolBfbjvuHBJYMiBjwqbIiUMkUxJ+u3odv/8PPAZQBxMI+Kvfv3HXSRuQ+G/u1upTmudDVrhGHSf3GWOFsW9sC6IwZjdQoAgtIaVuB3r7+OxWrU8473bwZgewPQHuwAVNYdrwbGHef8Tfqgpw+R+pSjYv3bwaDgaQIRPOZ00orLU3qYE3KIy80/crpBiYwr4WCVSapGXEok8BkAQ0pg9zD2lbYfQj9fxdAWQvSSP3Dfddx/dMDKs4sIJg3CMkA0w/AF9iw0dx+NmkGAeTYCtw0sK1sIjw3FfMbZzATNMf5xx3kxNT6JVI+42PWNVrwGPUhfuOXX56u7gMMvkZ6ZATmROceAf5BrwEAYzuAXwHaQL+iY04FrTUtzw2+Eru1B86IDUlbAGZkWXtwnjB1CnMg5OEgGoLAPHO4rwu4D4A0QKi3EVyEc3kfgsKMs14BkEs3+rslwFunXoY8fca5gEilsKbOc48jJahzAimZNd+Rvl3vPVIopa3WWgxwR5fbJ1NA4zoYx0wdj8fa+qG6qWMIQorf0X4HAgHklvwSbOZYLIE6r2Eu12UzsMDvJNAJmnCcA/zp6o//W/SHDODcR9EWYt6E3DB3aFe1zjNYhcuIALy+NdR90AWmoy9xD84EoWCK9BWgH23sVT7Xh9ybKxuErmNsyfjP9cP6onS/2uGq3ARic95ZL2EjoBvXzMTQG0b7gzCGDORyto8nygKfno64Z4cCE1q2zqmsu6xlqw0E2655b+b9HRmlOE+8bMwBplvX0PcM2yED+E9/EgNY+qWgJvRXtlcZEhyIY4Yv60ygF/ciMKDuTwAA+x7rO/jGnp8VAK77pvGd0kc7QAZrgYkKWijgb+6zMEfWgkcdqLCYPikv2B+sE5VRO7bLz7nPte8jm9jPQucZAJLD77lmBrDLWPMBtP15eb9ytgi3pz0bARJvI5MCQF8wf99H5g5YetjAmj6srs+vAPBgT3+0P8cXhJPbvwVcnQtwjg3Zqmet4d+6/i2Bntu+VwB4IdnviwG8NeiT73fo9ysAfIZcf/BHLrbPu/u/hcS+AsC7RVluvBSgO6fOg6WzOGKXKV8OHYTH6vtWADDmAByAvyUA2HLuQKJeLK0v9eV++cLRnRPPpRt6WXwFgP3SvJTrEsA9BLyWdvFw3E4DgMcXVqR1xmdNHxzN25z/6Yw5XDcuA4Dxwjk6rY7p3xYAMb4MH9isgSHX5ssQAFGfe04AuDKKqBcDE7iCv/jeAHDTjwJQLOZv87DMAeB+rz0xpwPAbAOZEQIf1L6lnvZ1QPWY2WZbwCLykZqe1e0bU0KP4zc6UZwSlYBT3HwJAEybmeyMVu8AADd9WYkAquCh+2y2Eudbc8j7l+PjsBqokHowzsf6dwN/ymJgJkgFTatDabQHDZDMQatOTYI+AzBUbcqsLcfm9vhdAyOz/SMAvHRUp76lgOt33VEcDmc4LQm89toqcNvth8aFzjyCKskwbs8dD/Dp9Xc2z7gmk6UC+SVYyflUmCK1XXTQwSEaykQnbjqPG/OvoaLLdnGM7J2Ho7nNPQGBBBITLDSQyjHO1I+jA7GC1T1VbQeFoa8NACYYkwADZSnHdQccMCE0bk4fugYAq/+FbUVZJUibADDYfEjda1YZ+icHt5zqcJI365dAFPZ/9dNSuiYoBSDAADBTaOcgwoHZy6fWE2gB81Rjb4BO56TawcoxTiTB18xW6ral1+P1F2MI/W9gPnVHjm85XhMYTGAJjK2eSlqpwTlX4yfPUiSLjLBD7g8BdInBjDNbxUrXmcCe50tBgc3j83SltxAVAETOm7xZjF8AEQKlmwO+6KEZcQAlrNt28uNvM6Q78zzGjPMQyvvIswR/+vkuGKhYmASUXAc4Vj/MJjsDgAHGlbWfgFMCd0y5DBlgDuX5kDzzMz5gmQvclXycptlTrTPuesppBUSo4041DQAYM1RA13i+utjdBi94lmWcZSqWosE6tMEgHtqhgATpGf42CCVpVLtoBrLtI9dQnkmL4AUwEcGoQwYEnPGrD+YpmNeyTTUVvMAaBgPEfXTw597uOlKzWm9dP3Tz9jbAmo+hdzxDWDJ5B8BTmLYAb561qv0Gzwo1Mz37D5agxYZ2P9wL3P3y5obgHAA1yVZguGTZNQPXgt+puQS7Gi3/x3/4Jews+p4AMNqRADDBsZCNWfOfo3yAUqhDzHmnC+8gbNVDti3qQhctHwDAbBfaF+e61j3VdbQJYwiwvH3wzkq7KvBbgPBDByIBTtLeddY77icwFpUAEMN3AgszWwL3oR0ARtsEzkr/DAD3DE7qn+1T7aPstAIIDOgCrLYeKzgU4yB2J/7Evo9gPkA+Mu+lPx5v2rcEYqXjsnc+B9b1025kVgtcQ+YBmfAARGPcCABjDsbfGEeut5gvYEQmAIw5rcsCgGsKaO3PYWYUiASbM57hCvAa89ZttF6gPZ5fxHgLAExTBjlA1zj/FEBEtm/cR9uH9iYwXdmSjhdCe6ALBEmjD06JzHoTKEY9uO9zpkTW+EMbzSyGPSygMJ4F8D7siz3uYPfrzOCln8HjcQ3ZFtUlk5q624PvrmHjADRH4/76byIICe1hhgIFBnidxHigZdCryv5m/xIAxu/O/OA2GAD2mcC076nrDBaIZ/3eUffCfa+bexSuC2lPW2DtMohwFmA5viNJVt0IjQAw33EKAmpbz2MMct2u7fQ89L6izkWyhhNA9lyivAKUZWabHOp2tjPWw9xr+V1uDLa0PrHeCQBMuxZ6GlLVevPmKc76/Xz1czB/EZMAlaClpUHui/IxALj2Cb+/poAeJfKD/X3oSBo6sAVcnQtwupqt8r+1PLf6t9X+recvlcPe8gc5LqIwJzLemRlvajiqSLaaN/itDlqSdn5VCy59fnc/awtqpzbG/5T2nQMAXzo9ttp3afmvzx+XwKb9vViA9W374sK+egFbAOvI3BwbuPX8S3fo2PiOm9iFicmNrTeV/m624bykD1vrgKJC9YGtaBGHeW0thWqNaBzbpzoFnLWyF0zc6jw9gBIu6e5iozzK+5yC1/Rr1EuvYw10yf6Ojv5z2jB/ZilfSpwOZjkLDvUyvT0nN2BrfI4DK7OXstoEOJIv+3TH9ziXVO6y/ZLPYY1r133nHpbuIVtuOadm/Rxf/trfadbHcTzVPnh0+BLIOT7pfFxv99lh7PrNJJYPOxy+Wc6RZeeYTV6z53bSNVZFAi3z5q7bj7afzFu2tu/NPhVHwTn6eC5jdaxrBK5HoHON6XsAeKeem1VcAeMF03hlAz5bN6rUrUfWq4N+DJkXyMZJh3lLiYmH8r5FYMYYlk7bpnk8yqOmA8T3FRBY2pl+Rj3ZFOmAsd2ks7Eo22Kepe5Xuzqe7c1yCvNo5rD1PWLYyPGp+rsTvwLH/q7O2+4s62eS1rrW5rfn16HjTHKtzJN6Nu8oE60xxZk0BHpUR6LbPZOF0yB7jOq5ZBwLOM0KQ9MMjZlM6rU6nq3+ZPHJ4TYCkcfXL6Ekcpy73wTLmr3Q+mUAy3ruew2ezuy2GWPUqwRKcR/PwGv2Otm9k8CZajNrxg9f77KVfqn/wRQDA3j42HFNnlAuydj7AQivWRXrPK4AcAVbHdQ06vaiymSGj7qtNtY1SrqGcz899800ZMpY7nXkzHcqVJYJuIlopIByf6zPBqAXuuw1rwFYhKMERJS0q6PsAKgR6Elgl+k0ox8CgMAohWNfjGGXZdmhLwRckLaXoFmyS4sTXPfqCAjonftApmFtTAHOffltMFkt48YOJfDRbQ9AL44ZHPQG+w2eN5so9vBd3Psh2EXXb5VeWWc7R9uijzzbs9kG7U/fkKHeWdeyDwB7BNYjHSqwEc0BsaUILjHNMQAxpEOGfANAAKDkDnu+ZEcF9HqsIGeAhQko5BxWOwBScisjsAdpWQniC9CFsx5t8DmUnleyP1oIeF4pxwJtthz7QPA9KtoHhrfZc93Gw2kvcIYfMPBCB/Bx+ySfSHsbTK7lWZ7a6+JZ634Hs5EqOxl4fGy5QTMLVXNSwKVBDuinmdPYCSpduQBJn8VdAWCgGXiGqdgzPTK6Y/BqtmeV7gMklKwhG8j+f/x3ASQ4OJoMYLQdACWBPwHKALMwpyxDtEXpnzvT//PnpU1r+xNmE4AsMj06MgpYRzGGGdyBazeUn1L7ItAA8sHyRqZn2BDND7T3Kc5hvmM5tlTeG1iPoRsdmBUg7F229wleK50FwGBbTlipB3Uu53xZd3GVKcIB3HPeI8VuqhTalToIXQeorA/0DqCpwE7cbzUE0I41zml50U+B77k/SLtjueLcZILCOSfICIetjf/u4pG/+H0A2yV4T+nY5U42K/dzpAEXAK29EPS9Ze4gWK1+K7hFqcnxN8Bd6Ao6WVOsK7BBff+U+kBVoWGofg6A/wB7Dcp3Vq6DLbxnwbjx7NgEdFEUdR12QrmqCQCr3drXITiG4DlTuws0RYCUyoTedx1se0CuAj1jma2Jg8oEbvc5PR6h0s9tjvGGnsZ6yX57LU179CbkgDIJABMA7WsBe5Brg2yzgk04BhkIsAYA+363W7qL1Pdi1tJuhbwXATtY4+oD+btSnndfhtvlW1GWAyIPA677UQMj+Os1DuW04x/GF8zsv+eI9/nW+wr+eg2lTqae1rLdXnxPhnXWW/dnyLpQ331mwDZn7tBOBwlrVoP5Gzbq5gsDtG5xtnVcg6aRacw1biloBdgcCr/ZbmeDiQtzj8Fk4F4vfX8S2By+LQ/JFsK31eWt8reef+nvt/q31f6t55sVmJm6HZ3bW/5Q1JbjfzcwOokceQWAu7C3rGPZsy3OMG6L2Qtb16327dDA11sukMCm/b2gbD16pl25uN7nKWALwH0FgC8zEFvrwNcAgMfoxQ43cbv8PIqUpewBbKsTc6vyc/Vziwlsu1AdkDNH+Xr7fnsA8PgytzU2+v48AHh80bLz8KQXsHHPRSeXXqjFbtENdMasLMS/VQB4BCTbfmcCZHAVo9OqpNX7igDwrK0HQOM+ZWxO5523H9w2Y+vWtsyixGtk+yz182xebep5ATM5PmBHlNY2B2vd4NbvLwSAa/uOtX8EgGfOZ64ycEDlfKwAcLW547P17+rskb5qXV6kmyy6XdND0gYMQGln+BhASP1POzEDDD1P6nyRfTlMsXzY3nSeZvnLgIAlAFyV0o5tX7N+mq1bgeN672FAwnKf6nfIvg7K6Wd7CQB478cORstiLa2zxkv7jVE+Zn/0fmZqYbhlE3Rx+dSnxuzsAUwGgTu41oMWKhDs8QIwaZWBeki2Wjv8N+qCs9kOXrevOhEFHnf5NmdljjWdx8WBDEBlptsGWOzk5FmH0SY4r7t9TkYcwRk5dukAhaOY7VhmLDDLs+lNpncemeHulxyvmltsYzoiAboYdBcgKMe8+4LyIU+7lOEAZZrm+M9g3kKvk3G7uEbwQKC3xxgMmgMHbfaXoFr87pTFSjMsZh3kMgLA0juxCStjW2fJyvkv1h4732RgfUKrlOJSYD7HKVNk42alCZUetDEMALjperFPnmtmJgLEIABtBhrKYvpIzUMBwyGL+HcTjNLf/YTknkptyWEyww9MNSI9ua8Px7Ttgm2FWOICzdv+B3hODgbuB1vTbDwESiBFrhln1AuvLwlUjP1GqnMBsDofeLlMqSYDqTWVM4B6yASgnIahgC4JliCNLZ/nfgXjUFL8ZrkQh/QuQSZwBdP2jACw55CBfvzNlLcQo0E9kPUMPsVYgEXOrAZ5jibAw7sAMAlUYuzYLp9/TFSqgdyNyZh6hDoA6PIDgLZd7wAw2MhOfe10BgS3W4rfAOVKkEYOJes0a1ugA+oJXaJYgzl8//bqH/98T+DsAQD9uwDTwAjOgAiCagR/ZcMWZ/HCVhL4F3u6sScRQJbdMQjLuuIe9BV6Id1TIA/KB5sTwDLtWLTMcxo69xhndr9//6HNO9qiasAgXegjdDHtG9nHWZ7mIurDNa8/Yhfjg2eQFh7jRSAN4HOAr9LpzhaWzgpEM+P/cwad1PdorSFILS82K88WZr/ABO42QmPUbTh0CPeijZhj+LudFZ37caf/hr2CfX2HM5cBFDJ1cwDAwfi9i3XjD78XGKv5rdT27A/moucPWPBxBIIuLwFg6w++YxHUFw3q0yMCAtLwMFhQwDEAccoUg4xjKJjBI9pEILIH2Wlv2VO88wxiMMo5NF3ekn+mPoco43v0EfahZ+UAwz7qzSMQoMcIdAA3H2djy+4ItO71AmhPPWA3uo/He4O2l0p9MUPZc9dek3Gfifoeon0O3DAAjGlHexTtu4/v/+nPcR43mjkAASPj1+PgnxUAdnBLH6t87y17rOrnYPaKnF/S81AURyB4DpWB99g7oKwGTFKqWKtLKugWxOY9Cd/HDWBDHzPwIevw/KM/KG2egilyTeN6rDWe63U+Z6Zv3+flWuzvc22mlmEuDvKoMsFbVbW31MCob+zzOA7Lv5Hi/dPVzwH+Mmgo10bEC7zDmjUDgLcAoFz3XhnAxyX/3X+7CUA8J8A5Ayu3yv/WEtwCWLfav/W8+7dVzpoc9pY/PL/l+D+Y/wzNmoANKwDw3mZtAZDLjfmhEC59fsvOXap+p7TvlQF8qbR/vOc37e/ZXfqxgd9mFgfH6CiOHxkARl9GR2PdLHsTW/u85vg9V03W1wG9QlT+ZQWqvBJsMYDX2oU0X+xfG1/oq1lgSpGHj+87t3/jc8cA4ArKts37CiB1qn6uOfxnQG8d9+rIrUDHqAeH8tH8H9cfv3DO5ElH7QAAbMt9C6A/zqBaAz7tsKhsoQpkLBiBK42sfV23s8v2++VuBgDP5OmqpxG4k3Ytx7Df4Lk16sNLA8Bb9qb1L3+J49ekVwZjcv7SjsB5lhu2re3sZiCGCzCQli/tz8UA9v5UTEOBK10WYv3Usa3nTkkP9P0IqK7pwaE+bc2buVKfAgCjhHGejEzZLaC3PT+kYB7XDYzLInVY6sHeXtIBl0a/MoALQUEKRqHLKeK2z+xC69diBTseaDECwBpn1WkHUK0L1xuQkgyIfn8+NwDl46hWgLjWZ/tXnUi1vq19w/j97G+3tToVuz4cZl7oLLDei9GuVv302rXmCLNcZ5p+DAAm048OW4zPEgge28NxK0Ckwd+6rrbxTUYK/7YnddK4CtC0d7aiJ2iDz1qc2YhapIMzAOK6HRUEIBELAEymJzVYa6YMHcFwUA7sTpfLNT3BuaUuAfCIOvOMP4ICdIBiT9b12rpR9d/n6cJBi/7bGa26BMa4PSPwNoqT48WpImd8YxId4PuwJGIfCvjS2aR4roI+1S5fR55D6IrbZ0er5tGTnMPx30046P1p8zvTu+rZBK3R12LnCMQN6YJtL8Gq85gCeNDcFujwGGAOgEMwCgEs+LxIAlgA6AA4EcBTSmODjdLLBIInGSl8ti8YkgCmOWa5PlNeaT85twJYoezpYAe4whyrKj+uOHMDgC/0xWeYsh/JroXHm2dXh36RCQYQJFLMwmbffXhz9eFOKWgB/uJ7MiYJ2PR3U5HWxDD1R459AVy+tQUQsLWATQVAoVdoWwOiog4AcGCyUasGR5SBJmALNSW40jUv96qwhUilLcBVASiYMwTCDACXR27ifOC+50ymYaZfByDkZwDmQW8BuNTAEtocMA8xJqXdvIeAldJTO7immiiS9SCX1HfbB6Ryxvm7DIAIOQEA0ByTtPEdxhj2CufY4vu2B2bfVO/4boAUuF1/8gxZgmmwt5go2f8GYL1hXdThfPdrgB/AngTyUDfOqsV+C+c3f4p60Jdff/l49ZHnav8uyo/Us5hfZB/KUKBPAGghQ8iaaVUTtMHY4W8AgwHPtXO19VzKA/M6heLUxnieTNeYk/f39xIY+hU/NB9QF9okENJnR8tmQLYYZ+iPQFSBWh1QtVwNTEvHekAGq2OAjVjnnjcA2w1smwFe310RpKC2ZwAIAVvZDTFMNQe9Vt7dxQHepLA6WLYrNUB7Zk7AfotzHGmw0W8Arcugm2bryerPzBQhI+gdbV7UQgA4dPuPf9D5o5xzCB7kmgkwSsEuLdtANsVpdzUICfpqQFqQnW0FMliAAb/86Jx17dfEOk3sNGWhtnRwTTaKLOAo+BZriUHqlJNkWAJ5Ie60dQ7WQt+ZupoBF5ALGo/xAXu6B3SxLGalcP8EkOMB23y2JwFR7TFCV2Li+Jxzs4Cpi2PvtWWinj7CJkWKcwlSbVCKc40rbOv/898iiASlNFMteYJp77prFdYlzsOQM+1FFOa9gvWfgGdmD+DoZX+836L8kOUB5RCQ1p6C9w7ODO3tNL9aABnLB6CPs8R5DoRSqMd1rGNiD3d7ZkY/swZQHrIJ+EXrkPZfPjJgzOLD9Mq0Q07Z3M8dZnGplONeezyypbUJOoKxpa2PMSnvv1UGCi6S7lfgu76vcE5HsAHE+PMH2Suf94se2rVV11mPKfJ11PYP6tQcAK8A8IFkfqwL46RaG+jVXu1G+jCbjgOI36Xktvq35enaer7NuL4pPkkOe8sfCn0FgCWQVwD4JG17vfmZJbBpf8+u70x7cnZ9L/PguQzLZlY3AOSXaXUvdWt8qzNk1pbZprfeNyu/2vaZfduy/WkZcwPY7aRBKm5EsxHPBwCrQKe06n3cCyHsG8ktAHi5gXZ71sveq5+XAsCHANLW/Nb39Z3JL8gevebszO6NTp59Et0an+MAcK1jCZ7ZgZcv4gtgupa5Xn93xh2+PK7pV3vhW9TXHQ7DO2gr5hQA2G9efFGng6wDU6P+nQoA7xuz0++yxL8GACxHVY7rCwHAnhse7zUAuDkF09E/Mn9ngOpWcIIcManfk1eiY6NzDgC8DDrorMOTtGADAEZZs5m+ZR3chm0AuAhqAIBRxijz5wCA69pqB1Zr78QZZaCJ69jAAO7nZi4BkDUA2I5a6ekyDZ/KX6Z4drt8fXQ87fl7af/nqfdnIHDVo1Fms7bv0bsZAOw1FKwsA2/j/mdk6lJWAwDsa5UJLGeiUhJifvoMVLMlarmL/VXOY57NWMapjp/765ShIxOYck9mpQBOnfuqcRYiW8/+A+PRumZWaN1HtpTAyW6pALBApH5uo3Wp6Td9n33N1frUM1fgfp8jSuAV36WOqh8dAK57owoIH4wZ5hLPNO9MYhPoRr2tADDPqBQPlWdz4idBihwHOLTb2ZoJwHg+ff78SEdrBYAFWiBtKUCYBEoKaxnXMS62cwTi0kPuOh2YwpTNCRg4xTQd59EOsagE9qKMJwCZdFQH0ELmHEA5gWWQMR3h3o/AeZ5tGvcKAIDxAcz1rgBJbFsN0AEgkVlfdTZ8tAWSAAAV3xmspazIaBPQ4/NWa704y5v3QG4EN+LMVvwIoO39+zfxDw7xkBlAWdgsOKzjMMrG1uZa6LNh+56aLl2xAAAgAElEQVQWrPJFOs1m4ASiv422AigEqCfmZz+nFKCVU/iz74mULs6eBFiZqZVd/+cAEzFX6PjH2AI0iHYAEDBzU6zgnrK6z9PrcLS7/Trflmqdc0cALOYtUhYHwBHtB9gqFq4Y+gLYBCSCUIsth3F+6irxILNADdT2AAcy0ZBeHDqTZxCjHWbeQm5kgHG+CpDEB7oGANjtV5uV7rqfi1zY2AQfcv1hKuYEWRDAQRZrBl7AVuRkUXnQAb1TUebxDwxhgtcFbEZab3wnuwJ5Bdgbf/368fHq/tdIrfzuNtLTqt2UR9SLM6HRP4C/tENxXQxv2GWxgyEHqAKY9w6yIPu7o1wNTLTu4TveH4K8DxCT5xFH+coyoFSqfq8azxAFsF7nyvIMWgF7BFZ5rqzmgW2GgxPEPo5zhXP/ifb6TGjOdTDo6eMQg5v2OdYi/I75EVR5ArjvwragHoyBPt4HdoCXg8B4HMlQbVeggsFemBgEzFBqsGVRh8ayn3PMNiTrHet4BYAB+8bsv/pPf4RNo8Xm+MF+yN503WCvCgAsWWVfmYJbPeEKFP8jwBX1Pdx3ANg6TpAzJhV1kPYA9kz2jnLMFNUaW6Wt97uBx9ep+3UGsIDTd8FI530AxDH38mbsB5AGG2mpMQfJ8MX8jrq0N1QbOBK5NnG+M3BCdgAfkuITQCbbNNoJO6IsCVEnwcm+87ZOhZYuZJODLh2DHQkAmPPkrYIpb6DPSEkd7cTc+pu/fbj61M56wPiqPKd8rvuNuhfl3iMrcxAK+5HzXZ1SYEW9bhst+wqgVusjqrWNrfsJr7drADDKduCLAxiwh6oBH6y/BVQpAKSuOR4Xt9M/GaCQ+tIDMBRUUJ/xfnoEaEfZeWyW7w8ZMBICqO9vvnfmb1i+M8AuhV2MM38//HQTAQzQK6yLXa+YiSPHxjre2nIEAFawt0b5FQC2xH7Qn+Nm/KAb5wKcx56roOVW+d9arlsA61b7157fks9WuZbLVvvOld9G+9pL8N52rrRjzaHaurfh5770+VcA+FwFeX3uOSSwaX93V7IFCO0u6Lu6cS/AttboredfurNb47sFAI/tO1beDNit9u048LvXVa8W9XLnAJ/rWuufHYsoS5tZnGGWZ1glMJY1PesQbTEPn1tfjjHUZ4zjtgHPhW10gPZ1cd98705p7tr5uHVoxije0tfDwdjSm70AsMpprL7s3lJ/elmKHtcL87EPGSh4sbMDtTiCZ8/7pX/GAEYR4/XdDEr0rTTV9WAeMJp33MikY2LLPhw404eAl60MCU3f8rm1+58bAD4Ys2SMaEzk5NUngZCB+VSZt91OFEdI61jXT6gK5E7eWDoWjoGjHhePQWWdovgKOtYXcjkBDudFHX87NWqK/T2GbgSACUgU3WkBA3RK9fneHGGpV5v7Xp/xZEZgmT/Ni1AaXPu2KzyjnLlmm9Tb2J0+lo/AhTK+ziCR/R8B4E/Nfi6BzHG+dAdhd9hXG4nfDY75WdmT7uzj98WRpGeW9VZn2Ji+rTrQ6nyvdtqirs6kUV9m94/PrdsvpUOtDmsxIXrwC2cjWFkESQSKVOZelVstp8q8yRL6mWPU16jeIzP4Wpm0D6bHwJGXjtcEWdp0T0ZJ+5vAicDdUc50uCVgyL5lm9i3TLuL12uCgnGvGZSVSWon2lM6YZeBXgJb4ZDH0itmzBLMHdtp9q/a1pm9TVZ5zSzM0cnY9JXgglNMipkEdzvKF1BS0vlmIwDOuR4DMN6n0fELm5cMNre7OkwtT7Wh27/6TLt/OHNxMc/IqpHt6gES0EUzgDMFaQLAuI+pScn+6zaCZ1DmngfjZGYSZQaAIvUPjnp8cLdTd1r2o32eZjmAU73YRzJTU+/8E82qYATqM2AjMAGyFcsMYAtBHJ5Z2fUWZemZYDfVM6fLPY15lx5dAI38+Ezl3Aa2fWWCJ5Y/5QAgI0FT/+3x7voqQCUwF/aVaVdDtyPhqc5xfQOw7PPVT++vr97fwZGP8Yx+BgOQAXB2RDf/lYAD74t8Jm1lQ/mMS6dthQ5/jDylaIfSqXYgFcxdyiLqVbreBDQTuDGD0o5vdFe2LcAHsBZTpkpvLlaY28Z9IIFbB2mY3SnWa/3OzFvODYKZSEUOEM8AkFiEkB8ARgMod3dqs/acJGfzA1D2NpjGuK7vZJs4xMVe+JxMfAV7DcYu5Y9OxLiM7zn9jPXcVxNs6kBgTZUsJiPsk2AsyP06AAYyOIPZyD0JmLt4HjYVNdN0C5wWcJf7/bS5PisZicMNkrU0uOy8OGn/8Pf3V7/8GjK8+ylSQss+AtNGAMBDMD/JnI9OAyS7CdYmnlNK3h5QehNMZ6R7ZlrnTPdc9Zu2Ps+6hjQYXBLrOZnutCm5J8ifnDsZvKJ5pEARAuhtHyLAG6AWAe0GIC4Zv37G6yvKMvvXa78DSpTWurOqzXRs+wAij2JnQx6wS9Az/I3JZla9WI99vy37+JnnGPvMbY8PAjcQeKOAAdhNzDHM95G5jD2SU3nLpnALF3bo5xiXv/hfA0hOEBQgNtnZ+R7E86cD5Pd6jTGQbcdxBwL8YQaRBh17ArN9BfRFCuN7Md67vVVADxi1Zsu2/WLuKRkkxTmEVMgYb9kiLGOIxeE+Ae1oQKiCQAzqj8FOCkTqe6eW3r4FkkrjZN8U8IqvUKeYs/p5TaZwjhWB4bBnMf8dkFITZRiUNAi52HfBXvj9s7sCaAukawHMe68f9f3Vnz4GEJxBUAjaie9Qbj2jt84Z/+4xxN9MmT68m2AfphTpCtyhLlLusqUo3+A6vmMmC87i/hFAris6b72vv75X8leZtzdguGudGv0pzd+QwXK1T+N+kWOU/gMB4Shf86nOc5chO7n8nm0ua2vdA/s575HxNwIkbNdHeY86xzCuaB/2PAi6uosMHB8+AEiPchg4gfamHUyB1vefWn4ZtnZ55j98BYDHUfnB/q5GYtr0LYDvXIDTlW2V/63luQWwbrX/peWz1b5z5fcKAJ8rucVzM0O6XGT6Xy2dWHUU15XvWVq0LGSrfS9Q5WuRRQKb9ne3tIrS7H7m+79xC5DbAji2nn9pCWyN7+iYb8viCnP5WHm2H2SwDHaDQFOqyJwhPAfy7E4bv31+AFgvKJDHsn1bAONpI/i19eH7AYAPo135MpIesDWgeVu6W+NzHADugIedXenMSl3Vy5BaIQcc3qrj5TEcOsu5sNYO1T8Du3F9BJC/BgAM/aZrKuco+zHO9x0A8MwWHDj2nOdpYyBHh/t4+9cCgBfMN42cxn4TAF62uK2GFWgo9q8xeUPufQ5Ih2ag6gxktaNvBIqdLtq65JYJYBKDzNp6jAm8xvat4MqlAPDIYHZbF3XAj1gAjhkADHZcW7vSiUX7sqZ3pwLApkRkebXdswj5SwDgEVSrAHBzrp4AALs8i+IUAHgtwGQWGDLWU0W/mkmgjescAPYZmd3+ClDAp5/d2G2ZQeTqEFs4ItOBRmAgHb61nW0/NACEckBXANip/Pq+d7SHY3rVcY3j/aUNBoABUF2H89NrN9kqAFG8DpVzGr0PgmOZ/Sl2nIwQOjzDIR3XwSQjMJBgbJtradtqGmeOJRgrpjnlzXYGHgOA+xw24NsDUoi9EaSCY1HntrZ5mwAw5g4ZlMlQo00k4wXtCedzOMjdPi9i3LdlmdKVZJeU9WchmxIgMY4bHPwVzJJNTkA46jGD2QxgfD8CwAYQPYYAKODYNzhnu0lQJpmg5DsSqIg1AduMtgbHONKZr73pIvAnHdleAyyDg3196nN1Qs+ChHzGLPqE9tIFjDUjQVnWA13LvXJjU5J9FLoWAKbZwzzDNO6jI73UjzYo3bdYlvwUwB0AtJ3fcCajPjutZWOwIIQ8gwkI0ICPh4P5HmlXk13HPVpI8l2kDPkQgBvS1gKoe2RqVo0hxAtHtT7az3W9lLPetl1BHBoTASbaLwIwQzCIlh8FV3TgRWd/GtBB3TwXN8+FxdRCt6VaPdWx0kMreMIpWcvyZonxuQ40aR5xK0cApwMQNYU39O8mhEbGY55DKqBTKZIBOFMace1DgOf9qHPCUwFuPbA/sL08czkUU+m3+3w1eI1ylBKaOGDr4yEArNTSdR6CIb+w22DkhZwJxDZbp1ThSLX+LpiETFaQ8nzCeb/oRwYgSMbQI3RVbcIN6C7nROiTIEKBiRhj9wPjJeEi7fCXOBP449WvjzE+12FPQx/exWMIPkCaYTBP8bm7BVMYkwRzR0xufBQMACDx6eohkD0CX5kiVuOnIBADwLimzA1csBZAFHSwsejQf65tCWwnA9ZrpcBfAHeRDjkYvXUN7edJi21fbUQH3vt6SSAu9EfpeJ2SV8zgFkBkgCz7hDIJvIVeksFrex39Eus9g9iyPPzN9QpjzSARpdqHbj9E+/G3ANeetn+hPwkKe8/bAOCY5z+Fvvz+P8RYYJwTRCMDnoEDYr+CsYx54g/0hRmtyb4HAJxnAscXjwEeQzlw1i7ajRTQOgtdz1uPxndxBQb4DFgH2oQckUK/xO893KtdUsEOuTIde65H+E62uASxhL2pgCnvZQCV7KXkhTZmVoMEgLsexm+8T+eI+wPgu50lXTbYjw8OUWu3Fvkts8h4DfsS9pkAMMBYlAXgOX4AAP4Etnv2ywDwyDxFBXU9dIpoygO2wXM3W2KAF39iTXDWFfyNssegGqSm7iBlD8Jxx5xpx2uH53//HuPZj3jo+qSg8MYuLvuLKr2676jHAPlIDga/JIjtPvfxU9AAZFDZ4Vpblhl8xj2y9zhrALDfIep7OwHg1MG72y9Xd5GBI0+fCH+JeiXbEvOnCSL3aYP7OMWxUKSZ//AVAD6caz/UlZkTadGBbw1wfmtpbgGs31o+W+07V34XAsB+MT7OOuuOg7Vm2vm79v3MUNV7t57fZEKcK7987pT2vQLAFwr7B3x80/62Pjm2bXWmLL/wm/0PjgtvAXY/OgBcN6prG8/Z9ZkWHLO1JwPAqT8ucw0ARrQ/PqMd3bL7bX0oBrICwL28LYDxtEm/pk91o39aicfv3g8Ao5/NHbdweLa9Op1v6SDKhW0GBBxr0Zq9qeVUIGFk1h2WfTg+SwD/TAA4Gb4mEqm76jtewgEAL4GfSTsoq15/Tc/UZbo0kFsA8FoE9CinGXBTX6DgX1ice9eHXn0sAPgoc4/hLDL4XAB4S+e3AWB4/xCxno7QU9ed7PDafsmgwCFAPG/5GgBMx39p27H9Xz1bqgHGWd0eEPbgHvgQwRyKnz5jcQYAb9W1p+62lxwCCxogkvq2BwCmPtZpvMbENcAe9yMF6dFP1u/x7k57sS4sA4/PCJZU4Ls6TD0PDQCPEPToaEEbHWQi53U65uBQhy4nCObrfV6rAxXoMSin692hPrUFUU8NvnEfKkjpts4A7jW7P9r3dcavBqt/PwLAPRjCdZkRbAawxxfXDQo04GhwqNX+UZYJALsMp4S1Qx3OrPqh/rV33c7u8fiyTLCqZkgN9TdT9CUTkLvpYmzoOE4nK0GFTHFJEA3O5Jy31TYTyMpGvgVDjECL2KtOsQpHsplWcJiTFcW29rML3c8DACEd89SnBCPrcxUEFuN8stbC1gDwAhzHujOgJucnGIkEMoCGJSjwALAx+tLPIg7Ha7T3ieCZzh2kQx4AdbOHea5eS+3Y5/8IbFMXzFbJ+abxFWPT54hWHQdgg4/TJqOMGQDseSrWXA/8EsMqzwYk8OM0n2Jv4t9DsOkAMLTxTxY16hWAWlllAryfeLZrAOLxLYB+/FJtAhl80XafCd0BB51LyDGDMzjZQgZ4ITMCg9FOpbpNJl/uix7ZvzzvkDJTSlqcO1r3spQ1AhoCLDODUbLR/WCj0tmcjNbGoua5vgIdULbBn858CoZlAc4IemJ/WtZWnF9Itm4IhWcZI20p5RNOcfQPY5C2XmeUdhYgADfcT7CS80WKJqalGHP6HcxMjlA/Z5TswA5yLVKeR7mSm5iokDcZ+uXDVKgtRW7WC5AEgGK2H1cfA4xE7ICZurgGwNU/mQ4dbMU8d5L1IrgBQGYiu0r3rL0/xq4DwALgrEvaK4rNyh1wjA8ALzwL1qsCBJDGNVmJIV+0L3GrVo6yKHQ7AL0ECxbydRpef089Yg5WtDvlCUCKDH3IMWQIoDbacG2wNa6LhQ7mbJSbNpv9SOYxU9nmfahXa0O399ChN1GGzr/WGarEjfMd4DFu+H///HD16z30LcBwMKvBRA2Z8NzPaCHGXwzgZEAjhie+R1/RXgflEPxNQAb3oi1mKHoeMXAknufIlkAKtK/qMPWTNlRnEDfQMG0+xhMAsBnAKB97ADCMnfYfAL/LETs5U03bTuZE8BryKVJc4+PzgzkTMJ8pU8nN/cF3DirqtjUB65pGGPawBf9o/mF+AUgji70ww8Xi1JEFbW3LdRVBObClrl+BNdHfGK3/+Me7q1tmolAKYgdcQP9h73RedT+rmm2HfSEgGvMqgMsbnpkMAFvf8RxzrsH6u8mA9t36g0HS70gJ7vWvnjHsLYT3pE9Rp9nwFHb5OJhEAH8Hfxkjg3nQ/OjqJ9eaFszKkW5rnkDnHtzClOVtn9xfEBlIkEBftbfHAGAanXw3WwR9I1An9Z9TGC2I//u//sshACzdnr/PU9ewjqW+eU21LjfAMsfFbHh8z7U92zb6YZzKn3qNtPZxH9YlB83wCLLctyP4qe6f/XsPyO2gq8Dmyp/2e8DyvYVs45xL1OfU7c4cVkrxWSC998L4WTMA1QAdq5LtDv72GeQcFxxLkPtF36sgqHH/rr+RlP7dzZerf/NzBLpgbeKAQsgYW2fDweYtF+rsbtkKs5wsXoE6+XkFgIfJ/1v4c3xhPOjTtwY4v7WQtwDWby2frfadK79XAPhcyS2eGw3rWKgNLa6/AsDPIvIfqpBN+9t645V8rXuDx90L96mO+O9Meq8A8HIAj+nLKwC8rbzfCgCeMSx9TS8Y3xYAHiW3xjw7lPDXAYBVr72ACAXPF562gM4BYKfs0kvNoTFcYwDXfhqAsVNhVtapADBebOtn3MaNAPA479cYu98aAG5uvJ3MY8vAKebWZ3BG4A8Axnh/Aw4NQA4M4FMBYKtMj0xfRkxjfzcCtm7TKQAwHJ7j/WsA9HgfZ0ZuNJtjIFV9TR9GYHUNdB6It+raEQCYoBSc+88MAI8yfQ4A2PNYzqoejErnqsE3A29wGJXNvO3KXgB4Zh9mAHCbD8OLQ3VsVfszgpiXAsAo2w5f29zqyKrtE9jWAUU7/Y7tUVyWuBH9MwLANQU072J0mEBe6Z/2wz6Lso0DHayHa4HZwHAiwuE4kydYZFyLAVQBAjJIinS7BQCGV8260Ow4z7DVpDMAjN8rkwhMEDsCZzLqfcizZjMN6TjeBmaX50oLADYAWh2wfTyXzlvdIyc6PwDEop/3ACzhL4ajMZ3D6CcAcp+RDBtEh7uZo3D+EkyTU7WmOfTfTY/Q0tisuq26V2kmMaZib6Us6fTvgJUBYNhjn6WLp8wAdplw7lY7CacxYD06Y5NNiyo8jngeAHCzX7i3zf1oVQATTkEuB3yCS2As+nc6spdMQAgVZ/oCQGPfCApg0bCO5tmXljec7AkMUQYGgAH43QWAlAAwZ0DKCHJwWlewdxvwEc8C0IY8b27u2H+x+QR+EHyJbqAvfsZjhHFl+mIAlGQiK42rWYRvwrtMR3W2l+sjdKDYSwQ5EcOmbgSYgXEiqBVpOcliy1nMedcBYOsl2UsYI+geWH6Ym1y4cq0k+1AAMOwAQDeAtGIHFkAxngfIK/0UI1DMSo2/zmqt4P4SODWAS6A2cZSHaA9kq1S0BvN7UB/EobN1k23t+RJnIzNQxPtXgAfJ4gWDVefVOqU0GOt5pvYCIIEM3kSKTzH0wByGTQNoBttAxhmBtEgpnSlklY1A54sKiNUcBYAJ0Bq68fiEtN2SH8EqjmXIJbROZzKj3QK1cQ26LSA/id9RrlPXAqjj2OBQ0ShLqXLTNg4AMHSLJ8NyDWbDrm4AwtM+pW0KoWFsAf5/jmv/Emmg/+Gf/jWYwKFLb+7YSswJjDHYy5j7SKNtff4EFjDGOf4Dw5OBJjxHtdi/+A664JTLnhMAgJmimFKH/irgCQCz9YqgJO2lAFtasgS79DvmoM4SNkCMnjHQg+c1J7uW5wyjHForliPA0mfSat3s/QJTmythu9/AMeWHuYMMFLApA9Ct/mmeKGV4fz8ymOs1BffpDHAH/8gW4Jm7sEs4txkfzsXcu+A6AlWUNhvjGvMy2vA+fv7+P4T8YBsTtLuJABWIDTr2EGOgoAOnIHawHIJSJMu3BIAFyPndQcCqROZUzyk+jjd6p7GRDVbAjrJ06Nzs3n90AWXgGuaHQW/KFPMmx9jrBwDZTCRBkBpHQlT5OmuBWpd6iqFEan5kSmAwjt8lBOAzu0HcU9dSg38YKu5ZcxmB3ABmWzfGI0cq89htaPM75xmKwpTHVuu//NV9WKq4knsAr31b/kqec55rnOfvImNGeU8x+5cZUYp9U3YIgaYGgCV3MeyxnvY+dPuKuVhtxizDxgj6toKoG33NaIGkeaY4M4hEJgszt9u7QHkXqgHmth0ej7bux4XKiq7y9PnckIvOcO8AsFn6LK++W+fRDgw0Ahv53adg/r67+umD0rNzD+st80sAwNGx5U6+SpSavuGBfikAa2zHC/1djeYLVfGixW5N6Isr3xr/iys4r4C9DKXzSt/x1MzjV6/tldvW/Nlbzo4mn3PLMsbmnBKOP1P2LM9f+I4StwDeHUXsuuXcfn6t9u3qxBk3vbR9utR+v1z7jq2bdcn9sRHeLYD3DJV51kdebnyfp5nVKe0S01eqPzeBmENn6Skta+fy5UPjfNqS33hW4il1X3pvBWDXytqyD+7fzKGMMh3te1j+vvm95Ux3HfhZGWiub/YS1PSEZkQvw7OXNKmP2jnqmR1/C4ZdRiULFJONssNyXb7Lb/p6NY80dlvAuDrls7V+jutkSwc6VLJIY5lzq+pI04c00WtAbnOGl4bJmZEOniPzdsEe29jfjf0e+0knAsdLumCnQNOR3CiPTPYRsF0yyw7Hbny+OZrh+J28Qbrd9bsK+o2AmsHSUSeOMVzd5hnDkvOqgJg1HXOVqWTXwdsxbfP4njEDWuu1GdN1puczELi2eaxn1Ks15vFB4MeQqtltcbI5OeT1GefGzPYcgOVD+V0fcx5k0McBgAq9nbCbmx74u8LY8VqIMSH4AUcTHfoCgNmHtF2j3V2Cv7q5zvvR/jeZbGzA19aNPbbtGIiovkiGte3VMSWZJgNokGVd1+zIrs41fz+2wffAXa6+GchTj9rcSRPRyklmSQVvzdqtqZyr/tW++HfLEwEIU7scDQCIAW+zQWc/W/vZgDYyucUuqzZsxuCtY0ZAzLqVtlxn4lnPOhPYz7l8t1vAp1NFdn2TExjnWHYg23Kn4zic8W/SGz3TS+7ZoiEcfzCtSpppuPOQGhUfMocLCCNmXzqZE6Rqbc/7AEShi3QEF90fy8F3BJOiH3BOm13e4gI4vw3oVABYjlE4YgFwoQoDOY29mrrvvuOnmLfa62DszAB+DAZdG8uc+3puqT/VgSuytFikS9svNp5i+fQ82slzNAPgQGPNAG5zEh3ISYFazbQFkErnbVx8CFYgAB6mtS30NABEmGcAc1EXgGn0xY5klMXUqwOQS9uQ9/n8TlyrqSnRzjaXMo0nyiU4VvYmaCPGEiCJ09Vqbe+eH8pKloiMUaYMjrbf3gLFyL1HTgzNdbA0iX3H9wIeMWUd/NHXFdsXjKnmMwFggq4GyQTWKS0zzp7UBAQb3yBxZ2uizQV8SdCU60QA+EmSj/kF9nmCFm/A7lZqX4jF8xv1AKhg3+HIT6AXKbGp+wB2yv4CsvV89v1j+lRKMIF2Mb5pYhoALEAXaUAT+C9BZZhnN3FOrzI1UEvZXqgeQVvqJtIJPym1N5nhOp8YwNLjQw9ecBplA6GSOcqAjDGvMaaaC7YBAEt1HnUySnNjJDspYAcf7CsoM58/ynTRHfT0Wo14gPuPn67+/OdfY35EO2N+McQAuU4z/TLHLfp8G8EPAHYf7mGbcIZyzEXMF8gr6iXTMtcLs+05H2CX0q6ZHa22VaC0M305BxNMxDhoPNmt/BQ7BHAxGazuOzMKZApogM4IMEABXp9Yb/zDPdANzMPxnGHZwp7dwGCzW1Df51AuAFl80F4HtXA+J/BV318MkFF/MwAH9QHYho5ojvX1AWVGJF1j43L+x38/3b6NM4AjPW305eEB94PNftekhOGGvqEeAZcK/ND8gkAFmDKgIHUD898fXAIR38tPTwustjHgJVnMtuPUBZanf0+5PlFPMmisjiT0BgEhsAVsZ9yHOePPI89/ViYB2SIHr4B9rmcYi0H7Kbt1E/YQZxx73ihQCPYygO7QF/sSjFPWfSvncDkywr4Av9sYAGaRWP9SMZHBjTLAMgQBo5z48Vd/ur/6BBuTfarvplUODgad7YWVOl2yMdh7EKia+5u6V3BAzZgO3aC7slBITn3/3ucJrhss7jqhsa/vQfw9AVzJsjN5ca8Cvn0mcZxuH3bRzxtg734Q1VRBYK+hkL33TczkkQFVo//pUwSuaC56zcB4eP/cbWCXlXUemVierm7fX129D/D3JuaXz9fmmGLOIMin2BJmSKI5WRioNrQ9QLiPtnwi0g9/InD5FQBeTIgf7I/ZS+SzduEbA5BrfXkFgJ91lFcLewWAn0fOK3Z6s3BvgjZv/E5veGn7tLYA7hXHy7VvvjCrXdVjfuy+vb34dve9AsCXyf4UALg6THutrwDwnjm8Zieqc4Izszgr8HdP99Q38JJ9n7fFB5jDUkCVIwZ81qaxL3sB4DUt/F4A4EMA+jQAmBI/YipHMQM30vt3tbWHUhrHoI2/Hf1Z5+iIX1BvW1oAACAASURBVBu7k5m9CaAe61v9bq07un45ACwJLdmsngdVen4ZxctpbdPYD39XwVqUMwOANf8cBb9t1+y8HwFct3MNAK79OAbeUhJF53DvDIgdy7AMat/XmLwjwL0GeM/6RDlSxzVeM4AdTL2ZvI8BwB3IOhyDcwFgt78ynI+y3QcAODvBH+SjJMDhVL/jzO6M70xta4dTUdA6p/euD9LRblPqcwIGDlNDy3YdGi/fX9s+shCog6W+ugeoAHBz3GY9y3VMIJZ161hf5UgLmaVzqeuwWtm6sRMAtrzGOpv+TdubjsFwQLq/B2ByY/D0FH8LJ6RZnbRPSwC42a5hXJZABRaQZHvmfRhBj3yt69AmLJ2ZHOfCBhYwEQBBS7fc2XJimAXQkYyu+fqVKa3h4AzXIYAZ6IIBHQLA8R1tAu5IWaHfBsLtkLYs2lxMNaXzPz/V8WjwQA5q2B0xST3OnncGI93HNv8TLCYolUB1Z0XJ3tT6/LcB4Hr2JvrHc38LkN7brHNWWVZcBDuzz0N47g9ZztbvNt0ARAD8BZvnXaT/BhgLkAS2h4zn5bjhefSbYKADVJC2OgsU4zbaDITN+hBM3Mq6RpsNeAJgQn8tUwJwAB4T8HdK6DX7UuVIcI/n7QpgwqeetxhwSHdsB+hD8CtZjBxLAhia/3gcDPvrm3iKBAax86BzBFPyTF+qBVNAg4XnkRFghBLExpI9RWLZ6wD7UIcBFxVZQJkAAZn6N56BLMFQxMfnnH+OdgOAAWhW3doC1QAAi50NmTrVM8EopgIGC9htTBDJ+pkACBz7UnUDGAIdyGrNYIdmPykHybnZMNQNvTBYkXtUgpP5EjEGaABIxfMAnW5C3u0DRz70k0BVX48A+NzdglmMuel+AMyGrJUG++49WMMaS1Wb4EI8YwDYZwi7P2AV60zrNPy5r2i6/SXqjObx/HEKUvtCjAnvwZdkLifzPsboNtr5+DGYwH++v7qP658yYAKt91mjYCDfXAf7Pcp84pmsTzHuPZDiSyDJSL0NfQCQCZukM9rF7Ebdkh/Y3h0Qlv5LF32P++rzWQE6AyxHmT5T2AxEjK1TfPeMBEoXjw/qArObZeJvB37EHygXcwYpmWnXUkekhwjakd1CAAJtDWz7sH9ozNW8jvLF8FWQgQFgoK7ql/aH/qDPaIcBYMwrzJl3yDsbLZZtEGubwSacwAF+xTh+CIDqf/9D2NeYw5hvGjbZOZ13C1uDXmluiGWPgJtk+2YKeAZAcD6mfmTbYQ3cv+V7o9rP+VNe65xamBkBED8Q3yG1f11f23MZqEANxdqANkPGsIvxN1nqCIaIcqBvBoDRB/QF/dOZxdwetLlNWxiic2BJBUqRsnz5qWCgQE0wjll/3IshpT0hwKmfHMMSuOPVWeduK1Cb+hyq9WsEVv3y8cPVx/j9U86/WXA5H8wU0pW1W9tq0NbXBKrK3tc367p3MgCMeckqck/Z2MXY46SdMABc6zT427JTkIFe9zG2q5i7si8+QmEQNPVY7woCgDVusi/WCbPlDSB7r+q5aRl4v45gGJo07oHKnj/BaNg8lQ0GcMmCkLJgG9JmSzYY+8er3/1PtwSAqZs5VZUiG5kA1DM/h3E/tp+/HADeC/xtMRjHEfnO/l57GfrOmrnanPkLwjO2fq8ePGOVe4r67gDgsdF75bY2f/Y+v0dYF9zzCgBfILzy6MT/s6vgsrffdf/3dtOl9uml7fOl7evyHrdEg8MPu6V2qW6dXgHgl9TZrfF9af061je3TS8L2NT2F7T2HKO4pS92JOiPdJZtMoSPS/dsBvBG/e2M4AvVeyvAYGt8DxhxKY5x3Gv6R9wysoXqhl1FdOBr6fTn4DShb7VvfXS2ATA9O9GZUqj7ObajO8EV5ctWp9MfeyuP37EzVimFyfja8VP7dujAOF0xXMboqKMUxoWyzItjYzDqQRvnHEKXu6Yf9Xm+DDan/nJ+HoBddMhIQiM7dbzu/tphV7vq73StAsA6F3As32MyimsZaNAZW75/DETo8liO46gPtS91nNYA4PX5cPiN5TF+YyDUjlbL4FjZo51orA46SXv0+eLFvTHI5Vyzk23GAh6jxa03Va/s+Kj9mjGO+xiG44BO1mUGgNrPYwCwnEpdB+tzcO5xvMZtTHEiSrmWdmqpj3TzL8S+Jtfep3SOlXLbHEt5s01mqmSFdW2sAF+tfLThy/VXd3Ybo46vldsd+QmYwslcAD2XdahXXaB2HrEd6SCvzt5ZP/pYd7kbMLIOWl52ZPv7agsqUDGTkXMfQ28ry9D6itrZ7OJARTmjPWSd6WCt9Xwa9WiYnACcxvGq8nCGB9/jM1rVHjGjCKZRVY4DwG1/lfaS6XjRbuh/nglcm6d5unSqVz2Rc1C22G2WQzydjmhb1OGUj3pW7DrdH+69ZGa2tYspqr2vEBOL6XzhGC1MXzotC6ej2iWNj52n+t1lru+zdL8BXdxvJrHYKQIUzYzV+X5i+QI0cspF64ZtjgFg65NTmHL8EnCpwLBtugEygzlfGCQgwMFAFmTbMpukw5ryb2wh9cGfrrPa0zXb3MCVDoYj5alSQisNcXMWw1GS5QNsao75PNeV/QYATDA06uYZvfEToCRBII1tZZXiGTOxCfpG4wTa6KxYOrIBouZ4kxG/SGm5tM0GfyXjnsIbf/vcQrQBwLxBrdoelI2UqkhV+Tn6eHsXrFTSUIW6WNcBIvHc1wSAAYHpmF5cAAOZPeUcIThMsCkA3QCWBMxj3iHVslIVSw5K5frwcE+gCkMDwE8sTNkiPEMAk+hJ9j3aJnA3Ge0ZsAadgSyVclnp38e9oM8NpXx4li2AZ9k8OPkBDikFu61F1x3JuL8HaG+gc2xp4yGfBNStin2vJGDc94DhKjaqwCGkRoa6ABT2mcOaX9Jxqj/Ta6NPSJkf9zImRHsUgFUKNAEoqn6bsSugE6CK7mdwSYJjuNf7Ee873iTDrdk6WLEEsNAmA6eea1/yjGWkFv4Q+sMgh6jrv/1jgFbBJlXy/v4G5fSyuEaWM86yDVCWpgd3RnuhE5D0XZ65vHhPZhsUEAAAu+7NxJgWI95rJGRhZjnKEXCba/aw8ca9YKUrdTnOggbg3O0KAGA8LxBZ88Ms4ZoaXPNP9uQqgHT0TOnagdIj9XT01wFPKT+NN2xC2IMMdsI9KAvzieAn3QoCDsH+dcANtRWyTFt9A0Y15ARmMmVU1vbsswNw3sW8uguW9l/GGcCRoJsgKEwrwFJ8bFc5palXsgMAgHFeueyr1lWhmzgDG0cTyO4LNEZmhB44Y93xWgX7Y8a3Uk3391CkfUbfAADXT38XyLPHox0ICEF7nIEB66/WLfQfa5fGHe3FvCeATYBb/f2S34P5WwFidANj4L2kAeDlvr63zsxrpZEGEF09CAKVNZQ5VzFnDRB6O5lgNNbHX8N+//Lx/dXHmPNYifRe2jNCGFRW52yPDjOuoF1e991ar/NVtt5Leu+qzBo6Cxof24/KIiaTloh9sZHlfcrla23XWF7zTIH+4Z4gz9BWBoceOGDZbwHA1PuYw2bdL7MDOMgt90BZPs8Ahu6Me9Sy9lpObzmfEwRva0wPWgTzN+JArn73c6ylWP84zjTf+r2Lh3/bBFm7x/dtS2cLAG7frzKA9wJQrwDwQim/9h91k/Eide/Vg1J5dRrMHIgz8HbL0Tj2bQsAHifCs8tmS++PyW3rWc700x2kz9XHJevhuUqdl7NmwF621rqIfJ2azu1n3XN+nZY+by2X2qfxpex5W6eN8PN86msLSjw2f2ud326eP0e/twC656jj1DKWKU6Oj+85+jW+YJ7aPt+/dEB3ALiafjtVRmfoZQDwMhK4tn+Ux+r8eCYAekt2W/q1NX8vBYArcLOUzTYAvNW2431/HgB4S75KyaXPOQCwn63rG51xJYUg7vmWAPCWDOr3p47ZCHissRpPBYArE9ay7Y6Z7szzd3SsFIBADlbZvgowd9uzlMqlAHBto+pMnWo/00GUX4z6wBXT0fllSXQ54/7JjiQ9t6zvHACYKbVQ1ooTwoy5Q7bfcp7OZb0EZRb2dgjgmYHHM9nYQbsGADfGR9jpGUDsVI0zAPh41oEh4OQMANjrcwXWxzlYz5C1Y8ms/jUAuNuirkDH1rM612frhNfe7uDqjtERAEbdTHkXP2vqvLVyNUfEHuB+AuAImQDH94MjAKyUoCPYkI7C1C06hRMwrzKybBZySMcpHLBkG5o9mg6vPQCw1pGck2hfBdvgpJ4Y5DHAxikepfuSCR2LWRY5ITln5aj3eYK9dKVNlEO1nqk3Y0NxPAYA2MyQNZuOPb5ALIOw3eZtAcCtvTl21ic6IgMHQOBGBVoJhMVkV5/hmL2mgxXgWgekAbTNQ7bremL7rHkuoLozeseAjmUqaDjx8TED3/tQ66DtnwHgivM3WwO8MOTG9gOcoGM72bpw3jPTQmfo+Hs5ymPkqV8Jwie4AYAXaWs95lDj8bxAAW9AC7pT2eWYacqjEeDIZUCG0jlWe4g+gK0F3XDKTtqJfM7AS3xLPb/G2ZsBqgCwkN3iaZo8o7zt/wnG9RTlBl3dNqUGFmh3H6wqn5eMcTAAXM/8bHO0racGDrQn0PuLgNXZfsepogE8mUVnvWOa6PBfPX16CCbgHdNBU4dC9pzz0S8AwAKpJUvuBzk+OfFDv8E45lnRycYCmApAGTg3QJxPUb7q1JmtAu+QLhnAmFjASlltgA4QOvRGIGXdS+B3MepyrhK8R+rgkHuCSbQz0CUAn2mbnbIadTmdugFgpjGFLAFDJtBlwItAJStEod77CgjwvBErudtJm0ibf7Oa8bfHA88D8AWTDSAl2r8AIQgw6FxoI0TQFcjkMRjAqoPaR7DYAA8DSAi0G6AGIAl5d1D/EeeKE2AWQOp9B8pmX7G+JOOeBpcBsgoe4sfviwXwwVmXAhADLIpJ/ffBBH64xxoYwTHQGTwW92P+E6jFnI92mUFLcDU6C5AYQRlKC95BIgFEmof4QBZddxKYaXtmpWb2fFCK4p6KmV3wHrGs0SgPQC/0E3VLpur7PVK/RxtuI1ABAQQGgAE4oQ8oRmcOQ6YIMBCzEMDvY5TJT4xnZTzLzhm0Q5iedLqx+dHu+NeZ8rKrmAP39/cqcpj3qFvgtVi/DCQIfehgn1j9XHdiHG8CtPqL30v2n550Jrs/S9+IfGIE1YPdDxCYOkHbD1lHEEewu5W2G+1CWm2k90Z/tDfCTVyvNSv5jwFGUSYA3DwNgrLExwBw0zs3DDLAf9gPAMyVKvN3BEcIwJau9gCVvv+pADCagXrBqseaDFtiABh6rwQPAoC1N9GaOgaVN5nBcrV3NZwDq/TgTsJBO5XzgGOJ+ZV/c9mBVDyvYh5+DHn+6y/vr35B0E3oj4PCtEaPR0bBXmgtcDsJpGKtxZpUrnuNr8FTrW8cD6XK73quOdv2tLlmKyBDgQ1fQtfHd64K5BoAxj1gzI8fB3BQvvEfArTwcVv7Hn7OAMa9mCsKjpJe4dOC4tN+QW/Qv2oDGDiS+2qnOrf+t71pDFB9V2BABIcPuhbZDW6ern7++S5sRA9A+jYA8LmA0x4w62DYvp8L5ziAv5/WPyeAsdKrE/RiC9jdC9ruke8xYJkvCLnqnwos76n77HuOzZUT5Lyr/q15OalvNj5t076r0tNvKnup0x9+hideun9u4rn9/FrtewZRTos41aE+FvLS9vn89h1z1E1dXNiWTGR03OH3UuPyXOVuAXTPVc+ecmb2Cw6GY59T9Ks5bLCp35jQW2sdXqTqRhO/t5aWSMLmpF0psL5UbMtocN6XBxpj107VUS1HR38+u4iYzGcUx/s8ny39Onf+Wq5rzM514HfZr15/OlMnTrVjOrZ8/nSZjUCrSxiX93UgZHT4Lgd+bf/UQZwEzob5MOrTWgqzrR6vzbNDZuJyns/AjVpX2x+WdptVdor+jnKtKfw4p9P+HAJ78567Oc1hPwCEs/lwzAaMgGXTjxZxbwapmSxyVFTwGM/MGMC6p7NfdZ9q8L7lEHiYA8FLFr2YLrWMGTC6BhjbyYF2VBaw2pX1byy7a0DsbNRqO+p+rQKce+x0Babq7waf6zhUJs7YpoO2A3AZNpKN6UpiWZ6tmQXx/Mr8fVMOKwCwdQAOyuZMgX4M+uy2vy1nwOF+gEDtu3Qc2ZlTnYy+VgG+Pu7dqVLBwmb701bXdb3KcmQD+zkCcynPes/aWjSTvRlhNVVpO0c1ZbasXwpLMKU4C2ubatvX7X0Hz6pMvGLXVMv1PN9j9rQ9U8a3zd8EgOn4TeBO41PWHQBtGTBp8IUOSKTTTAcigVE44BqY7LTDXU8ICsNxDMcufcc6gxAOVTkzl2sdUwe3gI9uEMSs6ufNLp3aMwuwvCb7aZawnMDVSQ5/MBmccMg2AD/ui0bLEWmmmBzrZO2BwUjHYXJF89kK/roVBoGXexuAXjjDWAiXGV3YP8D5zxThGJd0BldmP8cOiAzTRQLYK34nAzs5lwBu0MlOAEUyFdM50TD2xw5mMb8MAoPNW1mXdh63sy3h8AcQxTMd5ZymXqK8BCEEXCVQTIe3wHm0X+lIc9/NrLsJ3oG9F3WDiVZBY5XleRdASzrf4WjmWctO8Zr3NGAlWVUeX+ngDUEP6ibvT13MFJUtXantY4jL7CvJMkAdgiaZDjTPWHWQgExCygR6BNCTQLrP9pXzHGALyjDj145y19Ud1wKV7Oz3dYMd2OeQgQvQMQAhkLPekiGsFLJmBBOAAFiCFLOZ5QjjjfOQedZxEhUJQmX6VepMsn2hrpgPSLeLnzwrE3Pc2RbKBpVnnBbZS38EZDFwgPNQ8r8OFi2GwefHIrDBNovYLYEE7Sk7O1o2BDqirM2yPX1MOviBvtmem12GMWe7oyKkc0ZwgdiEBi1sm1U2gdYEHThOqIsDDf1Be9EfzQn2lSmqlXK3vU1yfuKs1icCkgCeb5E6G8zLSBVL25IZD2QTMJ6yAySdx39PTw9ND3D9Nga7zYvQA2YiSLsMljs1Mc+gNQNWvN4OzNzQzsTfaXaRVRdn/AIE/pdArt5cv4/vwAcOABQpdKO9uvfN1T3ODk+m6PtIIw17B9BUIGqvhwza+JjRq/mJIIIIogjZArBVUI3PCdW+10FZ43m8AJlZXjJ61U8xkJ31AGC0xu0dAVeyqHFOe17DM5gLmIe4x9cBwHOE0zY/IsiBMo25kimvoQMAuKhv8R8zEOT9SNmN9Y/BIhEg4FTUOCvWwTVIg++3pLpvEPs47cPTPecw6oCcEGgEifLcU6zB0aS7GOJ//2/vr24DqGfgCwfW6fbFZoYaYHyx7vosZF3jhjNsLc5uVxAHbnQ2DKQFxxgqJbLGW/9irmKeoO8MnEC7MvggvutnCqs5Y1Yuz+0KGIPRy7IpQ4FyAqIFLuNDMxNCxt+eV+hzNoXji3IE4ivQRPYGc9WAcvcNqHVl7ck1rO5fzfTV2q6gDO/5OkBpYNVZQ2Bz0dgA+pEC+pe7qzhiGztJyt97AR1FoaAcLVuZ/joDB6Rby/eFxj5ve68eyGL7VIFgyS3mQdoCSNn2AePUWP2wWeW1fQ0gR3lO883U5gC/EWBE2aX/IcfLgWXUnFyXLW8EYlT5+3fMNc6bZNLjOZ1T3LM64V7bScoTa0imgm6FYlxhn7HmpX1yJhsE2hP8xd4P+hv7rndvn65++t112OOwhfk+4X2wy5wxedUf3VG6WJvRMjcNr30H9/czgM8FoLaApkWzvr8/TnEAf3+tLxvxl2rcCXrR1gLsyQe/OyPGvFb0d63W6lPVaC8APE6klxLTrnJbJ6sjPl8ETpDzaXWt3H0EAF58tY4Z7GrG1k1rBmzruef6fjSQz1XuWM65/fxa7Xupfp8L0Lg9L22fz2/fxIg1IQ7G76hwj5XzUqPyfOVuAXTPV9N2SbP1x+O7BmSdol90hA2O37VWXQIAf44USwfr1uBob/NjxaE+b5fLPVx/nhsAbu3fHrY+a9IZWB/Z0q9z5+85AHAFxtzGsX47AZcvoHvmeGcUnyCyA6Zta9dQ5aUA8Kj3ewHgrb4cpG4eHvhWALCbAQcKPh7nEQg5BrTwuRcEgK2PFcQY9XE/ANyZTucAwH29PmTE4juDLw2AHezoCAC7PDE45gE3MwC4gnMoYy8APG5zm0Mjl/KRVTTbl9nJ1G1DL3ULSB3lUwHgOiUOgPjilKlj4P0m8Z6dADA8bgSkck2h43rYynj8utHu4z0DymYA8DTAItPpkTUR/z2Wfs1A1hHEdZT9UlZLIzjO4cU6k2v72Ac746TDycocBn8Eiqu9aHp88AyAiS5cpeu0Y2fJ0lBfbYcEgKzZoy1723VkebTECAC7v/1+tU2gVmcv9nW0M3sdQGDbY6afAWC8X5K7VAEUrv2CCQj0AqwpjGoBHJ2N2hzP2UCCMinjujZBOwFYjHGAqMfnnBqoUx1K1aqx6ADt2j6RtjLv8z1Kz9vZP7RJVZ8LAOw1gmVQB6JilJnACrzTAApugoHVAOCq1qkLNVVjXQMM8MFBTxYpB7E7ZOEA5tmyuca1/UuSuhpQkAAw9BApZFsdAGYwd5ItZL0RYC/wdzzrF4CI2PKSrwFgU54cwF/7QccogHGABwGCKKVzDxxwvQaADX6iDLDvDN50fRbrSf8wXgAYgiEHHSBQTJSbQKRlQ/AW/QIzMDSYZy1jjUmGVw+qITwluSSoA+cXARUwWQGQMB0yPjqzFEwo9gFAQ7Kh3T5ch+Nb0Jw/mQIa19nmlDcYScwkIDBCaZsBjAnUAbMwQwgIbH76BBZ5tCZ0oOlK6oIZgGIgG4wEmKCUomAFfkEq1OjDv/u3t3EdqcnRh77voT0nS9RJsSkwIi4CSZUiFwB89ZEAywDA7gBHON/BsiQ4W+wQ2dwhPzO40DaMn1Kqp4QJyCRQkMEJQWNGL2MMk6VKYAkAV4K+ufAR8E575OMUsChCX6yfOl9d64MA4n6ERrcbMCg+9gM6CUABTE0BbT6vmhoRz6PO29sYt+xGCxjKVK6qCzJSKmelCdZ4Vzl+ycAqAnqhrwCybgP8xry8vxeTevHJlO4GgAE4Qkfq/n9xBm8UAP114IZloOkKpENANuz9IjNL1Is+tjfSBOF+CYb33//Tx0hji/EBAHx19Z5nDwM9FKz9kSmfBTjeUW9ditKJd8ajAByfFY1+or8CNgWsktEfckEfDPhyvmEeUSe6jTCoCjC0rr88Xzj3LXjOoC7K5b6W80cMQwTIcN2nXQq5+NzeDJKQ3YEtimepVwLsqa1xnf3jHEfK62g/5YaAhLgf8ol/N9Gvzz6LOIE92E9kD2isbyqs+glZKNU8QPj7SEV7G2zLa+rL4hzdXOveRX1/GWcAv40KEcgu0FBp6aGDZq463oop8Zmqvgdcef32uo65AdkgKALBEUrzjl47Q0Ww2MnQzqCLXOQ9z9EG1E8Waq7dniP4+wmZF9IGaDwAKtq2S7Ek37638rxgOfEHWMy4UYz63CPg0F3AfWFvbgK8rgAw9S33SrBLsz0+mczQ4RLUV+vl72jesIExoPjZZAHKQwxtrI9//uebq5hKoRN59nsGnC0ClKk7WsMqQ52ypBz7euP1ve67vd55HfTewe1noAjmeAbg4DpAYYwjAXuuA319dXBWz1KReyiOqwyh9b/Nv3RcMegs13OzgGv7cT9sJD+5/2H90A3M31zD6/tNHS/oBjIvoBzuG7kPwjEeMR8LoK7gN2ptkx+e1XqJQDAxu0MKVz8D/A2dYhaJ3PS8AsDWnq/0c21j/5Wqv7iacx2guys+AZh8BYA3pLoAgJeOsmdP+byFqG8AwH78YIO4W3H23Vg3q/ueeN67Xrp/fTE/r91fq33ntW77qZe2T5fa7/PbV1/Gtano7+fjW9UxOQ3lbIv0u7pjC6D7mo2dZzDQWJybCWIL4Fnr32FbFAXqzwEDOOzxlzS6AIDd3rbRbQ6jZlH4y0Bq2RD3YTTPKJfG1hrVcmR65fqR+2bW6z5PwpuOtmvGtt3DmJu9NK1XtJT/2rj6erULdsBXx1ath46+NNQjYLnfPkngo70/tj7yxYLndR3aG6dJpI7ki9HYZv3dmUjSJ724VL1wRLzL0mMFQJgA9+OLzDEFmJbPKiQTy0D9zRfG0fwOL8hb+rPFAHZ7vUsbgdQ1YHXs57kAMDw74wss9WOQ9ZIdWlI6en/nCOlBkQxaSOdGwKmecTSmDFMP+8ux/j5kREpyexnAllt96V7TC6mfdUP1uHs+h7WOw3gv2zvqz8oyPG6jx/kIdVw4XOlIWtrZEbStchn1aAS15exeB5LXA5u6LTkAgEuq4YW8LYMJ8Gt5zgBg25/qFNWYgEnc2y4AUEweyLUypD0gDXBqmyk9PwaKNPtSGD9dh2xLZSvqszP7XO1372effxXgHc/5pfMzFQBOLfd7BOF6Srm01QdnHIsdQOdwyQDS26uye8pnO6azjwMAJx1brgtopkHnw3Uu5yvKQUPABMM4ibBz8DFY1MoByCn/6NXbcITiYMCelhZdqgBnOPQIDPV78L0diHW9qo5HM5LVHICBOlW0MW5Sf5cAMFJwHgLAox5X3YVTD05Z6Cqc0nWPW22y10rqD4l9HTCAQ9vMPrUWDC84C8EmgsNV5Zt9VgMvMD8AANdzIsnEygANUqPiJjJpElg2S3QcKI+TGcmNqZd7gu7szXmKccn+ALh9F8xVAjUAeegYBnBRnMNIMZ9OboAIdf60umm/evpP3wNQRGeiJohKhyz2wbAPSt3tIIFGIIg23JMdp1SYSuUJeehsRziycS5g12/1y6ydPl+dGlVKA0D5Uzzn1Ly4j6xx7I+ywYA6Ue51ACSYR0pFu6yfTmg4+7NdDgQABPbx8aNYjeHMRttrSslPwdqirqc9q2meLV/U7fETENonJoAQPmrbOeydwAAAIABJREFUQXlojknXlOIWjmuyYbNXXe8FAI97DqTYFPsWDGmlkFXqVYD+IZ3Peu72fZxjGA7td+8QUBC1OPCtAJAEw20nktX2lkxMMBk1Dl4t2C46zgXo6XzMGNuYZ8DM1HWBv0jfKiBFIAid8ACj0i7LPiiQQkArM3Fnyl/JBR+xt+Doj/7mWAPUph3gGd74pI13QE7c9xRyQXsMMIhhJyCJqf1RNhuMuQLlRnsDtAXAG7IEC5njmixK6B3AYbAh9SyAwARARCDmOOI5zt8AFXRv2m4AQdHPx2D9ukyDYdyvZGAG91fRno8fPzJAgL3Dmg1wpjCAIWOfo4s5DiBk8d6HMY2yHGRhOQMI5am9GLso+wFpj8HeI/jTM85oXw/djTGJf2j23/zXf4y+KTU1Ug2/A+Mzzwt+CEYyPpxDKV/YXs9ZgG4GLsVYDgA1dQH3PIBBHPfcBoAKnXFqZPY9Az/QH881g0NNPgikydSv7T0jwX2dga7U0UxfC5uCvzU52S7ZSemjxhdMfdhC6IEY7z6ygVkL8Gyxy2SdxrM8CxprKAOMxACGEUD5te0K5FPGAj/rFNfuh/fasPlKMR5rJsa9BHtpfcdYfrr6z38ImWIs4bdIu8H9XtR1Q6BUOo9rmHtm4GvcMLf9ZjUGjEI+1sESXJj9JAOU0ReWnfZBYK5DJ3VOdQ9Sw3jexFwCsIuzdL23wHmrUgllSQBA7LHQLznPU9Flf/gNgz/SZERnevrrm2CEAmSmvUEK6Bgj/D3uiy0b/MQ8dwCWytb9Hg/KNP85mEjBsj2ASK3CGCu08lP8/O//Q2nVI3xDNoLap0Ac6CbqxJqIYxPwgW2lNHIf6fni4JfaBzNh1d5gwGdWCaUR7/1FEMEMAMb9DvzBPqcGVjiApmV4yH2KGb/VzjRdQt/yPjwPO1Tf/92X9hPzMOTgNXbMHiR5lveT1GOD0DVYWePUz/SlLBHoYQDYfonUz3f/H3vvwmZHchyHHgAzA2BXS+rh+1nUlW1ZlvT5//+d60+yKFqSaVGyRGqBGWCAmxGRUZVV3X2657UAl3OW4Myc7q5HVlZWdUZGVqwnl5efTr/3DQKa6H3JyjhAw/rLUc3L83un27j1s++BxztcTis3Bjw1f+MNeK+mPaBp7/kvfP24g+4LN3Sj+vkl79Fb+QwAP55InwHghSzvatgebzBs5B+7xPXy7tvP8o73wzT0kWt5avv0UPt9//ZN62W+wPTV/Kgg77nuHi3+ie97BoDXBfwMAEsuU5jTqrDWdGhMX7itxMfn79MCwFstrE7t81PRL83rG3Z/O68HNQV0lcVjA8CLth8EgL3uud0LJnFeWHtJrmANfbwFiKCzo3xmHborAMwXOQMIpdwt/X1sAHixP0gAeBhTOgfGVKbzi67v7ww5uVTX7jN4LKdD3jdFlNTv14HIEei16CroWZ/zy3N9ia7juBYlj+tbzOEZMK1MOzw3M4sb6Fg9mCjfY18AFcptBfw6N48rqGmZVweidXgAP8v4rIHFtf9HGMBsdxlHA8BtPg1HDPQU3mSQ4OYVAHgB/DaDlAEkZXIOIFkBgLlFgjMzy29jChCopJLluBUA2DZ00JPmjx+djd1O9oG7CwDcU+wtBx7XtuzXzBQe5m3KpgY0NAdjm/jrAHDrM5lZSj0rfRBAS5SEf+tndXRXQKcB66nf430CH1yOnGnpoKdOVKBp3K92e5MAcBTyEueCJmBiAA/O4rYnouNe9ZHZiPqmAB72pbBQampqlSPml5llZBl6DmebCRyFfJSycxn8VnWl2nPbxSaz6fzkKiezVgAQGQDmWY5glMIxCnmgfwUABkORKTU5XgmgGhiDTDRh23h6PBIRFUAa8gOg8pLgkACGCpzXucL2JiN5BJXN5IXTWo5ssbgAcIiFhnYDyBHTpQPA1rVartlsHlcs2HgGjlbPYbHVlNXBKRnp8Eb/AbrRiw998LmPAscuYM+SAf6ROpOApRlbCQBLFloje51IQyw9c7ul37J9BI7IKAbwhrNpwXr0edzJVILzHCl3ERwQAAkGgYCNHd6unzIUdxHVQY4oH0DV9e113I95LpkOdi1uJBCZOgz2pB3qdspbTuwHgPfieBYDuNgCzmfteQ0EC5RQfwzIGFz0GcjUgcKGInvTcg/gjcCaz0hGLz8FCxHn/AbUABD4mzc679O6+IrjiLSdBvaR9Vln/3IsHDSQOEp/bxKgjX8GCAz0KACBywjnGFi0Atmwj9E4G4yFvSTwDdAj9BDgEj7vCYbhuUjNjUNAywdnTSJIQ+mEAYIle9BsR9tHxStEG65ZZ9V/20WzDvW3GIKQ32UAj5YTADIy4hHUkEAf+ggmpMAg6C/58pyPkm1PCQ7mIYAkgf8KtjCDWuuEGKhMl8o5IMaix/rduwBUcwNEwIlsbwQosCh+EOyAfzMAbMAHOmqmP+wtATPUmRvo23gWQCvGHXoNkB1tVirtVFXMl/iHqfivv7k5vXt3e3oX6aAvXsQZujFOkAkShXwItmtbkeILtpkMSwXF4CLTUofcWFcCwJZlY/AhZXTow/X1+2iASsQYep31+kkADcEmZT1yemnKkDLNAK1cK/s+QqmMxUxW6nWnpMaz+A5BRi9fKCU5ghlQhM6cVoAv5z/+AzDMdPpaN8BshjoToAcAjAeznd4HOyjnU6attS0xADy+PysYojElAd+nrSaoyV5G+0PP/uxPcFC97BoyGkDt+ruCzk6H/AmGcf70QGWMIwFLSJ0Acp98BCTzqAEGEEz7AgWuKK08LzFowmCt7IUAWDO4FUiB+YPzw2UbIFsFa7EsAuhS9HYEQA3Qi3G/SF3GmEDFaNf5BAB/PYt+eZ5CP5CxAPMK/RuCwbC+tvbhHGQFd3kriDIMSqI9BCpp8DJDDwFJv5laeNCQ+D2JBP/r7xEQAJ5p2raUowI8xNZeA4DnfeS896ado63VcRyo3ccKrAHAlGmu75wr8ZzsMc70jX4xkCX2GfG304FzPOb1mvLJoApny4AdbAxgXeeI8BgKjYnnsG1mDbjTGfLaR9R9fQ/WHANvR3+EyneqaM9J9jHq/sT9h0yyyoMdAAs5wN9vL09vrlJnaLNjHY1b1ggsMwDsuWJd6TNn/O04AOy8OVsl3fUNeC7nDgDiVhOe9PuH9u+ejVsb7FrUUcZSfdmuz2+/7uiuPcdsj8S7Xwfd/h4fc79y9hT9fqX2p47K+c71HNWrLzQ/9vTP/Z0dzrMcnnp89uS+176955+vP64EtgCZ2U4dB2722pdvKJu3LR15eyXe7fpe/XcrbbF8rjjG6j17QMde7V8TgLvX1rXra3p0xLadSwk9bwjv0y5sAOtnBIx0bgs+1fHCv+fxTmd9TWmmB7P0e6lf3x3MqRTv2tfH1r8l8LvdQdn+ukkvDMizO5zxGY3DaCf0stGlwc18/NN3yzRRs9zmFydfry8m+G4EysZSvLa6XtTdwIwEYOd6BrZSvphu7REH/Vz0v79ADfamvaVKOG6Px23uX2UCzyw+l1uBijYO2XbJaKkDfGGC8xVjEnNm1sMjfa71t99LWbWMe69Xe/u7aZ9Y5VcB2t7WGahN50eK6Nx+aGuvhmdmYFlzop+BtAXMzu3qej7q8hLAlQNyBjTXQGY6whK4Ws6zmUEwvvkYAJ7b39pdgOAZJJrB5SN7TbE50rnd5t+yjXcNWNgKOGjr2JyhIaoEjuRlSCS8rjsN7J0EWuVkh8tgJ6a+ef1YAyDn+WNQQOMuW2oHsue57ZlTOi/t5fkFrzpt14IMXP4YGFDXjd7bCtjSyQzHDpzBcDzlZKqpp2v/ar+q/BY2cAJ2fYZhTQ896/yW3a7yrvPF3y/WCtjPyVEwgMYGgsrcMyiLflSbazavgKiQT66dAOvm9ro9aCMyoZgJVW0JwZnCKMU1l9SCJ+iYp+YMazVtVyi4WGA9xfHWmmzWDccvnawdUO0goe9TO213BQzg09gzBKIEFvq+yqRhv5pt0DzQGcXSw8Zeg5M1zzStqS5dP1MXEtPRnKjjv9ZXAYgJGJfFwE5vzHex/+BoHvdE8lcLSJudq9L1EXSloxXfR7vALvLcYSpgnkMYAHAyS9UuOZLrHHKfxEQO4KGlcBQgI0Zb34d4Xno8qkNYIE4fM5WtbAROGWlwFNfspPZz0GulZQ3wDgxIAPdg+IHpXhmHAAvg0E9g33tFjJ8YfiGnAP/Aaqxj5N99xifaoPN01T6D6LjPjGDNiWTtJgCt0Bk42fM81wSJ6WQmhg5wT+8dALoJG1DnMIZKJY0U3+gnGdaUmcoCs9ryxsjyfN1b9BWBUgD242zVq0+nb765PL3l2Mq4EPzlXOzrveYwykcaTZXLNQn3AnykjQWLFwqOjqoNtgtO3ypZ9KA4zUGxOw2sYgyYRp3Aj0A2AzIAoB2EwvYRpAMwoH7jHwBmHAksvReQKjso3bNMnK5ZXypgB3NUOpRyom6JJY3zeqUnSkMKgPUlmK5RrgBglY34EzELMf8UuICfMq1IyQ2d09m/kAXKvw0qLdoMYB5lANSj3Ul7gifJms6U9wDHbAd89rWPJWAt0QikTsYH7FCDpN2W6xzeel4zxMXje0NMYCuDaaznLwheQvfwUWBJ/J6kxvfR/hsAnTHe/xrpoL//zW3o07cnsMXR5dvQ27aOelMWlWGOYK74nFGceQtbprqUdv460kcTeAKgzGAXpEaOwIyinwR6oft1jcd3nCsCaJ1iXun++1rY9mlmaDIFu0Am2CvcD0BaOiNbL13M4wdQFvqSGSIgH5wZDPmDtekzXDHmKIfBOgyqEcDMD9ZflJh7FpWBwA1WKeZ02fc6qwhBf9oupIJG+moAuLRgubbpLHOAbn/+x6/Y7leh11cEdPs6pt/VD9QD/RbIqnTJ0MX2np/v2TIHaj/KlQ1V2JQ+WJupLfzL+5tPmWGA8qPNUDkf4lBpAJTQeQRS6ExxME8RfIBgCchHASO2K9zTeB+NdgG4zn4YAIbYEC9SWaOQkQKPsqUsVwF9lAXmN0BjAvkcGNk7gJxMWa91V8A47ovn86zntv5gXU59/IRxzQBA74la7g0CiZ9Pf/eLCIwBV7swlKs+oCyu2+gjWOspbzPCU+gZdJL7C4KwMNK6qiMlYLdCIJjD034N88xj5f0N5ZEynfcR9SxyM+WZGSb3ZG7TwFJu+yPJx4xcrR3ZRz+YP53VhZkxmFq+z3W2N/czuj0zSuSev+6PZ/C3Zgpq8sM8RxvDZuGY7e++vaL+Ifu49Zl7zTwCB+Kt/sueCXDqRP7pbZzNoO/y93v424tYWM57yI8CWevtoxH/qj8P7d89O7fnpD4KTNZNf23KMwB8bGCOyvlYaeWuo3r1hebHnv51A3a+5+U98s4ieowHdqzXY1TxXMYdJLDlKJ/t1NZ9d6jKS+DOI88A8DkBPQPAo3SqgxhXqrP3Ljr7DAAvtW4NqNsCNrpeLp27wz4nXkDqxruP0bkQt8cHgNeAitk5iXbP950LxfPayncugiXlxXMF3PULXXsJeEQAeLHPTGfDXQHgeQ5t7V/nbVF3cqt3jqx9LAD4KHDeHKATELZpY/f2d7lPXFsf3aYKxM4MxBfhMJReqQXeD60x3mZAs7a5+NFS10aguevg8vu1epvu5ss7nKz+yKZmPrVJcFsA8Fa/ZgB57NMYwY1rbodtxucJAK72aA0Ants3y3ldj+wgq4E36/uSrYCa2U62v93hCQBuNrE4obqDSmDaGlt5S4+3AOstAHgupwK6AnlGALiCWHJ6i4FnQGi2G3bE+PvZrs7zpNlEO9/gsEolnYGYJlI46egMSkA/HUVu0xrIOurfCE7h2gwAm4k1A75rew33cQaJ1+6toJ77t25jeou5fhTnXEu5PAVfkP2Rj61l6qDzPG1R7S+ZbAl0ymbQW9mALtsxA1wGgOlDC32xzo79VYrRhh5ku8isIgCr63M769/Lfs+AqjznctomqEUHbJ5RB+eswfJ0+HVHagdM1b98bnKLddbJlHo0mW3YJ9T60QwAC6BBVadk/d0yrnNjBoCdDtjMoLb/pcPeYDG6Lwf3qg4l2Iv6KkvGADAd/tFvzGkDwPCEXwLA8HwkCCbmTh1fMh3JkAvQNEDFvobojFiU2c4TTJ2q/Z3Hto+BdAJtrACgx1HnuibgmMieAWCwtwE2cTyi3Qbsub5kilcB5gIYBE4o7TMd7nnEi9uG5wCGw6EOBiPZoLRP0h0zVHmmKmRM8FF6RA5W2jGwINm/cGrzbFiAuJypAiCdWlUgSgKcsZHC0mzAGIw9MErVfzwroFNM0r5m6SxGgRqaxwZDbwNwe3n6yXdvoxwwuQWYAQBGe5X6Nx3ztKtIVRzpr3OSEyiP9goAJppDuYDp+DFAHbI6AdAG4Fk/g96DkRx2xWe9AtDUuaxac24ix7D2VFHoFBSAfuB7M2bBXibgw4wGOkMb22qCo8naE1CKtnpvpHajaABP795dc/x5YjVAUbJ1AaA4wE4AqeyV2gkwCKCu5gLmvoD/rmtAezGGAoDxE3gL5gPBXAAKTBUgOcFWCGACoNLBQQHdYjUqpTnuV398zesNz2TOtUDyVrCDwD0BkLgX81qiVQJs1Af9AgCscpG+OOYy1UZ9hEwYjBH3vUM69HgGMkPW8e9/8+EEku7lm7eUMDMkZOBDDUhhaucoCymM0QcxE8FoBQAcbEicyRtt1fW0yyEf6EllqFpPpQNIH+xzhVPXc5Z5j4s/mfWh7BOcoQD6w/OZYcfMSia7VwsA5rsZ7vjb/XGGAK6XMb44uxvgcVtX4vEtAPgFGPKQbQbaoFzak9R1Z61IPFhzOIE22CHIwoELSHFMxiiDQQSYIcPCf/2PEdyAgIUEgC0Lgr1lz0Q9yWwdDCAJefDsZe+9aIPRVg5ZA0YBJvIe7gM7wCp7qk+f89J1zkfrW5ztzYCKAgCrvUhhrvmnNV1BWm3Nafto+R3aPpKguf5mKuny3oBzXTtAjXJlf/QpQDDKS/m4/QIYcQ9Af7FGqUY5dnUta4FmmFv5XulqGgCM8uP6//z5+wB/I7jmhfpMHS37XbVY/eH5tNT1DgqPa3APjMsuce5qHerM/5qxBWVxf+I6ct/nwAOee5862fa12T50HzrJdZ0rWN93tcFH+7FGcH/UwXHXV/ch/s7PAgDmyHCNUUDNsG+hPfNxDGKxqy6t3/6g/X6fRBntCJh6H4NuwwZd3MaZv28YLAG5QzJWIY5FWc7OAcDVxqgPak2antY2f//lAOA9x0cdyS/5+1Gg7pHbuAfA4YB1aem6o8DNmTfk/v4ZAD42YF8MAP7C82NX/1Ltdg2I17lj4n70u2bD9+gVPBd4VgKz82nNQeDFtha05rS6m6iPKt55+3m3OuvdR+u/fw1c2J8ZwHfSv7b+7QzPEQZwBX9d7rbeOmJcdy4BYI5mOiL3GcBuPhggmj/9fDV+0TywT6tfe6UfYQB3IKufMbblkG1ynjYwdgL3cUg5PxAAbvoyLSTNMU+HjwCL9nK2wgCuL2rV3llfkPqPzujyEsZh3NkHzBv85lBPcHe2qXdlFm7tH+dxn/XezF6nYp7773bML2J7+tTGd5q/zWHgbXG+SNeI31r2Eb082pah3BgQOUya5shpszIemqfnDVFLmzY9vzaOYqDZHowA6qwn/b5zgRC9Z/P9lVXT9X68vwKknj41Ddyom+OErgDwGujrZ6uTDXXMAO45AFjzawSsZyYyvUvx2WII12sub2Ttj/1aA4C7TVvfi6w5W3r/EzwmQ6Kzi/1Mm18bAHC1bw0ggFOzZE5gv5oDX20kIARdT+ebGIE9jV+f75bf+HNhlwbnaJ8TFaCRrJORlgCwvyPYAcdMsdOO+Hd7j8znWn51PM32q8ptcOxmGyvArDJl3yuzeJA91++x/Wp3Oskm+VdAY81G1zSVlGGMTwf4l4zmeR5URimYMq2t6aijUzKZS7Nccb/0Ag7X0THGs9V4pqcctHLW90/vV2YAGAAFsf7waakY81Gep0fnaIAgcCpvZGpo/TDjJhpi5ybLnc9uTN0f5E0HXupzArAEIpOJpf1Ad+IL1FZaSemKUlDKAar+1DHkPagDdRd9bvfAKUuARaAbz4RM9qNZSa1cByLRidzTsbMs/k/9aPuQBOzMHKMepyMWQJkZlf7egERNY1/niubvMtBGdWqsGgCcZ4k22wVWb+oYh4Vl5djneagADDhPGujp9UwOfjFR4Ty/bKkfNR8FxkIMM/O3aSNsCp8Xm9fglpmEui/Bfegyz63V3p0OboBWEt8QYACgR4zabu/B7ASzVnKRHTWYp1SUAKVUfj2jNyC2BkBJDvWsWekRy+Q11Yd0pgBLca4osAnov9pa2eXQSTRc4AuAN/SVzm4w2KFXZFdZr2Xfmv0MQJT/TX0UA/MUKS5fhcM7zjl0+5IJe5UMQ54LGhUL60jAhKBqgF0oI/WWTFm0Ker5QGYrAD6AmQASAR4hABSplXPdAqAU5SlFL74Tm1L6o7HCtZn1jr7jLF/dl0x4zn3UG20MQAlV6OzpTDlN24LxMPhnYN3rmOQKgJFyBIAMImY8fxUgOc8sRr+iAgYM0OYoIwLI32AIS184utINyJ3zpK+hAowx2XEOb9R3HfIDyzzTzGuI0BcELQj87jLp+0OnyxagC1BW4Ij6J4C42mUDrdarNq8TcIKuXAK8J3AmkBu6L1amwPCiPjHukBVS12KdRMBHzAsCuZ9Pv/63AIEDDAY7/LM3hUSye4DNB56jrcwC1Ou0dUjpjbYxpX0869TzBN2DtY6GQJpO2Y/rYiPKDuusbgQOAGCuttwAFHT0YkhlCz3ymbsoS+t1B5Y8jzDmkAVZ20xdq/INAPsMXqbbHbaPSG2stNEYEwJqnLMAhvH9SzKb69pOvZ6Avq5fsmHoO+alghEwfTTnlQo+9Ic6env6bz+TTsAGvHIQa85Z6DLmdy1bhQlAv4j+tjTYUZwY7tKFuk9B3zJje2uLgGqvjZovbKbuaHsgsPZ5BrbT4GOMwbIFqCjSJ8e3f/CF7AV7hfUWQWQZyINvbe8xDwx2oj868xl2tpemM+LBOAb4L/8BPk6H3YLrMqsGjjh4mesDy8qinHUEKbzBgOc+GHIBMJprD27l9Ld9i59//TffB+wYehs2hGnNswHetyLAhvJCeZntweu6x95ZGpDxgrrLRbr7uXiMBRjAYLCncjrbB9fcbBBB5lw3aV8ph7pn6LbMErRcdXdPoe21V2Pd5dqOsEDKca5BbZD5fN2jcJ0v6fzRZqTx5t4j+9EyOWU6cr4PJdu/trG+j1APikzp73mJs94jK8bbYP5mSn+sAxjq2mssk9bGuwDAbov1q7dNv+3hPE/HAP7CAFefiju//QgB4D3wFxI55xaqz4+LTsqyymzXwXV4JFZvnBX7YaUtn34GgNclejSF91OPz954r+rn3kPP1x9NAs8A8KOJcrWgZwD4vHy3ANm9jc9dAOCZLbJhMbHdapceygD25nATAH4ktdvTr71qjgBtfolBWQ3Is2Nog0lpn6JfavTi3Vtjuy8HUH+Z6fpwdIeTG+VpIXkGgMeR37LzFRzBE/77KAA8v5j67/mM3xkEEegxeETW949bwOyeYm9cNxAFB4famqkvDwDAVYe7uh3Zretl96kA4CMAbJ0es+NuKapln2amrAHg5ffnAevHAICValK601OX2zm/bPsM+M6gc+3DFgB8TlfnObRqUwHwFgDYMm8m8QwAbEaG0s0JZIOTdY5mr+NIR0vRaTn+OgNmDwCebfUAdGXUvpwsAivbuhAP0qFcAGCvG/6+ArdLIHa0CXa0Nnll+UsmvSSJOsyKsH7UMqretIh/lin5uNzKdCWYegAAbrazrHN2gLn9tHtx3WDVqxhL2UIo8xjsUMdzGRCynGdyMkdZOe48h3AysaoL5wF28EeARM6n6Csc8JaTzwCu7df4dW8pg02SeTcDwAbUOQZ0xC8B4FlvOYYGetNx53vmFIe1XXX9AmAjJ6btAeyv2FjUi/SgtDErMgDIgfGB47Q6Gpt+JYBuvXYbKsjqe1vQRWWQUtYadwNldoyy7wk01CAeA6XWT0AeHN8yxwlIci4mw5SMqtE567Em4y/utT1pcqw2gzIRYxPtGxjAkGF8hzbovMZkUcZ3H/PsZAEvXa96H5UWGcw5pTQGwHlJgL46iMkAA3OrpKb0vqIxVyFJAANoB9l4Aqi6TncA32t/1TePoWVJgJ7O7T6/aLeibAPhYMJ5/ir1J866RLpgMGGlb2b71sBPOf/FuJITe7SbVNcAoqDjt0wpGelvw7kN4BnF3sRZtQZmkNIUIKHsNEA2pULlX5yaYIWFfuQ6WdOS4yrK8fhVRvIHMI9jHABGXwUD+Ju3l63+zwQKlJYV88hpd1EewaVoP2R1E2N7FcAJ25JivA1gUDYjgUmsZQQAIO8x4MWMVMoRYGqm+tWcku30GcidkYyU8QBqO0uZGZOjfLJjo1+aHgJ9aftDXLdxHu3V6+gjdUxpqvUBYIuzfSELnQmOawI+PpMlbQAYYBXTviYATDZZYCsC9DFzBZBxVACaow8pf/URAYiSB4BEjOWbN5cEyvlsiP0jAxLEfGtjm4t03UtzTY6HAC5yPkS9+B3fiZnOhYbgMgB4fa91o+8J+u/oglPbouaP+b7mYIhs0Ok25HsdAC7KZlaf+HkVQCFSOPM84wB//+3XkQ76XbSBjDy1Se/5Sq17E/MCIN3V5esG8ssO4wzhCBJgSmMwepP1HmMH+wU5MfCAqWwFrKIdTBUbvxkMfh9MbnzP8QGjOtOEQ4yYKx9D7mg5xhPyQaABAeaUVwOXEqiVvdV6iTEUA1vMQ+8tZDM1Z9jTZIYiGAU2z+dEK4hCAeYEuKNNYNZjzHzmq2xK2vecV95/yVbCjoIpbYa8RocMfCCMUSiITD0uAAAgAElEQVRZ+DEgf/4zBazgH/TgAvMs10aA9wJ0R73AvR/jOwexaK6JfY7ABsiLKom9J1ZYgLUIsoi/CTK2bB4GXfvaNO7RNT8cWAEdaumIcz3hGd9Mmd7XF/UWZXYAGN9oTwhGq8FIRNuN66LWGZXAYBTMC4Ly0g2fE8ygl5wr/ulgyxdZPoqG3cV/kAMDWqIs2BitAUoBjQ/lGT+VLYJNZwrovwkAOA5OCAA4GO/Qh/w0wJLBUWNAANfOuA+61T7xBWRHu0wbrDWDQUUMwNF61/piHcjvKNHcc9d9tNdp7Y1Vzvyhrc2vqQsMmvM+XW3UHqfvh9EnfMd1lXPegQjje531HmU4QIP2pLRDtk7PoSwDwH5HmN9duc9howBwx1oSz7558/L0TaR9fn2JtistORjxCIwi6LviwmjcT8g5r/s+1g39SP1b82Pu+T6rnB8PAP5tAXxnLftCAPBS20eD0ifgeSdXdYydcyWdd6uotrXnrXhUtDVZlXG34pXMI6sKvuj7mS8mO3uXRw/d+2QA8KHav/6bnhnAX/8YfckWegPlNsyOen+/dd/8/XZfNuzjbuf3QYLdInjDfes/VvrWXXsgxxEA7lwL9sp/WOvv//TRTcyW/tzXrnuTWpk8azqNTXjblBU2yrySjo7ypQN9DsVqDuYUXQeAZ/07sqLvy/+h439U/7YYjWihXh7G/kC2de1f+5t7lk0AeO57j1ytV2YgwNeWAIFenucXxu2/qwOwR7zqhScjmAnq7Y+RZJSalb/MwOlcytHt+Ja9nucPQaRUQTTZEcSzfZ+BNacGpAX1SwtfYscWL17EJ3DXbES+AKGsHfB3CXhsy7mDgH65HMFlXqeDWuOgfwZbVO45BnB/eetn1dXnZ1ZqD2joOqQX21qvHdNZf7bNjuXqnPc8qs9bGpX5Kse/rrjNvc8+43G8Psp5W5ln/Z2Zt12P0gFe9L3Ko8lqZzme9Rd9M4OQ/dsAgNX3ERwdgdB+3ltrc9HFWQ/skDhqZ3uw0djB6lytb2rzPKzjChU1+GsHjZxuY2pjywPy8TwLl9UwYcZ1tjPBGgMDziP+W+oPvhFDq+vH3M81Ozo7hVC0mZHzbF7L1lHvmc/qdX2zne8Oo75vrI4rO1mZEjc76zki3cHCVVMAyu4NdraBipC32Guya91xTpuC56I4p+D8mE41gkRZ/wUc2smua/1F/QnEGUhSutDyKQyM9i1AGTjPylo8T7MGEhfPlXXMc/oiHNqwzwazJGsHWFTQSs46y01y0n1mdFjedk4ODrqcdy5fZ3NSS8S083qTqTxRV0/hPL8XVFurXmvc9QYs4AdOT80LM1isR3Io9nshf7FsJV23RU7/WXtxQzoiPYEMvCEFLUGkcLinounUNukf7FxzpkYX4PhmqtFpfPEoAAM7awUI99TVYtcbfNQ4rDFnqafUwx5s4L5V/0/rc/TDwIAdpwR4ueerctbfAlLgaFb/KlOIjvKQqVKpKqWp573naLVTXgM1DmKtk9WVA4A+hFuX41rZ07LVWT+c+LgfZ7pOe1TqKXhWCZgLNOt7fLSl/xPTr/5tpzbKEVgk9rzTklabQUZhAnAAgQnkYuxTlTSWqftp93HpdYw5ykTZTH2cfbNNuQjHtGQawOGnGJe4zvNi87zRExijaZ9Uleen+gnwymc3CjQTQP2CqWNxlu+n03e/903OoQAdoiyMMc/URHO9n02HuANLADoByOSSMTjlNc8A2L15k+eV8vxap1JV+wRYa6IBABOjUj1AG82kxd/URQAXqZMY5j42PgNYIAzuVTplzRGwhjGvzGhswVapPzpXWQAsQCCAg2g/5A6Ql3obTG1kJcW5pWjzcMZwrhUAy8FU60cuiKXrM03ZJ9IVxVS7jPJ7f8Vu1UdBLJ47niOej36fQrmwB2Q7ApTNDAQoUym1JUzoocYbdfasNM38cBykN9Bbzs8wWkqjLsAJNgspyzVWCfQwICjqon7inlMAxJ9P//i//y3AQKSLBgApRjOxeOor0iTHjMZeLyY7mNBYVWGyLy5eU7aYZ2g79AXAIOqYsxvgvGCfq4vxYXBCtPv9e4C5AtrB2Mc+yibBNhgAKT6ac9AZzSl+KLtu35rucd0LtjzPqgW4qExR3DERrAZYJwauAwpYHJ6bNrqykdhThD1J8Fhgqr6vMuY5uc1GZTBO1KWzaTu4xhTWsBEIvkKmgLATf/bH8V0UhvmNYhlogbEL3UMK8vpeC7sHfSCcFtEICD4UKI/nMSYB8IZtciCH7J7keJkpnMna5/zUe4hYtz1Ise3BAOLFowCMoVcsA7oWY46+0m5iTGkmYNkVtEEbnkG2BtwlAw1d2/d5THKxa/tWjHkyeFv6bD7nc9dp7FRWSACBfQI+9RPtb8EuucZ6jDlGYR+8P9dal6ApsklgHHDGOAF3vFt/Pv2vX7w/fQid+Rzpujl+DTjN9Zv2ssuwZRJCmzA3Esj1+orvZJ/04ZgjQwHqy8nOuZJrrc/8res8+54C1XuIbDXq2GIEQ71hy3V2NvYvCoiBNBEE9hnHVAyBqtoDVgawA03VbtiHBK7TntMecgzGfbr2mnVPtAw0chYMtPPiAmd7Y3xjzn94d3od69N3v/82gn2itTDNRIZ1FIJlb3lyv8x3+O4joDzzBpSr69Khtre1fkJnyma9vpu0QVv55RkA/hECwJ4gdbyPuIs9vevzNoAjAIw7pxJpeFTj4Hw86ODcUlJvYs4p8UOu3RcoeEidv03PPgPAv02j9cO3dXQM9oVpbsnWffP32z3Y8fhuPrjmbbmPnO5b/33q6s/sOY6PAnBbrdgr/2Gtv//TXwsAXIHguvG6OwCcm/9pA3d/ANiyPbKyb4/DY43/nh5+eQB4XQbHAWDN/zWgoupFv34cAC7+rUUjvf/xPVuAxcLeHjRXAzBRCtkDgD3ePUI19XsC1vYA4C37P2/LKwAMB7hflOgAzxf3KoOnAIBdPl/yzgDA1VmAzfB4v4GQEUDeY8JuAcBu06wn44uk7qrt6M8dsx9b5alcv7T2c5P6GVi97jo+Pcp5Dvx4egBYPmXpa0+FVudrB4BnuzaMLcqZAhG2AOBBN88808sb5eJ5qnZbzooQX4ueb1H1CfxVR4wB4HG+pGMFzhHajnTOFAdDv78DwD7rroI5m6uNGcyZWpS600C8DgZVOzuXNffV/bJDsDL7qkNnBpK22jgDwKPcy1NFrmIc9JTAcOCasbUmFzgAm93NcuhEI6NN8l8EMGCcMwCJ13FIIkYpnNhkztBhnkYf9eev9wGA5XG34ytB4bKNXrPZBPeyzlfhqJNjOfSEttLpR0dGEIMy0sFme18DUmo9dprpXNruiDM4xRSrZJYLIOpOSTnObae2GMDQ99lZ6bLwLMoDaME2J4tP5z6mE73MabYb7BgCZ6Nj0e1a23ehfDtDkRISn4B/CYSxrvjbrnGU6zPyrJUYfugvzjpczoNwhAOYJ5gjRipTJBfnqcsxq3cGaOu8BJNpvg9+H7qj09c9AJhFf3zGbXXgWx4dAFZrdHSGPj7rF+3uAU7jRqcy4erZwGR9wvUOvaQQe4MIXBWQk+1K16vYV2Cu2lmdgVdNbl2nAQICwBnAZMgaOosSw/lsoB0poVEvimFq43RGkx1LR6+AqTYHov6bYBMyEUToFk5HJNs4gxpeBSAmNqzOUcaHDuQEuKAvBM6d2TVTzzuFMVT6+kOcGxm/XAV7FJkFxKSF5zrmVVsHVDb1C+B+9BlnerqdAgoACCL1KMKIZMxeI50vGhNl4SfKR98xn5leFsXSTy7fItQfjEqfHWwmvVPiop63wS6GDK8D6LuO/MCoz6lq1T6BLQbxDHpL/wEqShguE/pyAfBbRGN9CFoCmOvBHRW8EJAoEMNlqdzUkxhnfy4JQrloALoJ0kb5OGdYDDs8l0cJhNx4Di2AY7Bb8yxtlyfAVwxd6wzKJ5iU//A3wDCw5blGRVlm9Kkc7SX8nJlxBg+1f23CILAJcBlfKc05ghcEAF/FGOOj7zLtK/fJeB6oeoIcYHLGYIM5DbndgHEa97dgOZhP6m8AfXFeq9KAC4p5F2cB/8M/Bgh8i7qUIvpzBBtg7UFqYQCE0BUw4HFWq0BeAeVoB+YA1gPKPm0hdj4+F/QigF1nA8C9YgeKzQ0do0pEm/U9/0o7L/1AkEC7njrBHRvnkdi0Sk/e57aCnTCPADxjADNVcmYiQJkAMxFogCLRHtlv3JdnazPVdrKbc25yrENnUK9tLlucDGPNU0qa80jzIt9LEgBmmzE/kVo3A6s+R6aCP/3j0APYtGgrGN4EmAHqRTswH6veWC9Q8gdmjgjdZ1CGdB26cnsjHeEaTDZ7pqOPr9EF6xWDuOKeBtilHbb+m/mrtVzZIZCJwNRM7kuiIUzFnOu4yvZ8xV9gV8Ne4buu+2oFxlL2Y96fmOWrM9sd1I6gsfLOx5TCGO08AsPriBf3eBLrFNMyU38ko+onYoaHxFVAEOB9CAjEXI6JgGM3fvnLSKcOW4PgB6wp7KMCm/kfA74kRwLr+C/Hj1k14nfbRfSZAQAMGNC7XgOA2VbJpQaV1AA07mkZNJZBXgnez3Ws7ZX5fgOwmnYrFYHS1VwGAMy6U8b4nfaee7N+Ri/lw/019Ap9Q7u7TffYMkU6pOW5mym6rW91zBXsozUS7cT+ii2LAImrV7en3/+Db06BCat98Q/T/gXnq76p+1jXfwQAhq1z5hc/ZwCZ+snmaz2aDo7z7e3nMwD8WABwpb0uxLzyhTe2bWc1bmSXI1V20OVi3WSfw1qPuHmeAeAjA/fjv6eCL23vt9Ft+xy+lFT22vel2vW7Wu9RoHfTsbYpuMk+LvdlG0+u2827j8996797TfWJPYBuD3jbq32v/L3nn+r61wAAo2/VAdNTaCoNj66nBMoG3lGDuDLr+Qwg/rYDwHN/7qKP3fm/zgA+olvHGcDnS6v7qGHc87F5HJd/62VxBoCtH3zXzHRWdLo0JzYc7Ns2amb6djZk172159v28p4LtAGICjh7TppJA9F4X7lkVKa9nMAuj4LbNz/XHMFTu7cAYAB4qy9SMxB9RJm2VpBkzfjlrDohNMeVgq/rc43iFXN3Tl3s52wrKgC8lmJY57f1FLPxGqvWbqR9vQsAPqw3JXR/1qsWJZ591jwxkC1HBeZ/BVhftOjwwg4pS+kW8N0DC2r5vaV768MMoFF2fDEOJ1m+tKM0vEh3BvgIAru2AZTa0Od27wSo1GcHOQOwm+6dmVZVrwfnSLIgKDsDF5kiurdZQoaeNFYSHDw5r9rYFjaqrVAFgM20BzujnyHc294ZSWIVd/vk9VGlqv0duB77iuvS5+X6qB41gCFtZd1nmhmI+5TeMUEEesG7ra3gPZ1dKYtqyw0U1+sut8q2MnfRFqZZTPXBmjQHQNi5rb504K2dNYv1IB031NMGjKf86B+VM57sUgPQ1secZ5Q1nLezO6EwgAEawVGocelrjxkGYwavzFZhe1rsLc8IznrFPEkPQjraWEEDkoP5xJSI0h2zkVCXgWI6FrPd1flo/alzCfObDr7S0X4Gn5xyGhexlyR36cbqHiXPhBNwLZlUBqyZVgTqUhZwjM8f9w+SEGiULJu2X+zyrvMb7SXDhU74AMWSnYO2wFH/KvqB8/yoi3CkxmA5LWhts52t6n9ZL6J+OCh5FiXOXw1Q045fgASqJ8+4zEEwwNtkV/YpdlBzLKkTSisvdvL44fwqKbntiPVdYugUPUzntK6LnaMAC9nvBrpPtsDypLxCN6+uwPrLcUeZ0LX4Z8Y9+iwnP4U62B4ARipPzuuWAjmZYtZJPgqGEoBZOM3B9IQDPXUOKYIN7ragObJ1ce6gABuxM6EnsJ9Rbyi3y2zTGvoZbC46fwEAE9ACiClwR4x7sSbNRtX6kABRtgflmeEGVITLd865D9FWpnvFGbsEtiItbzDzyHg1oAnneQYP2KHPM1dTDn3eIZ2sAUGM7W0AXAD8AEgAzM/9K1PZgg3atIE22/a1AwliDEPvKpjwOsBqyA/gqQDgkB/OakzAuzHkCTpIx9DudpZt2kWoJxipArvk/9cxqJIp7XT8D+3n35B9yNxnsXttBLgHNjXugQ5g3wa98HZWqXtzrIl6C7D8EGgNGNoGn8gSzKAingGezHKVKUYn+ozxfB0AsPRP7XJdCBxRCuuedlbnXRrs0noi4EegrRms8xnskATHiaCdwF/0FXrozAcGwrFXkI1B4ADsbYJ7uRZ7nWB5MReQuhl66D0CAGvuy6Jdb16/ob4zHib+/fs7pGm+OP3yn34TP2N+xz0fwJ6PAi6gXzFHwKhGxmC0Af31OeoC7tYpLQYDOX/ITlZKeAcPQZYAgMXExT+1CXqBcj8F6KNPBk6Bucq6x30Q74DdQkYBAPsAyrNNZMaDnZxnhLsNPJs49BnzzDaf7OLMCEBQi8EEXEx5VjHqeB33X2b6X6bsB5Bm5cjWyhaLAUs+bAuuyd6kLb54FexGvuLGfdfvT//vn4QeRVcvkf6ZAHDPHnR9DaZ0rrlYp6JtDGZBAABsB7QUwSNIzRyyBhuf2bdz7YX9EkgcZcatYoV3vbalqF3hEpNpn/t1nWFN88Rh0BnUPCM99aPLA+2FLMSQb6BtvqvXOQxdYAr2nIso2aAiLUZmAtH3ylIAwJHHOWBeYy3Oc3kdvNz1BACeAscG3xztifqB88jrPlX9DRklA/gm7Pj//ZcIjEEbnWUA+4o815l18X8aewDW3vMAOMXRFR6LGjAHtfV7AEB/2MsWKIKmUY/SQEoQaY+0Zij4QvOH+hK3OLU1bTof6YGMPlPX7woGeR2Ep2w02ktL/6Rz3teTIZx7BAR0mf2Le3TmPT76OfityzsRy8uybTd9v9+hMLdg4q4igOPFZwTqvDh9923YEASv8GbVBB1QfZiHPSgR1+pRD1pzZDfWGMAVAG7jhvU613G3r78zZldXfjwDwM8AcFOLZwB4e6L8Ll15BoB/l0b7cfv6DAA/sjzv6HC+a+3PAPAoMTuRZiaQIgh75OkzACy5HQWA78MAPqLLjwUAaxPed9CzHZvbMr/Y6+WjOxFnYB/PdzC1OkmfAWDLtjJ5K9iI6zMA7Gd+KADYfm07oEewqwPAM/C6xtxdA03XwGP3UcDzMQDYKjz74Wtk8bl5NQOy9d4KYs3Apv7eB4DpxJWfKu3HGLbaXuKn67VuziX6GQQGzIA59WXCIWYAuIE8cd8eACzbkMDDynp8JOilttGAx5y6jI7pBqIuI8TbCz2Zjpk+dwUA9n2cQ2aYtnITILTYwRbNay3Ag3ZdttByhI+yAsCUCQDJfMgOqbsAwOP6oYj9gd2xYo9nIBhl1BSzAoDh+E7nazpz5kAT23tH9rstewBwl21P3SynFZyNcmpifGc/cwWuRiBccma5CbxRpPUcNlxPANi6DwB46FPRSzIBG3MlZ/AEAL8ENYSfzoLw+M8MSTr2ynzqetjTYMOB/9FnTDZWTtiERLDgWATTy81qzNiMCwGjkfqWSzC6Y6DP8ulnDEovCcxluwRieP02A1jAZJ2/BoDl0O0pqDFPKmu2jQnnghx31s8UHEECngtXnJZNjwgyKRW4nex+rgPSZixr3+BUxQQmw6Hn+3iOY+jzpwA30G4GdMSwgfHmNJcGytSvDIqCsC2ncFLyDNoE9nyGL/4GgxBl4sxIdLU5pSu4q0MdKTNNSwde9QAdAMBIUz7Ljg78vJ9gRxRglhE1MMFq/p5OaslKY2QH7NJe5pgksOHx8dnABoA1JnluNYGCnvq0pZwFC9dsIvZRjmrv48gE5jiYSaTxIUuWQQUaQ4AQTpnKtS7KdEpu6wn7kSncu84J5FB9ah9sCcXOfSXsQwwOnecC1PABYAfAzIxxAViEz+TERwpa6BYZgj1gwQCy2gw2YYwtgFmAtnjPSb15//4D+4NUrJbBvDcGMIUyfDaxHfwGhnE/zjeGXXoTLFE4yi/Yh5gjAWYAdA1HtPSW7D+fryqQ1bpAFijwUo6nvgXwhjTFAJKkmwhAE8AGYBC8+TYnEusXuJF6ijv4t0A0s3ShpjyTlamshT4SvEggiuRbzBXuZTT+ZLTFg5CZGIQYK7DpiHdRfgBtYTcuA2QX2CcbASAQwBlsHAI10C/LIXE9Mc2oc+o8AjagH7if6ZTRFsya+KnzTwU21I/0SkC5QTv0g+mecX4zxwGpphMszPWzgr8oHwAK2gu5oR9k1aZ68azjaJfSBQNElV4D2OKYgzUafystt8539ZnGABMZ/JBRCWLkgsUM6xJ6hHbh6dDxf/vXAGXfh9xCpu9jHlyETJluGEEbDOgwMOS09ZKb168Kcgvgt+0ScMxzP3OOA/TD2CE9NNrj9Ub1lH0b91NaU8FYdDAGbBzPF89IB9RHdnf0BfbBwDTSCGMd4zhF3WZvI4U1yqrphVGHmcsAwmTLlP4ZPz0ncB/tX7RhTsfvvkgmYnRXgAoZBaBLGIfPtOMBjL9/d/rz//r29JKMRp0BrPO4NSfI6E610/qX6fqjb2SvYiSTvSz2Os4tl06hfUjYgd+hvzjigms4dCYDF6hNOZfVN4FryHyBNYN6nfMULHDYw6sA42YAmG2jzSjvERmkQGnALiQAbHYz9lwcK+z3KDFhywTzsQ5QwZJZi/aHHmEaao3LM54BSpcgIdkR7V04FwEAW37ajKW+6T4A5vORJrBHAIAxzz6GMP/pVzEOaGbur9gXgO455xwMQPufRyqgcsgOGR1apgWOUwaSMUgOMkMKd9jDnk2EjUfXc+9R2cAaLx3d4I9srurD+sKsHtPeAWU5Q9NaoLjtmwFgzNfql6kAsAKufHwHAHy1lfMm5iHLakvNGJBGVjDawrklWei90+u4Mt1cho5dXtyefvKTCLygbdc+Tnswjq4CWQqju/sCkhHuLWwKqu67HaB5VwBY49JEP/zycAB4EWo6VbQHsO49v97ufCPaughZb/T4zCOrl7baf678tWfu2549+a00GgpixalOzbX+jduD5R0vvNPakFuavLtK9fn+gxKYHVnzYzvDs1tLNQwV+N170PVuGZa95/tCcPTO5/ueQgJ7QMdj1TnboeP1PpId3+xI8WytLwCPJYLVcr5WAPZJO10K39MDn2W31R4/758zMDenSjneL71hrLPgeiStHeVb5dqm2k7abq45pGsZX6te2Dk4y/u4XPudKsMOWjtTdL2va0uHIq4vAdilnXAbK1g3t7MyXH3tCBBsYM86MjLrMgqcg94jo+VoSXtT2H9+OWv1Nwf6edvXdL86//2szdrEMrzrOO3Nz73y5nGqMl5rP8eWwJKdNeVNf7Abo77M+5Ct/cm8XzKza4uJ3IHOsaf9xU3f2zm9nLcZCT8wZeWQkR73/u2xgKs9mgHyDnRo7tTyt1i258ZOL5v97WAGWWtksssRKMvZi56pf+UFo1/X6xnHgiDJkg07A8yuY+3erlMF0Mkv18BhytEIXTRiAEzPCMVMWo1bzs17zq9Z3xxpP6e360zZBNizXqdervOz263KtLVjqfdTThrryegUrevpmh2s7WtjUibV1j5v/B7rp5wp1umaQpPO1XQkzXXIadP3bL09cBynM7YwXbbWiTbmzdamI7EwFVG3GV5rzik7sawPliuddAkyuR63u66b4/onBjA+51LcNzsTjiumlo26LsJjSodWvizSIZ3zzimgfb4r+5Q2ZzyjV3VX2fp3OLINjnXdF7BBW8NpLKe3+luZRrIUAE4qAMx2JPuS58ZN23CUbSekHJdKl1vvM6PXZcn5OtpbB0DgazjrPY5m0lm/3Pemk7RlGhCmSraD1utSY530NbraZKXtXHpXnH4TE7AysiDrqiMAfOGcb4GI5eX8UziSYb8A/IiBZkBTwTBMIxz9hflGuWKYApiMFNBZL9Ma5wfjC9Chg0ZpwQuQv7CRZL0B8NXZpLiOVLBMIRrPed/NVNUEytN5mrL0uXuSu9Ya6W3XHdXZgwysX3UONQAWcy6VHqAI5PD6dVC/oi2020VxbuK6maHWA/YlZeL50c+2RfuUQpnpIalw4dyPedfZlZlyEuOSZ2a2/Secxjj7kmmzc73H3GHwTtcfBZH4LGmkHI8y437oER3v1LmYRwCi8znNPXjhtD4YBNI4a052mYrpWfeqSvkrmQtoAXAV/cp1mWlio1466aNe6DUHLOcDUtEzzWx8wDy0U/8UbHXJT/ZaIHikxow+fffdGzrI0d5PBH0CXKJepMMcDGCAfOh7isfAq/bQ/f3A+o1+vwpQAg59su3QLwA8UUc/LxTXBcJIrwTsKmAAc0B2CioMMJSAdp7HauAEcuba6feWkJ3AL4AZAlffvXsXP8G2z6AW6CCw0Pg/nKP5Mu6lHSCLVGxnsH8BAguc7Ww26jxnL+SpcggCAlQCcB9fQM8FuOSEhp2EPuNoANro0bagDoGDul/jI6YzAbH4jmeutj24gmvULg09AeD3OGNXKWYBfgBAl82T7AGaAkADcNkCQDLgSPqmfzwXmWxinQ8Nu4dxpt3CecPxxfU1AhnQH+jEq9Pb17jpdPrVr25O//x/30Wi/GgD2MKYM2SJpyxyLbINd50ed9/VfpaMOmIrKsBHtlFADnUx/mF4P4FtjHZiz8L11/3CdT2v/YAZkMncT5sNAJQMX+hrzl8FDmhwlC66s/rRDu/LnUVD9j/fORPkctvdL/Shnk/ONRo6mDrK4BbUy36UzBYRAEHZkWGo1PO3769Pf/WX35xegEUL20NZSDfIhgb7m4Ca3+0B5GH9CTmgl7hE/YIw8WwEHFD/VLdAaetg2qYov9p9MG4FQOp8bayHYs2mjeP5tGgHFZxpqnHGstcYMFml/KgM96Y9ivvr2slzbjmqCkSqn84AxTuMUmEzo0TuZTAf2L6YB3X/hJTYZESnHQ8fCykAACAASURBVMOcQQAPTvWo+32IhzoWN8Jm0HanHJABBDJqfHauEbLtkPHf/0MA9+hLnsste4509Rrj9nEAKfpI+ZdxzLXYMpP8E8xHtoQoi/Y2xo4ywnwuvgvtx1QX/r/tPZgLWX1B/3w0ggHivjfv+uMWt2DV3Cs4U4Cziui9wYzrlEkZN51vLf9C29+GjJR5RSx+rQt9L2K9pLrkPoU2NfNigDX+Mv4hyOAn30WwVKQc13qG999sOWTrX5m+Rn3TCc7lfXLQsP0/Os5XhpQ2X3/b9m+V9AwA78n4GQA+K6FnAHhPgR52/RkAfpj8np8+L4GHOviPynd0AGphOvYpm5VjD9zxrr12PG39XyvQd0ch3vv2PT3o+6flOKw5K2eH71MBwL3D6wCVrz8DwH0jWpWkO/KfFgBeA3hrOyrAP7PXvIFeV+4xQGAGgL3xhnPHThO80OFFjH2nI0U6TSBhDcStL2orjbD+rz5rs3YGoNp7Odibm0cm/Twf/Uwff7/0dibnEQB4r24vL7MIl8vO6KSfgdzHAoB7v7vDG9/NAPDMLPZzdvBs6fMMdM4A8FYQxCZAOpnb7ixUi44AwHRIlOV1CDCEs0Pe69WhXAOA/dLeQLUSKEBZruj6FsDuSsl0SqUgy7z8jnvma9UJxTLo/F0H8Tm3D2TwqM4I6UQ6TYqjAqwWOIF8/RwAbCBQxkVOr3mu02mYQpjBVj6WTmPX5zLOBdPUtne9Xe6vlIqznIFHB1eX/WDX0k7SCZMO4/Wy+zqCIZwB2Hnc5v2oHa7tDLwcAwPAswwrWFdZ6HPQxN6+l6kv6XTTmgBdcPAF2Y/AWmpATP4e7n062wGiAsDTNNJcksNOUtoCgGuZZKGljqzJluWng7mDCX3tEgDVddapVtX3DgCDxVUDH9rcKGMssKsHK/h3ycitk+O5zi3cJ+aPHPAGX51aj6yqBGEMiFUQwnKznlRbRec4nZU+/7fPUY+By6plcz7keJiZjk44NSid+TkLZ0DaZ9DeBmhGRzGdwanjYJsmm8fM5c5m0/mUBrx1HqE+ACx7P3vwBc9jBHOOwJnma/OPp16gfAffQC/hsCaoQAaYmHIGCwkBpYO1AcApuw5WjwEpdmyvAcCsJ8F0AhZw8Ja/OfZ5tqb0WH27CsD7M89iFksXssZ8wDmUIDYQNMy2456RfayUtwZ4IWeAgLyPbCWdD9p0lSn4pZdyjBfmqTzBBAbsBO/zLR3BDEjyOiJGKQG3TPVsxjzK+UB6pSaDz8QGi45nu3u9QZUEo7TOGuCe36Jsn7jO5dqHQAEHZ5CxF8A4QH4zq1VovsPDfsEVHn2uuoazKfFxCl2B8qGbsR++fB2pfcGWCkDoE0B1ZGtgeQLm1TGBpJ8rgMA5KFBl3ptC9y55hqrOzKYskWY32Xio2+mAdVayZ4UAPK2vmDsZqBD1E/QDUEFgAw0Ts1R6I9Abp5ijPMw3kqeB0sQzH4PZ3GpIABgNBwBsO01mJG8XsxNjdHX1hnIQ4b6UEfchhTbGF2AxmaccfzyDwI4OzhpA1eMCQTRftA9gJoBmTAXOoydM/20mcdx+ExRCs1lxvwIbhOmgHzdx1qtBIwPAym6C7BQ62xr186xr6ALALCggdDORq8SOnDA4Za1+IaAAAqJuAUwGszbSPyMo/FXoEeI70PR/+OWvgwEcbX/9DTh2iPRhMJiyDWigZZ893wE64x4FwdR3FN/HsU2wzSxegIZglGLceI41gUqA9x+G9LYCfVkyy7f9QoDMuK9Se/AdUgXr7N++90IZGDeAxC5D9kh9wpnABqhx37iu+T1Ddgj3QZ+1lmmNdIpxlNVloXUOYKnbzywGODIAYxlM5BDC6S/+/O3pcwRJsF6ek6r5IzvivZgCWtAPJOfA/OD4Z3pjAsBIUY65TkBTbcJ9Vk+wamGX195FEfiAeQddJGMdDFBAtWlGfT46nwWDGMEEMb/rftvzxuZPqYEVcMOxwxni1BEV6n2A7WoHVi0zyb3uVQAA+z0CZYE9SxDcICTGB5kIUlcV4AIbK9kp/QvmUQ+Gwq24JvvEy9Jl+Bji77/523dINo1oHn4vgFxpqzFOKJGgdfar7l+0f8QElV33NdWQ9cQc0LwBg7i/w9Fm43nsTaFnubf1HtHX2Vb0G/Yk9wYzAFz3pHW/Tfsb/yB7H5XB8krAWm1rDRTkGPpMZsgfgXEIgIt2MLipfAz22j6QAZw2uQVcpI0N0vTpu2D+XjFIR2cCs03+ieAt2L1cS5w5aSbdWW/mNW5+j3AzjwDAlvXQOY9jLCTLN7RhpM9f3mXa7jFYn4oZe99yZyn9FgLAw/BVS7SiAevul74VXTO8tZhnAHhtWj3ed18rAPxYPdyxPo9VzXM5GxLYm9/9MS329/3sOcK2y51fWe/bgq3n9vr0tPXvOYgfu7dfW3l7+jdHyHkjiH4MjkLSyyozV+O6DQB3Z8u6TCZgV+//+alnq5Vo2bX1NZ+pGzu2vTBJzo3J16Yfc/Tknj7Vl+u1fYlftGb59L/7C7zHHD/ncqt9aU7c6kDZ2AcdB4ChD323BIcRPg34pdfTUaViuHVAOV/W8HL2iABwlYdlazl437CW1cPyqWzKNfmdY1vujft8fc/+z3ruoavM1rvUubWvqGqglyydhdjHyk72nLgb7xG9/NTPFfBRfep2xE6Ds/N9YgaPL4RK41b1f273Gtu3pfAqFQtM66AKnTGcVxnYMC178/xcs3rWtZwKdFT57ECUbWAL1+14kA6r7jmQwanZ3OwZAG7fl8HWC7YaP4PI9XmxrTBlOxBS55MdWmx36sfMAHZa8jXwfanP4z6jzoeeSnnrbaw7g/2cAeDeZoyl6qgAcD2jt+qd+9LsxWQfK/Dte8zInJ9Zsx2uqztMRqZ1/d76bAciWQwF4COoB01Kp9OafbfTsQO5rQXSrdSRLr/OJB6dsmnXp/lswGkup9nSApC6P912jazlqvM6WiIdexkUQRDYjJ7C1nX6WTwPYJAMOcyxytjJbjOtaIIu0uVxP1MDXbymG8Cpeyz3pffJhkEWAHNXqRelf3Zw6e8xOEKgbWene85X+Xus2IbyvtGYl+7fZOAJAjaAtBivkK/PnvN1AoLFjvpcRddNZ3uCJXRCcs1WylLoLZybAAPpmIYDMRmQBhpxhiTlhX85r/AcGYXhZESKRbRFZ1/2OY9ycB+fiXaL4ZdOSZ4ZqVSjZD/hvwAIYVPFuurrgvtJp32W77V8zhzhWUKGNYML9I2XPTpzkQIygXmDDE7NiXSe9WOb7bVvBsTlXB6DTwzEwiCTTZcfyS6B5sy56755Hdw6lw9FcI1rgF6Xj/sEQNwpWRtInO8RBuR5HnMCvTqXV/okZ7qYRLbfmodwTIsxzpSUmf4ULCGx92Sjrds4WxPzR38LtBTAJHCQeZnLR20Xw5WgfOqL9dN2CrqK9LEts0LIzwD9UKDnExfvzgoEWGIbIQBGjFIASQCeWgAPxjLbYF1T/+SQN4DLe6CzCGoBezrq+vY7ID2aJxe5PDo1LBSbcy9TK9OGJTMS7XFdBGQS8cS9mLk3QBU/ph0nIJTgEsHNjpbod2VrAPCDsQQAxX1CpuF2oGaXewQWEHDFPkMBbtxHELCHjgk4UwpbpVNG/VhOMBVZT6YIdrpr2VvphwBuyaoyDDGOYPwzTTsFnOmu4zkEOnhvCRtBYD3qwvYT3xPcKDJD++b9OP6uDF+bV8tGfQF45DSqQLAkP/QD4BSOm+WZ2Uz/rP6C4YzhAQPYushRKixdgnZMUe55oSAO3IMz3qnLBPV1pqrPHsZxxDF9Tu+vP51++c/fx5mnYAVH8EL027K7jTM58alrEWTi84C9X9A0SMCN9/dsMton41qAvcFERrAM+iQGqs5iNou+p9aW3qEezDsD8D43GrXhd/StnYmaa4XtBHU+A5+c+tm6Ah2BHtY1DXV4XNseyan/oyy30/PfMvF6b8ALcgBICea1M7UgEABWm2mxgyn5l3/x5nT7TkESzYfDudz339JR2AsBwN6f4i5bNYyqz5OG/UF/KMO8QYEECD5a7o0dkIBAA9lbjR/+Actrc81pzNPea/2HzuodgNMJ84XzU3ua+X0IXE3NeacDViAK12vIJZS3bsM4/3LNJNiaNtJzoGbgkH5mruYcHGV00Afzl8EGZQvn93uvI/ZzoTsf476//pv3ZMpj/cMH6yXWVo25bCn+xrxk2zN9slMxE8TMgBumsc9+m0lvvYO9AXDag8NkvxgslGfAS77pG4kGer9lW8w2od0JUreOp9x4FnauM10mEgYBYMyzovtmA+M6dAL7LG8llc65p/x28Cbuo/Up+0q9I/X34jFIVd/HbiACUYL5+3uR9jmYvwh843jWTuTv1s/OOC8Mbo87tn4MyHRmDgdTjCXOuJD12NU2+50dn+2971tnAO+BtsMIrXW13LBX1n2A2r0yqXE77VoZoNWvvgQAfKR/B9u/NvDbboZeqG3NmoN+cCo+lpwP9ud37bZnAPh3bcR/2P7uAXC9NVog7/uZ7dDd6r1vrUee2+vTI60jG0352gC+IxJ7zHv21pctx+3CEfvUAPDQ6SUAvAa01Ufai4YdHQUArkDbDAx/bfrxQwPAs83ZshvVvthZA/lvOTw9NkcBYKcFai/WZwBgRPI6nR/qwdjjNUxOmVSAAjDIydztUE2jtDfXHL/p/drWRn/Yspf6ZtZkcwYcDFDYa5+vb9n/bf2eAIsVMwxRzvNq/vtc+/Ry189A1VitA8AT3lCKfVoAeG5/P6dwFMgaY7b2ZwaG+7hkSsNpGdyzZ/15/UanWzaJEpkAZV+ncyUuVwAYt4s5YgBTBR0FgAc7OwF3IyDRHTHnAGDr6swIPgIAz2D2EXtpoGMEbscBWa6DYo5Idim3VP4xrfkUyJTC6nasBz+cmysEPjJC/pxNrfbU5VU5UleinVv3+RkDPNIDeEVAFUCqNenGgqk9Keze/tJ2ruvx5GApemRWHe10kfVaHTMD2O3fbk9x8CQAzDGd5sIcjFMB4AruNgdwyMO2gg6/AiS7z2QfJYCF75QqWJ/aT5c5rrFdXgIfFSCl9UR/V6d7y2AAR900R2tf6+/1eTgUG9iVwBvbSc5X2ouVIBzojQG7dk4o5BxNJMCK5ykfeY7twCNLNJ2lqBvXrgKgpXMznaMfcCZk1FkBYFw3KFl12Oc5on9gdBkAFpNSa8hFAska/0w5nGKWg1jn1ILVePkS7KdwEkZfDAC7vW0OlTTPdb7gLEePpUF5pl4FqwZO2CzAjlmzhsgizXP8CLrlx+n00R6BHtbfBLNSjrTF4uixHs8NjzMAFYI+5Zr1yDppR7ID6ZSBoesixm84x5vnZiLIS4ESlcnt+az9opFvn8ULG4OUzzg/UsA8gX84o9NRjWcARuq8VzFCURfPfUw9JzBBxpHOfyUgTkDQ816BBCjLbHX0iUxLBLwQXkiHMuymgRCeWd2ZcQYn+n4qmKIxn1v646hPgRCZbSDtmIObdGa6HN5sczrvBWJINppHyMobLL1A3vr6IxCY4+n3G04n6GcGlBE8D73HPgFzC7r54ub0h3/0HfdwgVmqfpxvifGHXbLZj58GKKBDCjgRqMF545yxDBAKQAIg5A36AhjFTM0K0HTQGuURDMQZ0AAla9AJgRK133JFP8WgFcAalQmwD+aXAWDUy/ODObkxkGD946dAKbIt0TYySG0nsSYibbzKUwpryEKgFsDZq0h7rHKh72LyYfxw/q9N98fbG+orZE9Ge8hDqbjF9BV4amBRTF3oI8o3c7hNbM9vAmPJmC1nyZswh/a+eXPBNNDUk1hGBL6h3cnIjL6IvY9gEoB6OPdWtpfzBzYJYBJTHiuzBfr/ASApgX/ZG3TlJsYW5Qd+R1DsRVz//vrz6f/8y7+fbm+CiocSqI9RRrOfWrt59jna4nFNYM6saKdc5ph7jmQQjtI0A6AUex3jorN9O/vWjHfI+s0btCUZ29RVTQ4GGRRgyemabcfwrM5X7mxtM3QZmIF5hXFHau1kKRvURPm4rr8F2mPdwwf2B21wkIHHWbKWoCwjjAHWI0G1eNGKf9AbgPXBsv9Pfxo2Lhjg0mMxMlFXTXWMYAEMOcSHJmAInc7ewDvGD6K4AcMbuoj2x31IFU9wk/ZCARr1g/WHcwr6Ftdo2zAHoSvRHkwxBQ2gUAVwMfMG16cOAKN9TKgQ9zNwB5SBFnQi/dJeQZahvht42THjmBqXezgFOIx767rmjkdqUKrqXo6t/sC4IIW65iZI4l6m0C3ahxgLzqFoKHSaAWEGgOOBDtTqPOm2Pwz9WQOAIRuvv2Kn98xcDgJS0ALY1ApAxERn8EGuxdShDJKzb6O+q1xi/5O2CxkbuGdKJnzdJ3ut49zESHL+dtvNwDG/D0wAsEQpG4nARgcm+LuZycvruXh5/zPv5cU61sig3S8jjcHV68+nn8aRBmD+ImhIQLwXh66xDfxlw6DXmckih93+Ba55DEDwO90PCQDfB3jcAwD3ytx7vs76c2XdpZzBlOz8sdd+P85QsfLSfq49qQCLmo/WdZf2571cFM48t+4m6IsglX58R1ZpTyX3e/Txx/jIFgDcUzTdr9drqQNc0lHn3/1qHp/adqw+RunPZexJYNsxtTbZm7HbK3Zp2spLOs3G4YE/1447N2PlgcnzvWz5Y1SyWcbXBvA9aWfXpF/04Ijd6RvYfGHJjdLgBGcqpXzZSuegI5eXNu5IOBSekhNn+dlaOXWn1d7dXHN22rFZ50V1av3QY3KuvhnQONrOeb735/ziqVq7Q0qym5+Ts26cs04N2l7YPfbF5syAwb5M1wFIFd0DAJpFxIYe451O6Fkubgo29vO1NVu4thX0VsvudtQ9J/BpL6jZsNFpn4DRCtg8Aw778tEdR+3XltO/O0LGCGjXPy0bqtNOxunlVPMtHXbFwVL7sgRCe4Qvny/jx3Hxi1qWN+uR2zf3z7KpqjoDmrW9a/JeA5Oq4+jIGGkOjXfyBbMsq2ss6xZhXmTNGBs48fk2PsmtlIf6Kihwrp8VMK2Mqjaviq42nWhjpEjuteCJhT6n43Jhh86+FXW52WExrDO4vAFmVV3C7/N5oM4gUEfGdmxI4Zw3zPPMsiotbMzf6qxuoEKpyA7E6gza0qXBIRMDO4O/sy2u9zdgDf1PJfRaV8tZA4PtkHRbNe8rwxTR/WMaad8jI2E7MNrbefxmWVgOZu/Uev17BT6qbrssM2ksXzv51+e4AKzaLswvnXeoSVWvuw1wns8fyVuMCOiAUzu7jLn9PcWlUt1WVuw8jnMZ9d502w7r2iznubxqp82UAbDUZJvANIEtOJYTeKx2dtbf+neb/+FNRpn1HF/KMx3BtV99/JQ+tJ9tK8CpAr24dwaA6ewsei6wsttJ6YVSuaJPlZnCdhQw08Cb5CQZqHw5ZLE/4NnJaXfbfjdB3A4MCARg3QX4RX22aZAtGT/hhG12uy68UQcyOUBm9MijHCyNXhOT6QRmnGQop78AEwBOAirqx3OkzWnoboLKZipp/RVwZlyuMYGKrKQjfQFimlM2U21GOWBcYTzMMPNY+afaJwAcc+hlUFJhA5CG9vLytYDYtD+eRwiYwD8w8cwSNlDR9V/Obfrf6CyXFHqblVacbWbKaQWlqT96jxH7SmxZM+GsDz31t8pte+CybhrsGuZwKg4Z5YUBpucFwPnMX8KNOKcX4AAAbMgb4BPayHrsrLa9Kk7rlCHKBWiMOzi+DDT4dPrm28vTTyN1Zmge2aIvyCANm821JtqQsnLb27jFWNWU05qfkLNAU+FtTqGPNcDnTRoYwnzrYDj6Sj4/AmeyPzxbN+dzP0Md4DenJNM8f4yUwLDVyK7+OgBajBXqvg5wDPLpdg/n7iZbrcnMOivwX+ove4EykOoZ4BTKfP3aAG0PFOBcE/5C5qLAFAEZYF43JjoBVOmGdRgMfpTtM1MJMLV7PI7WKYFkfL4xMZEqW2sG5H4V7SMYG4/eBCMX8wIgkYMfoN+4DzYVbf4YfQMgibPOryJ1N86Ept1IeaMcgN0fcF43wT6BWTYjODeYzG7sZeO5Dxi3+P1X//w+ziaGZoVOhUwB2yFgRrYLfdRPHxFhGwbbbmaiQWDtAQSICbTVPg52GsEqzPgU9WIcbm6uWe7V1etcS5XpwXV5jjM9f1nXOYUAcodS2SbgXjNrDd6bHW6AGWNR57XaKd1pmTCibDM3cR1tRB3IULG2PrNdsJWZEly2R+snZR/6S5l+eHf6k/8YMgC2ink1AcC8P2RVz1AnVgswOJ7BmCqdbqRtB4ofOnv93rZRugo2pRYZPePAI2kkgqUQNJBjCYAW4GY8h4AD9AP6ISDTQQYIuqprBBewBMPFQsYHZWBdZawCmtAA4K6buI99zHWnvmP5GTNS50wrnNvIOID1iLoegWUMCPO6Kd8C51YGSGDOAGwlmE4AVIFqXB65vqadA5CPeR/3/e3PbyIVdB5FgFrSFnH+Yq2NZ5BNACLGNaZpz7Gue7VxXwF7JPtvPWauFDVE+psyru8r3H8xcE0pvsnChRxoj6YgppSp92yaU2K6o+0OQkVdDDrAWFAW4xo0/815ATuYc88A/PiulGt8vvzW/TufD3kyaAWBOqG7b9+8YNpn2GaY7WmHY1WVXrU5L3uNKmhPLa/cW3gb045yyFL2jrIr2x8+keLYPWN4ZAA3r1N1dJ53cO4CgHug5l0AxKF9U7vuUs4wNDt/7LV/6/E9ANjP1fvuI/+DfeEGNO+tr442iXcBgIfnn0ruB/v1Y7/tGQD+sY/wl+1fXezHlhSP7qKJS+fTXi/qC7oWqKNlnGvHXq1Hru+142nrPwqgHOnJU99THSCPVVfVg8YgKyLfzoCQDt6DALC3Z41B1Oo4CgBv9Vjt2CoF74l1Q/YMAEse3R5IQDYHWwDwbC+WQJw27zOj1/WYLbDHCO6jfG7f20e7AxsdAMbVGRA0X8b9rC+Na7ZwDwB2O+dnZzvrCFnb3DUgidcmxtnR+X3Uft0VAJ5faGp7+L45Abx7f2/1BymgpY/ptFwAetbPdMzlAFqP3M41AFjO9K5HDwWAZ0dDnTdHxsttRRdq6k4BVA64UEl7AHBNwcj7SwPq+HimzCmftxjLHosZ2K396yB9T9O3xphkWR7PAwDwOVDyCABsR0R72SdIsQSpZaf6Itd1KR2vK4vePgDc+zo6RGR5Zrug77rdXbMj/q5eq+X4+2pz671mQtr5ZAY1/t4K2mnjXJhGi/p9vmQBlWzfF7a0nUfnedyd4K6L7Uk9seOlnv1b5UenDf+NK34FeTm+ySAdbEsxapZjO2uu7Ie5I83jLOwUrmMh59jo8HJfjgDAZlHY4Q1nbGWkuI+u2211ymk4+wZ2MccBzjXhQQb3qtxaiuIE7jz/cY+cnWIcVUCLgF2m7BvT3fa5U8uxDFA/2G9qvxzrcAbDiUzQB/YqHJ5ORTwEU+Q4wHYrxaSYM9igME0y/Ch5j1P3GhjuuqGMHmsBPGijmMhgpgiUbHpYGDT4fgiIST02q+scAIyzJs2Y8xhQJ6PjBo2rPlVmr9vCfYP802oj/gH4AFCRQC2BEYxfAsBw5stJDXApwbRYXy1H99VzY57XXocIgJhpDE5NzpthfxdtoVOY61YH2tAeADhVPnYmo1ye6xv6xvTM6Ww2wAzfOPqklKzQvWAgBsD3MplUZo+JLSRGHVhqPGuY4KEYSh0sLPuqdJpXm6Pf8/0hnrtGSnAC7A4KibrTsU4AttiV0Vkv1vPa+tPXFtQjIJRzDmekTu/gApQEbqGvmEMtbTQzCiT4C3lz7eg2CDIjKJDt9bviTeji9fU1ZUpHfpT/If5+SaBSoONlONB/+l0ERbwM2VPvoEQZuFOyPqDdAHY4r2JMnLFAcsFZqQAxpH9MoRltZiBAnmsLBiLmLJnRaC/ZggJJMN8/wm60DbqBh1yTCbRmABJRhzwjN9rzKdLxw16DocvzkwFOB/uQjOlmlCT3qyuct913SwJWAYIYVESWC51DzLNNGfAh1jUYjz0wqIDXIExH+/p+M5i+pAhKv6DrYEfaFuDnRYzvhwCwCWAyfTUCMMTOxVm3Aj0F2Miu9fVTXVLaVVwD8xeMWMCu+O46AGC0W6w+2WGIFePDdsT48gzhAKCQyv4qAmKsSxg/ZWPAUbMfTjflGAOzdKtdjJgBAWZRO87GvomzgP/11+8DhMYsvSQAwjN8c32vtgS9ENCqc5QdNIO2KOWyAnZsr8WCRn+0bwLQfnFx1RiTZCTyrN1od7QdzyldunSHZxoDkM5zjZ3emXMsCjVgLgAz2fZ5di/a4jN/XZ5Vi2e35xyo70FOLY1xRLs/fIh5F228DB1stjiek43IlOIJPmMArO/Sm+hbPHcZbf948/3pZ/9PgID8XnZUIHA/Ix0ajvGCnDCmxMvBAEZgA4JdmH0k1lhGU8DO5rm7mAeh52B6eyqifxUAxhqO5+o7ou7VmglvjNMSQ2+VlrvvGRQcJ5n0gBrtk2ErdC6t7BPHGjqWgRa4R9kgcBa0QEn8FAPabZadRFkO+B72b2TuOn1/MPsDAHZAQtsXd8tB+SmwRP3CHOVpx1i/mPVAdu4FgnawP4mu/H//4zdMAY3zbdFz3uuf8QvOXeZxC2lnqRclA4l1zGuO1gVkIAAzHWmcxfiGrOv7jnRFujO8s+Q6rcmAajPl/njCQV+T4zZn2qgA8JDdAwIv4K/rrvNDMtJ7WM0eVIPXPI/cbgfgan+QfkbYYablj58xABHncfrDP3ydQTsyL9TkNPjze8j8/uVMMzi2QJ/0P6SaPgPAHpX683cGAF7r/MO+gwJWALibw6p+pQ4rcjFEzwzgh43BfZ7+EgBwbecRVt59+uVnpneQhxT1/Ow9JLBwmLUyZgtRC98DTZcNmRfA7XrnQQClAwAAIABJREFUZ8+14x4dXjyy15enrf8ogPIYPb1vGR4rg3N1o3XfMvv87/I/AgB3p4N2jj2CTxt/6tkKA7gxihBpGXcuAZv7AsH3B4Br+x8qxx/q+ZkBvFfv/MLt+2cHuF/mmv8lp13bqOeFGThYljfO5636O2S1Ne4jAMzA99h/6iViBAP1ohwvtPmSAz02PpDvD+3Mo9q/rZcFzq8Vs1QZwFtyn/V63j8ct7t7I6vre/ZrLSKY/ZsihQWULYHd+pJfW/R4+waN5TaAPDKTl8CPWlXl3m0Syh71yIDgaEu3gw0a46u9GKq9a8DH2ohtgRAzAKwylyUk1kb5VAbwOQAYpXSGYO9bZfu21F2lzvqyPTuza8vWggmqM3oNjDcjdO5hmx/uKNpOh2d3buOZNQCY39lO7TCVzaxz/SBrjMEocKiY4Tq2krJPdsfsbJkBJOmynCfVsVdBkurYc01bDov5+6q3HOciK+lQd/7UFIU1Ha7l6efV5gKEJQgwsnD7+g5wZv7MZ2O3fiVDZ+7HXF9dJwRMIGVqnr+a/ap1yilu29FZxnNgw+BAcpAJHUtSnNmx3hhWmbZwZphbvmsM4JoKmue2JlurAV0p5/kctzZmOQbDXCpt1bgp7d+cwlcO5Ax2oPNP/bMzbTijNtNvWjZO7+x0q3wOzjY6VyX1cX8g56IZs6iJe7ocIPxucALrshlRdJ5GmdxDJIMRoM/wKQGFZNZAn5sy0evfbifYl6kOZ1krzWTa6myZ7ZLbQwC61Sdmr2VQGcDSM4ALYIgijWP8njuKT4GADHSNaKLYdxqPCnI25hX8ptk2M8TgYNeYgmkUDnifPcu9dPxDSlfMC4wdnd1ekCQdypXfAxATwMhzakMXgBcT3M+csb5X+i/wjsEIsKd5T5ufedaphc7022l32Ybcz/O5dIQzVXwOWvzGOuhwD1nX8wfrO6n2tTiDGOewYhzE9BOTq4PQ1MmcE2CgGkiWjmYQYsqWcklHN4Eypg7OeZE/AQYRsI6/AZbSjiW4TbkU9reBczEhMzUrgBpAb2CVxfPotgA0pUO1DvBsVrCwMpUuz6POvnBek9WothDIRzpRpjHV+Eu82NgmcAyZkLUGNpT2xexfgK/oM9leUcbNx5tkUSuYAoFg1E/OCZ+3+/H07duXp+9+73W0WbrOeRG69IppsPVB38jQxdnWOa7Un2znZQCwONcZN34OFjDlGn8DiDH+84kgnoBLAZJOAR2gqccKskB/AN7lnt5ghNdO2X80MdN5v5DeMJ0v5QKAGIEMwbLL9Uxn5V4SbPUZtAKqNYMFVAN0TTsTuk/5krmezFEC4gLyrUs8QzUA1TqePZG71jKDSE1PmWodcxRoF9iqGHPZVTCoAVYCCMYafpUphLEFQbpjvWdrX4xyyZoEkRN6QpvYz2MHEKoU6WI4ow6l5Q+g+L2CLwkA5xxQenHtYaACt9F/Z6cwY9t2Gf2vzDjEDQDYuglg+59+9f3p/btoSwRO+Mxm1AWW8HwOL/QJzF2nRhb4rrY5PTPao7N8FRjkeWFGrm1CX581p6utZwAS9xZjRgTO26gAjGGAxqgbz9ouyFbDdgFQTr8H7aYYrAKLkhGaa7P0FMxxAdsKgPK6UJjpaCPsqV5waUuUbSOzq4RQydqGAKLq18gSEQzgnwUD+App6DEGuZZyPQ/9ZD/bugYw99XpTQQ98L0Y41rmM+IBxOqUwWYgBINzdC9+4rJTBaMMgpp+rYh6wB6nfVKMC+fs2vuD11/0Vez3BJ3jAQGsSOef7N8CACsoQum+1/yYKEdBAmrz+G6q3vrMX++RmGWCkxK2U6ndscyjDy5LYup7S7TBQQg8+xbrUKb0D4OXd0c/ou1//T/fRdlh+5B1INo0B75Lx0Mfch3i8HKOOouH1mXOmQwGgWBtY1pWC6RCbvs572k9lj2TSp0HPTgPxrXLtO6hHIyB7xxAZjsAXfS+ZZsgkkoGdUgAGN+wDiqW1jPXibml/Vjf0+tIjtz/5HvOyxgkBSxdnd6+1boC0UOMc5A/6yvvt9JvyaYFWJfABOuP7nP79cvMALZ/yD6hHMbWaT/vdWDWW9/4zADuerL+2xdhAO816u7Xqez5WH1ZckkLF1QqICMS8/MMAN9d7g994hkAfqgEn58/J4FnALjbt40F4EkVaA9AedLKDxbOl2xvXCYHxsEiNm+r+veYAHDb4Hgdaw7JHxYAntfVLabaQ+X4Qz9/FEjcBmDHnYc3sOPLE+5ZArR1MzsDNWtAxpr+HgWAG0uC6O46AKyedDbKGgA8r+PjZn9pgx4KAFvPqv5VEGhLX3aZlNODe/broQBwm8eLF6nH0vj1AIAOCB8DgOfWdOB1HQDu/VqCv6NuZMpP+9sNKjQPyHk5HAGAUUJjQGc9nodKVZUBD25DqdIv9vS9FDWeAXU8Ulm9MwBcAe1z7F+2tbw000LAAZxO6PlFd2YAz9I6CgD7uWpvOhDRmchHtFLOqa7QarMYB+pfL8WymO3cWj1trsFxOgHAa+3XmGjQttZ3287K4DSztz7n8itQLgAiAeGyh1hr+xoAXNss/UgFm1hhayB0q2OD+W0mpXR/Mi75XU8hWACvlNkcCFL7ZCffrNPz36q7n+nH8bADKrhLfGcnxtUVoq2nKy/jZh4apJWTujvLPN4zWFnHyOOwtr4b/LDMGrjIzo8AcAu4KA4+9F+pGkcQjGdVlnGgwy5cXmJBjdeGNvC+dDrCdT0FYUhWGjvbKQM5oPnwOsGa7rBszMM2zmZ8F9C5QVIadYNlaLcdk7OOW+buZ5Wv+2SwWeCS2tRARYIqSrtKABgAXFz/UIIdeX+MeT3ns50ZGfuoGziZydOTI9S6IYaU0x+LIYvD7giw5DmLn+JZn4+qQCDJrTFUG+AsYOI2mJFMwcv0wrJtloGADUnIdofnM2YmCulprhdmHubY2gHt1M5gbIp9qxTWBEzhVE9TcVvs7MLGRD1ODW2QjuAlAHDS2wQkWIc8f6z3YtX1c7MBhIAN7AAL3IffrXNrAPDtR51RCNDwVTApaW9TNigbCUrqfgCyBMsUuoYUnhpDnVPMgBW22cBtOpsJAOJ6aavPXCQbzX0Wq1YgiJlPCnQRQxVAkNj1OC2TZx0HAOA+knEI0DKVX2xzAQ1v374VyJIM3M9AEz9jfQCrHvvqODM1QODf/ymc7mLQElgxww1YSZ5VSiAg56DACbWVZ2USPUSK4ZgHOAOUKUdlQ0lcR7XQLwILeu4jAdQA9wxChWwBsDiFLUHRTHfM84djQADSQPbQODI6ccYp8C+MHdZfgqXQ4UyvTha52oimA2DVPOiAHoInajpu3gt2JM4NJhsYfyvdtEB6DLbY9mDUYtJQNwGE5nuTUxQbADboISAcxYvt/uYtAH0AIALclH5aNgBnn1+Fbup7tAPnXIcOetmEPQAVlyCkAj/AdMb19wHywmYpTboAHzGAPwdTGCmgkZIYCeaxjwsADgB5AsC0D/GI9KsDMZjn3luAyYwPA6Joy5XqPtTy9PO/+1UAvpcBgn5LPQB4fXMLEFdALAeCtuZz6OebDIDwGcupxCUw8CaY65CB+jJSFwlspk3FkwLd3Tadx4v6FCSQQSkZiOCsFwCAYTvJjI57AN66jWIkS75ez/x3PwtcQRyUW64Trg/fIQX0aAPBLNf+g9kssmzNkAzIjeG6inZxzoUsIjN+nLP8/em//8VPmKbdJ1Ew4AMBQNA9MGtzTQdjn0EEsBVsFwJcMiABjOAwSbcxJpyLGTwEuIsM9RgKdAeP4Hxs7o24nvT90C2Y1jEe3EGXAEq/i/QAqw6kop8+y5Wga647zP4A29fK0e4CZcFG1HWa2uM1LO2nm5WxSKlb+W4y7Xm8j2PAFJdbBU5AflW3fC5tB1Clr1535WvAYin9QrgM9P9vf/6eKaBh0wBaInjCHzQbeoK1F3ZO80frlPcvbd+R+1Gt4T2gzO3nWbi5lxKwDoZyBmNlsKABXM81p1FHu3UOOjqhdai1sbw3VAB4Djy0HPxc3R9yjFLuDgjUuGWgTc6Vxgye1k1nfCGbPGwe9qJvXr84/cEfvDm9jhTl1g2YCG4l7Wvkz9xTZv3Sx/6CbEB3i2DX36X1zNMBwDPXuA3BwV+eKgXwHvD60HqfuvyD4lu9rbZtr58b/TjK3Hx59MbS0Hs8simNpcN3vHXl3Xy44aHPP2SYHuPZvfY/Rh3PZTxL4KklMOux5+1D9fsowHD//p0HgGeCwF3rWWMr3bWML3n/noO4bdgmp3zdeHvTVfvRyvVL5EYn1xyR9db2Ar3CwGK95WaMdNsQ5vdL+OVppL2nx09T6/FSq8MRT81yn0HXGTBoerCxYG+NI1Ixzel0q82w86s6wcYqduZvFrZ25ibaPEfGVonVcys3+1ccyFXPz8nv+Kgsx2Hv2QrymiW194yvH9HR6rxvjnMCWnp5a0DiZA/mOjowNxqA5XoxArRLpq3Aty0As9U7tW8LGF0yfM9biDmFtOZOb7P1bk3PapvR73nqNCdG6d8asDra1S4Lt2VmbeL7OVU677XTF366AvzyWtrXCuh3XegymuVanSS1nQbJXPZc1swEaw6T5kjpqZXPz7Xz4/dq6/1pZeMyAwgEbJqjfNT/WY/mudUdFXOAgOZDtXdyWIlVVW3MKM8+j7bur84RAg1wJEWZcyrQBVsgHY+u++gzztYgPZSdnpm6ZorONsp2bA5amcHaOVXzOZl0W9DBtbneug7Oa6LrhgNZshjHbqn745hYfhwfBzYBJCvlNBA3lzW/a/ueVXZ7zk+AWWgjzyMtoIUdXrNTT9+LJVjZzJU9Y52pzmf0w06/WQ61nDq3WRfG355XyI9ORbEs7fvrjlEBjC21N9g3Odeq/jkYYd6nrjGnKwvFjkMAiS6vpgi0zsKpCVtU9zt0hC6CUHRmcHVOV9C3jn393Uxnf8cxKmA2ygMQDr0AM8r30drQb2rwOoN0yGKJeQ0IPdm6+RBBATtC6XCOf3AE8/xLMgwFpAAoBPsP43UBICf+g87PdpYyiX9ywAt4pV1JZzauowyBEAIPO0tc62Rl1FquEK0BPnTSjM1qRxBAhH6CkOg5o9TF45nf9Sxwj0cF6c2E6nYAKTkV9EUgAw70SHZqcL/aULHqulww75T2tNuXzqyW0936ISAuzorNFLQA9VRvriPh8kWqYgPMfs8hYEYGHFI0Qy9kw6F7nm8EjsEsLe0AqIC+OrUtGI9O0atxUd2sD87stAsGynAPgE6CRUgxDkCVZxYLBK8ZltQQ2Ub42HV+qYNoRCkRQxBjKLf4KwT1xCOv37wiswqH/6r9ACWCrcsUxdBq6FFnzcregXUMoAgMW53/iTSzYnv1s2nNumOaV9Qu3IHgjmWJIAeUaTacGGDRZtiAKM9nPhPMZmwK5CCgluYJTGtgkXwvGPfvGifVibKQGruDkH1tJ1gb8kdKaYGqAEfByg2WMkDjAFvfvIGu4boYzGDTMvAhx6jabdtUZQWQDRaTEPu60O6QGc6xVApoAM5i+uKMYwC20OnXYQdkG2DnxHK2zNFGlIv6JRMB1Gg3wEy0BfoGFcVShzHHGck3kV4d9hspidFG6brAY2LbmApUo87y7gE9CBwQ6A6AHPcivbRY3MhWE2taHIb6z//yPtoMcPuKMwt27F0wWJnemsqNCrRmStYALGEL05YR5eEVyo1gdgRgOErPwIzsns6dxVyBvVOQwKcAwTXOOmdY8wJVAwDv4K3OD4ZevH//nvoHQNj3cy1MwJhal+uCgjOkI2LxC9B1pogRAIZdIAyrzAxRBsBsfGDvDWBL/4O9H+Aq9NkgMefTpwCnA/T773/1EwJe1gnU44AKpzdmm2NsCIaXVOtivipgjCz0KAc6CJko0BAZKGDXzSyXTl2H7jnoUoGpmLs3HA8C0G1/rGves1heljtuw5ynZqWNhJ1AKnefQ9+PL5FdqXtkAvAIWsmxVOuKPcEcaSxm1eM09K5OT+ga5txtyL/b63wG9UQdLSsD5k7uC10nfmqNcRuQiezz6Re/iPlLQLgG0CkLhMZ3DGyWLFayxjBrhGyTdUt9zcDODFRUPzQ/yJTG/bkmKRhC2VR4VAHWrPi77im1HvaMKM7ih3sIAOf1tUw/NVipy0XrDd7vsE+oQY9uP9ZQ76nYfsxhC5J9lJ0DAHwbNuMqzvz9/QB/34ZdpqohliHHEHag70GVxp9lrvg3U01bU+ueQuNQ/CmY1w141yNcD2iR+qfvm1MP0gWxh9VFwOCG57QUfvbXPYDyaDnzfU8N0D51+fftN7WzDO2efJ8B4LOSnifbQ4blKZ5dM+hPUc9zmc8SuI8E+kt/7oRbId1R6UWplu9591D93gMlthxix/u6sqMqDz8DwLlJzYHcckJvAd2zE9WibZullQ1SHbvZ6bTYJjiCemZ/2EFXvqfLwRGBWdBTA8B7+ntcT/fvnDeS+0/0O+Zx2pP7Vtmzg162oYMNfq6/UPWzWarNmEGr2Z70dX05f9cclXAarbVtDwDmZrw4n11Gc7DA8ZEvQ9y6ZcO25LfWhnPjpPq3bdQ879qLWUvBVcBRR6PGtTW7Kcf/CGQt5ttmoMc2AFyB6BlIhIMBpmVrvVgDWClnONiSnXMXAFhjNDI2KxC7dNofA4C3xnALAJ7Bo3NrZ+3f3vjUezX3Oju21rEWwFFTPM8A8PZ8H8HfqqtOvWVHq9szj8FWoMJa9H4FiveYwmrz4wHAswzWGMAe1waE7b5eL9u3ZkNmh+5sr6tdoeOtRNNXG1fL3gpw2QKA/ewMAFegd8vez3a/tb8lTltq2BEbugYAb61BbptrmmVWv691V1ASTjulhpazfbb5nn8EPMu6UMeL47MBAKM8shDT5FcAWKlV04FM8DQdnbDbbFcBgHPdMDg261RvjxhsdiTTEZeOZvahrBlNPhObxd9rizgybfgN1xu1e3Sw5TsE+oJ0sHSiy0E4j2HdQ1SQ1f2wU9HjsUjtnI2kUxBt8bwEkAHmCtb4dCIT3KETLkGAZJ95bhv8bnvYvG7GCAbGfcGY0Dmd4N+ivWTwyUlrkIws3ZLyvQGR1Kk8q7GAv9Wu2mYCIGUfOCIAYrlRocLYdeiynPKT/W/AgsbLTn3cWxmk0lOBjwAkae/ARk5dtB/VtkF90zmGaEZly9XxbnYOAA11xnojvbA+X4LdBF3J+WA2UU0pyQ4wja7mBn7WNJcCUQXseVyUajfuzyAPjksCwNUO2KnM/UKOhRi+3UkvIEbl+2NnuK99IBOWBMVkZaX+R6FgBnu+UxfRlpQ32i6HeZ8vnMdw+fPM6tCrrBfgr2yR0tgKzAXD8A1GMecbQDI8i3NUI21x2mXMlZ7iM8eipJKGw5+gcsmwZLkDRMJ5twCScJ4rZAMdQHsuk32Fa3ZBK0Uw5BBMK4I6cIUm45XfQ//FEPa+HHWpf1JvpAD+APZqusfZrtBLgGdojwIeIpVuee/8EICxAWCmOUfAQjk3l3ImsCd7AGAOP8W6Bchi4ASIqsCumkrVeqOzRZsqJBCrYCKWlTZAfQMoexEgcGdivg/AkAzkqO8i+vD27eucS2CNYl5Zvx1oBWVUR/sZ90qBLLaedBtpmXGO76sLBeKAnQvGMYB0p63G+cMAoNE3pNzl/I97IW/t0WHjYOsNFgkAxrmzrD8CDMAy1lzBOoAzfjVKmOYYQwKODVDRmkGsEKzPtH2qF+3v6VuZyjYqh7xuaIsFkEjnAwT+1bsIFIm0zQTLA2AlAKw05wh8UXliGWtegN2cAUgxV3AeOcFVrvfKIOagIJyJa5DWALAZvWDqYywBgps1bB2qfjEGzDD9sFJLO1U0ADcHEthuOojEwScG/M3ghHzm9P+y6wgg6AAw2oHAnZ7NZdyH9gAF6bLY/iGfAH9fxXj/1V9+yz0K+oF03phzmOsIYnEf0RYGa6S8vCZyDDlfoTAJ1OU53Q4ggBZh7D2vqZewybCpaEfbW0WAQp5zS1uY08tZELwPw7gq08UIovbzk/F9Q1FZCjE+7wsAYKcfQPsE6RezPVBP06BEA9A+6Arrcns84HRCyU9gdm8FgLVXcIp36ToCaDA/HMCRRbYfCBQie5h7A+2jfvH3oc8x5z591vnStv/1GIG1d1DbKgcmOEDWewVX2veTyjrB8j2PEgBGQEPPSiRJeH2H3ikIBXNLc9FzjvtPWPCU2TkAmHqcQPOYCagDwNS3sp9yG7YCmPs7rEFqMNQ/Bfj7NgKUdN4y9QPrdo4wvvPeRFc1n+r4t/cnRLeUj/vJMlOv23s+6lgBgGuKfz+nn9m2ZwB4nibT318zALzT9OHyPQHg+zB/15q1F2Gw15W6EK7da4XeKuehz++176mv77X/qet/Lv/LSqAa/3MtWXNqPUbLe/3rSFzbFM2VZYRvX0THGx5Lr/cAtGcA+DG0YL+M5uzKgZ2dxGsOu7oxmfW8bTTvDQCPLyyznlgvaurdli6ndPfh+nNednv6uy/5/Tvq2JxjiZ0ryWXMjmI/s8X4ncuselDbJQBW2+EKIDhScnVvkbpWHYS+r/ezg6OzjuLe/uwEtDTHyLZUmhP4AQDw1rzYH1U5ztWHkQVbn50Zt/P4VcC1lrfF1F1jeqo+yE/n4rFNE7A1A5MdoFX7zTBx27cA3KVcxr7P9XidOcIAXkvBWgMNzoGyZ7Tk7FDW9hmM9RzAz20m/aivdiwzPWfOIfxcYyEe/W5uuAHg+fs9/aNDGS/AxZZXPVqT61aZ6/pazlgtDGDPDQcCMCR7+tghMtuQ5vAvNsmPVkfC3r5rdvDM868/r/mz/ORZa+WCnQAa33VnQQUjdF+CgemkJjhSAj3ktOpBMI1ZOW3UfJ/r3lpbegprB36kXSBII0d5m+vZh4FhmfvHs5MnL85r05Fn6j1be2x/X23Knr2uetttTh+jtbauOXhAQEFddjBqTmvOY46DUQBnO1mULdhFTqaqy70PkveW/nXHkueSATkxQui0Lfoy647mWh/ThY0gEOAUpEUe+X29f94j6LmeUlOOYp0/6T0D5VKAUpdX5d0dnXQfbraXAA/du+AXJsibYBn1P8FqXK/gYNVn10WHfaZWJuunAZdg0YkNBj2pjGl9r9KqbZwB4NlG2glL+djRV+wDtzS5LiMVNEFbnH1b5iPqABjBMrIRBCCcyzOBw8U+MlN5r81r67F1ZFxTBVqDNYg0uwZD1aZRi7i3ICNeqc+pJ/xfZ6d5PC7AWIXe+j7KEpNqsrFkdmVqSjjmE8xA2Uzrm2luq52G7gMAdmpszs2Qm/XPuui5W1NoN30kI9pBaiwBg9OcxDyrNtqOQBAF3qnvn5hqEshKgh+pT9Afp3wGUMS04zluPitU6YMzDW6UR+Zt9JMMbehC/O2zTQHsAcgUACwAE+Wqb2KUCYyQnagf6zSfA5uUVFIzGwVA4IO01FZPlMmzTaN97UzWeP6aLENJh4BP/LvKczjx3asAQ67ADgzW6yWDCMR6RR0GbS1/AKxUf4BSuJ6s9WrbBPAFExNzJfUPza9MbugCgjlI8Iv7YBoIFKWNAEMVzzi1t+cSirT9ACgEkNBnoEMkuGYQSnNFbFwChjnvYEN8frvGrqdE/khwE/MZLGeATDGXA/TE68EHsCNjTMUKVhpnfWQo8P88Z3SYdJLnbTAfwQAGExdjCmZuZOVlPQ7cYBlR/gUExzkn9qfBSxSL8cZPzXEFWSpYSh+kkUYaaNwDwBsAMz4A9pW6uDP1WE3uV8RiNUNUABvqbun840mAgOgDqoMOkAnMeSR2+P/5p38/ff9OKW4/s9xoy6toLxh+Zotz/ABGOwOA1hHridaFHiTLtnO96Mx+n619dQnGM2QLvUdadc0tBgSR/QgZSR8QWAM9EPO4MwmdSh7PEXwl0Bj3sBUqC2IzcPwhAjfEggfTuJ9bDpvgs2PdGWYRiILELu3z1MEYDWDO88+xF+G8CP27CBv1X/7T69NVMmA/ErSWbupc7bKWI0YCek5b1YNhAMZLp6yfTl0t+80zbnlNf1OvALrGfzcADWEzmEpbY9r9PDOQraA4BS4oUATsXzA7ubzEv+vQ97oYAVDF3Kp7bDwPe8P5wGvKboGxpbyxvmWabsopAWAHPHAeyAhI51mO9ksNAI5FD+MJgjkGGJgl7KuD0xSMU/ea2pM5GAk6gXURQRB/94vrOP/3DecB6pUd0tqgfQSboTFwUCF1WWut1+mYPbyuNaIv2A685Hnl8VEQoVLl+wMZ9P1Z5t/PMUdf8GQ7DzjXOe9VeOZz+l2Qgt7vFK1dDNJRoF59r+h74wwaaanws505jl67pRtdZ+ZU0S+R7j7SPf/RH70J3c4hRH9TFAqC6HJB3wUEZ7CU91jMdOc2FOH3YRjmvr92phrqajYTxXcplwLKr3MA6fpd2C49M4DXZbPHvN2S6A/9/RcAgB8K+lYRnXmnTON0XqAPff6HHq65vr32f+n2Pdf/tBI451SpNe85Iu/byl7/vChpsdp0/j4DwIdEvsWMPfTwV3ST9eRo6t/ZEVr1vDl3DvRve36cAYDLuXM4k6oxnVbq+7EAwPO43NVenBsvbWpz85pvDrOj2aKdnbt+9iEA8DxsI6Otb76rU9PPzC8Ee+lO2d40hX65GuzwxIDdcrjP8qztOaD2sr1PAACvAbXDfswO5AXTVy/jXxsAvMfw7HIf00TTNzQB608NAKMtM4C7pgsViG3RxvAP0ylwHgCey5vHu8oDv1fGaq3XDoK1/amdCENZ0JuiMzMAXMs7ByjfBwDWZIH3eAVgzX1KBdp4e7Nno13r9krfe36vsWJZztHJnADA8vY897E4MqoTsIJaFWipbdM90g/aQDhwsn/VHlcAuNrKGdRZy4owZ2To864DwGtlui90tBSvEwA+fxp7ogjHbok9hm+370vJHt1bm7FjgK3Kfy4Z1q5zAAAgAElEQVRj1n3XOq+35+oG6APmlT/17F7pn2Tq8/za2MYc8/yf152t9bs6MX2PdETAWrXnYuyPYLB0K9kM6TzU/OmsSQFYyyAN3pfXqjxmBq+eHc9UhNMT5zzWe+Hwtt4TCIw/CFKls7bKBI77Oo6e824nyvZcx0/r5iJFORyspW9r090AQgWAUTcAN6p82TPxewIOKknt730nOAAgJFnFrs+p5qvO0BFNn7JYzSI74lzGmP/JbO33O1UwHOFKU1z3QnBCEyjNhr1iSmDYt9HVWPW82yYAFLrPZdqB7vtRNpzl0KXGfs/GNVY7da+Pp53BVeZdB0I3oJdh8yvYMbcXjESUYyYu2mMAkmzY+M+pgdl+nsco0NxnD1p35XAWm7SCTwBSa6pnlGOmXgukYCpitQPjwzHL8yYBSHyKdLV1O8J02jGWPf3qBzL4YA8BFOF7Of7BMMT3mqMA2OSMB+PvmvIGMIczmXmWIdZpHlr4iWe71nnh1NIqF7LI1OcEEGQbaMczY4CAggTtij/AAVkAWv1Bv8GEhJ6AGSmg2lx0r7Ni9l1mqmKAjUF0jfZHnwMAZhrVSFkMy3V9fdPmrGSZgG1cRSwD3LfROp457HTYajtS1QbICnZrrpsEjCkbyUXMy352NcaFZ4Dm3MDzHDMGWWks0RfaITL1AKyBuRfgUDLbAPLhHo4dbY/WP9sWB1Thb4BTAHRRPnROKZcFAEgXM811pFHGNabAhq6AJR2HtHKfmKl1dc6ygL4byCzbo72A0v9/+HjNtMsAkyE1A8C6LiYuczSAsIk7Qh7Y6ik1rhjJmCtgEWP+AAzkmbxoacqGwQgB5r8OgBDPEzCMuUm2ZIKY1X4LeJKMmo2P/gt0jjkE9mDKB+2DPWf9AEeQxpr9j3YkgIuzhf/+H38dMohvXoA5DZnCZoqh29ratiVGW6bAYe4xS9uyj1xNo708RzbagrTEGC/YBae2Vh0GmPv4G7gVQ126J3uJ9Nn9TFiPK+1LzncsAALecaYy5tcnBnb4HFkzXJ2ams9mHfgd6aZ1r+e2gM8qE7TZIDcYoWAA/+c/uaJu48MgqATReQ53gsUaP4zxCNLhGXxnUK/uOdr63FIoK0BNioAAgmCiY95lYIHXbdhwBlykTqtdWJMwp2FHMO8MnCv1OG1a3IFgBAKLvO8VAyUMvnteGwCmDQHDP4NDCMIzW4AAYOur7lO7sbYySCZ1xfvwGQB2dhSen037qHkrm1AzMeRef3pXh5hgq25ibv3t30Wq7ghCQDpo2B7bbUig7uc87hKw5uu4H9eewG2b4Sast2xbAYDH9wdPKAVAKfihB+cJUJddNjFA64oAYAH3Yp8P+yi3N+eBbTPlTRvZAWD+mWsYxgqZNbgu276kHkN2HQ7FPL+NufTp9NOfvj19G+fT0wOSZemvDgTrdUs2T682NfhrBIkriG+5W/bze0MFgOu9P34AuPb2x/j7YzGQ98qx7B4B0H5M4Lc1a8eDYtu/pQJrDqpxUn3dyrPX/q+79c+te6gEjjqp6ov3XercLn8CfPVekZ/hj0PVzfP0sfR6j0H5cADvvAE6Q747JpcFkHLcZXyoggfetKd/9aWMm5sc2PswgOv6cVSfe/umF7Gp382xkd/7peIFUsCVyEVurMuzD9ef8wOwp78PHL72+DyOR+Xb1+ER8NhyKO8BzXW8aorRMY1yd6q2s1KKwejsk4z83dA5tX0F9OH3YwSmqCKut78gVPmv7W/4sjLpz7i/6C/y+H6eL/P4rpW1NVbNYV/q39KXnomh23W3fQu0YHsn+9QValwfPDx6p+8y2QKUt8729Jh14GFahxYd3Bpf37hkp2gc1lkrutYDvrcA0uPzcrt9KtvMmA6iUGvhMMxF020dGLQGgdrzdwOAl0zpsZ2jE2C06xUInsFaMqFwxlVZ8KsjB33TO/IICLU+1jOWtnQvhd8DIFYYwGSY6MblGpagJB08mUKx2JcKfvQUZ93ZiP6QGdbYxiN46fFzX9d1peuf57dFhpSR3Q5YL0b7O9u1uY/j2ekFuCv9XAt2sRPfkfTuy2zv8X1lAcJBPTMA1J/uzJnrs1wgSzsQXUbVD4O8VY66rnSGYpeM+6ZqZ7t8O3tGTqYa9NGvyQZ0mYnZJx2DcxR/L0FKM1HGcxZnRrD3HR1Ull4hAwKAn6Hf1UbB6UWnesgKDCT8LOmerS8VLPbv1aG2LZduZ+ncrOAvZBv/m5kQbDfnAJxZmg+SmxghsAOWZR27uqZURoXvkXM09b4AxB4T6iRABjoWdYYnz6bk+aQBBoVT0Cme/Yz7bb3mybXTS4lZYbcAYhI0tv2oDsg6/pbtrGOL+Qj5wNokwDLbBJL80ibyLN60/w46cDtcz8dgNvmaHaPW6TlIRg5pOe4BeDgdKJ3XCRATUM8zirfmEhi6Piqj638/N3BeM6qu9bOaBRbKKawxtjOdGXiiTRjHxZnWDtQJvQJAbZanM1CB2YTnBaCCfZVgZtxpoJbApgOBMrW224i0xlyYogyU77Y5MAjMOrStM0EBKuHs385K1LmhCiiF7oMlbEaxARCOQbTx4pXSyApUFyj0Aox+jD3SqMZYQI/xO9l50TnCbGWO4V6nl4UTn+evgsEcqChS6lo3xcQF0AKmodKcAgi5iTNmeZYzWF1mOjfGVgfau67aViVwkQCn13f233pGNp9s8qBPBQgmeJlnTcLpPgREpF4ahEG/kGqXIEHOccgPwO/rOHPx7ZsYj/gdeoFUxAhwoL1OHSNLlAxWATroAc6EZQgDwUDZ94sElsTCxzmeYjYK7HYKfQHXgoe0N0LbteYqLbGwYIBYGOtMX49XjPiP+yeuP2LkIo3zzTuceYsUxwL0nLq32ijJUew8jBfOttUaDLuCMQXIK2AaSxbSar98CTa4xgBsvJeUEfqMfVquaUivHMBnCx6ErAwg8u6PTIsNli3KQdm0ow7GwHxW9ubQQbCNA2hkCgu0B2fb5nnEua+GLDvoJwBa5QoExhwl6MZgC4DHwcoGYFpeBcS4Rh2Zmj8BIvwtRn8C7wjgIACMuao9MtIRI1M2lzXUF5/XbxUE8Y//+93p/b9H6nNmJUCIgBjoXHvzvSYTU8tG+Mz6tCtk7Ma5s9BrshiT1Yp5Jsa8gpY896HPBl+1nvWU0T7TVzZBgQcGT83AReMQMOFMNrTR0G2ui/BtCCRDPbZfDnDp9kF7Ic9T6x51G3M83zW8/9H5v+/z/kylG8DrC+heVA4A+E9/dnl6w3PF8R4DuxmBA5Hum2eHx02vQi+hF0phHAAk2kvdV2BR2ytinmgqKaBAE4ssfdtUnquedgHIK/fveR8GjvuJ+CfQ2mmoBZ5CLj6awedvc01hQI4UTiCrZjsAZujNDQJHso66V4SSem2DelQ2cdsrkNlrvZeMMdb4DDYr0xB4HihQRSmRPT+5rnJuT+mrcz+GSAzuk3PuoMfIJv/zn1+H7ocdw3rEs7W1n6pZROo7Yv2de1gGW+A9T3MXc5pjh2uwpdknAMAtUCrHT/JS6vC1fRLmD/rkM4XnPVPT2wJwO5CKgXvNXvd3aBuPBRs4A9OanU05rQPAWAegi7H/j35dxFEEf/Af3p7efhN6r8mSa27oVAZwar8vffYbyuR60NzjOtzfYbyH5sDkZ+27sCZNb+q9R3/fw+y+Xgbw0R7+tt63B9weBWz3yrF8jpZ3Rp6NGVMW6qPVbxU7vdcvbpve4RbXH/r8l1afvfZ/6fY91//4EqhOoHmB3KptdmYcbdV2+WUSo7B8OVa5A0R2qKp5nj6WXu8BaA8H8EbH4tzZLwEAV/04JPwH3LSnf9XJg2oeAwDGOtKcy+fFXzaQdwGA8XKozafOstRLJz4/BgD4iP1Ysxfn9Mp6MI/37KCoTv5FmkBYjjbxO/OaFqUYBDgy3JYjALD1bgaG9X2PhRyDEtYBYE2VDobVFNTe3wxA3OTkao7gfHn0nn5Lfkt7Ul4CCsC0NoVd5p4NtF7zZzHEfJHaAY/PAcBrNlz+qHT8NdmsnTM8rS9DByuT+Nx941ityag7pXPlas6MbQBY+rgOiPraETawAKZt4zsDwHTspVNhBADkrBr21835oH4wQV7cs8cAlrOt92922ru1575fA6L9nAFgdHs99da0e2g6LtBo1sdz6/djAcDUojIP6NBI5TYAvDZ35u9W52h+OTPjzWj0HLYjh7fH/Om2TOy/2X5sAcDd/taz05cA8Ll1e14bqjzW2L/qolhGdQ2BI9q2fAv8RXk8ow/OKACJk1Gh8w4AxTQ+vg/O8ppGct0GdOCi2cyVeuRYcgo8OLXVJzimNdYCrQxYzTK0zTAzd2xzL1cOyhEcrQAwnXYxR3m2FwLS0Hc41BJMBwDsdhLAy3u2mMLj2trBGzmnvN7IkUsGZvR3ATzAsZvOWc0XAWx2xnGcEtwUExKOdjGnKlhOOXpt/P/ZexN1SZLkOu92d63TswGkCIqLCFIUSb3/0+ijRIAQl48EQWwzU3uX7D/HTriHZ8TNvHWrpmdGlYNGVWVG+GJubu5ux455MwWPxiw6P8/xzLdNJhqTBmhKPnEkzwDwDEilHoFBDQDPspkBRJ4VuNZ6l3L4Pimde2JuzZfztAG6NUBk2xfgnGxHYfoTBhsmPSlfbf8HW4pnZ9ZRUgO7vmqnGEEj7WmA3WTTAdgSUFzD/wawU4xA392o8SwnN3LbgNB5UOod2J9KcdmA2Nh7HAdTrfNsBYDN3nZK2Q1U7TtYSUs9gxDuV2cuKEezAIxO3RwAmEw+pGvV/AQOKOBUrCSlHYVROjH2tOkvQKDkoHGt/wFA5owLOy/6N8Zq7BcMTif4wDKf2ec4vMN6o+1J2+sgAhiV1DVS+8tmAqIxrxnnAtwArGCNwWQzE3kwHcMIN2BmQMnpm51ulDF1QI7vLTVY5xS+7hffu826h7EDNrb5te1ZYivs4N/mz5b2eewfYxsCJAGghr1laNAfQJONRS7AgXuJC1ApdiLAtVjy2gfFFjfAWc++KcYy0imYVgEaGlMAwG8/3P3i+2cFCpn5KnYYQUXMn96Aaf6VqgOMv4F5D2GswNBvYFljDaoRAPaDUdWsXckXAAn18FrgO60HEGpA0078rH+AW/Qb0HgGgMU8FkBi2wkIjb5VM4qhOVKgB1QCwO1kBJ6n/V4Y+YDOfOgrwAljDyBuWxLGo0EgZPdtyQrd/VABATB5Od9Ifwhq6vXNeuDxMlhBgJbXcn+8Lubj3/wOS6XvAmdsACfRuwTj0WenmWX5cx8nxmHSjYsljG65ETCPcydz2hXclVFJAIz2Js3Azf5580e0viBzwGXuMdYckXpZJ9Hh16+/ufurv3xb/2b+GcAWWOsNrQKLCET4pt4FeFXACfaqmOfI6sWL+o5/0zfkUnIC2AcA3cC96VAAI9/zw8xssxsHa5zvZ+BVo6gMA7BQA4ZyVy/AM3ftFiu4nglAKHuiueuzCGUx5/lk7faZw+PgO1cNROeZea9iEJrxf1/zsdf3eu9JBTJ8IzSwZhMA8D+pO51BVAGgWZ7q/2GfuNfZbeFO5uebnZRWVR8AWHNG2RSs/+JAC4OVyNqBWM7YsAXsTC9pLgYklN1lPSBDgvXRqfEd5EE2AQcIrAG7MIfRDwlsY06nmmyfxnnNy8iWoUb7Vw/x6NcAe/nhQ+lGPpoT25lII6C5kj348IvsUxOjQWP/UMFcCRRqeTplulMD19QvBnDZmrJ7zIEAwN5rZz+1vxpi7Ac911ljfU1BAi4M9JKaW/adedF39foqgcz3TiHdQSRj/2X9sy2yXjm7gdOe+95fB3NIKm0HraP7QE5kncBC92lcsZFyVC97WtmfcT7K+TvvSS+3YMS+V7wGBMbvz39eaeVfyiw404qw+Jl76z21zuUoUI9rJV3Y9tfRzyN/wy3ffQWAVyvxh/Lva8jprYDttXI2SzY2aZ8qwmvRBJ9S7pGTcS5nWksPi3/s+5/S5s/5zrX2f866vpb140pgHJqXBe0LNmt1uI2qbA+2+cWu5sBEXNPPvL8+d/b9Q7v6yQDGzRX97gDAGas9O+zxdvs+UZzrx/6ta8zP1ZF/5NibAY7NAb8pnQ9J62e7a3DVzzza4jliAKus7SA7NpapI2Dw44MIziV8TX9vVlOk05Ns1o9bAPlb9CrP3AcA09b57khtontzvW0zJodzvlN05C4CcmZCDSDjSBZndmSwi8eGPG03iHE/ADz6O91X1LrEcW0FdFb5bE7u1sMz+T0E8Drq/636c8QApjw5AWoOyIl8414xKfxWdtu2XnxGAFjM7P7ozHYB4N7PAH4IADzL99Ke5V4uO/BWdu787l4uQ1d2z7SDczjw2pG/9TVOgkT4+vAu51n9+V2HEW+gU+vzNcZynBDr4fKIDXqf7Ylc13Sd0inABQ7tPddX3RdYgc4t4G/ejV5an3of0s+uMsyz63Nh9o6y5vVjdrjs7xZd17vqhaqc25u7pfZjvl+bNofJ1Ee3petuACCOHQcgmVsy32u63oE+HDHdrpaxnCQ4D5nPOL4aGKPO1QbPco0TcE1tu77D73vG7z5F7BaoMwXEbPZWMricp2lr7EnkY92y3tt5eA4AZwyOwNjo6Axm7kHPSw0/2u9csB+mzexar9s8wKKZSR25W+b7+S2nPHMb55kAYLOwNrYAQHSzdGIS5RiGESb5mEmUusOgDCicnpqhGKbCYGeH8RJQLs53HFoBXOf7Pmf7EabvDACjL4BSs67l7wFJ/e/LQJzo5A6Erv0BTmfepY+Zj0iAjx3x1lHe497BuZ6Ma+STO36R9Wb72nHIu/nMAFJ0J+mX53WAg5L+Fydf27c4Eme9svMxAYfZIPjfYYP5jmOcnyNVdeQhwHSyh2oXvncc5PzG+tTFxrkpe0z/mIndv/luR+XF5TfpRtup3lPTL903DaA02e7M2832NpCIY31OE7nZuCpf7zCGYiqW7laj0BMxkCtVKVNHdzlKL9wm3oedZyDDDK4PYlwO0I3xVOAowQckkdYQlg5UEU8KhIJxJoZNy51yAB2TEjqOdUBXBV6gQyXLEezRKaXbLmmsBPT0/cXFehRzud7nTl2ACo2LUnWPtYExTT94V+NNPwVge18BK3GTaTu6xWgEJK7+ka4WMD7zRIww2HaUVeVYxyNXP8d6gNz4kNJX8SclLwAosQr7nGXWYIA6wAfSkxp0kS3oVOzRK75XOmsYxwVcBzD3naWDyarRqErRDWUxEPjLnI4z32mCcxfq7AuxrH2fsHS7dAegAcDIH9LBf7j7yfcAhcxnBziIFSdwoPcQgG3cfQzggsO+wFAzjA0AK4NAyc9pmD02SsMdvenAVAOeBaBWimWxkpv9GQDYgRUNHAI017Pc9YpuaI2WFvfehpTSDbpIHmIljsAa5Kp7eycAiRS0AoD73IRMuK8W9qxtcKdrVyaHkknpPx+zf23bfijA8u0bMw81F1tGlOlsAQbinBUJdp+B8HxQaQUmMJ0bMBQQ0sBcUgxv57Pd+u97TWM/w2KXjpGWuwFgnsFuEbgABoNoyM8lG1v15uieMwxgs7XBd3dn7iYQwTgO7OgaOwHVNTewGb0F9Bxgbt3d/Y+/+vvqXz395IVskuxt/fdOQRVeZ9ET9FfzntTjNZZ853uXUTAU1ymks6QgW8/5mnukr9X9ugjO46KxFeN32Awz6wFMn/U6PwBg+g4AyvhzN222l4wfqYLRT+oHyJZ863kzMvd7KuqkDq8/FbTAXCSTBum6+y5mB5tYA94Vm1d7i7anL17WvfF0o+YSAPC/+GcVuMBWZgseMOiafQp2RLaaYA3mdNlnYpF4JmcUjVb8Ny2OBNZkj/wNoHEznP2812A1TTqS83/8O5FDfAxmzfOf6tVjw5mEXWCOEDTAJ6zV+DYYY6ljt5tnkNkGJFYf0cvILUtB+mX9IVOEA5G8v7GMvQ7331ufZha014L0C1ayUzEz1pSm+dr9SoAw/UNV/+IvCgCuMeCykfcN5Dsbg68NGHL3WpT+eKwcZKV1hj1r21gB8chrAoC/Kb32HfNtg7Outk5lT2U/XttqgnrUfq8R2KcELMVWSirqHjrKPnPMl3H9gTOphIGstWkCjrV/nvZXFDnv17N3S3CTfivjQMaGf/gPSr+Z8pxPquqcIjNv3S/rEkOneqPLWt+7bxnfaY/gEY8O7M9NCdba9rO9bme/P7+b+bB+N/87WVfyndf1EcDwlQF8n/S+5G/XnHFfAWDbgLEnORyNk3m1PXvt/S85xLeUfa39t5Tx9ZnfDwkcOYZmJ8iX6MWRw8v1ZMHOSrR9tWvGNf1cN3BjockC97heXQNAHg/ejY3FUUt/mwzg2ZFyxK58nCT3b5/rxXEt1wBgadR8gJwcxbbjHWVbf0+UNN+PrChsdI/AnuyWF/3MsGXTpQ307PjvH37PAeAZXDnSj1sB4GvjN9fDuKz/jmMwQEK05BYAmGd1QN6YbwYyHNl9mV5Vz7fhOWOkDUBrACWxpfcBwK7T0a/Wy/sB4PTzzA7t3duXc+fovVts1me3e50C+9jGtSwm53YAmvX5OI22g93G5IjDuw/g90YLDgbwpwLAA2AZd2laby8PVEffp18zQHEEeJ/Z3FH/uVUWmLsxOAwA38c8DusLZ9RDAeAVcJqjpuf+PxQIPhvG2O2AfLHxksYBmDtL6VbdfhgDGL3LojDrQOulDuyXa/0GAMuJbt2dbc7cv7kPeXZbhnZzR6Xo8dhsA6hp12X7LrXoGFANe4Tyj9o7O2JS/7xupJ5bAGCe3fRFwMPeqbhr89H9y93/GUgaYxCn9XUAeN4jB8jJn9G7db1K29Yxv2/fs9azjsnRXn0ub51z+/cNAMuxjR4ARMix2ba3/qbf+UYOx2YGNQCMg0zAigJ5LrUl38iBWTbZwQJjbZxTHsp2Z2L3uA29idNvzIcjABg20swanGUzr2+rzOLMjyMugC3rsADgdvCmPzicpb/tYU957xqs3ObhNH/l2IvjDWcxQAr/VaH22ftHMXPlENs7QGN3ZoA5c2nTq95XzukLowv68wQATl/ojlmEbsssDzk8cVrjQO+2w5q1867bu4DvAYDpG3WE+Zu+Z58SYF0MsPZqj3YPB2rW9xGoYdAIHfedluOO6nkOhAkTIP+bAmMAKXjmu+qv7rYFSJgcxmbhAwIz/r6L9FvYe1XXh2LyaY57wCyrTvWM89kZfgA3XHYCBgIA+45Sg1hJr5oxGEkbEXexPuUYN0NK6UerfubbUwGrxSwspp/WZrISAAqVDH/oe6ln+2MmcIOxSn9qEPI96T2ZexMALOyxx2xrJyByyyxBDwCnBi39PKwy34Hq+2tZX9xOAI1iOCblaP1uwLIZfwq0cMpTPu9hSirdJalb5e/f7quU3Ku9OP7R5/cfYOgyFn13qwJYKKdZY2KFeW+97avE5DZIY0d97t72/bkbs485vrW5YM0JAFaZsF+ffrz7/vsX9afz+zJm3wIExx7KnNK22E8DwNy3ziNv6r5TAPQABmaywgwFJAfEGIdKbN6bAoB1J3DplpmiU2aGPjaYvcdYGAAOeCjInaCK1j90SWmKu4qkaYe2DDsRVi8/MSWVErxZgwBnHocBZKKLWg8kL1KCUxvnX/5zEAX69ua1WaSs22Gtb/fmNgD8AfCf+6AVnDFOM7BaAwCjO5GP5q1k0vuPXj+SYjx6hZ4680eNOwCR5qAQxE7nD/DYdz4DgNeH57W/qf8BhiJz348Nyl5MYe5u1lqQQISxR0pKdcoR+E1ACQEeAFnNyPNy6BTFmM+/+Z+vii1e/yZVMfu1ah/jyHg6OAcg24xn3T3dfZ3vuSUAxHf19n6m3kHG9BeQNdlCFGSgtjkl8ho4xpwR0NsZT7Le53vsm8c8gQF99y9JrKs8mMnId9w5jLwNwhqIJQCDMkjV/FrAGmPOOgRTfKwZgJsEWzlLQdKnv3hRzzInq2dI65/9kxIqWSUA6WqckupdnewPOiD9Ur9997DTjA/gE1CYdOGxn+OeddaCwVSey1V5DbKb9U4AAeOV+WO98HrlNP0G+1g79iWBmwcAxh4ZXOR8GuA1uoA83Q8A3XyQq1PyU1ff1wuQLntB2QRtjQCLtJFxjN3f1kq1zem0o0/cB47+vn3r/VbuH2aqsx6gdsgz+x0Y7FiA//gXr+qBsh1cbaBMAd6/z5ksvJfwmr4CowlAS59yfQSWRnq4BfrU+tB3vScriteuZJzpwFWmMP4fGeuRLSd7LOpXIEPrrAfQ67b3n2NNUeYMrYGs0d7rKGiw93UBgelfAOCM17r/T6AC2SIITnlaUQ2/+MXzO12HrjpZPwYAvC8nZ05kUu/HF9lp55FtAhHX88l95xDV3Hv3MIBT79iX7fX46GyiedJniZxN5v2yRFyCv98Dvs689d+3ApXLe9fYpFO67Gst+FF+/51p/+cCkh8gxWt9f0BRVx+9FYA6K+ix719r4GPLv/b+tfq//v44CVwuCPsdwmq414XkzPCe6+PjzO0o9x4v0BQtdfr8AqA9Top/+G+fMfmuMfzW38/07ZoePlSfNv/eQQQMdT12fV03IkeOPm1kFjBg9PM+6IwNfDbgAeqs77aXg102O+u26D9FGA5g7z7tvAWMu0W7j/RgBjBSxjV7cW1jeEtbeGZs9O6zEzzpw9ItQLLl3wdZdGjSrejDZTnH47zuIc76fbFhXfT52nun8kqAwol4zvR5Lm9mDc5/l5y6/KOgiE0XToCyWwGydQ7O792bwnhh8K4yCtjv7wOgXUrSquA7pNb6tn4rJdw40AzWnsu7tv85AjbnlqypjI9AVs+Ha1B92jOcB35v384c4I+YsXM9affGZFsYvZsOTO3inYwhDv2zvqz9N9B8O2t5BoHXAIt1/gYs2dV5EOizHYWv6PQZs96yG5NxPLefoAM4GOOyOW0Bc3UAACAASURBVFKm94/2bZkvZ4foMSYDNMp3ke8t9nu1WWu5+/Eb/TuyZfN4rGD7ebrmS/u/paybxkf3ty2g7swCCogwj01+v8VtcG0tm2V55CC5ZZwurVL04nifvbZpjheJ0092KYDj5BSf5SCda0dhnp3b4msuzMZdx1vMpZI9jvE1IOOI0cv7fD+njjxbF8OsUB/E9hhr9qqHYQOvtijpn9VfsW2GLO2s9F2ms6NtK2N6PgDbvDbGUdeYkF6Lk3rTAUBCgUh4r+zYW/Uj9/naiXkc3DGP9RpOIfAX9kx3LczGy74mzd/Epka2AqzasQoK1wCAvhdYOwJPjnT0XacdT8plyQHAod4HcMDxJ/CA+dll8kwYMmZMJgXssrYBOKocA68XeotsYS71nX4swlmjZ0dwwEc5WTulM32LA9z3kVK3rb/SUXd0Ao7vfAwKAhLY1oWpO2w5DlTa65TNABMsvGaEdqreOOSnDYPHfWSAUdADc7J1gv7r7yUPpbOsTxi5YQFTb0CaMApxKAekMQDslMBva1wEYOJIF/uy+phAgAZZ5HTuugStFmsrDCPffTxSe1pHEqThP5WiU3OIvjglscYB5p0YiSN7jvsJaclMqKTiZD8gEFGp3gE8AV46FXizdD02dq4zjqTxtXwADbF/Y10KeO45yQCaWSpdab13MIM/AvwXt7IBqAKRBKo7kCjO/5mdGn0NS9V6UYCLgkM+3r149s3dz39Z6aC575eUzJoDDpiLPgkvlPp1Gn4B8t8oBTPtBvAFMCcQlGAcWMDMK7P/DNLl/lEBXgLHCdhp/UXmbVAAr/ikHdLBBi4iD6CF6EmARf4dpi9T5nkhDk+fGjykX0wf202CDTyOZsQBupdmCRRJEBXpb183K9nzUcBlz7tnJfdnlT6bpYghYwxF7kP7BChaB8zIMyD26lWn4kVf+U/1GlAz4K/JXn8yt9EDBxlsASvvzHLVvcQwYZ8A6FoiyBiQSyn9VbbXEz5mj8OGhTkbAM11ikncBhvbkHd4D93ync/0ySmm9bvueq3X6l3kAUrzXQE0XEnx9s3Hu7/869d3bwhc+I40tuhw6RM6Wv3Zzrpa6+hs2P4OYCW1N+YnQBR1z3vMBBch58whvlPmAY0zg9Gpo9u+RgbMQ6cDN3iPrc47kbF0iRZX+w2CGYh6VYEOfGSzO4U8/5b8S35h/Dro6oeaFw7s0J3GDE49Y8asU0bzFbZFYGMNxYuS8x/98k2lgK450+NhRvFYh9Bf9UHrJGM+gpcA0FFEymcJIpjMwT9Ok/+0ymeoEI9A117/s9/SHOMB5Fp9wraHTUpbBSgrXfucacyBd4wbAUTVcunXdn7sCY0MGB+ta9O+Yr4zew6Cpy2+65wU2J2yP2mHtbdukLL0bTqeSCY8L19cBydVjI/Gg35zpzs6TzMYN0B6gkmwUwDOTF4NFVukDVB3wPHHqv8//Ie/u/v2WbHbK7AFOWSdJlghepqAj/X85HUl+y7LMCAr7yZFub93QA3tjlycSaTX8ZKrbantpLMrNDsWfROA7wAFAOCkqT86G3i8e89RdXsfgvy8Zs6fLdCt2cvpc55xoIlTZKND35Ude/r8491PK+0z+v3NFozUqaulv73vU1VjLZD8D2BUt2kEUu4aeM8/PB6eH7myYH18XAV17NeI/Lasixf7pt4XfgWAbx2W/XPXQNDHOthvbtVXAPheUU16f/jcbJRvlvn04GPLv/b+p7Tp6zu3S+Aa8HbkSKT0s++v1XzNKXbt/fH7fsHbv3fk/Fqe/woA3y5qxntZ4FdHdgo72ojsNibLhL/PWXxLA8/06RoAvDkuPtEAHjndjjZt1wDgQ7CrI/zn/g85afZtG74/dAD4GhP2TEeGvO6zE7z9aQDwWm/04RoAHHUbG9NLB/V9en8GwFyz4xdlPhIAHuD+lM5/cZZT5woAz2DpWfCBHet7IHI3F/qws863/Xt2yB1O74MUzn62ndY7gG/oz1qWTdmPAwCfByx0RHPb2bNUzsd9udS8PLfu0xxZu8IKl++vAHAcFxn7GcDeRy4/DAAW66Abi5NgHfu0P21eQeAViEpPDncSR4dtWeW9vstSn6yb828CTXCEdPvjtPcze/s16/xwfkyAkfT4EsANKBC5XNt3xymyyunMMRF5zf3YzVk5VY6Bqk3WLYf77B+/HQG/R/PB9Z3b/zhljvay99nTFQS+dU+7yu5MlrMTdZZN/p73ZrB6BaSP2nTczmMHygrqylE3XdaY32fZzeXrvtIDANh3OXJHZTnPSPXaNmRN8Tbf95uUzpoP7QxddWvVmTjSlIGgA0Qy52J7wsZb3xUzrif+br5lfYtKyfG4Bxi3eTABVWtb7fDb12ogoJ2OOOF7vhwBwPzmdNoDRIpcDFIFCLDDFxs07PVwRAv0wJFX76yZTWwn5rVvP49wIMpR3E7rmamcNX4NjJptUO573nS5+4szX8y5+rfS5c5rcdsHg5xer33/7DKCctQbSF5lP+voSMHYrMxmmW/AB7rWMpaTGjYOz/SYBxS2Xjbw1XsIxjdsI9l3OfPtRBWAVQMSeWg8CzEg7SggnNKmdr9j/3kv6TEjM//Z+9eqQADrBBTPupDyAI5wIiM3fg9QHdCXeYODHdAtDGD+rfEmjWqDgQJjmLvtKEYkAq6xz+h3e+UBugBfaamY0/WXwXo3oDbPwxE4Z1A+erbOF+oR6KU0rtxB+kEgTWwn3wmQKAbYU9jDgC71AfCV4xwwq8dAjNhiPqUurRlbKm3PccoNc5ZU0Hy3AZjdFvoFyJb02HPQXQBgdEBplZlfAjisB5n7lutIU8y9wAIFBXYAyry7+0mxEX/5Ry91D6Z0ld9xlmfeC9m0nlnH7K5/88YMZX/vjByAJchG7Nx6UHpb8nlbAKYzBLgtZpjunf7MO2droKgxCZV2uP6ZdMLMYTG967GwsdmCAwLBMnYK5m/vXrw0gCqbVy22LLmTtoBSApo7nbRiECQPMxttq0rPAJCbJSqss8p6AvAqgMmAGv8RC6CYlSpDbEMY4A0gUtzbyp88rghoGWZeNUD14QfSHmNfHRRAimL0P/WGwVyzRoES3EsLQJw9m9uSNM7es8fuEEwgkLA+ALkAQ+g39poyxJJVP0cmJ9izCeSgHN6zXJyel2AMUih/+41Txesu2nrk17/5ePdXf/ubu7cfa8434CIAVGCwP8NOuL0A5uiGQFEFS7jtmfPaB/deb/4z6d1TZsYtYJIZ/q4j8uCqAMoAxEd4CRLqhkkOTyVXywuZAgBrXdoCF2zfnfTBgQMC5zv7FfPRGQ24S5WyLDvb7bD36+5jsiBUEMV39d3/9s+fVTJth9nDOcVcM27KxFB/fwfwV/scg8qAhtFX1mxU2efmZxV48rbmW+oX2F1pj3cAsOQ7dMRrfQd+aO4OAFAmWYFDybZkEE59aQB/TYaFnAggAXimraSQl01iXeqx1f5Paz3p8HsutY23/Sq7NgHAzgwyzogGVJnzAaWd2jgBS8hb1wcILddotb0zwCxgWBkknJFCVXcwh+aSjJA0T7r+H/5sAMDWM/3/bU9wtPee19X93tDljo9Z7Hxg/6Z9Tpc/AuUIcCRlP3N39mfM676CwVpvVwD46AzitdvyGOVOewkFKPp3SbEBYNU57aWcPSF7//d3L198K/CX67O/hZ3d6zoBLHqXDEgSYu8ltb54bVH7p4C3zB3Xue4j/XxvoSaZDjB/ft92fjyfv68AcOxMCtz2wN2+szPapzOAP5H5mwb+zgCouyG4/R+/M+3/EQDgWUrX5HC7RI+fPJoo85OZgGf1PPb9a+1/bPnX3r9W/9ffP68Ezhxft36/tmZeaI9aeqvzzAvwfNLfOyR67e8qVo8AXx88f/D155XmH05pf0gAsIb9kYk/otdnDsDNibSpnaPdx3zwD5v92+0xR2R5fo+d97+vAMD079rC0Kr5YzOAz+xKZs7t9mE/1wawdG0OXgex9uvtsCOzozAH06EPxwzszUmjTW0fNNvJeK2l0tuTcb0mx7XsLYXtYhbX5+Y2qv7NMXlkY/37CuB+Ggs4Dbt/fPaO0vHsLQxgzaRTO+DD0Qxyruzd+ffLfu8B6HWfs5/P5yN/xgA+Y7zmgLS+d+v31rGRqnllGKfej82WsA/g+hxay5mB4blt+T6pn8LupV1nYLZTEA6nhSOsLdPIfZbHXGacu2YrxGlh54Ki9xuMmXV/s00Joqjn4lC9FgB19vu6jsyp2c9sYQ69cb6FcRFW63qv7XBwWC7X9nRzubE9czt112M7itbfb7Flqz3bnIjTyxmfefzz8+rE2YH4nbL5vnYcsXidJq6ZU61EmzOhdWy1wQ9Zo669O/d3dnzMOrB3VJlNZqagnYKrXD0PnDaTnz0XB7NzlaccjHJutw2U09tMvk3nFkRmlUEAYLOkGoRsOxFAQ0BQ1xGwKfMsdjng78zMnPV+k6eYTmNNGnKwHd4yEkyGeDwzQPA4ni2DONGH82wEPu0ZsVtAS58z5vZ6POYU6AO8oA0CCrkTuRywZjia2WoHdrPU2hEb5+Ea4JjxZdzMNJwAGcY+e40A7mL8NQBc7fO9rfvPbm0E1Omx4indQQnTF4agHN/c0epU1WbcPFW/xt2MU6AYfd4CvBoAQ0fUDrMnn3QqxC2tILZYOuzfBexNrEuBUcyDPiMGlJjnk8dhONLNvCZ18tgH+H5KZ5SYP0n5mnHNOIxzZbW/9U+gmHzBXhckEw1YAKOx6QqIhfzfvq3UpADABSTh1Bfza9ufmJlF98IcNVvQ9eCQ9t2uDWbLQTxSdUqf1R4DmfwZtlV+s41toHRJuS0SJykskxpWMqr+THME+zCzWSlPaW47IEsO7gY8t+wK3KEI0N8ftbH3mGbKOmWzgbWwPi1PAXkFvOnu3QIKlTq7gyiSIjpAEI5z49WwGb1fASSjPgA12KekD4Y9J8ynFW/ceQj45pSsP3wcgQXvKjUpOukU1ZUCufVnnUvI23cJM/YGbi3/MMw6RXV9P9KUej8ygxG6Q7fmGWDpL8ph7/t7bfe/Fehjh7nu1tYerc+Z1S8Bm2JyheFYddULBq7sX0HObwt01v3AzEGlDC6dgTUs9tnQXa07zFvq7C2g1ixUqNr4uth2uSt5lofSLcPSrXecpvm9GNiwgG1iStfrN3Sau0kVSKKFxPEg0g8CKgqkBJBSul61j/mSu3sdTAPzlv5u55j6Dh1hzDcGIizKjUHaGQiKOZiAgNyZTMtkFuq/90ozbpvpFNEGbQmoELDbKcodIBod4x5Yjyl9N4t8gIyREfKJ3SSG5Y3u8vbHjEMAMM/5sR8zyO3U9w3kcfdqs5Wzznxbcx95Uk4gXjJ9/5e//PXdK9KhYxPrfx9lB8ya1qeZguobbHTaQuBEZ6jgEffbNpg57QwEk2LUM5cgsOXDf07JTCCL2bAu0+UOBjGBAH4e1qzTv7MG2Way58XOMFABdPn+Sc1v9D+Ao+v02sPYvePSZPlVzEbPXd4BtrCZyrqBHXrz6u5f/mmlYt+WCPfRd+0ajH4jduYPd89fEEyDHfR85KNUwPUnQC/d9B3K3l/RVsb+XY1F7qrd1vy2Fw76MbM7z2eviLzMLHf669gDjU1WR10dEIZrA9wlA1KM83xY/QnWndcO2kha5nyyTKofjBstow9s7Trd9fZw64gDlbhyYKRedh87cFdychpxTmABKhUsJAB4BH5ovhPs0Kg25vBDyffP//xVkfKrrdojeJyd+n+/R7zYt/YaKVatdLB9NNN2gHFmzHiXsUI30Dv0cf4oYEh2bgR3JCguY9pLo56ZAWDdC8z8wYarjJFtJQCvwXTr3uzvEEOaltOXXsf9jPexCgjMfrIU+lmBv3/8yxcCf9Vd5kZSPJAcnjWbFPC7cU8wm9ebawBwT2fbT1fRf96fLSZb+sv39/uzbZ3rgjf7MVS17cxeXr81APihQOFvjUHbGvvQ9u00/eAfX7T910DfuT2PBOqv9fNzy22tb7JXh03JxDhr52Pfv9b/x5Z/7f1r9X/9/fNKYF0QV8Oa2s6+X1uzOrwu9fsYSLjs1ViM/dtk2S8ePirzvucfKsO5/M9Z7kPb8dt7/g8BAN45V+8BgGebfraOnW04GBGzLVYd/AoAa9YuC9aZvYlmX8rxNp3/fQeAr9nda3b0mt09kuLqLOWZzXESR99vAQA2gNxW/op5/VEA4MkoXDLwc8C4DwAedwCvDM/Lcd0fWGYG6xkg6nHbp6WOg+AMGMZxmfJwAl08107TIwB4bvMZGPylAeCkSUtbcDTNkdBx6IcdHBD4TL+TQv8WANh1tn2fD8nLnDmccxOIPNvHMwD4bI5mXOQIluPFEeJhOcQeiOmH87kdHXKAbY6pdha3Q25l1fLscDiaocNnTg8393F+/jarnUj+8fTc3wDcZ7YrOqC+HgDASfmc91cAOM7tGQCO3AIMD+DHpTx0fTpb/y4dUSOoIgBA5DmXYbAfRxpjY2Ya/5ndOO4hk8M0aXfldRrgwFE/dgAw+gIg0HdzRk+PGMEpCwB4dhzO69mu/WHutCNr1q+AUXNa6O33BgQiE5unfSCKnhWbLPJwWt18RhaC80VmnW+55816MIDjTPuZSXsUhCS7g0O77tPM6++Lbcc6wLAYfARYdWrBAMAzQCu7JpDHLB31vPqqlMf1Ps7w1dH5XnXugWz6PzOAR1COyzybvxrXsltZM6hPwKpAjQLR5DR0WtMn5dS1Hlju811x0pXWk0hSrEg50YctQvdWQB0H8jPS4AJM0paJvbs5V3sOSD4/9F203c44QPepTdtJirN42r/H7tiJPO5tjX4rUEjZVX0fIo5SAGCPZTuwq50GnIf1cjvDxC0QU4xqM5xsw21f5cSvkXpL+koxcUYhBD1ENrn3ODXMOqBACgINq04AJLOHDFDLIdx6mXGXbilAw2CSU6HW84AU3EGYta3lpKmGHNrhPFI5j3HUHYdihhWzrNM26/7VSiVrXTP7T4FLVbfXcAO8jBPzwhkdZod6zlkGnZymlxSp1gs+BmYcvGLFdrAY8w6AUc8UmiMQWOs4uhwAqu4rxZ7Cjuz0m9zruc3tqkLMygokAIzJmpgU2xkL2ZpJjpv+SW60wfWhP5QT3ZrvFpWMq0/v3tD/YgL/5OPdz372XCxdUiJrKBQcAbPQaZsNfrqvmXuI4UnJnAnLdwDn3h8akIxu0B4AYMkH1mgDxQNEK3BSYF2BTeioZGQs5l2Blq8LSOYDU9TppUcQwjPdNRogFGa5WalHADAgd/RGOsDYaGok7TIM3g4IqAYwptIvbOETUI1L+0GHbYdrPpSsEtyi+257XgqkJYiFtLylG9semnZXX5JO1uAk4K5EKh0A8FOa+gJL5znle26Tatogn+scQYvMz83+VXkG7q3LyJd1gU9YiPx9DkxxFgHsb7WH9U420mlpn1RfYT1T73cwrwmAKb3+daWD/h9//eu73wCmFdjDfbfoTQiZ9BFg1PPUdklBJzU/s06w9iSjwMuXz/V3mareb8ZGJzWz5wABAE6X7XuPad9833uNJwBp+i9gkyCM2t82UKyAmKrmKTrNaMuG+DwjxmqvMW8KuI2cYvuwmYxJ1lfKeVLA7JgD2IKSofSk7HLV9OH1q7t/0QxgKUWDhNKhzt7GvKCOly9hhZuRPfYDNedIuy5GMoCrwc5WFLXxPSmP2w46AMNjnoA45rWDFlxG9inI0XbWewClX2+7J0Zvy1FX7Mg+YHsYc9YFCus5ydhMAG32lKzNpLqOKaVNql/6YAasn8k5xDZry0BB3xQYMHQ8TGPWOMpCLhKlAjq8Z/O2zXKaAWC+5R537Gf2/9gf7gAm0TXr12x75iA2t31kTBkB3rH9DuSY11GyJTA/FWTgETncJ+WKCfQldk9PK0BoXLugbAbs50ouviLB51bWmnd1D7lY5B04lDV13Zfl30nF/rz0Of3E/mSF1FmP+Yt/RXd9F/hb5vFnP3tx9/1PHFgBtIYN2wgyvVYSMLADgHtMowfTdkn6tAe6rSORdyt6//t+AHgOMMsUmcuJndxsc1eU71d8bj1nnQLAF8DeFwYSV0fzlwYWZ2F+jr8/tP2fBBA/BPhNp77wuH3pcdpPrMuRmg3x0Tg+9v1ruvHY8q+9f63+r78/TgIXBvFEoc6eu+YAWx1ea2vP3/8UgHcF3e6TzacAt0flf0o5jxuzH+Pt+1JZ7hbme4DV/QZg34szx+hZX6/Z3RE5NpzWZ+kpU8dRmfcBwNHdlBunnPt5rBeeXrfr0bZx0gb4kvmbtg8Gosu+Nu/m9x6jTzMAdqQH99mXWX559yi9523tmzxr6r/fur6+7J3Gc11HMlz7Mx9MdyBUe4TP9HrdyugQxMYZZ1y1nY36PI7oYQILRkzsaC2R3tFf6eHEzOCpvM/f+X3W6/RpPqitMl/H+Rz43I/DTp73gWNisGXMBgMH55blsJZ7PN5+eGJvpc4179VFB13/fWzWzX941I9OcXUEsG5VHe1f79mfpj1HbN+jyF/r+yXwezQPjpjFAL/53Jeq+Xg8xthF3/ZzyWWfAdjjAHcMeK/DtbYhKaFyoJ+BkQAW2Mjcrcf7HK5dDodirxMBD9QHzclLZpyduRNbeHIiuI/jnWsZFgajcD/fz+z3Nld7suyBir3t97NhHTTrqJ2wYYvOINIOdNF8tDxmmzw/I0ddM7oyPveBtBdTrh2Dt+4h7y87QMXIspGUq9F/AeICFcbabPbsWI+PnCtp9+wsyju3rrNH+juP5eF83PRxALmjHMZF/n45u2e2buhYAYDdf3S859YE+A/bPwOjgKbNtNK7YQ9bJwQu879mE1D+xV2/k1w3nUnwEOtTi3wFedOeBGpofk71iHUqnRxp3rlDb69DE0DUi6LmdZczO+Tm+b7q8mq/DCw5eMfvAcb5qWx7Y39xoqlNwZwkr1Ei9/Hlg4M4KhhWh+6Qa0e/WVd+XuzXBtFm3UsGkgBLBmRgpQ5dZ6l5Uo1I+mWVJYc+AOa4yiD92zF+cVL3Apjn0/48j3M5LBszW8UftHxwfGI25/MB4ygmnhmVmV84tmkn9YUZM9sxPdzAIX/NfcAzCKJHesxHRousjeVwxSkPu7A7ARCR5zRvJrnF7shWiN1WKZHFyrHt0PzoVKHos5jczZBmXfEdgWbvGUsY7DO1H/BuYxoBfJrN+M23AxhEnkrLHD3ofYNZh6SHNWi+2qX13/MYWuYeH56LU1vzGyd+jY3aBzu5xoi15olApAJqJj+BAXAD2MgzqbGzTlIGII4YnA3KA3oBPiILAJi0HT2B8aiUugUIMS/MdIwjfWQ5mFn9mY9bZoN2UGsNr3pw2sNcpEABdjWGjD+kLTHyStYAP9Z5B3Nt55Mdi2rsY7b1QEoEYmE5Kl1vAWNhY0e+/rOYXtUf3/nZdr3BYWSCkx/Qak4vbtlYURl+WMc/1N7l2fMPlbqTVOlVN2Cb9n6wIQusIy1u2xuDC7WToe/YTaUSLh1GR+t7pTHVUKNv2JrWa4JSROc1uJrtoVmedKZYlblnuucadudJgY+MN/OS1LZPCwAGlEDVPhSowUfBCrKh7hdn23ldBkwK8Mm7vqOZMUEWdZ9xMYdJcyuIutJ3615j/mzmHqxL3VONjanHBIZOGTLm9RBQx3rpcwfsRcyU7iIGEK02Aqh7XvtMaXB4MAqx18xbILfcvR1dANik/NwdTm8D0npcDQTzYa454KuBGn4VUIqgsn77fDuCAzxeDgSzDjwrwDApuwHPfgCck96XDaqStHejHagttqUeelNj89d/9bpAYFiUNV+KI8xIs1YzNtxL7I/boXNJM0l9l3IHo9TzzLdnBZjyoa3vAOQ7ZTXtM5O0bFfNSRjnBoArmKHBsLG2OfNB7u11/fPZz+uxmf4wo71mBNAFCKfPgPVeZ3od7YAkmPvP667YrAPMg7A7+W3246BH9PfDm1/d/et/9X2tUZwRPO/zcaANAReMWd0X/MJBSk7J7SAXXgFsVbAEegQguOxJma85t6jHBJgA0Eqgbi3vWLaDSat77etDRt7YY48ButlNJZhD84QQCu+vcjUAz7JGv68CZkbrtu9jPonhOwVEaD4MmWvOCbTk+5xJrAjMGdmeXjd5VqmnVa/nlsBfZNsAOW0iaCFZI5QKvY2b7mXm5ZqX799XqnTGvyr+i/+3ggbYgzBmPTie49632bZn1O1fmNfGBLPpfKV9nDO4mG3uawcs1z4jEeCieaqNV9sTp76XTNVfB15se9wG0rN/ShaP7LsAgEl//7xQ2rGX6XUwcp3OX94f+CoETWzq5bqVzcj2frXmXM0IBfX80R9/Xyx1B1Dko6mRQMkNAG5dRwrax43zwbQVGGX0gjVkar26ODd1hoDTjG2938k5IeWxY5o/6zks+fdmn66HMvrY5+1S3H1JXernBoBXP8+FA3BpxTUH9673n+EfD8VJH9v+xwHAs9P23OHoGTCr9mcQ1FLElx6nbPzOWn40+eZnH/v+NYk9tvxr71+r/+vvj5PA3nHijcLR5+y59fv13WsOsvP375u3hyb7EwXxEPuQeo8gmIeU84lN/RFf+30HgFc205EoZwBtXZ/Wf8/OlhUAZsmBkcNnXZ08vY7092zeuaVnAFz68bsKAO/XIm+W5zm/ptr7XADw7VPlGAC+1Q5+LgA4WxVtkjnQdgfSjk8FgCOHFSCOTikilMPJdKA4suGrnf6cALCZKY7+3RzofUA/3988EACeOnUIdDcAvQLA+4NJHDBj/o47+kb7qWpEE4+KffiPI2e037K83Mfex/a9BQCeZbfus47ej/2z/XJfcxhVZHCPydy/s3k2Dr7HgO4KatPWjP9c/joel8ys4ZCdnQprKsr54BdwaQaA5zv/djYrKeymL28BgOMcXgHgdR1NsXE0Zb5fsz9H+6bcYZhLnAAAIABJREFUXWaGk1lao99m4OQDk0bjOynJDuCZzk1nzwSUmts6g7SrrZfNmQ7gm4P9nkPA5mRf2modmdfMYwB4HssAwOuadGTvjvTabfEvn3pumds8j8fqmJh/yzs4voa74hIAHuPnO8dWAFjtxkG8AMBxXG1rDc6s7if9zd2jkckO2DgJ+Pt4lFI4Ts6qf7M/92zlN6dPA7fzXcAwSDwQBvH28yFO3qRm96NyoulP7igdzvJra5/fDbMwa0CDwNS91d9OJf6YUmNuurSpK/epxi7Gkbq3/9jf+U7HDfgLsNXOzDi6w5jMeMH80ro+B2gQAAODSQwNC16Mpr5PMv0EYM5nnsM7fe12zM/RpwC91AOQAeCk4ADSnXb/5x0XzmA5qtshTHl8Z0etlE9MmKyPTmuJkxVQr4DD+mVbE+p73x85nHx2rvquWbN16BvgF8DiDCb6js04iQdD02wdyvTcM/NKDDmC9eL0bUG47gAkHgPaiRwMDCUVuOvid753OmunxUWnhSsUKDnbP6u7hSiGq+a4g0Jzp6/WNJzoOJdVXl+NsDm/13NGUoEaAKY+BckonbSZ5jiW1Xb2pVX2d6TwpZubMRxpTHlGjN6e642LC0xw4IJ1a2M8VUHclRgXtFNh45z+ToxA6gAQphydcbRu+fxtRrsa0gCfGWPUo3sx29Fvxzp62GueGKWkfWX8DCwCuDsl61gnsVGWP3WARrjdgGICIyplNAzIeb4A8gF6wjwF2HZfffeuwUWzC/mONgCsZZ4DDMs+K4gAENipfm2XvU/HrErHCxB59qz6/wRnfrUdcK9Yd4zZi0o7+wT2HPohFmexVQHR0M2qjxTj2Na3dScw4BFA3TMYtJDAkOcG6tW7CpqqecxvvRcKAMyYcC905qoDVQpQbuCPvltfCOggGKXaXsCYgmg0dmb8roFaAXo0P5E86YrFmo3l+K4AYEBt73MAMr57yrz0OYL/3rx20AI6JIAck9FmDTEAyCEX9Im+mSHutcT3tjJell3mNHKT7tX3Hz7wn+8K3oBP+lt1AKgDacla1O+Ax9iON3V/rG2dx/jFixdbGuBeDqRXtscA2LZ7DL+B7Q4cqf4KOOsAIeSc/XPSQgPwofNZclHh18UkRq84aiRVtZ6ph8TWrTb+6tdv7/7mV2/u3v5QdrnuBVaS/17jYV7mDmnbduxzp7gFZMZGNnCEHhr4NljugA/DNrlTOnJNm5kvAJ1zAKXZ6w4+8TzIIAYMVb72ZsNyDcEAQz3oBEjY9s4A8LbXEbANS3wAx06h7O8JRKFuX59R9bBevvn13b/9Nz/XWppxo2k2h9QPe9MAsFi1iGm+I5W1C9a5zjy2X/kAxMvGbOuK1xkFOtQcBdAOcKwxr/9hLymfNvtqBFJ4s76VLvW6qkCvrokxcXCPx1xt1/rQtrTLSt+2xmUv2Hs7pyd2obnbd93HZv8wB2fligr6yFoju8sUZZvQsbMCgRsITv1h1VMmfgtAaK4l0Eep60sO1Zj3ZQf/03/C3jnoDk3RO0Sx9N+9b/LcTlBS2sr8zJ7k6dPSjaoi16cQ4KFU/81aJztBAorUDK1zDnsTs7vnDnPMWVH2QDk227YQPXdAsssjiKbmTBmC3D0/nx3mQETe0dqgrBrYcwfbuK/TBpuxRuYlrJ99/7SYv2WXaw3havcc7TdwN/t6nSXLTs/FTFuIcV7dtKQqHf4kpK+9XZvuVT/mYNWUsAtivwIAz36MWT5HALDlNLUT+XwFgC2Qh+KkPz4AfAX43bRp3fDuFeCx//oKAN8vwZ2P5uDRT3WkPHbcvr5/LIG9I2U8szokLwz5Jwr0rL55U2QDhbXeJvUn1CavzMF7D7EPR++nyIeU8wnN/5Ff+X0GgL3w3zd2Fu5DAeC13DCAvZZaH7Z1svXXzTgCHZf1LM1ttfpDAIAjrxXEmVX70wHh1YHqUhO1fj597geAV705t4MGALf298IXp8NmuXpcs6HO86onTjPa3S9sB1XK7gPjUfjJGQM4eqMDoA6pIw2UnEubI9o1zoDVGVihcbxw/NuRNm/eU5aBqMFMnb+3TvBbbqQ6Hqn5fkc90YDteH+kpdJh8mC+D7blniXbmnKuIhmLJQpkX96+/fO+J00Jyyhynt8/AoBlKfrlNd3zGVP5iC08y0h1S48uuytCRX/sOLYjQX3BwcOhWU6GIeszs7oGzMwHNf6eO3upzqBhAyxLf1d74MOknd5yeCzvxmF63/eR624PM3deOmkBZc4IPJii9GeAZ3bSa87gSDwDxhaBjTm2t192RqgFFwMlMALHRWzMpmxzgAIst2HbklI6/cIZPoO1K9AwvbrVvz4/A+5jHPf7oHUezvq8OYduWJvlPUaumyMwepP67MQcY2p7PK+1dpDt7/iN/Lfxnso/+u3+AJGrJqSdmLbDnpfH+5L0M38aOBmMw9iLyFAAyiZ6A3H7lHbWr62+zUPEfBpyzb2RMwBME8VMWhazsH7HnNsZkAthKPME4KsciQZE5kwt8wuj38xxlwu4NcZ3pAlWv5z2Qs/NTq+ZwWOgYrQxAM+u3p63uzndtkbz7mBibGOwrfkY2L285/ahkwFh5/nv9nkQA5xtl2tOjTxzBM7vkxJW5VSbk6I9YHB4r3q+xpZ+CeADtG12cb4zcLJfMMK+wKE6M0HDAGYouD3U7TRD9Zve30j+AvKs9wFBJdsJTI1MFfjGs6WQZu/jfB2ZGwCHrJsG0gC6Nqb7PB6WRq8zAFteA90X6z99fwqgh2N5C54xWKV1p/+jngDAYfvZiWsAUgBG73ko3/rrNI9zan8Df3Y24/DlvlLpRjuXc+Z1/ejGSFcZW2cAzbLWmJVspKM91wzYFAgisNFt2OyExt5Mwzm4QgFSpPCEoae1pucV+tEyFTmZeddrIgBPUrf6jlL9qv7GfmxpfGGYBQgDMAMgV9sASv0bDFoYwHakx4FM26l4rDHey1juZkB6bxAGLb/BopJ+QNnrD9+/rTSrzuSB3gMCNphVMmFo7KxvtqpAP4M6Yw1oOQOqFluQ5wHtAGMAAcRsrv8BCkefSMlpXZlYYtIP1qUCgNGXHk8LmAnIGBlwZGZpH1kgE4xM6RybM+4FLuD3Zd3n+PyF3O6th3sAGHl9S5rpqpPUqQCZxHtwRyoMQ4IODAIUu/d1AWH1O+/wm8AsADDUW4zvkkfPcc8N23R0GEAaYF9s9noNlURVMK8AHZt9F/Bs0F3jwNv1kNfpADTYIOaR70b/8BFwpBirlbYY+yDwvoAM8FDbh7p/+BWphUlvTTps0hT3PrbKBxj7ofrldN2kiSbYwXsDBXkI2O/5VOPFs/44NStlOYAEoFCToN7z86SidkrtwW7mGXSNAAvbRDsDnBp7ZkF3uT030BsCR7xv4XyB5TYgBKiN/DMXUg7TGz2EqYrcAXeiRq9fv9E95bD7mUJiZ9c8A9hOq7AFvyrZ/c+/f1uM4Go3MCe2R2uDy3Z7ev2lQo15n3/1z6qDb2CBMvYCfkdgjlK7Y0NlmxhjlwsTF4EGbMXeAaZiD/j9Sd3L7DtTXV/3rGWdtdM6Y8DRc2zbM0i3bLicnpu/GzCjT4ynA4gstBcvKnigAGDWlLS1uPIVxPDru3/3b39J9EOtIyi257v3Hdgi9NNz6xvZHM95yaXkix1SkETZMkBK1rbGJgVkvntf41T6FLsfe567oXsruJnBN3WJswIVpLvWZ+a4JNX6sJEUqg1iRSMDrRMKE9K8yr4J2WA/ozdt8q33VYfW2G1N8HPRC6+jDg7YmKzTmsyz2b9kv0J7XDZ7vLGH85pucDhtISUz7zE/eUcwLjZZDOGSA/uNeuE//9cC/HUtAxbTujvqZc9g+8B4KcVy7y287ykbXv0EJLeu955M+xPrd4JUdAd7fWC08+N6jkAlkp0j/UXPHOA3shFJZxOUSHmlEMkqwtotuXU7AuZHlslEkDGRDdTaO+Rk+8y9FHV1QLHS/9E/KAY7Q2e3TafwtzyJVdgyyMmXQiDRODtIJgq0GVnnoiNu6ACAnbHBrPjd2M9naY/uplPz3pt9pPSrypivVXi/XY9h+Vu27cNCb6wym0+3/3nxx1cAuEXyFQA+U5H7v/8KAN8vn51hOHjUB4Wvn98VCWwOoqVBs9NB5roHbv3+of04q28+5PX6MH31KUqTLe7awnEovN72++p9SDnXa/pde+IrALwfkej9rL9fAeAhoyN9mRlpZ4zsPzQAePJV7RToPgBYjtp2RG/2FSdYm5gjAFgbdDk5vCnP+2cA8OaAXUzaGQAcm38GbG0niamXjwGA133DEfCSvcNgu7ny+wDgM+bsGQC7n/V7EPAhALDr3YPgZwDwSFnZzu9687EA8NwPZHu071r3snouy1oDwGFUna1Pm7MgDuKJNayxaaB3BoD5fmXsrv+e9xxz3UnpPLOlU96ZHANc8pzT0NVhvAMQdgEZ7HN6TmnsTgDgS1kM4HX9bd3vjP3TEgBUhsO+3/0EjSNJ9yTq0DtAow14VkpLUlziUI5sR4ozy3Kw3yLblO025+A96l+zMxzZ6n0Zy+xpB4kdCKPddn4MQJu31rLPAODUEAfsqNGOv1l+kbWBJt9Tuq7js/Nh/m04duKgWsfrbEaM7+e98lrvtf31evflbK/0LroiZ43H9jIy/mEA8Ea0obwpmGFN9Tzrjuddp88NkDrRSAz8GgnYnHHt/J31Zue0bWcTMAeO4HzssBxOHzFsJgB4yLcdr9OzKSMymudk+hqHpuqYAOB5D7OO+H5840Btp2AHMLifJJZfzxIjzTfPiGWH/p6kSlvn2SZPlV/vTkC1beR0RUTOboAzvUFZ7RL9n1MCD5l5rvIazNZkEOF3s40MIO0AYIHLUg7NOfm8uw0zeBl2zAYOMfb1mll9nVKyqhbLhlS5ueu80w8DPAJe2rkv7pqaPey2119sRV/N6TuIGQ1AJ+6K5X/151gf3aeACrJdgJVVTu4Z5TuBWHKfmknF/kspcLm/VpOy58UUGMB7ADk4hJUSVgxDO5dF5K3XcDBTnu39HLwQwGlv18WsJT0l7ypjQL+XvWOzL8e8NSspgQ3R9cxRBW0g646k1ClaTCLrb848vnsyaTHH/P6OO0ZZ8+2qb1B1SjeuFNC+Q1p3dwIqaswBxH0HNluI2LV5PkRP3PYhh33gC0Cd72vkDs/ME+p6p3s2zRqVF7zv75QeqL8/3L16TTpqgPm2nzxWf/W6YkCAfom1Ve+R0tb3DxeIqLuxC1iqegyGOEX6y5cGuhJ4o/1ICRLwkIllEMLpPKW/rf8ODGid2ABgA+fvCtx7/uLp3U9/CnBOGu5qUzFivwNAKySEscn9n6CCzwpU0Jr5waloAaWUlRl5V53Ej7x+9fbuW+ZFfWmA1XOHNgL2k+b2G7Fre6+geyWxD8UCbgA85x/L2WAzgL4AFPpZoITuaa06JMO2Xzzre1NtLy1zUjxXfwpge1v3IL8rAFsM42r3s0oRzTWpjAfMYRjA9AR9efECoNXArXRM6d8NPDK/GKcECis+gnTgsrsA3LxjAF6gHO2o3wIAiz1aD1GngWvKM6AUUJZ6SGetOz7bBjLfaVM+qR9dBwTjuXeV0pb7eM2U9p3qBBAIHNLdoA7quACRW5UpW8PTayw6AADM3Aawwo7CyAZQfs7c6Oa8q/r/9tfv7v72V2/vfvWaPqP/bUsbZJzPj0iK/QltEUg7bY2S6p35n7kndn49FHnY3joIGOiG+9p937YZtuxjsX+kNw5TdQTSGBDM+dNgHfY/oJ3XC9vaDoLp+eUglE6ZW2+9eeM7qwMAO+V1MeULuDdAWPOJfcf7V8UA/oUA4Pc1rsqqrqwVkkTpBgzgzi5QuoS+JPgFoBJZENzCs7ovGlC4wXJd0cAYI0StMSNDxKZPlACDvfqRtR39MlBsVu0TWP6N/iPDD6SNr/YRkEEwx8cu19lgwpy3Tdf+Qfi5xzTpqXlUtmFKfc5zlDHLOKnSo9th06bsbQ3FVlT/mX/cK8xH13kQZKD57nOC5kmfWZM9IACwg+LJLOA1nG0ga/N/++9lv5iT2ovIIbKdlbCn0UvqTOYPZYXoIABnZnBWAD4JjNQ9u9rTBmwcgWHej+79wOyvktFE/av3+Q+5KkPEtme13Q8bnr9r/VvKc4r4cR99ypy3k3qnA7hEDEDOpH0uW/v8eaV9/sVP7l6SPYL9uEWzAMAdmKmzL/Ll8D/2qx6Xzw8AWz/256vhJzsGgKNj65ofALgJ5erH0ecUAN4efigyutTyWIBwbERPOnDSsTz92PePa/18356cb0rz1gPSSZ2PHJ/H9uRLj++19p0p9q3jf638r79/WQmcA6Cud10A1tZce//Ltv5zlH7FgF2t4sxO3Ffu/M6n1K8j6tWWaUGbFs7DBegiEmr/1Od+/1pKymu/X+v0mYP71u9T/jW7um0MbhuGa81+8O+zg/HBL3/BF67py2Orfrh+7Afocj9yDpbc1tZrjvjPW37W2+jn2f7qTD+v2esje3/fO6sj+JrM8rwimhMxOdmgo3SYcx0DtBw1jc23D2M7J90V+7c51iagcC3vWp/m39f90Do+j2Xwua5Zp4717/52DCA47dulPZo6dMb0zSMzo03rzca0NmA524P532d6Kwf5NGU3fQc0a3bNXt4Bli6BsWPQ3s/NQMoOOFnWw9WezXNBTiL0rfVY4EN1bGb/arSmzl4AzUT0h9UASHIgmA1876HWebjvBuY3M9RwUkx6EUf/lfUpc+sCgOl+0P7VsSAHTUdAb8DPMtY4DLl3jc8K3M7yvmaPHjL35mdXhnJA3jl12RHIv5WxMCjT5s3Bt02cy/ln+XiPNwNjKXtORzfW8f0+crXDKXOXyeDg8LXKcwSntAN1eudoTzS+i4PJNtVzO228tD/rmNq+d53tkZ31YFu/AuS0/Q2Am4j/rcYlkGPVi4Ax1rdu+6KTSRF65ChL3/hzxwjru37l2J+ALZcxUkmnPfO472yFqUMtxwHcHK13e9sUoDkOZcs+OjTr2MxmBekYOmMgY2fnCOhCT9veRX7bc3JSk3EBkGKv40d6w3szC8d9wDtrB+SsP1uaTjFcGrzptI88B4tUQCqAk5gX3Xcchg0s6x5AWELVzjBVMh78iZPfDLtLp16+m4Fdvkv608g0qXFxmOIk1nvVr9wznO8MxFrfA46McWmG3XTXnNKr5p72ZBZoxpUAaUAaeUZVo8oVu7PtqdI1l9jQxwDHPCP2mACSAqQKNGGc3ivbBWB0pxZOO4CnqSfyB6jN+iJWrkEN9lJO/Wp273ff5B7O+rl1Qw5ZACNAgAar5UAWsDXSTIdhjWOZbpu93IxGrWHDbuK4lp6RYreBE1Q198POcwnnM6wwGFMA19LDDpoQ2bDBvaRy3dtf7v5EVgYyAy7AfOQOzgDAScGpepVhYyysZrL57uHVEUzgSAIZYFJpfol16BTAMDOZH2EoAj6IEcq9lPUM4C2FGxRqNE1y59/YkdEOAaktb7OF/Zv3Qfk7gKQZz4g3rGWeMzjYgC4sNM2fAsJL3/geAG9OI/68qL7cn6q2CGD9ePfT7wGX39z94mcvxOplf6RlA72s/0PvkbFtAoEmfR8p/4LEVkX5/lGnhwZAYB4axGg9FPM0AVa2w2QS0t3HJTfMxTcEV7X9t046HMPzy/PYd/zuGeq8I2BwWo5l/5g33PFL+tX3yKLKLKBNDLtqtxjMBXiDzTC/c2819TwvZjT3aNIAwGmxm4s1qTaRXlrp0v2hH7SfsRTjtfZ5sFA/KlV47H6AeZiFhLoUIF2AH4xcwGPuk6bNnn+84/S0Bn4A0itwpq9z8FxwAIEB9nq2UnNT99Pq09saC+aCA2UK1KqABEApQGwApKSQTRptYqRoh0Ai5M2Y0bvSx7fFLB1pt70mJOgGXSrcWh905DfV3iKA3/3X//HrAit/WjJ32nyffTpNcSkWTHTrOMxWB4o8USCO2/EWtvdyBlSKWuaWAHGngHcQigNo+ABeaqxLdxgr9pNmZCIrN5Q+66oDAjhJy6+xw+4BkAP0O9DEdi/j4fKdat6BIZYjd9G/tv2pAANEJoa9WMjoawKbajwKoP63//rnkqlY1M0gRta8SGDCmwLWmUzWJXTMLFSl2q7/mZFaoDOgfMtHd9tqEAhAMNqqujWOvY5pzJySOus65TAfAM6Rq3SngHiByG2yxHqXfOoLquAuY4DmRg7H1QSWvfRA41O2h7Ue2+TlXmAiAHvOPrKEWpd1GFO90Vfrhorjb/6j+6J7fRuct1722E999bLEe5ZtZKH5OW2LKEsBgtUvrlv+y78smRDopfnFq2GuM4+8bzQwbT0yAO8gC6eHbp3qPYzu+JbtGUxV23AHeCmImGdYS6RvDnZivck+hcrelM6xTmlNnc6byFD7Q/YRgMTs3+u7px3kkT2fg4B8p73vvL68hsLBCpNwsJ2lG8Qc/PLnT+9eVlYEys55njWdp+PbO/JdZN+Xc50Y3vVfEmcdHIW2cdcYto6f1WE9GbL1vsTrV347OrcmIHVmB9OW6Nw1P/JXAHjsXzJLf6t/fgWAHyfuo4k3lziM7+Pq+fr2l5HAephfa/kKAF+T+95xN56+z7DN73yKAfRm5JbPNUBuBdTWMj/3+9cAvGu/X+vzkXMqC/j87pnjNc9cW7i/AsCXI3FNV66N3S2/P1Q/xt2W+9LHuvR5AdrLPnyZ8rPxPVtfo5+XTJ9bpDyAi21jvGygU8oGIJ38rvcn4G4FgGd2U57lzyO7tDmVVfk4YMyArX6agveu6+QeQBz9Wp3e+3Fcgc/x3pme3Sb3C/t7wGC9BQBe27PXEzvQ5oPKLa07AoNvBYBnNrZ1atS4AqQfp8Nj2jhH5jqlk1MtargnIGYGY1fweX5uBllmXX6IfZEDXT6HoStrO8/kmj4DdOA8CMPpUwBg6hDjoFMUSyadhOrW+NR13VwB1AFkeuz296SN1KADADOwrZk6ORoENHnQLoBh9aMVYwWN89se6Bt7oLm9a2poORt6IHAk5M7EGQCey5V+LhuAzW6JomMHp77r5/b75NzZFhB1zza2/u9BuVv3LXM706ZZx9ZyZgD4CFROW3bgoUfNDqH+pNywI0adOKdxPLcd7TEfejCAh63fcgyOFH2Wt1PQKUVz/fkdc7qdnmf9k4Omn5/7ne83AEBjZiUQGDb1a+2jgCvSqW52t5mfEwCXNMWzrZnlFNuSNoUxIR3uO/ZGoMjERp6CT9Iu3T0qh+SQY5xuqTO/ZwzlQJzYXfNYbP2F5Yl8J8ZD+jXbonVeZAxnEE3aUmOaO+Qia+keDvkJAB6O9mYtNTAppmjrkICKvkN2lmu5HqUnOC+3NmpcOiXztB5gpFyOwQu3ewQJ2dlPG3xPKh8cn9u8jBOzy1EfsGNK0WkgKnf6xclPGWaSmvG1Hx+nprQODABYdrrsSVJub++FWkRSyU6LHQAYxirbHwDZjH0AjYzL87oDln47LfZI/YzzPOOlvdd0jiT1ZwACM54Bvqx/BpJczs7pKwe25fu2mK6bXax6lVq5AxFyPyBlAtDATM6d6AZFW78DsOcuyuro82JQYqvR1zigNZ6958S2i8FcgJfum+3ME5Q7A8AALr7r2ACM78J9LzYcKZ/tlE/Qkh3ybts2lGJdrwCw7vas556JcTtsvtrYAHD0yn8G6Ibdxp2ZAMBO7w74CRNXLDbA0r5nVnO7dMJpdwE6wxL294ApAQPGuI70s2pL67/u8ax6Db7trzWwbji4gN+VChs2X33JXchzFgTYp0lbLLCv18Tvvimm14tv7n72UwNZOYvwp1Omfrx79eq19bACCgQw830Bl2/FDGw9AhipW0+f9T2mSJN2vS+wifab1dj72O4H990yBIgpa4r0daNieY4yj9FXpV6ufwMeZj2ln2b2dmrW1gHa58CUkk8BrneVChq99HixH+15rBTeMExtT5SSWRNJs197tTev+a3aTiwHyyH7SLITKMUs4wtIg1ZISgLiDAZap/1pkF/BCwXmFetYTHeBTQCISW3OnKh7rMUQpr1m9s2gDrrBfaO8hw5SB3c8O6W57xQF9Hr9CrkVU7XqDINQS2tY2DX/aHtSjn9TghfbmIInRQC0Vs/qD1IIc05/wdjVY+SneAsQWu/96vXHu7/5mwJKPzyrMUXPEZR1lo+TCTvN6zZfsdMlEN+5e3mWTEpbWJjIHoCM8li/ANsJ0CAzgnS+ygA8T1CR5xZ7lAbhO0AJEJa5gV3J3cg7hj16oDuGfXc4ASswfhmHfM/8VRnvPTYw6m130WUDwLXKcoP83f/xr74vINha8KyAei9nBtthpwPc+4xs0FUpzNtOa41p+X0gLW9vjgMAo2carw382vsDAgAzbwF2sx76PvhO/U3ohpSmzwvVnLe9viocRetI6YaaMrIg0DYyJTCnCI6J/8Z666xEOnssV+bwnljIDXrybweNyDRffuo7bKsDe8ZckL5ovvf+nrW+AVUD0bY3WhqnsmcAGKX+8z/7zd2HSt/twAhsuddq3V3d42D76+8DAGtWdx/WzB/MWwfsOHg+gSnYsrxjJrg7nL3WuAveAcow2fVb923eyyUdOQAwADyBO0khPe8vB0O5M75MB3oHEfXZT/2v9Op1R/ovflHgb223BqjaOpuzkJ5tfZkZv/X9CgA7tTXB4lbS9WwzD7h0ZvJPHepDv7CeWxSr0EEAZ+enuf6UHXHE/3bUPul9CeoMQXCTbj3BH+i4lOBI+U+ePfp6dtQc/X6fMNX8+3t3PDkf0L7HPvrJAPAjx+Wx7c77X3p8r7XzseN/rfyvv39ZCawOo7W2+wyr5/eVCf5lm/+I0h9pGLeabwSAd5jtYwHg27t9DQD5CgAfj981u/pwANib8ds/8TocvzOcj7eX+KWe3BwxvZH7UvVQ7qyvc72Xde7sXsevAAAgAElEQVQBvHWdGmbrIWNy1LN9PZdPfGr5x+VuANHkLD5sVav1QwHgy0hJb/DjMN0cXJuztQ8ABwDwGJ996mGtGw3g2YE5Ntln9fjOXUdU+xNHmw9k0o2Y9P5TB9MwkfR7v0PbN3aE3z1j5q4pgSLrs+fP9ex4Vtx/GLls2xnwvJZ+1O5b2Mdn/b3W7/l3t/E8XbXHiujhPoS23Qhzdu7LaodPGcmM82QfVoA3Tub7bEaeiYNQ7cw8K4dDHKxpn55HE6XD53bgqM2JYJ/7GrbRsaYs385sX6TdBm07wN4AAOfZFXSlX4oAb+Wc0yVv+8GuP07kS9BoMB41W+OUYE5Oe8a5jjk1dgBsGBpz39ZgkkgFB0HuzJK9murROzA5+25knpvH0IAG3hzbFtuN/f4wDAWnxQSUcRkzAGwHj52mK0CWfqbvM7B2tseOY83z5Xi/uu6/5+f8/gC9NoZD63SctDwnsKjvNnXHnPpxm9eSh8EvswKndKbNoojsjvQ3TjaxYawQAhaiCpmXYRDa5awaL4obOtPAHm7vje1pYN2OVoPJcfLNBc2OHpc3mBma/w0Uy9FWP9PuDRxqQC5zPqlSM05eL4eTegWAh8PUfYxsYn/CMCIdbYBR9Yk7QsvBbkbRCLrYxqiFqfIAT3DE9XezPqqsdmq9E6AZJ7HbQ3szn1fhp7zIO2MBqwR2idrb9nALtGindwA8M6+cLllpggVGO2Wy2l7/47d5zuj+5W5M7hCVflT7k7YwTKjsV+QUhfFGbtb6mMENAPlUzk3vPZrJjQ4FSO7vt3GougMAZz8xz+N5LI7Ow9HHoS+lS0sGBd/dSw9bpwsAyfyzHHJnZAMJ3MGpPM2ZA6QUBrSzPj1t1qTueKxPdO4D6U0BvADG5yCBslkBMKyTbd/QM8KJGgzb1gwA2ma3hVGXO0apX+AhbYD1KpvYtlXrdP2vnsEOb7Z9coMCVn0TB3/pzjOBtgZNfEfmsU0Yd5PCovK9t7wXYFLgdtVLebTd6TYBAWGTcw+nwflk1LDz3oy/QHG539nzxOmrARLRizD5vJ6Mfb/vau1xAKJBx+VV9v7Cd/X6nlbe052Uhe6IBQsgDJtOaXexQQYkzNA049jfN8LZaYppH8+qkgksASB0ylFk6jEXIIje1btmQBuQSx+dirZAywaAs8YFTKcr1vGa0wo9q75/+/7uJy+/ufu+UkKzrwHDfUfaZFJB9xgamOr0wtjLqlJsfgDRvnMWHukzycP7L+SBPJ8/e1lMZuwb/ayeCJgv0Iy7TZktkM6qYUmBvq7ntuf0vRn3E+Aj+1rtEfBdbUTv+PPjd2ZjK3t0gXQAwEiJ9M+AtexV3tf32BGnU/e5hqHXkiuRMo+LQVygpwmnTkFOfUpFrDuoq3/FGgac7pckmwCRgNyZ0/4L4JfvFmbF9H3FvQYqTf3IWuAxtczpu/RXACd1efR4H/YvzGZNtQkItGyRndfV3PFrUJR9l8GzLOwqteoioAFzo7lFAJ3qMRj0qtKHU+/T6pfuwa533mHbhLKR3vfu7q/+6k2BsWUDih2rJMZtAzwC/AdoC1M96a7HdQ2xc7QjskDnnaHCex+vGd4HMo6stciElL4GIntfIcBpAMDfAXpib2tNMeu3A4sC8k22KimgYx+xl5QLIMd+UlczUEYxzFEa9Mqi7MAjlVn2of77N//7CwHANGdsDZGMdettsYCZG+id5Nz6LX3Rx2XNtlQZBJS615qgs89UvlQB3a+/0E1iogDvmY+RfQJTpOq6a8HqQxuRI4xqPtu6y++b78CKBgsZxjLvUI8yJKFHYjHbD5B1Mr2JWyApnFVHjwHzalrqpC4wadH7mTGbsrzXSrCWbTIfAioi6wDAiFEBXQx7KaoCG0pu//f/8+u6C7jGVPsP1pv5+hADvti/3MdLudj4ZB3Z+jXt4SXSPtdse5feoiuderXzeQcZ8KzuSq7vAurmfdnFDo5g3Awq97hove375DGsOjt5rRtBogF3LaP5zLFdzdDtfv/2N3cvv39y94//5KfSQ97Ifwz7R4JaKL/XQurSOlxVEJAx9mhjH6NK1S72uUnBHonxfnxDeceBl2mrgqu25dk6N/eBfwf4HaXO82wzb9vP0YvtPJN9t5uwK3/sHavtXwIAvua83qU3vgJkHuy1ZplMxmf39faPx75/XOrn+/YrAPw4WY7F59PG/3G1f337sRI4OkztjV5bsJOKrr3/2PZ9uffv79f99V4eQC+fv6/8+f3HtOO6dH4MAHiGvLIhuN7SXigXYOta+9dyzxyit36f8q6uobd2aHvuDxsAnh2qDxbNI16Yx3V2GK4HhHWdGvuSTwVo0+jfPgA87gUdAX5n+5iH2ucvAQDv1pOJ6RH2L2Mjf5gO4UlvNoG1FPAJAHA2/Suo6YPtOBzcp36fGwC+tl9SV/vQPQ4TQ0cfCwDvmZ1Dd8cYGJS1M75t8gRu3scC3svqNgCYGuY26d/TknjEMD4cr08EgDdnbBUaAGYGgEddw2EyHxYVKT99jsZnltlweA9W3y417smB6eL+204BfSQL7y72dmk94MaREPnrje6LHF+J4K6/r+/yrEFAOxBxpAZsGutAMzwW+RwxnFP3fQBwHHBHwJf6cAMAHNYywMNazgoArwyDyNn9m3RbgQF7Nq8dV8PhIHkFAJjGd27DkYxnECGOkH074hAaIO9czro2RtfXZ3huBoCtw4sThSpgrglh8n15SoGIM3ACgA/npvRlMIUxvQGI5nAe1p6Rznc4fNb25t9JFz2/FyYEz+DwnQHgM9l4fMzukFOq09hm3CSPmR04AcAsJTC9PCcawKwyWMeUIl4erQbputw5OGXWCzseDUTz0X2kcTy3M3OAJ5bPqlfbPFkAYNqRlMjRpZlVOafsiz6o7CxGPbDRqTXAYQWAZ+Ytr27vAVYpxbPvZrXeiRc4VAdwsueLQAWjcjsAOAECsT+8LWfmAUCoOzarKwBY6DXO/zBv4oimcoCXMeZt97CFEzBsR7oDBGYbGplGdiye/I96+E7MnC2ooYCw3ueQahM9xSutviZwoBfBj0ugD3IQY7IB4MFsJB0obbIYjwBgvofxKj0DBGrwPf3Q/qs96SWl7e/RKTHnernju7B6wzAK0DnPy4DwZrA6jTQgAO2cHdNuG9bA4OmTYmZ77sB69Z3LyDJ2NcqitnnQzNwT8O27Ys0WdipWAEVAJuyL75R1uk2zAMOgsx2w7jXTCydzse6Qc7WsftszgwFMFYBQfTMjNimUfSdm0nu6DbnX0YELc+AVw5aUpwaALQexpPu+cYCgVhuBVPRTdgKQpAO2SONrWfneXeSclPaeh25HAGCzQrFvlh/Pv/uhAjkaT35SZe0A4P5hW7uaVeo7sZlnVY5sKPeovr/7oz9+IYYitufdq1cCXjJ3xdistjBmAtPVF5IeE3xm0P0bGKUF+gComiFJ2lazG8VwramDjD4ACovJTWpZA4jSp9x9LSbk2KtpTgqEwcYZePbztuNkoHj+3HuYd0pvW+MBKF/PqHbS9KIjJTfuJ5YIdZe37yN12mzmdDRV0hfSAVtWrFcFp3o+b4w22MXFxH9ZoLtS3vZawFgaaPuuGaP0xfsOzBNttA5wBzB6EWDDOpIgpQQUIW+AZIIiWL9yLyh2WeCnGKNpfAcewWzWGkcASe9xug+eHwCzDibabEXvg5ye2QFdSrvd+6YEnTyrIAcxpTs2z0ENLktrRJnmv/qbN3d/847AUa8n6FKC6tmHO2CHFMgjk8Mdd1ELAIVpXuWUnGDeAjLS1/luYEyfAmaaVUgfmXMKrOl1mHf8cQaNAKXMWfoFiKxP75tja9f1kk687cAQ+sfaBfPdjHxS5FqvrLMNUKtYA8D//J8WS5Y5W/8ZsGYd8RpJ4EdvSWzndeb2Tss2h8w13Y3pDlhG0LJygFgCoKw/Yyvg/S0BKP4eoJEaUFXmstYT0qOzz9PcQk48V4E9jcRi3y1fl6GxJBNGveN0zwa/aUeCOZCv7AuxnFmILOztPM+/nJJ/BK6zFyGLgLZxtKd+T7DSlsa4x81nwCn7jfYfzmSiTAT1cZttTwhkonqJGJlV1Yj23wsArjWU+7zLdimoBFupMfS4JoDId2tbb5jfySzSI9T7jMG01jpdzzsDgu2Ysrk0+zx7OQLymF8AujMLGFs8MqAYdGbtyR7NewN/Z7s0wN+cIazilvFsV5kP3kcQaMZYvr/7k39c4K/Y4dX/Eg5zNdl5VI5sinubP+mfs014D+1x6Sul5kxXk02PvL40AGwdIuDINeYajdS/91/s/QPzmKq/nxMAvuq0nlLjpSHXGMbTeXV7Zf7Lgfx3zz32/cNKP+OXpwDwZ6zjSxZ1dcyvVH5tfK61/bHjf638r79/WQnMTqKjmo4cU/Nz197/sq1/SOnHhvghJeycFA97EVNf/+1OA13C52jXeWOuAaiPZQDPNR/ZotW+rvqy6tdDUnBqAb0RMD6r9yH6m/4lYu1+FbgPGDwCHc+en12ko8bY3cfa72tqfKv+nD13Tb7X7MvavqPyXMZ+HkUuZ3Ia3/+4APAAvwaTVQeM7sDRvYnX5hy/jzQ7RzbneNRP2bJYrr0n42LepcSVoafDINGayzzN8xcO7EQDb07zo7YmWnVygvtcq090ZO6PHXoBNUaZt86fdZ9zwaZd+3cCMG/lHOzF94zp3Ju4189bAeCzeX0Bhm8ys3MwINwcCDAAFz+8gnhhfCUl5QASh01LvbNe05cdOMo5vh1KqfPMvq+r5gaUcChVRL8P3NGHVc9WuxOdGd/nsD/mz/htjEkA4EsW7ehbGEU73WzFO2vHNp/quS21YtMtcNodgg8nW4lNlsh3Mgcp42g8z+bnoV2ija3Y+/G9dBCcrwc4zg+YswcHtKSUPqpz68vMesIGzfLuOxyHXBbBTQ6GbR5td3Xalm36FKBmcoSsThLZ47YPc8Ivg1B7oHV+d5ZVnEZpjxxK7cWb+xaH6aw/sy1Y9dw6MDI08Oysk27P0Juke57nU1hxM2M45ezGu2UgnzsOXFiEqo//9o7qcSvimSUbjhfGI8Bo7IAcbAFSG6ybZYhjd14nRjBSg3s46xqMpdkBYzSWMwNYTMKJqaA+mrFzlH7YjuvkIx3OQDPUbf8MjrfDC79oq2fSR2tMAFwaFKZNOADnsRWjoh10GQtUVXpDH+45uM+2ZdaHubzVPvDb2wJYN/ZuAr2kPHake+2w7TRDzQBMdNlTqZ19U/uio7KfvZeIvrjPA+wIWKvUw72WiNFc4FTuXJzB7jC91Ki2EYIV2sZusu16c79gmF7Zv8VGm9Xovr4rB+wIBKHTTjXrqpKaeaRCx6kNA5DuOAP0WL9meacMGDLzWPnvrhtsEBCGO4A1F+TUZvyt95ovrI8TwGwg0MBwxnpmBwUwy/uDGfV8a0fWXMoY7CYzntA8egTYgWwyH2Wzql6BdvS55MfdgwCcdrY2eAH4FgQ0AlF5Q6a6V1Kgh9m5rJWeT1gUWLReC0gnClA2ssr4jlv2ic9gkba9j255KGyzUhbtZ88DQCQmLymvq25AZUBJ9Q8wo/7kvQF2OnBKcmzHvdqkQIWkGEUPKKuZot1fwAKnInVGC92lKYc+d5kCfvO9mYRidhb08qzun022h+0uyp5/BsjbFssOG5CV7Oq/b3v/oeCKagPfwarF0a++MmbVN8bLQR3cG+vUujTx2bOPd7/8xXOBP2LI1fvPn78s/aw6qo0KHquy1e7q8tsea+QB29cANczep74XWWmASwbS52ZvJjW8wCXGseaFaLrWt+1O0MleCuRiPmhOEMTzTgEiBGTA2CMfgZjijI9wYWclCJOPuSodU0pu/BBO3az7W6lTaeo15UseBq3fKbCh3iQApQAvyiVAfrfXRT9J88v72u/5Dmmejy6p7Cr8aZXFmkHcSti/MDAdGGDbwXynD56LZjDDOCYIJuK43PvOZwEHUThDAWXBdi2dIkWy9DuKSdptg7aYoOcF5io9cGcyQKdAAZV6nTWAdY65XOXx2zPaU4AiY4rsSc8LkzVI5VN0uKr6z3/9qtKHV3/eGygjOIKiFSNE2QoAYj1+Ugz0uuu3/qc5IwajZaHUy0r1bODen7IFSI0gC0UBUFuNFwxkMXtJtQwon3MkVx4EIAOstS2xTbT9nPdRqy2njf74uTA/GScCeVivzMD2HJet8EJaTXt/96f/7FkBwAQgMM8MrjHuKodxogusJ9v5rvW0a8We8Ts2OWspgQcJznDAXq+tuq/X98jHfiAbtZu5qzT/2LcOSKixE3b30XfE6l5kmsUcoV7AXQF7nn88q/lQf1fGn/qTm61jQ9Rt7LjWTBXc8vV8915vgIj0LeeAMF1haOd+cP3eAG5GX/ZRE9KZU8b+trWjqkLXBUaL8cucAM0cYy2b6CEtAPjv794LAK5Haj3JflbrPsFAPNZ7nPVMhF7PZxMDxCMY0HsHr2MMt64+6E267gqu//g3a6zXvk5l36xmmhjAV3Kp7wHxAwpHJupKyWoFgPl+BJQ4rbyZ6L5XWLr9w5u7n/702d33vyCACDsJ+N3BZ913r/tWUJ8Bti2YZOjAqgbLZUzdMvSDu9L9Xtbw7AEdoOLfrBMa7173syYP/4bLjN6n7/dsjyX7o0DVmZihfWAXspbloer2fgkAeCb17vxM2z9spHafEyZwt3P/7PSv+wTFY499/7Tiz/TDVwD4cYJ87Pg/rvavbz9WAuvis5Y3b2KO6rr2/mPb9/ne753Qowq00XaMVz73AX23VPY52nVez60A3lkJ196f3wtAOgVRDim16FZ9WfXrVkA3Bd/6/Fm9D9HfGQDeRj8qcSHAzw8A78E1V3htfb1FA+975tr4R/6/CwBw1qLeC6tb83dzP8f3v38A8EOCvh7KwD8Deh8DAN+nX+shaNuYPxQAniqRI3QD/0YAxX0A8NEm/Uhf8t2nAsCjzD2IrbmsQ10ONp8PAJ4BnrndPqQMO8JvYX5u9nUSzBFTdQZ7xQCCPdFelRmsPgOAZxnnjsdZv1eG7aYfi1IF+NEB9AEAcKKKL51g5wAwjo7V/h8BozxzBEjabh8vHOv3W78EYniw4tSex0gO+3bgzuBBgKDYwrnaGTxIWSuA6/dGCs+zfm6AQVeQqO20f8ybcVDfy+E6ALwCv6tdSfCCbMoBABynnJk6w0F3scddWXfTeA0AKhPHzrm5n/cBZfNzSbm8dxbs79Q62n/PoNkqgxUAXuV+NB5bCuDNYXG5Jw2wNOvn2s8VHI7OeZzll9QnFnn0fzht4ljanCfCg8ZeSg5WHIWwMMOobZBCZbdjz07BBpX7uf13uVJgDlAyqDGDiJKnQAKz8eJAsi4BmA0AeJU1Tny0fV1bAIz4fmbctz9r+t534iZ9ZcDfzEe8w7QhgNhIz+f5JWaSnHFjvsUuzAEfR0DwahcyFmY37vdLG5ha9TiVqJ1ycZDRFs9bO2nd/tnBOlLiki5RdU/qt+0PGvib98ABeAVUzesUDtwlIIu7TAMAR4bSh7Kpa7rrAIeRg+zKBADv5dp38dGvBpWkhyV2OWD7Xa1/1S7dS0g65fodGcVmxzW3pVDMXJEz32Mo0Lyj3KgLAFhlTEFTSd1cIyXA6h3O46qbNNjSJd0XakDIuuEUjyq/fifdsOSyAfjWfTGT2/Fu+TiIgfEPu2jWG8oYdXi9I20r4PXTYmo21V7OVOtrpRAvkFD/3gJFqmEArgK8wtgdwRMqs0BFp352yt0A1gF7Ur7v5TSwpG6XjQeMyx2N2DcBQwCmBV4NAFil0tNqSoFoXX0Y7IC9BIAAyAG0elxIc9yBDmLmyd0vWZudZlBS86Ta77tA6/1ylIcp7bEy65nUqQPQM9D7tBh0ub/XYH4BAQsATLmktga4ih0Qk7HHLSA5qdGVbt5qoLSlAF+Z25RPD76DydYtURkoTo2XUrojuQZDqBcZ565qsiG//B7I58Pds3rm+5JvZd7egg3FPpU9hd1nVjCA6au6J1cF1VgBrmtc1MAWZ/9j7Gmxh95Dw3CW2AGupM9hQroIjQbAQECH+jv2CxAEeb0T8xgA3uCLwGzuyJ2O9cj8zSts3g93P/meIAjS91rXFSzRgOPbN75PWftb0h/XmABc+tM2VZkCDKiC04ixTsYNjX/dSQzzfGIsMxdhPMNKZCqig9gypwWf/QLemwDMhu3NM/lkPxhsKP8eIAUZG+iX5wB3Nj973hd0aJ/UZwiB5PyH/cau+o7VOZ3P+5o/b+mnQP2aF81sfw4I1VNE41HlvKl04egAQD7MewWFVH9JA/3Xf/vq7m//vtL3flMsUtk1Byy8eVP3SrdueK0vPS4mtYDJBi+LllnyrDuM60+v5b3+EFgAgMt4sL/YGOO+gx2gCn1WMEDvSdAX7DhsYpsX3+98ga1I1wx4W5cYown439bF6GDZptJ37E6YugrwqqKZB4Qn/Mn/Us8Uukimhm/qzu1vvsOedWp/rfs26h/FOB8BkPO+QPuHXk94lnnI+pNAgaEjTo2t8qpBup6hz0DYcwXMtGXAjr15AyOfp2tctFcjMwP2wQxelMPnEhjh1ecaa8kHEJ7gS9ZRxFllPRET3Q8qWKZ0KPPZujoAYPWT9/Ru9hqAtWbuS+9lCy73ZJS07cG0nho8zNqY37S+eHJYPHNQCfqGTpU4/q9//7cFAJf9ZkKrP27P+DPSdVuzL1/358k4EtkHCM66BmDO2qa517ql/Zb2q2TOYC80ANHU6jWd++a9tvo6hHHtz3buKFlgB5HqkGnOKFPgqPbd3g9/23f+/uznz+5e1j3wunpBfeeZZgITvDAZU+tli7XtCu1n3+FADS5L77PodD77ZtJL+jaXOZ+dMlybTodo0PZ8BYBd1hij+W8KVN4o9NNZpPe+8V9IT1vPtYxN5aU9X4QBfB0APujYVwD4eLR/x799iDP4qCvrxHhod88myTbR2k4+tNyvz/92JHANADtyQM0tu/b+b6cXt9SyWPPo5YmRPy7xSyjzgxpwS0d3z9wK4J0VfO393cJ4T1fOGImrft0K6KbeW59f9XRzLD3AAD4KAN4dWo9Ax3PA+IjJdmv7rzG8rynUtfH/sQHgUwat/W367A/E4zv+dpTS9lgm8iYc/HQtAOR+gPm+9lPZdL7YztIPWfMfCgBv6/a2QX6YfdoHKezf1QHtpNz1e0Uvt7m9nKJDpkf6vQdSMz73j9O6jxl19/2I02FQjiNFIo8Dx0U7ThjAQ99GBKvKicO15RMnwgXQPHugrkzeGXRdHf1D70YfAgDPB9JNH3ActpCOQAMOXkcA8Mo4PgKCI0exMXCStNroANUNmPVDf1/ak/4oIphzqB6xjFfQ4FjermgcwAcLqi0Gv3Zrhv6tAHXktbJq15TCcdBwIJ5lfLSfMtg0ABSYAAHq49CRjUOHNqemyz3LwHFt/bhkNMcB5HLX96Mz63tn5UTWG2ibO4uXyb7tD6b7eef6j6aA9bPBv2ZU8m8c/nKc4KhrR/7Yf5hRJJm10NL22W5tYClR7xb6pjdzW27Zb6zBGGu/ZqDpvvLmOTbvp+YxmoHAwQqpOd3zhOj9rG+zo2fopsd/sATsaN7SQvfc4RkAm4zvrg2ZPXL07BmrKwM478EEUb09l3FcKb1kf7eC7xvjoZxvNqXjztBhvwCPBwAsuS/6FzuQVOc4tsLiM3s17SIgw07tefxmhsmOMVwPhf04y8iOZXuJAobYeTelBW4Z43Sl/XIKB5hsD/52B2E7HDPuApZ6jZmDfGYQmuHMfJz1JfZHMp+YKPlezls5Z7mrj5S5/rdkiD4IrDbogHNZ+kH7AVdqfNzf0T5zlG1jtjnQjLGMCwxCPrDJBEpPdsNyk3IiMZVN/QBzpMdUKkIgR9h4+q3XCTnKaaMd5rMNj1M5487vMDbX/bFd0HKXSi8yRgJPAQOF7sD0xVEK66zZTK0/AdjlBCfIYRrHrAHILWB8goFoj0Au7uZW3sxer+vvSqVYHfC9yk7RKcaV5pTbwe++03Xc35sxpI8CmnvNTRvFDEJ+bQtpn95pndS/GzimDTAEeQcgh9mjdjRQ+hSAXvIi3artqrDgah/Ay2xHBByQ9rd1zClUnUZYTMX6H/W5vQYQzMxlLoVxBxidPb3nMkAbTCEDwM2w1S/+ZG4xrgQUxDmfQJb8W/3qBQa74ns1G3jXPdRmLdMnwLsPhZaEjRjQ0Sxjp3KGCeuPbTDM5SfFELRMkKEBPjHtOk2p73+0DiQV/Ta3A7q3PtJegE7upSb9LOJ/UnpkENOBHfUjXxqcR64CVAHxOi1n7F+N2Ju3r1ovKgCGseKe5UoF+k//yc8N7NR/2Zew/rCmBHzANjBetOdtAUngjsiPMVEA3OSCEahZbDMHv4hgLKAK0/ziJfO7NAE9EZjLPcfjMwM7OZqnaOTxVuxjyie3MXO9gDcBbA14CnQ1MxT7AXjP1M4dwKkpdkQ6IRtVZXGXKHqaOY+tEfMXAMbplbc9X73iwBXk7fTMySDBM9wVDAPzfb0vdrE6aXYx1SWQw/bLwkc+Yl1ObOtL4HgPfimtMrEL0guyC1gVbCMNdGSzPvbfTvdt5ibMcVLfN9BNP+uFpwUecqWxADaGlzLrvzfF8qXop9Xf9zU/tO6TNriYtqjjf/4vf11yAVR8XvJ8Llvwuu4SBoyVjlWZbwroNdPZdpGxU/pf7hgvOyD9bVkjijd8Lxqyge3sh5Dr8ycvND7onGeiQTMsuEC0MhlJya57uqvxMMk1GrIH3H9tndKdtPUTfwZYjb4Y7KdfDsTxXtW2l33/s5IBXPz/9U/qGcajhC1yNRkNxBhOQE+0fe9/kM2R3eyUxABrArgbq1fqbY+RUtaXzitTTfXULHLfPR7glaXjaaeiTwp55qHMXA3kD6zhgJTojG4QcBr9zD/E+ZZ81QbVsK8AACAASURBVOoftrt1v/cqDkTBRuQs58A4ZO2gBqdnZg7Mqb8B2XOPsNf06Kq6qwAFjeN08A/Iy1fb1Qo9MAq2YSz7oaSJHudFA90KGBQA/Hd3r5jTWh9tMzS3G0iVdvX8TxBS1k+qjF44SMmN9V7IwVfjPOAAKb3TgC6VeR22bI4+DjQyi5v/BADXv+e9rQudzv0KaGnGbwcIZf+NgJ3a/d3dy588vfsHf/TSwSyiBmOMvJfNfpqACtm/3nsRAGYZ5ew+9hzue63tunrGAd7eC3mKug17f8p2ttquABj2TPoAsNzzS9kBdA4ai4sZzRjLIb387DT2ri/nE83z7K+n3w0AuxDLej8aXwHgRSCH2voFv/zKAH6ccFeFXkub5tTjKvr69heRwOpYWiuZF8ijBlx7/4s0+pMKXQxNbP2D7M90+vikNhy99KAGXK11BVJuBfDOCr72/vzefcDUVwCYHUCk9TAg8WgMZofIfUpxKwB8DZi7qngnD5zZhzjXNrYgTrEN/DqvbS1vBVCz3rBP/30DgHdzqVXkVgB4lV3G/RYA+ILVVg3Jgeuh+qONbo9lHIPplzbqjwCAcziYgfgZOJ3/vh4IjqKyZ3mv+5jo0WDHjcMJ730qA/gMAL7U+ABL6wH+WsDBvqS1nZkvM7gVxzJvHrHDVjDzLH0oB8i5rKRnkk70Iegs4ILfzcYwEyUH64cCwBqbnjSfEwA2YJt75M4B4Avgd1N+9ySyG6ZuROcfWb3IYZarD6ANNPSWRHNLzj3LMZ/M/wApAyj3Q7MDI//mzw1gXqLHt3p7wlzb/x0BwHKK4jCYOrwCcFv7MzE/EQBWX+Q8irPPOobjNn33n2ZlaIzuAYC3doWldgJcz3IC9Arr8Zq8PFc8Nnvn1KUjL20Ja9bvzKnHxhjnGYEkmmct/Ti0JgCYcnLHadqBMy8fg2DtlIJh0kBMfschZVs/HFBynAU07Xm+6p9sgBiLI6V4o7g7WfjO1GZQauxG26g37bPtnuZKPwdo9aFBvu3dBvIDbqXf813XMIM3u7TZmH35AVwi33m9swOoU0fKMdospKoM4CWA2zz2uEXjrAqwqbkMn26Su5zZ7aAT0AN7inm2yQPFnlLxxvkop+I+9foabGNwynoVNmjaHoZGHIkDNOzAqe6jwTkDyAFsfM9bgUOdVjP3A+7sWzsosWO6p7MddwDAsnUCUO003OZD/cPskXHPKoxJMWXkCKYcJkvPqU4JH2em7mCUg9FMNjlwNyDWDlhsigFTjVY7ZS/39bRry4ohJo1TpTI+CRIIkBbnvJ/RpZplyw20yekNIMdv5TAHQHTaSgAWyzRjIB3t8YUBFuDSuu6yEoCUvVSAbacOfitZqT3tbJ5tJe2zE547lwHJ8MIO+WduWidhLpKWt+4j1P4AJmmx21qGefFJAS/ci6x7SctA2bkP7AAAbLY7bRh9sV1Xj6inneC+F3SyCTAu63fAATv1zQR1inUziJEj81KpNOvv7woIUoaIXgdsR0hV65TAuupCzDuDJE+4w1VQUPTOwQ+2AWbG+t55pw7NPaHpE78BXDEWvpeYFLAGrQByYV8ayGp7IaChgXzkrxShBj4BDAi4yDzMXYUae81znPAG5qMv6DFtVWpe9UOrpQaU1M0ErHzH+kAwCnuMrE9V4TOCO2hXAWqxRzxPP5HRR6W2L5Cs0iP/7KcFDPwxshq7cWaErgJo9pnuyq4HGH8Asw81F0khOmUvlRx9v3Ov1wB7uouZ9htw//5n2IeSaI07QK0DnMbH85nAh+zpvCYmmOTbkrftp+2oQUQHO8j0ly6Rapp9BCl4SQEM4AQALAb4tq4O5hzrLqD6dzXW77mzl0COZk3LTtTvfOd0vgYsGYU3xSBW4IrSHcNEBfD1GQ0AXGVKx8yANgDsNZG20n6nwcYWGQxjnoRBznO6f7eXUcvXwTDP6h5anp8BYNr3DGCqnmd9EcMPW1Tf6zxfbdnWSYFvZk1ytzPrlu+yBhw2mNxm0YPDnISN/5ogl2KOkz4WcLbAXLHkxTb95u5VsUb/+3/7+xqD6vezl3dvADRhmBMsQsOrcbFdBrYcIMJ8173apLqXDXOAhJirALqdSSAAMHYLcJXnFfTb+wQCCmDOk4oWncD8JI2zUpBXG8iMkP0Ec00prTUmDITT4XpbZF4o/2be+N+9BmGn6ntlU2AK17g/qb7+yz99cfctwQcCan3vM3o4spc4wARQcqf3bdOTul1ALvaH4CAGogOtku6flPoJVpFNLp1TCv8OSnEGjYC2Pt9/+FD6TSpw1ib6y/xAPwtb/1a2dJxhAYDD0JXp7n1VZCIwHz2DzboYAQHwyKr+e1p9IIV75Ov5455TbEB55Oo7k11u9n8z+Ms7I0B0gMfZ06qOKjzzKvuPsLoxNX/256/vXgOmK/CUhjDC7Mu8R3C/EoDmfXuCItFP5ojmUq9fXmsSRNcAvva+Dsbhg93NOp5+ZQ+oyZwJ3jqYZwlUQEboTvYkahvr6rbvMei5AsCqp4Rnu/Pu7sXzj3Xv+8saD0lx6yfzB/ugWDMZ+NZL2V8z7D0e3ssl4Cy6i+0jWFBrZu91JMd6dj1T7YJL6YHWzVE25Q//ltsT/7T2Uth5iWukUJce9SZzPl8b4G32smytWe3b+U97ngEAj/74b79dAHirHamNQ1O+/l38c97YH7Vv0ukfpfnX2velAeZr/R8Jc76MeK7Vf00+X6ZVfzil3uIwuq+3WQh+WxK5bO9j7cxysnxwRx5b/1GFc5uulX+t/dfev73DtwBot5d225OzozNvsEDeAjxpAVwMyAw4zczXsXA+TF7X58/9gIqjdsfnEhA7AnOn56fNrjcRe7leG7NrDNtro3QNwDurf633GtP6SA/mts3jMIMC3miOMb0AMhf9uJBf9pG9caTOGYSZD5fbZrieOQOxRpvv04t5zB8GyJ2N1+z0nv+ue3++0OcUNGbj+4CF+z4d3oDoHseHlKv50g4r50q8lMVZ3bonTBtzOzbSnahT/h2A17bIguY33yPVG/d2vO2d+tnUj3fWMvb6/zAg94gd6Lbdb2/chr1Opo86wHXHBxDZTrTu/A58mTowA8fzu3Na3rXszMU59WeKnJnA+T2pm++bXWc6u0WwP3CunAVMDft3/1zI+hVn7lp9DtD3gehylq7r4NEcbD2UXCcH42rXztoy28awDKPTcQak3NVGx6Fn/ZrsdenTOqf3v/vZOdqdf8/sk1mGDxm+ud444wUKdPvme3flrJkWg9n5mTrndjiFqOfGcOb7ycg3Msuz83OzDAIAr32bnTRrwIqdCnIL7vYM+3GwrVrv7nKKQdeGb0gOdkCC+s53TBJs5bsU0c+UGUcSti+OoKTKXtd3ygoQq/GcKBP6vsFJuXzbQXU8tnM6SjsYJeNN1xPZP3Qu6Z/3KetGObMzbR6HBJsFqFjnnB18Y42ZA5jymxknEwNYTItmcfZeZnMqwhppe8ufAt4Ap5B5g7Ex53GSR0YCN3Gs6TI923SzHHvdaceXsiZsTI6Mr1k1ysiAc4v/kj5UOjHSlke/Zx3K+iGmcZcdvTcAbK8CYE3Gy40ctmELKhOzgz0ea/kIupDOwG7UPdhuX+7eQ1YJJpIO91yQnZs8tXx/tJ/gXeRmEGroBeBA0oWGVZX+0wYB5/Hu9RiHPRlQkfpw/G8AWge74VBPW0i3/LFlBIALcGiwwQw0wJQNyNwCSaxTtuXW+Xlt2uYtGlT6BhtO/T+eVFVOUhw0GNn9cqDLAKXm1wVs43zuUmPnZpujcVcK0JF+fA5cmMvj/e9Im4tsAU5JNVz9d8roZpb2C9brDwJhUSRAr4Atz2BM1t6PMqLT0pWWvQAc3e/bdwhPOpMADrHXGgCmPU4HShtIV2zg8HmlcBYLUbZrOIzfvX9dYwMgbr+p146xSwFsgA3OS9x/y/jYCW0AhP7C+FPAQ7NGM584J5O6GQYpDnOc/+8KHBygi0Hq58VyZP2iXblz3DIssLq+E2Bc48J7WeewyaQfdnrsrGW9frUzXQx8OdSL0ag7kD2vkSfyJp3zHDSmdbTaq9S89bsY3Rozp5DdwEXZUSydr674RkEKH+++f/Hx7he/eCHWJ/fmWs9LTqSfnezUWwFIhhDMbOR5RNRrRAJJa7zoH/JGZ3juxYtiST61Ux4b8G66c9132U7M6Ab3o7cB4AS+TvsF+mWAh0YwjsUkLaDPARp1r/GLDqxgXQUQ1RwzQMGHgCMap/tAqwi9K1vmef8EQL96y9gCyMNo1Ic+FFiCTqA/2JAXL2ttqDooA3YsfX/+/CdmAhNY0kGUkm2vO5vO13evX5WssQ/MT5i8AtBEz/T4KTjDQVg5SvA9NpPgAljmG4MScJg6te+qIvit5IQclQJc44vN9Pjaxj+ptnsdCahneTHIBHUQMOI98YsCphnTN69hkTulMx/SDP/mV+/v/q5SQX+sVNCFOd79ANNeC42ZkrYptqfIy0ATmQUAcl2fwaQWdP0BUKx9Evsq1qFen3h3u0O+13mK/7YyBVCe95+Wn+61LnuR1LqUzrw0QOmAEDGPtTeD/d1DPe2r+UZ6oXvKO7DEEUF339XY/bt/8/3d+wLJucv420KCWauZZ0m7j54oQKeBr9yZSrl8977A6LfQdKlHAQTcP9579aoPwBZ5CzCHWVq/J7sA6blHgIxTWidYirEG/A1T2nfKu/8CZFVFMzm1N4rO+j51ArVg0LZ6CpBmgFjP6Q+frO+WGnK0/iYQScEaAhpbxjCSe18ZJqqZtX7fY+ZBsN3d++kEamff0QsDd4XLzqMrDZyrLTUG3Pv7Z3/2m4JDnZ7925rPNl37/e0M1hLs46CWzmjSfWPHmMCf3A2cfVDUxYGTXhvVBumixzLnoXUNl2x6H8D6xL+d0cC6rLnKve7tc/Ea31lw6jfGQnIWBbf6WXaLQJ1/+I+4O71kAKu72y6Z95yRvLGj0fluZ3ZptEN37ApQrk/2R3PQ0s69MZ1Fp737fF4JAMx467wkW9bnii2oO9WNANroF39K5tKLnEdGI8a5cbyxnXc3/+Ro51zuVwB4lsbB3+OoO3tssZlXSvv8P19r31cA+PPL/P9PJT7UYb7KZnVyfGnZXbb32PDd3o7HAiCPrf+opXObrpV/rf3X3r8uqThbfPB0fb+tcT+q7zEAsNrei/5XAHjIIlpwDTC+mP8TuHqoyZOTe9abxwLPa12zXdgDtOzUp6cvpst+fpytt9m0r0DLCgBfn0154rcPAM9ty2HsVgD4DBjbbWIDpvaXY34Nts4GuLYNuWX9icPL+mO57YDVKzp435jMALDO9osCnM2HUb8P+Hkt+8X8+6EA8OaUPQnsWMu/Vd/Wg8XnAICP+joDvEdA8bX2njJc73lxBYDnvu3Ka4fuHGF7dgdwqoudCgC8ArrX+nP0/F6n4pQfQPl9a+u6Ht4KAMf2puwA67O+Kwbi4MBj0GAP5M/9XoNLNgs3lZVDfwCWmQEcIEAASZyn7STwXN/Xn+ddj+1BDsT6ZgFX1zG6de8yy8YOizBguuaO/OZfm0PqQCHWMZvrP7N/kUOcLUkbe1TWDFRuejvJD0fJYLbtGbyACGsbVoeDwPQef56Vo2xbNj1mMwBsA+07dNfzKc40AOCtHwWM8Pe1X3YstsO1ipsBYOlS7ysyl2cH1H587fqJTTDQZSef39kzfOd7fWdmY1IMz+DvBkJK1jimR7ljvo31Sv2cnEi5fzffb4zdia2htve+O06u6P9c1mC+uj9OF2em1uqci44EsGbe8f7876QStFNqbJr4u+xt/RdgLnPb83AESMy6mDKUshcnV71vRuQ+4IjfGWugHZiPMwC8BvLp3+38S11rW2G6ikHVab0l66md2zyr7za5tg3iOQFtsJYamI+TdAMlN2b3uLOWcnZMlxrPpGsO6AgbynNpMJ8zp5RSWYDU3vkYfXwK0CxHY7VtAlzDvJSjt5km6V/kQu/nO69XcxVwWHfVVj0JpMmdtWNuedwUCIcdFPOOeZw2m9XstLN2+Br4aZbNZE8yVwB+qT9Mt/Q39mG1274D2/JjPgcABsxUys6So9IL90fs1Xbyv35VYEmnb7SD2mOs+2h73ZrnIw7jtCft3RjcNb6q27EUkofTd1MeKacN/JtJiT3KGdoZCd699126AFtOTz3QYd6d+72x9QVKw1qCnVdl4jyv9Jg/FEMU42xAsJ6R3gJaclfpAIABdHgS8A/dfPHihYAjgX7VF0BPO+1np/8AgBkTAhXe1fNPdZ+o50pYZBv7fVsAKNtgIraUu14pQ+nts+YLWIFxSTp1mMn+TWmbqzFpC2u+GP8SY8uy+qt1v8D0n37/7O6XP38ulpjSxjqKRW1MEBIpmCnHHLKeS+iq5g2A8hjL54CCVYTunGUf0MEJ9OVd6x13p9JO5DED2gA51v/BpPN4XtpJC9Epid+9AwQueSmQ59u7n7x8UXU7XT//AwCkGMH61VbkpbTZZU8SlGUGo1Nt00uvT9YndBWTyLOYG/pm9p3TW9NCdP7V61eaF8+evRBwDMgou9PzbmYQ7tYg4dEExfluW/W4vkM+AH6Ze06Pz5rA+uk1gYfNnK8sCNUgpS3vPQjBATBlX1fgAHcUJzjAusA+BVl/JwDYaeg9n83k9JjSruzXXhaYT31vXpeeCxwm+MR1whDn33/9d2/vfl1lva+yubu5hKhykKvZl26v9iu9HkjXAM6mfVK+E1O7Ss5+N22a75BXX+rz/EkFZpAaXR/GyADw0/qej8fY/QPURifD1lY6bwHAzcxvu5b55swY1ktdX8CokvK55sH/WQDwu1cDAKZvBJJkDrI2KyOItwK2M10+PgVSkCvlfgcqWa7Owsa+h2zrZJxw4A5p1p/UeBrQJNDCz/NsQH2DrcqgADO+GZ6yJY3u8SdtMvvW+x4HIrJOYqMNnAeAp7ncga09DXZHV1+0Lej9YQt++723Pvo6QWfvCpB22nQHhMNIduCDTTnbnZx3VgBY+wTWSdqg8Yg8Hfjwbdvp2CPajnz//D/WvCyZ0S8xyxcgcLOpBO5I8d3/ZBZJACCBGs5QQeptpwX3ersHIg3O+lnP6/25a9x1b1kmU5Cu5Oi9l98fd6YrZfUUdO/1wPsJ7Lvnk234kwpC+OUfPbv7yU+QJ3rpDstmZQ8UUBr96yAZj9Mcpuf5ryAa9LH6vQXyBhRu1rDmZQcVMjaz/3s+887j5jYNAHhmyGffdXT+Y98zc2Zn38l6Hpu245sc8sx6jjoHgD+BobsdtlDSa7hDZs7v+J+zMI+a2jbtR+vFtfZ9BYB/tKH5g6h4PjB/SodudaZ9StkywMsEWOu7Nj+uzd/H9n+PLn1qLx/z3jVDPJwID61lBki/9DiftW1d0PLc2fdH5Rzp0BkA+Xh92LaMN4n70xnA3oCt+r3Oh2uA7jXm7U2duOGhi43JBQjvQ3E+D9W3edzmg9VazmDmHgOwZ0y6yHmV75wCcm172uQyHbnsMbOTZuhy+yfqd7dvdoreBxTfIPh+5Khf/x9778JlSZJc5WZ3vbs1AgkkdAUsgXisC/f+//8CCxCPy0OAJJhRd1dWVXdd+/a2HW4RJ06erK5qzfRQp6cmM+NEeLibm5mb2zYzF53YBA2n9LUWr/FJNnXW1aMczWF+11j3pRvn+7xhaxodQN1rfbyVSf54CvnOM+f6Nq+jT6vM3nLw+3k7YLTxO6jmyUPXMoCPAHDauAbgHkHW43iPfHuWGTtB9SOAe5YRvEoOrbdd6+exP8f2boHE4dtrelmbxIMSvPpMb253APAuOuS6vXGr0sE1PlvziVciGSkzq7U30jgA5Cjcr9d7HbIqC2ybwjgq67kjgEqfAu4cddPOqdzO0V3pqe5L5CEOjGMfj3pdm+sB6sz5iaNe/Won2uZAw+EyZD/PHedyu96dnVm41kGdfTNA4CPINMf+0DozeY77cGbC5wFFVsnMSwBY/dz6YAdc9Ev6+dCcnPFTxmGH8lw/FnB+bNN9sPNmXyrMgI36MuerHdbua5zGSy787qnbmqd7LdkcEckI7PZnifM4zo50mPo3vJhswOX8t44WQAmYjGN+lE6mDWc+ADKYGnbqLYCOUpoMHacLzjc5X3Yl2P3cnP91prYbXQnJZKjEFqNUaGfUKjhgzdEuk3VMbvhVY28H6bGqhd8XAMPOsalH3U/eZYBA92+BUp7jZIPkfaIh7xMdVuZr1mACY3BwT50waeJMq/0aB+DmUqumx6KL6WDH4lrjAaHm+NXvAyB8BpiH/mfZEsfgH0YfAMnjLPfpCGQV3VkXOvM1fyszN57lupiM32SmJCAgU4kMCbjtT9ZRZwtBD2c7MUd6X12bmfuzZHTGjJN98mDaB2wiN4YPZY/nvMThbifs4j9+P2bSRrfv9YnPR41jOqWAk1nlMrUegzMyORe2wK/iFcptb9NHSUbG2gAdz0M7uuTS0uY5y57bcwltO2anHRYwO7S1fADql7wJj3mvTNI4pRm7gPp6N+d2Zi44b5IpBRRIBrDBEsDRrMl7Hg0PByBzwBE0J7C0AKp6FoCGuSW7EmDLQQLMNOOPwxnwcK3f21rNRTmhyYjb2/rQZe5lzPddLlpAdo2jgEyye9mHcBau+cXOc523q+Mvvy9QzyWl0aMAKJuebj8wvA5QF8Dc1QAKxFEm6aogkvt0pq/mf31Hm4DpfEdgg2RNc+lxMUfmf87PLB6u8QIouuQ1mb7+J6CnxunsYxCA1l99brLPL162OjR6ruzUoniVigYg+LpAzF/8os5/BZuGxCp93MECBdjc6xBRl6dF9n6os6H52EkPENbAez0L0Ggh85oIhQVQE8zCGao1tdwT/gNcBlBTmVjZAc7627JamcdkeOf8SgX9kCHf/Bc9Qd/rO+gCKOx1HADGmdhgX9D7vsB1shRdztwyAZCvMamcvTMk6StZ2/wki1k6vu4tzFm4Zj2lNp5XZijn/r5581prxPPKtPecAky9K75Dl9n2Zt5VZrzkQHoU+ag2nyvAx0AYRKOdt2QbcxZun9meSgICf4v/WJMAe3MGt0CiXl+xv8gShe9e338nfaGMzgHuZp7evuE9JSuaM2djSgf2fEFH2n1RGcDJduZZ3Vs0efGCMuZc+OGOWJH/TDnoH55XBj5tLn31AlAc8Hh8rGcB1J4VaLzfCAaEFm+wBrQNBr9wdnDmK2ez8q6pywOYAgAjG9AiaxJyzZjhM4IWOO98y3TsktSA+GTiM0c+K9hZr/dFT4G5dd9Xdc8//6dPKwO45qzP/k5VEpUQZ777LHAHjfZZrE0DyTxANXsByqzX21QJRvZG2yM9L+YdVx6AP1+/9pqiIBplgS4fF0+SRboLCmugmFdLv2v+/Az33QMu13foG4NsXrcADTXfZG/XfKX6STLkrSsNYGd9VIWPgzsG8Bdd4IAvRsnZ4C7Z7RL/OANiJxnQliqpazwny40+q98LAKbO7wokoZ/1DLZuPfht6cz/8T8JSCDAwO3z0fjGHkq2B8A3wRTSceZLdFXsQTJrbTMQ5EFQyXENWr6o2G/W7wmsXPuarNnOpN4DyVrLWO+rf64mYftKlQKaBhrDqPQjhqy/nz79/u6P//jrqoIA4UyXLwYY7f0AiLvfabqt+RXvti3kYKwFYn/RwRWyg1WWfo2HudI8cWTCydockc9amkxgiXzmYfjyUmUlZlm/qvt8HQDOHnfen3fewv8+A8BDMZ/9GqJeu23Y0Dda+mm+vtW/Wwzwsb26Nf7PJaA/lsK/3uc/FvCam8yfYiTH/h3fd0s+bvHvx47fjpdf56dX/6td+PH9+20CgPfABs7DNsQO4NfR6ftj+MNOs3aCnUzPdKodgS33a58VcT61HwEA52wyGV6rhB3veQwY+GO4/QgUXGZh78f9oXrlOE9HwDN9/qkA4Bn1HUfuHry5AQBnYySF9TgAePL0Q3MixydG8wAwY6w/ds5vAcAXJUY/EABeYEQb4L9hAPClvlgbJca+5v/XAwAf17msi5ebjQYItEmyDvyUADDt7YDEdpqJz7QRLlqNJcm5CetzBjgfZfmooycAfCb32/1yirrUUj7JoM3f1+yNTwUAp5zWyjS6BICXc9aykE2tVpVtznruen05ZvRO/ZmNu+c6c56fC9A8A4BDl2sAcPo325YjnHe1DM/N8xHQvVY296L/AxjQWI/IVHc0YMKtEsuT5y5tygZphnEpJ0M7b3I+2VHnxqmieRr6iz4FND7ObehmJ6XLQsdZEseTfxroTGT9WZ+vj2mfAWJHibMx4IIjALyVRcOxhzzjHFGWgPsxVyccaOGBfQb50I+MSdH1fS6kvurAmc60UNaI2l9OQv2ea+XwmTaEnWYu05qyhBm/58FZCEwD/Y9eoQ2+TpYhz/gsP6+7R75zfxbQme+nE/IWAGznUjsSLwLfloG48cZc+zowIrTRu4Yzagbiy8FGlmWDLNszyAuOr/6X60cAWN+L/zynKjvbn8m3pv1SopE5ytNGr4lPaxwGGBbIl3uh3wSIz3RU+hNdEvliLE4Ic4Z5srK5T+McugAGB6Tj2VnaMdmyGd/UsTrPUs5YSqG6ZDHP62zcPrv2aDfr3QRaAIo1HdNvGEjnIMrRbYiEwAaXGzYIbr/nolP6nQotT6svAATQnvGw75xrnUoriy5kvAGa+GxctQqg0vJjPZO9w5I38QR8R1lhgUdxDOfell85U+3AlTO+xqwSxPW+t28LbAXnVDat161j4EGADwULKDNrYzHTdgTKTJswZ5lK1+gZzkJ16XkBrdV/lyL2PCSQYMtYAzAj27ozQgE65fgvYMDn4/b8dZlM6XsBS529rGxCy0foql7UWJPJrozNugZAD3CquQLUlv732aDzIx3UZ3BGr8ef5zXAZ0xHZvjpc45ptwCa6tP969cCzpzdbHDapYZB2wAAIABJREFUyxZzWTxfmZA8R/lMfPsqE9uZz9xlwNHynsASZ/U1mAKdG0iMDjCgaCDFc+zS8VwTwEJJ1+qPQNLqb7LrbBcYACYTTzJZ9+oc1KIF90JznTda709AScbvQI7sY5y1Fh7Bjvuec4LfFg8oK+zN3asCgf/279UzgDGiCfm+JcdV3vdtZZE+qS++IHChM9OVPVr3sc6/EMBVIGK1RfUA+kbAgd/pMtkOYLC2IcM6JWy5RBlkgULIC/SBpjRJ8muvQQqkAOzWAmW5I8OU90EDEue0PtfXbwA0C0yjT2QYBvRDcQiULd5DDp+pogAl+s3ffAhISOYhfPm6eIY5ACSkz9hS33O2sLJuAUYZjwFG7BZl5HVgq6hY/fm2gDplVFIWmTlTmXLuo4elb4o+zLH1OpmZTbt63iAfLVmnoI6QE/Qjl8CjJJ+iLSXuAcCbHoyNDNDqJ/z1rMYM0JzgSioR8AEsV6BDz+ezArVRhyRxuxKBz1h/Vn3+9ltNyrKNq0MvX7oU+5u339ZY611ffHX3F38F7QhigN/JWHVggABA5rQIr3VJ650BTGghy0KVODpDXueuWm8wdmjBnDBcQHzzTAeQdQatSlmjE5gTgb49PwXymhfImvf538Hw3lVACB9kORUw6Ae8AkiJngrPfsf74dHSDV8XX/yzf1L3fVevBADugB/6hxnn9bFBVk1kzU/xZOx9BRTIjvC5s+YZy0nW/WcdFME8G9hPSfiln9DnKpiAhkf3kf1O6fCAhy2LalgDpa/um+aFYxqgFfxZel7rEnNEIFb3Db6GnvAHH52HTklleKXkLTIE/SNbogMVIWSbWb9aRzFHfn8ygJHgzaaUXl36g/XC5bFd4tr6exuK+wP/9CKJvYZBfl86+z/+fwXYVxl9KTfRt+kcexHbq/Wy9ejag1jWmkilB20/u8x/1tCtI7TdQT4JxvARAXu7S7PUdEgb/nvRZ9PVNd60RQZ27FH4aAtgLL5G139dlSl+92/f3X39NW8gaAd7qV7eAHD2WYTCwGFzjyCWqH9rz2zak3QjHUwARAfF+Bgb82iCWo4A8PQBTD/p3q8WOng+0D8z81c0GfZ9zhi+lgGcPVeLz8X4buF/CwD+wIzfK/vryRe/Fb+HsNcGM/Y5v5bx3urfLQb42E7fGv9nAPhjKfzTPh+F+FO95eiI+tTvWf1fDsv5jlvycYt/P54+Ywf7qQf/qPaWA+n89o/r308FCD5qaCcLep47LvS32rswDNistrM1z8b5+FieTpvZqJzNxCwxeram7uir0iPX5usQethu2OuO4DhYR68G8LvG/CMB4JO2dnPQpZAugV735zLScD696HCUz2vjPXfcrtKhGyB/QyEcAaRpPC7eWxuaWeLF48r8+ee5flou9OVYtQP68nOc9/XuOEZ45iILcjhH4tTdMsB6czkdbLfk5yEAWOM8BFJcA8yu3ffY52/18/j9kS+uGe5nmccrAAZ+9EZrAt3ZzP04ALgzocemcPZ9Gfy9kdgyuvZ/LznejzzPhx2P7YXPj+Dp5Kl5BucZMHukNVlNS0baqdjqJ+XQju08BgCmzTMQOEDENQB7PqeNV8vn1MPHs+Sv6d8PBoBHKbhJJ+aDzd4qJ7lodpYBnGcnALvTM8NhrvG2029tqq0bjsDrnteik1tnPWAyHAOp9mvganWut/P90VXH4JWsvTmb87he5+zMCUTt6Rp9u8ZiJ4UBxXl279makvss48sZGFq7LJmddcuR3WtsO19S6kxjbDA37V3TW3nXHFccJ353SkgGAHZG1fV132+a4/HfRMjP+Wmd3fyibzbAI23Yr5ryi/N79IkBZJf0ndnFZ64GAQ0N1JgHVmcoJZo+h28zRzrjt5UY37n8pEsoWv77LNtD9H6AmwkCU25SmYddhnQCh6GMrwFUGKzb6Iw8d2k4nWF8OGPsjC/XtT0AnLmZ9qfGK4DBfGyAZZW608XOnJgmTPb/lI4FHIoDLWUQRaNGweP4iqOXEox8dC5lvd4JFw7Qcem9VT46WUgXcjkMHGdt9fm9ZJylPKbAyeuVP+jDVhqaYXZWkuRgA6SrvXLMSn/KwWywG2plnaLf2/pS/cfxGTA3jlifM2nvdUrM8v44L017A8A41bfMXzmQl926YGa1vAlWStqqsk/rH5zQAkk1KXHU+hEDXaTfuRyh+aAAYjmmk0GJM7cyt3o8khGaj1yga2reBMhJXgwA5/sAoirRitOzPeQTmFcpzV6/WZuSbZz5FgDUpTXt6G7ACuCpsugkm2SndiatMqeEBkVHLr2srCTxQ/SM75llFnHaZ14MNOFVl5ZQm2S6rRLtAGLOcuSj83gB7OoautrOdUrhZo0wAAQYQh8WcMy4DaRHD2lNboet6Ujm8cqMT/lMATA1j/wEVHlbZ2DSTpzwkrMG1R0E16VxRYQFEoTeCUzLucP0h3LmAhUBIxowAeAV4ICzv35CkwVIVx+KrwBQoMX35exnHZ1nfd9XP53lVm00WD1BZ/rhwCMDxJt8NHgLOJBzldHM9N8Acp/hXO/kY9534BHfzaAw+JozQNn/6Fzt+n7qJs1HMv0CtEA12gNR7d91Nutbj9NA0/sCgb+4+8XvPi9ATxpdpUHhCdpk3pFG5tRzQ+Yv+oezYTnPu88bhdfqWZ2d2+dsJ4Mc6gLmAXg7g848TeXx12SGNgDuq+6zMgShUS+BZG6zDN+DThaog56jPQDVp6wDBexR0lhnGQNI1/Vn8Dti2BnhPK+MToArZdkSjBHw3efqet3xWD2PBvKdVUdmcPWjMvICyPl+A/vuuwEVVNTr4hvkDMCSwA1lPMIjACo1Ja/rTF3Moi/qAtnVzmJ21ivPK5NVgQIOjAndBNDUmL79toFAggWqTbLcyQBEVZpnnSkKLV+UbrXMAg4CJNZ9NQHRD4CfnPWL/aO1Q2uWA3X5l3LRjDGyrzNui85vq6rBd98VQCZeeXr3P//ir+++KcD4iy+rJDZneot21Z8CnMOzAtTE89bDZFTDLy7X7GoDT4q3oAddoRy1gyAMpFv3oOOKhvUdH8raQyOfl2uA0meZtuxyTnWvlQpEQr/12cHIZ0r08zxrIDMJv9IHf8gorWeKNb4uWv2jPynakDWqABHkn3Lz1i+SbxmTWow1B/hBnj3PGeIlLV0MgyMKcgyAeIg5W+io7AVo/rzPTI85yr6Q8bKekbG8Msa9juj8WGjQ+0vNo9F3AakKpGxdju5HXtQee4HWU+LvGmMAYNYl8V8Du00YgcoOTFHzxRPLztp8KOIpBwtaV7pCjcYsWTO/8cH+nKX1E2yDvZQ9hjJ2sX+qg17HLdv6veTh3/3ZN1UCmnLWDpZJJY0EgqnKQp+jq4oeIPdtezBfKSH/vuYzfVmll23nrL3TqhjhfZR1x7LVHXAVG+pYSjrfiRbibQcGyqYcFUCYe/iPrOD3dZzBqwrC+L2/82XpcGynnui2y12GfdkU8SMESN0C9BQM1IGry0zb5omx6L2Sl+atsQ+SrmodGzvAfBTuWD+lH9Weg7c03rbTNEd6bvlvZJt3O3NPmvVzviF7wn0VJ9vpD30+A8AP0+d0IucjWZhuNPOTfX3GaPNltxjgYzt2a/yfAeCPpfBP+/zR2fWp37Y5SD51w93e6v8yQveK8YYCHEr/7M6Pp8+NF/xEdFnN3lgBPiJD+ceCv0cH6seQ4OhwSlvXrl971/H+Y5ZmjJPZ99xzq80jABwHmtrszVMcbFxjA7I5byZwtgHAEwiMo/RTAsCO2syYPb4TwPihifuEAPDlGncGhN6S870czvnN/GiUNxa0awBw3h7jbwFoKTkT/ZR++Of5+r0HgB/WQecA8DX+30rd9GZHfWCjqOymNeehD1ceI+c/VwB48ngcyttcjkjMhwDgyMcEL71BWvM7DXs2cQJIDqp5Ojk2h3hvGo735u8fW/p58uvkw2NE9scCwBNIDgDsZLqDDLMh705NgMHzU5vYbSO0f+4so9fjwbl6LhszszngvOZe7/K5VRt9joELV/TDhwDAAsY6s0sO0e7rBggBmm302Y9hAklrg23H6vxkc54MQG0mR99zxmlotTkqcCDLGXEJIqb9AHjXggTOdOh0Gh+B7NAg7dsJuMpbHoMyMrad7PakTfrk+6zZk0azjaM9crxvtnOmV0XbBwDgjEtniHVQ2dk7dhPYf+zsDXiz+eIIqnJ7nH0fCgDHgeTA+dqxMf/NTskccLU686JIDZ9o3M7SyvfKnET+cK7pv3bYp+QaTrWWL8lcQESyjJIF23waEBgALE4PlcIr51IyBxIoEKdo5n86WOwAmzCcnWybbun+rMwYMgmiBI7ylzOK13rudUNE6ey/lWF4lgk6+TYZ/zMDeJPdpkPWZc52xFn3PZlCZbfjnDUgbWemHUj1u7qynF+8j7P7+F5ZvfzrzKHQi1EGAHZJRsqwNmAGwIbzMuuhghecEYHDdoHpgKZdSrvB6k2vtH7a7Nqhi1xy0mCYs5tW+XHp485aOWYeS0dQZlVgIZl8duJSBhHgw47sLvGMo27QRxm7AFdNp8gV95M1Bp8BPKGHxVsKilu8oGt1Lz8NKNohG6456mM57iM/9KvBevrA809VPrKzinF6l6PTZSOdefeM8pFddpes0GRYmp52LPsMVe8dUjIYPpFMVlsCHtrBPgHgra/V1JZF3YAxz/nelA0GPHJAhoCD8KgUgI0aMi3xb6q8aO0DADgSWAHoAA8+KUAvfG5essKLsxqwUN+HZgE39ZoCEwrISQnsZPhbxaB/KNtrmtARQKf0lbG+pXRwfSXQUxmMAcQtMyqNWnzsTCYAJgCygDHOgtzOINx4I6X0u1zoFqQQgDQZsT3OsVwzP4A2mWsFSlQPAWDeolvb4cyTBnyQT4NBfHS+MKBOlzB9BjjZnLjpR00NJXvf6F28HpAsGfKSmwKzAKAIRrAMVonUAQA/5TpnHbZ+0dxXQyqX2zynGWDe6l3SVbxDIB8gqW0LEDvtK+CVorUc6PW7QRDzRXSPxsxEtryZesyRgxAiM2TmrYAFkE/vrQOQxFaKPiY7XNmXX7yrM4GfVibwy8rqpWHK0pq/lXWsQAZnbKp8f/3+orJfyfaDxN8VKHpfNP2y5gKgEWCQzMB3ZOMzC9UH8b+Ad2e28RxBUyqfLT6NTSvUzoCmyi8zB86wFj1LpsCA6ReAbSoGKIgBOv3AOgev8z1yz+S0/Vzv5Du1U/dzjjDvhbddnnq/P27Vqesx1zlzFLBWWb2AjOgmziGVjCJDBlKYLrL/KentbEIHV+i2+v7bb+7rnnHExFbm1WXgDf40GNR2VUhE26w7335D+W/eh9CTlWkQmOAP9OAWQCn9UwBw27XwlbIzu1oCY1Mfi9bQx1A+7/bax7sAZ1Mydup1KgPAX2TNo6cAs9/98KQygf+6zkYmg/Yr803pPEB33gO4lgAU2mKKXNr6idoRgIY+AGDeyi8brHdGsNcIwF+vv+ad5wUA0/H7N/fK3FXwQn0HaM94CBCC36EDmYteZ7VydFl26z3A5mVvO3vfYt76pfiJDOB//CfV52pYQRM9V+gfnXfLar6dwWugHD2sKgRk1BcYrmU3QbABHtHD7PUQA9HegJirBNQYOwuX8Wq50Xrl7Hef+Zt9kMstIweeQ/iKzNiSSwWcNK+3/eIKFe3fqjdTBhx7Tvqt18GnVeJcGbaoiF4z1HbbNQ4iIgDBoHs+WY91HAn6TsEyHZxYtMg+L+XnVeIcfZ4AKcZKIIba91yoDzUMBblVSXY+xTEVDNLAbA37z/79t3dvsfl6/YRvpIORYeylWkGeV4ACdoTP3uXZVGtwpRD1s2iUyhQ5LobrAthjHxYvxma7PP7GY01QDf0HAPbay/qwKvfMyiOMSCC5AGD7ptABVAqqHUfp2i/u/uiPqv/PAHA7IBFbsW28yEXmwQED+wpfzEcCCbhPMZywqubVTzoD1z6wNZeehOg67edlH/qZXN+YgLa9hPV3XZkE+ddRNGtfpX1N779iW6nN4Yc4AsCy+cd+Zr73WMFsfud2k9f8iTOAtw3kfl05vv83/u+W76v9zKT/ugZyq3+fAeBf18z8PN573Kh+6l5PJfap2z5rb5OHbLB+lP4Zu7OP7vSP6sBHv3U1cGssH96/lfm2z4S51enw2jFL6NZzD31/5pDl/sfy9TX+vAbuyhiN06MNCvePRfwSmFwABaayPwY42ohon5L2as28KXeoVuf0fVAGsN+FUTc/iy4ngO5pBnD448cBwNflf+9YnTzlfjvaUvTCUNottCsa7yKz9bAgzrmadJjza5q0EZbne36OGNI1APgaGAJP2HD0RnUPPq3x4VXJuzJnZ/JyKQuXIFdodjbvMoJliK5SmtcAYM3DAQC7fL+vPCZDd2XreH7V/gBZ0/bZfcf3fgjgdnz2DFDSGDCkj4Bf+ue0KGe1bRHvpqGfaflIJtNQq9pAHK5vbLbLjmtaHu6/tqHY8XO/L+1GXOZ79vcf5O+wgZhA8BEETjsG8ta4j3QO6Kd5pkNNtxVeMp5oAFhO/bGhC48sQOqaPnNbj7E3bgHA13h8x68H58VDz0y+Dp8dI9ZnKcy5juRs0YwtcpvNaK7PzN659iXCeN7P+CcAnD6tvq2MozN6pv3MVe45y+SlzfBBZMfl/sJ/3lgns3fyWpwKx5LRc563gJZimv2an6wR84s3ySOwqgVk2g/znm2zP9adfD/ngt9nBgzydizlmftxMulcwLFGPYZf9/OztzEm2DvPx0pFgvDSMbP+EiS2Y19ATf0U4IdDtJ2zAXi3CPp2Jm9zj4ODM1s7mAgPigEs60tn5C4nDO9KVoInyA4q09MOZX+aXnJY7quRAIzpfukhAJTWDfI3thNOwRb+Pqpcjl6VnGb94Xu/K9U6cKqtjHKAHzsEAbOU9VkZWQHEkiWcEr12BM2AjL3dFLC0B6cglWTkzKzks4oKybCBdjhK7YDrkq7QuxsVwNtn8dnpxFmfBtslL+UA/gFHr+TBdADAIUM4Mv2M7JGgctDGXmTzrsZop17sg5TgdYbJyubV/fBGPxNZiHxJ9jvjTIE+DYxOHSMuaKCX3102t/kFZy2OvAIUdd5trx+d+CfntPQN3RDPGSAXAAwIxOGW9Zl6ICV8bYd4rOJz6YLFo9EHtgEa0FLmibipf/osxYzbIF85wwUGkMXr7C6Dug68kdzRt9YTAihJ6+lkrPcbf9lh6/7n3FEhPjVFOGjxpDvTNgDspoM7w0bg68hgQVI3uxOHsUotVjspC0x27XZ2qEEozU+BHDjcPR7kxeAV8vW8Mr9WGXYDMmTiud/llO+Sm/AzPJpSyfAZwIjXD2f0KgNTdRld5paP6CeS2zFNmVwDa65A4OyxNT/iF2i9zUvmZ79WKOsTOan/RE/SMqUTIzvOftzWbnQfOq+64pLe1T+yThkn8ik+MaCB3Mx1AIc4fZc8dBadAoZEW/OUgEjJLRD3lwKIpY8aDCUD+Ms+81RrMXNb9BWoVr1i3kIrnlP/5IC3fWqnu89UjV6njLTPpmZMBTIo07pG2PpT16FBrwfObnLgQuTDmY3tnK/rCT6QLKSUeD232WUCwMjgC2/vbb70LUCLKqZ0Ce6OFNqCM4CjEnDms5fdZjL39c4v3929qjNd/9bvvrr7qnA0+I+5kv5LpSrmHV5ingTEwaeuIqCys0WTlUFeoEmdjasStQXUMk/333ZWMeVjIR+hUQQ1uLqwK0YgY4QvUMKZkrkwEnpuM+qf3L0RP6IDvR7Bn9v6Wk+jzpRtDBhan2Rnox8F/tSY0D/O2uSMW8AY5GhvVzDvCnTYMv+bj4ufnFFu/QuIvYD7LUZsA+Mls8okJsPXIMk3Bd6SVV3aowGsBQIt3nOwAGf4SoyaBUSr6ioZ/pRwBthEfzx/Xu94ity3PZnS1OJnsu+pEmCdCK+/K53hdcTzRia17IJeH6xQnKmsIJguV53r4nt4XAsNQR+UXIZDWEe/uPvlr95WZjDqotal6gtnzcILzsxfFRQIzEKv2F6znrM9AA9Q4thBKjC0AiOZU45SiK3EWlt9p+w/8pZS33mOABJk3jYOgDNZ0T6PWZU0hHrx1cp8X+t+y4AGXTQj8IwzgKuc+Z/+ycuavWoDNiz5kVwVPe455x1dgH6rNQB6P6u5AZBLqWgHB3lOi4usW5TBXzxBInZ1SWe3s5QRWCUZJrN9Va3guuSj973IYkrOZ45SuUEmD0tG/UyQVO4RAK+Maa8B70ouOLfbfAZA57GwXmV9nnvrfWCr9f/8oFYD7nI9VUW2a6wP9TKt4+1/Y41wdjZjBCA0bdENW4AcdJGt3nZCzQtLMUdBYCf82Z9VMAGBAtC37RfbWq7CwnrGOmw7jsAwKgp0xj+artecL6ukso+tQI5dYYBPzumFr1zZAko5mGXaUmsdsYzTBu/lXp7LWsF9M/Bvs/8UQOS5kY1az7woPfIP/8HX0qPwFDw0kxdsqluWNhuKtS1Aa9ZvmAebk7WSvvV5v1LFPY3bkRMnfqo5z2ObaH6WveE7tL5CNwHsPmYCva37ZE57vaXfOrJC9t4KptF9R79Uv3ALarziv0nm81U/92cAeCevF39kEq/ddZz4h1v79N/e6t9nAPjT0/y3qcW5CfkpxvVYB9enevcmD9kztIHwYe3vNxwf9uzx7h/VgY975e7pW2P58P4lGsoL3eOfP+O1D3n+jCjT2JjfP5avfxMB4JmB9qkA4CM94uDc0fQKAGxnXW/GrwCCF/PwCTKAI8sfCgBPIOIaAHzJK48DgK8J5ocCwMtB6E3nBD4eAwCv9+2d4unfEaie83MGAO+yHodMn8PLl1S4BQAvgL8N3x8BAE/Q/kMA4LMM5umkjg6wI/fgbGrn6VmAx+zDUZ7mJnFS63h9n8k3Nw2rBHQ2Eda3bu1o92XDcS0S9AwA2svAfl4eCwA/tFBNHpRMdt/PAOAEwGgO2qGY+Y6DkXcdZeUsA/gM4J39vBY0wsyfBf4c+W4C/sqyYD6ab458Oa/v103L7QrEkBemu+mNvtu9XF+nLg84Ma/x+8z8mfwdOhz19bX18qFnNR9yUriPx0CBDZxlTpthtdHX/cvpLsdEO41nO6GNSt0OAOmU50Yp0axX8u2CgbRTOvS+BWrn+3lfnNl59wYKjc4ECE4U/OznkY6z7SN4P7+bjvSzce90V7wWYpwE2Piph+Tf77CDFzpLPjfnhUsiAzhu3Mn0TXAQB4YnbgcA26nTPL5lnLpfZIO5X3nRwwBwguIE3CgDuByW5QwKP9mBus+80AsaAIbfdsEqI4BjBSP4eUGpCdBLaX/hI9bJ797dL4dlZyPj1IwumADwDPQ4Bg/xLjnS5WwcpUoHXSYvBKCFzlA8Djk5qHG+CYxy1uSsmCCnHSUD5ZSSx0nn3tmZ14CmbvFcJAOYvkUudYZmMmxaFlVOOmtmta0zDetvHNQC+7e103yVz9J57o+zbH3/UZ8d9Rr34rgG8NG9OAAZS43vvjJRNH8AgVAE/gNY5T6ccFl/WmcFAPZ9vj/zsOwVP7TmodfJHlt0F876/M6zABM6s7TU/HRs0o5KrFafcYQKRKGUZ12PU1XO5waA43RmvqC/gPAvl5M5zlHk3cBOZwBTklPgLtns7oNKSErWnbUZ5+ucFxzdk+Y5JxKwRoBpvUfPtq4B9NWcl+Of33G6A868ubcTHfoDAMe2oj1n4/bZxpTjFZ0MdjBHZA4qCIw+NwgYENiZr1W6uTLboKXPFnaGpPia96PvCwDmPznF6/9eV5vR4TxjoAkZKJqhI1p2rJP6LE5c7tU3n+cKDxBo4HMQA1xqfoa9HEBAJYEFmFYgBbw31j/RiyzkYWuaB/cBMppbyaB1g+ZepakBwgv0KWARcBHQCx7S+b8NZpiXBR+LXjrb9gAAK/Ot7gDEnEEaO1tA820AGL2iwBqc+EWDvEPzVO9j3dvRRaAfZxGbL6V/+CcwaO0sBBAf3BTh11Q4EMhQ85USuLFxpK8EbCbQZ+2HVLYT8Ih3CXxwhnHAy3vAS+jEPQW4fP3q6d0f/OHLkr3OXAbd6kxVB8DUnDJHNa/F7gKoROMOzM6QJGNk7VfGokDJ4qPvfunMQ+YCIFRmnUw+z5OyGMmk1j11xmzJDB8yaRVEhQ4DyKz7dXZt6QCv6T7/VusBeyqAVYJeigwAozrTuT4vX36l9pV9CihbY+P5Fy99Pjd8suw1sp0XsAStkU+VlMYWaJ0GmAYA7Kxdn689177JRw4s4Hn4hPNTAcSZT8IrzNPR/dP+og2fR9rAbYPYZLlCQMZKZjRltvnHNabEJaAJNqEub5f8ZRwqRc3Z12QnVxuxXeEjyWlKGGs0op+zYKkq0H2UXnKAoUsUF+9wJjJtMDYSxeuP//XLN3d/XSDwu3r/d5VF/EXpx+cFMln/+lxV9LrHy8+6IL8JJeK55vLWCbKBX6iWEZAROQK4dtl+BwpI/5uxJBNPCnw1wGd+U0UIrBeV1Ya/vZd0yXvKezsAKXO3zWH1iwATVtavi6Z/+o8KmK/7XGbZWf5fFE+9BbyWPrHtgG5SKWkCu0p+vA6gi7w+5Fhb9jniM0qRV5vF9hsAC0APjX0We6/HAKCKuhLb2Qao8eqc4y5tbdvLQToKPiBDFwBUtoOBbwDTxA1q/ZZl6iM+9JGObsUFVRWoPwOfpuJaMrTmCNvH89NqSONen26/LgTAVoCMVb/7Wbe8U2BDVzSRookdHZu3+lTdVMZnDftf/6tf3X1PUAA2VQJ61E6X9K+bUjYcOWa+BACjDwmQ6Exl6JNAohXoOu00V6AQWD7st7kvmTadz9b22oGM5gzxc7uvxtL7Qq29+vfu7o/+3u8oA9iyYlvoadsJapes9Hpu6p9dqeUOsmBcAOHiH/gzsjn4X4FNvKVl3wCu9zl8VjLAmFHSpk41AAAgAElEQVSeEQAdG7XvD1hP/9r/lcxksVrb55v/Q3+73YcAYD277R/MF9nv3QaAk3Y0efIT/n7iv9i1vheGyxcP2+q0V7/pz39CUv5amroFIB/n5zgft+b/1zKozy/9G6PAbjNx8tbp4Djr1C35zjO3+PBxAz7sQh710HJsnPb/CmC29ftGZNH1LrivZ5kC/uKx0M2jBvmjb5obX/f3nMYPOUgfevkt/vrQjh/58Xr7D9F3OWg4g+P8c3CAHm56EHAd4Oq1EoNTLo4kP2ZAXvbPm5Az4GwDJtoYvTqncUDfWsAfmKA97XuD1Dx0BFwvQeKHZ345IR+Wk2MG9bVWL/lkRW7HEORZb7I99+7zclhMUj2k9x4GvdzDi3WYjddQVcoSGhGuPHMGfm189KP1lI1h92lFauZ9+nngkTgLH/XuByrXXKPhHiRdYNtubhWZeznbHsO8vje4l9zZYTFBh1lC8tiy9uL9viOIO7/Lc48FenP/vuqCnRfzfce+XQOMrq43/aJjRvA+sMA0mZ8JiohHplN0bLSu8sK4fwK/RzqdAcdb5K82vSsIQxuxdgpvfR0Ao3n5w6pfXM73YqI4phfvLNBh6pX5O/1Nies9CLhn2ulMmxl9cVDk+wnW7rj7YEcc14T31IGrT7Jsrq2XZHzkE0fCxpu9WT6OX+0WDwRQnXriaFfMPu8zSf3NjDTf8d8Q8tmmHPKAoZvuum4bHvXXteey5sz75UTcsgb3XLKBO6P/i6/bAdHKKBmtZ3SZzvaUnBPAMmwTnD75WyUC2zEInxmY85vlHDyxaVfAggHj5bj1g8nWSonXozxkjiJXc+yRjziJ3E9noPKZmbNudwLBnQk4lHaydn0pa9OaX9PQDtKjPkvGgwAT8QgOIes1s1KXro1+eEBvGJw0TQOoZfy4ZexQW7p6ngsH4CJ+ko9sn92+lxl53Tcgd9I3vx/1T2RZAA92Q48l2aIzS3eXJdwISADg4xzvA6Yuy9Ylu4XnNrBbPLccdS6NqKgOOyvh42SGVz/Fr00bZa50oMLK2DbYq0xMBSVclnjWGtXAz6bPlCm1sqYjw9j33GMH9Dr7T4EUXc4zpRLFq/S5nZo81347kSrA5CqX6DlOVlyANMvhGufWl22szRu0T5/6fQZqXIVglqlUe62fAYm5Xw5MgQiATc7ENZBtANugrc/nlH9cNHDpTRz8b+5d3pFnX3C+poAZyl27FC5d1XtYxwTI+txcnVWcqgNFWwJP8qE/BjcM8FjHvJDz01UXfN4sTl0FtJRcAfgAmgjkRKoFShoEJDNuroMGmlwK+X2VcgVgxekuPdMZ0D7rsQNQGnieen2uo9DJWXyuIpCy0ep/9Vny3Hpkk0Wojl1O5hxlXCXfS59BR/ONr9FHl1imvLPBPUAfMvV03rLagu+4x/SX45tSz9Ch+TEAqmnbgTDIAbLSvMbYoBfyTZn08CFZwaEBdFaZ03o34w5N1xpX4JZKT2deHXQxbRiDhQDHlIY3YEDZbvObHfbYE5FNAwku6R1dAJco21noDpxjGyXzz9CgF5n4byo4QNl1de/Lpz/c/e7vvlCWo/d+XgtMA7LEyOAEIGn+rX4kCEWgYLcDIMGZ8ndPCCCoMsKvi+7v4J0qJ17gLnpfaquXHbLmDUiXLACwv4A/kV3O7S6gtmRIfAS4yXpBpmX9zngojav2rBb9ezUN395/X0BnZdHyrDNLq/xz0dXncLbtJgDRILDnkYx9B+Ywblctgdd8tiz3IeM5y9Zlns2DBnYATQ0wb1Udei2l//QRANBBP17nOJM48mk5aYCrgwqyRsHf9IPMZUGZ4EAxLfun24eHOzgDG6uBY4KHnta6+72CRKoPbecYbDMIYzqQeVt8DAi76QWfKe9s797LDB2WTErey5wwT3/+l2/v/vr1u7tf1fxTRph3A0659K1tLu09ivwApegbaPSuzqr2/Ios5pPs2YqvJOele/HP8yx8A68gF8kihN/RVQog6TWKRlS2uzI7+UTukGl0DqAg/RKwrTXAsik9TfY69Kg+/uM/qQzStntUJUKgqPWuAlG07vAuMta/rzOWq4RyA2zSQWRok0kuEL9kXedot63WwQmyrxTYgB3iYD/kB1poDUOPtfywDjEn4vGsX9IRMAjyQ8WNerT+NPhMMAdrlcuxey+1Ksst26gzMRVU0Ot7tecyxqlSZ7nZPryy/vA5y7ZzkK/wke8zIr/WbjKwobkDQJ4BcPaH+BtVW2lmIHs7PJGgPdkJ4la3/K/+9V/rDOD30LzbcfUan40NEZ0BbD4GFE//xJtt4wO6Yi/xcaDdXldzVv1q0y9yIFuXq8Z+kA2DPjf4nMxj+NRy4H3e3KtK3msNFnBbh00TOPH02Q93v/jF+9LNBC7xhd9nPhE1BXhr7pBvG+Tue9uEsUEVvKiHY8evjNvspfh6W2Pahjruc7c+t38MNuC1Pnrg0rc4Az1Fe+KHDvsrj6lp2f0fQ+kx+wuDxnsAOJnP295+A8f9jPtn2nxRg11U2sj16X65BQDeevuUq7Ne/aY//+ko+etp6TMA/Ouh+2/LW7cN9JUBHZ1nx9tuyXfuP+qJxz63f9+PUYVj4T8Z45mzbN72IZlsZ339uQHAGcORL+YG0Avgw3S91s7Hys3xvdf596cBgNf7G1g6CyD4EQDwWSba0XhZtNsDwDGGNS9t6CQa0QbFMra2aPhHBiA8NM972u8B4OM87wGu5Ry4zQ8fBgCfZfid88jDAPAxg/dD9FecslNOFvjlER/137G01REAng58P28DeSut85EA8BlgeaTl1AG3gxR6Zj8AAD4HNW8DwMe+E4281p2UMtwDm9lY7XT91WAQG/w2zFc7drhmPvfzcU3vXwuEuAUAP8RTkw+O7z0GYhwBk5zht/T1pwWAp326ykAtqoem1zKHp3NzczrJwdUbpAZhMi0T8Ji6a9tQHQR5Xo8jZfGO17g4t47Xj7pr6lm+m0BN3nNtXZWTrc/nnO0GBM+1IxC8HLXNh4f16AgARycdx7RF1PeLAqxOsDS0uEWHCXAd7/XZmCubZPHdOWA/6XWcq8cCwOGhteFetkvAudBF83bQpQYyV1T4NhfKGvBaprPh2olxpJOdJWtTv9c5OKgHiNIOy+0816jROPn7nXGMbmWh8UbWsAJmnVVKoKmc6eVz/EwHHCrJYru23uMIJTthzseiZxzwbm8CwCsCf9qLqwRpnPeh/9JPdkzNsnBTtgMA+7kO5tEfnRE3tgoBgT0vxxJ4dvYjNnZ+7/W7Mj3yfT9Lv1TOWO0ZXEymY8YxAeDMd2RKNN9AxgUGTtof7e0ZIBEdIDlrcDngT0DN8OKU84D2EwA+gr5LHu0clUMdZ2E7AKMjDQAvGiTDjPMr9W7xwR4A1t84nqEZNOQM380Quh6ImbHs7JEGgDdZ4+8ujUg5yjwDABw+UknXdj7jTI+TMZmd8z7NcWdKbe/v/oemyf41AOxswPDP1DlzXdkyVCLPcp679OPik70u4fmw5dYvzYtt7vSPceCon2cAGzjByazCid63vXeGtgE2AFdARGbMZ/0a7EnmmzPH1YfOWkt1AIHOtF08KDBG+s+A85aNp9LvK9vVQKvPyuSTM5YjN1vZ5KI9mcZxIvN9zr4VcFjzDbiKw9YAsM9gdOlonweLXjWoZtrSVwAm220/VKnbb5UJTp8ByFKSVHCknLbOtNrkvMufq9/1TmWI11hTIp2+JtDAGdymt8r4kgldwMbr16+ViSegBlJJrlLByaVldWZs9YsMZc7ePdoxWY+kR1qtcm4w7ybLHLrN4LN5FrQAYioz1AABDlZWuxUmAAeZ+l8cAmNEvwZ+s24wD+wzAZuZ//RBdlADXTxnWpDlV5mGHEPQtKVCRM4B5ZxePvSb+5hPxkL/3lQ2qCpF8L3o8e7uj/+vv90BDZaa6D0y9V3W2ICq5dA6jGxM6SUAOY9W5WQ5R5niBAFsAcJeANILAF7Awxsyj1PZoBp1IAjr7g8FoNXYdAaqK3SQCY4s8qYXL13+1fT1TwHAxVsEU7yq7FTmPaoQ+TWYTnAQwTZLN4R+ZPEHAPZZzsgVwDT8DH8mS9BZ3tBU9yjApOZXkU0GefneH3QetHQAhy+Z7qmusWXnc6m+MDBOQAZIjfukksLSM+gQZ0vyMQjoNROR9NppBibjmHOLk6GscvWAiHVdQHHruncFNPq5VEJ4UrQ3GIv+VVdZswV4EijXFRfq2hud/ex3O+ilSkgXa/3VN2/v/vyvvq3zSl+6lH/NyaYzADtlFwAQW17E399778d7ZrCO9Z8BYGWTs85QnrfogP3koxJYqYxoowYN6hr0s84pQLbAaOlVAbUOsNJZvfoYtHTp6QVukknK+dZPCtT7f/7FL+pc+s6oHQAwtARScsaiAVj0vfit1gJn6bbc1ObtRQGpBDyQAc85ybIf6++UGe/aMvWcg0EEHvKODmLCDtKcwGcdWCGgXPZwsvQBHeETEHXWiga0WTdqrnKW+Czh3oQQb7h9lx1fwH1l0L60LBhE9Pu6O9vfGm+vvUsO6J8DK0VtzQ10ckl4+sqZ1nzEd0XzzY6pF/C9nmP+es2VbVHXiMeFS//Nv/m2fhaPw18bBJw2Pb8BYtMH7yOmHY14EsRF71j3OhiI3rLGwUvDRsv6bJlzAEhFqrRsWW86A5i1JMFWDiabe6KsR4KzJV/osC/v/u7fYV1nVL03xzaIUiPQCeL3sQ7O3PaaLDq2TTgrfaw5XvMGvWO37YLC+z2bf7MfzjESsy3/vvqY77xuLQD9UwHAtB8dkb1K7EPR4DMAfDk9a1Kuf8c3Eehrd237i4eb+dl+ewsAPg7sSK8Zu/izJcLnjv9oChwdkquhLNwPN/1Y+Try3WOf27/9QwDg/UJ5VT+cAXjj5t9mADhzfwZKXAIH0xiyU+Exn+v89ZinL99zzYFuT8Hkj4f6t+4jQm6uNQtYOOe17f2PBVBvAHN5/VEejiVMbvHvdI5rXUzpU4xGDJujgfQJMoAfmsHjPH04APww8LvefQT25nx6Ds9BtwMArA1ZsgznGcaJxD1oohuq6EjvS3lye3KG9NxsJRDrOhsnG/wL6NL9W8bbpwGAF1DgCNtkGd8ChI8BCx7LzCBeG7Nbkj55fwKYiUCfzvB9f4/vzJuS7eWN5/Hz2OzZ+Ww2kHk2Dkz6Psed+wKozHcfNyeS0+7ftT6FrjPT6yyTdt7H7xdA4diI5179HODTvJ5+7zfC8N+SN20oAcAahPB4In/teFe0/pqDo75j3HNs23sjE70RZ7PpEnKWl20DNQBgOZa6fzhceJfnw/fv++c3TUf9xj3dRhzreucYd+7bNsI4Kk6+n+8708ETGMjvF3p6jDftGUgxnY/c/VAG8OzPfLdp45bWGYEdIY6jWE6ZdhBrw9/vPlwPXa7Rec7tpO18bgLEF/QbZbTy/C37gvsMTixA42i7zDamrvE7ck7f/vlL8Ln1Z/R2+HfTiZwnGpDEjjfLBeUevcbgNAyvqjTciY2l86j4TnrHriOyUwMQrpKsltMAqLFjA2jYmd9ucDniApIsjjpmvcahPueL35Ud2IAmfdbf7bjzWWp2KrO+GGxDHpdzaI5TNJFOaGeu5mDZnryHzDuATz6Zuy0jQlkuC5iM/lpnsc7ScwACdkqrdzjb24ks2gnwaQdVMm6K5jiCeUPOizYQ6IzG6IFjBrCB7uEobCLmDNvJ65eyuddTAdQAlRh/SgvrXMFDEMncv6iELzqy75ngvJ3azopQXlHKaZK1Uo7sqevoazKAl53QmX/NwwBcmp8OhjToZ37NOXtz/lTCFEC7HeSmx6xIcVh3cuQJfKQ1gnMkK2Oz3ufyn52JWdMHMGU9kPNssY+bpzpD0DwV51/LBVkqYy0I3x+DBMQj6GSV6XQ/81NABGV2Oxte/A9INOSFviQDTuXc2yE4s+wTKCFwppzt/I1jHvmyLsKRCG/jrAeYc2ACoMvipw6mo/wnmGndg1NepW3FG+PM17pHcqzyoc4eU7brMNakHxlrlyc1j0C7ZPWbYutscJztLmeMzgtYunRSO/57vt4WKjfBlefPK0Ov+sH1u8qQA2iiFK7Aw+pvQAky7+LIpW+UX6YPOLYrT8m8XP+7LzAWfmN+cu69gTHbC8lU2+aS8tKdTQuQS3/YRiWoIPzB+/IR6FkgCmv26yoz67MFDYIbvKk5aABOPCGeW+tx9EJ0deQjeu9dg8zJ0qaEN8Ak2cORNQGqyKLGZec/2a/hr6l/6YOA9w1YWbrXZwObn3JOKu94UaCPCylrtvtdoUAy7539zTh0Lm/zv0EdwBXTjLaTRQyr8TffAahqjrVu1hpQ55r+3u9/rUxcrScFTtEBlcEvmpBRqDWiM8mUXUwmLVNv7E3gG+sM2fBvChj8obJmuQ4Q9kJn9LbtqrXW/wDx1EcWjbr3zXdk7L7Rmb7wA8MXrlI3T8CIczFFoHa4Kn+/1zBkVEc2I19HYKSBTdOLvhEYADgePW56Agw5CxlAyWf/Ws/bXlDARI0L2bDNu+zhAGv0N2dfcsaw7iud7TUdANfzJ5u6+kUfCB5LVrmylmWjDxClzyyHHi8JhADb73VyB+DUuM1fBtWW7W4+8jOuJBCb3WvZ3d1XdTB0gm8Yltdz1i3P01aAototsZUOkryIjz0l/+V/fHP3LctHnQlsNnZgjl/uMVMW2uuG/QTMxfsqZf9GYHwqsUBfg+fPCQqo++EP5Ia+e3modaL3RJhgz4sutrsNwDGuF09KZ2g9NyAMmCy5wy7qNU6BIJJjMswZeMk8oN9339z9kz/96u5p/a6gGAIeFBizbDvpj67CoPnsobIGKmCDIIripVcVZAOIf/+6AouUMUsZe8BaVzhKeeZUorB+7GBB5rRtN2f2m47zQ5EFdOnXX5t3tFYpeCT7Qv42yL0DaOGHsRYluOxtAdUqPaySyetc68h85Dh9SHYtbW3BMALel20pseXvNkE4MiEA8NsKgAB4ti4Nvd3/VRHEsvrqFQEGddxBjfk//qc6RoFjKAo8zTimnetM3BcX9Nplj7L+9pna0eWbXlUlhgryal7PeFOKWf2jQoZk1XsB2YDwTK/N5llsDX80Nx3omr/JQH756su73/89KlYgo2UvID69GihoTEZCggnbL9D8lrbnXIqvtP9ZnJLfpQcUsJrgnl51+obdXmL4XpffrAPmtAbsmdHjb93VFUWu+d/Sv3kUz+TrbS5ZD1p3mWZZH9ceJZVHphxuNP+cAbxXGMe/jgrl+P3QEQ839DP99jMA/DOduN+Qbl93oFk5fir5Oraz3nuwCB6ky2HVePDex7X7f3IGcObgUwHAm1N+zMstB+0tMXjIWRsjpM2T+jH54/r8/xCr1Ry+dUHG4Qa4nfPaNp5PBACfjf/R2ZWM+OAI3Rx1fwMAcMCfh+bwx8//jwOAj32ZhiXfLRDup80ATj+uA3Fr03UGADP6Mz54CACeYN2kw0PX1323AeDNKG3QT9KzAYB7QHpG5t6S8Xzvzdl09LoE2dwYPQQAr03CbQB4H5CwjPKjLpzg5Qb+UiaMzRAONUUrL5AzRvxDAPCHgNLQJiDpkafmZiLO8gkgHjfI1pfF99rw7wMnrs3REQBWdsXYbH0oAJzxHEscH9eOC1AO598DADCbQm3gcHyzMe5/ft91AHiO246yvfN+OpvSVp4JEG26Xq43E/A/m4vdu/t5lU0bTpNsypVh2qDgGQC8A8l6zJbPpgueJ3tU9Vrdj7zp/+yEnSBPAATundHfM4txfne8fuSn4zpwpNd8RyLy5xzSnoECgA07wxawsd426ZBxBgDOXWdz5bacVQFp4ujm+gSQd7pIjtTM+3UA2P0oACWgWgddHPvB91sG4RUA2DTHq7Cn8DGTM+BtSjonMzhgS9rJmXKPAYCZw4BTPlvPnQBgi2PczmIDwMrU2z6rQoh1+gIVI2PQHBFU1h6lNZu+mWvgJt7rUoYLHJy8tcoN43oyOOWsggYkO4t3riPOynRyAs688LLK7R6ynnkXmRkBfqJ3fUbfytykzws8xrEEIS51rgEZz+nkh4zp+DO0MBBuJx8lErl+BKLEd81HU7ZXNsLSBdIzTStos80njnIyKXuu49CVm19OOK99fL2APjvrs3Y460leQI2TLMzjJxmLtIMzX4AXMr6VPRVkIkeq+WKVtfU62CXHK8UmtLwIihBf7UPenVHjwASAGKnJupZSzFnfZvBDaJ2y7J5rO9hFQ+km61j++YzaBoZ73VUgRz8XPYa88D5kLN9N+bFTeWVNRxbFWZoHZ8YBEAM4B7hdejLZYoASXhfoBzQBABcQ3QA+9hty/eaHKmUbvYWObKeqxwbMbx5ivuW0L/LOdZHvtmzUBvjD78nIXQEbaWeBooAntAewoEzTAkTIXCYjDoCFd/I3vDYzgMOX0IDyxGsevQy6fDRZ0IDHprL4qm0Axgfownilj4wIyLFtwL7OkAVY3TICO1OPjECc6O3EprQmTb6uLFNn3vM88wTQ5EwvgI30BRPHtDVQHfk3AMwZnh0YI+Em6GCt7wHsVUpcZafN75JL2UY9P9gYClrQqDWPbs58rJLLlDrurOKAA76H4BAD+bHh0EM+MxVCrn2b2mMcCo7xHPKqrAsOnFmVKCwnHYhExm6DXtz/TPVhfZb4+1obnlaww8uXBVB9VWMtoOd99SkrMTR9VecFS+bk1AcgLh1UN6C/viQTtTNEdaZogXgAR53sXe0GNLRuM0/TFOWemTvztHRQXb+vNFKAuZeVyQs4Zof/AoABWF/RZoMBlG/+nix7kctls0WrmiavPT56gA9xWWTZbuuAyvVy3m/JcAcrWc8BQDfAVs+Sxfm6zxemPQICAOCsK/wemyEGvtC5AP9zXZZVGB1V95KVK7NRIAz6H32cDHlnH2v9bjvKa0CfyQqPMw+s/S1TvB2ANJ9tzaxLZATP67FfpGP0j+eWERTAjTN7mZucoRtdbWCStcW0QderUi//iu5/8Vdvqhz0NzW2r0WD91VqXOay9MEqzx4ZUJY4QQZFBzLItda1TpTugV6yU6xjAHOhn8/8BBSz/iSYgYxvZ/2vY4mecRZ2A7Y6J5qzbYleEP1skytICxIoWAfmLhkp2rxtAPjLDuyh3LUHCrLu32Ivppzucf8IPVXqmIzxWiteF2rpYy+qz31WPbQQ8AwJU1KY7tQlVYuBxwYPwX9rn2B7G3wREBLefcKhxfUEvOWgBtbMZH87s9aytV9jrGcaNEbkVSHKNEqJ+7nGCKhVYIB5iPZSlQje0TnY0h37I5G016//3FdvpbhN53E3fZWhX61qTdKa7MBA5OTVq1f6+3VN53/6zxXUUrqxVoVNtmMvwDPJxHVAQGyKzmbvIwN8prjlIRn1yu5ukcr6ocAUZh9wM/7NuumN1iPrOO41wG67lT57PzQCMQnmiI2oEso/3H39VYG/v/+ieB29TF57/EB7uZbc9NoqvolsMQMC3JdtvO3fh27YlMG43/uRtXbNe44A8vEIHs/95echADiB7t6/7IFs+x56DMOWN494nT/zJWWPk5LcpvvaV34uAX3Y6B6nLMx+OputjK5999tw/RoAnEoBR/r0Pm6rzX+rBPhvA40+j+E6BZbz5Fwhfqx85Xnz3RLmOCTCjx82R2dK4bz/t9r96QBgv/lW+7f691N+n7n/WAD4rJ01vzcU+I0Bpp3ctvg1C/9ZA+f8sQd+85yNneNcTYfq0fj4kDm51s42ng1wdiaD+jENgCtG0PH50GVz9A2QbjpIj5m4D/Xv2J/Zjh0Zq8/X19/9XJxluPnZxwK+xzctw3EDUodSOfJh/r4EZtcZS5kDfv4QB+1BEeZsl42LhrPmDHA9RhIe+fo4qm3DP/hj8uhZhu4OiNzN/wAot+v7M3DXOGz4PwQQbg6j5k0bxm7hCG7eWj92stWbjtWXBUqfSnnTJvwz15oz+uzftQDr3HsMFhBX7gZwScc57jhHzD9x+C7+P8vcPfb5KB/HiNFJm/mOa2BjxnAEfq+tS7f0wZkOMF96/T1+T4TwHMMZjU/ndsskiWNlRQRrg0/wO8RrHgzAYv22AILMyVE/5p1HgGXK83E85u/OLOuJn+M9G8dDcr4D0of+OLaTDX4cBDP7lA19QB5ln7RzL4BDKkHkTMI1vlUaXc4ffEMdFa1nRgnITWfKcbcH0302FI7K83X+Fn1n2/TtoZLMKbkYR9uRtvPvOd8bqHoIepggL++2s8PjONusz/sD3J3zlwGvlGh0e9B7lSg8Oso19gEAZ64nLzhwo+gP28tJ3DbQzolqHkC+jxm883zfaWMEBAp/z7LLep+c9+VQH+CV+jvouWWMFkECTJEJl7UQ/bDNtbKI7ABVcMsIbsCho/NA20G0MmvaKYWzu0HNU33TAMxcP511vIJ85KzZMhnsYCRLxs6XdsLXO4Kzu4SpnfD8U5lalTl0Nph4h+yebEEA8Wq+ydCkPTszm680V3EMOoBoC+wAEMGRSf/aIXa0A8ycZlNlNNb9yYYIHSXrOEWHI8rOZevSMwB40lLO9Ab4k/V31OszQC0BSpy/Kb4QQdZ+LKCiHfwu0bt4bf0+++BKADBBjPPOymyAcsl6Z6cWfSld+wQgU6VbO/Mtczf2njlrl+ydBETg0LXj0xlIfOCb8N/M0A14m/6GzsoYPxg80O21MipZqvY2bughmgWsa8filP9pw+KMT/AFbSfzJ/IHMIH8beMqIEHAXy2YwOnJBpQMoPM1J3Zkqxxvl9aGBOYZsu7q7FoYGYc6MsscbvaeaSUnejmUnUVtJ7r7bTtIGXeSTetAmjPA5yyjba8Be9dzKt/a+sHjTElKgyWAk3FsJ2PVAFfPXfO+ZdbA5wIV6A+AGAAyGZzzLOrWE5L/BeDHCY8e5BUAitIrDQDDH4wt5+rO84bG2uQAACAASURBVIQpYbwF3iiQDd5cvIC9QmLfmzdVHlrAK9ql7anW+dBE+h+9LrPH5+nikDf47rMp3efBF/CVKk84+z96hfFz9jJlVyfLvnjxqjOA4YfKQhy6Vpm2NZ8qU12yI5HqErTRjZHrrUIJ/NX6HpCKcbx5+7p1E6M0AMzzAYazR837cw4lPAX/WTYYIzz59u5l6WOV/i66UOYZ4/DrAoAFVgsDNlKDbVHcbB0knW8w3uflAmaGV122ObEilO5WFqKC6ciMBDM0/WVXY4Oh3wXMFO/LHgLYQ+9bj5CdKxy+ljbAppSXt2zQH2gJQVU0toA3MrjRRQ0yaZ47K7fuc3lbA0UAwQTVPAegbbbSuqMzsAnkCM1WyV1j4wRNeB2B9sn+c0WPS18d/WSd9NnHphX9490AQLw7ayj90hneWooAwF9UOVqvu465MRjJuPle2KZ0keX8vrLlzWC8x+sGgGvaP+7v3uldBDu4csEzAgsAyet90o0isMI3arz9+tCqxvqrb++B9u/+/L+9v/vuvrL7f6fehXxVRvD398k4jK+BAApn+DKMBKCoqkHbNcnMB213X63TkuVMwALje1qgJkA9OhDd8l5jMA2QC52XrqADog6Y76ILALBsdldvQI5fPX/l0szFEwDA//RPv1a5Ybdj0Fn9KDpLdlroM8uaEhHXejnPAXnC0MwH7wbqxP5REBe2kvZbsTX8PuwRAZctFwrAUyCI/QT8yz5KzZdMlqpZmf/FIC6F7+zTnC0eG43L66xW9j/mb9k3AozXOcJZg2y/eH2Hp8jYN8BOn1y9Q3ol+0llO5vO0Y/wvfqjABLFbvTcIgcN0DN+yqhL5zrYWmXtpRuqX9Um//7tn31X33luc/56Al4STOj1aZV3z1hcmQZ9V53IutbrM+PMqbE8+6TuocQ4qgV6qnIBH9YR5qlo731N9L3tRPuAfI9sBK1HCDhrUwU0fferu9/56sndH//JVzr/lwCS43EFeq7nOnS95hubALA76M/RntrsbcDmnpg5b3kuc8ZP2/QOHFwVFpoO82VwyOABvtpAXxrqajZrH+hLahcbY9s7Jrij13Dx3uVn+tjS5uLr1tmfM4BPabddPNjbFzdfof3Djf6Mvv0MAP+MJus3sKtrY7827LObHytfed5yGEXoiEVd2QT0/P3nJDtTqB/y/Gr1FkB7C8C7NaW32r/1/E/5fWj/KQDgS+Di4cXvseM6OnkXv3woAFxGQLNISu3Shy+6DM5xnn5dAPB0XKt/v2EA8C7D7gYAfHQa2lCy7F6Ww/14AJh2rwFMR7pez8zd8+2HAMB7fbbn8J8aAD5uiCc4fwYMR+2eAbYTAL4GhEze9NjO5y8G+EPryLTRjkaxnOUPRIIuKu/f/1gAOM9f45tTAFhOr3IObJt7AzwZq/ngcQDwUQ8egfdrAPB8LjI5f+b7CTon85eeRR6O9uMtAHi+d947AeDobG8cF2geoGD27aq8nvBTMupwQm4AQzsP7XBeDrKtb4ez7KYzfY7lqKvy3bwunm9Hw0PBJtfWtiNIPzewR90RsCbXcaim79cAYPs5DRDGQZfzMI9AUuyvNU7Tz4CAdbQdQke52ttevn+ViJZuH38f6XeNNmfzMsfLc48BgMMjcaps89XAxI5/hwMhpaczx6F7no8OXcDMsjft1DJdlsPJAPCa1wV8odOWTl6ZnykBnT4ebZ8EHcV+UV/qtcmO8fvbCXsAgK+1GVA4jp7j+POcMsoGADzBXzsCV/ZrgC4A4G1e2/gSvzQgi1pn6ViZcS7ZuJV5bPDhCN7OsUy6KyOx2HU57FdJWc9Dg7ibIx2edylPZjPnKCrjrekosGfLaPLzOEChe84i22RU98prWDLQWV31J5kW2foY7J28spyXoX2csZvMHpwYcaLFmRfAWBk3yuaqMyTlAI/jf5WoR+cEMJ5zfZz3tzmvsJzoZIdGHwWPDQCsbK6UD28AmHPnktDBGeXwlkHSDjprlTL5e2UAR/cUgFKObbI6+QCwne0FuKbzLUvUKAX8ZCtHG7kis68c1132GvD3eXmbAes4uy9ZvJR0pC0BI6rqYad7QN1kmG10GAbNqc3ejs+ZOXym+wLgTmfr0hkN0DKP9Z8DgVTkdgOpveaZd/nglAYoCZCbjOGt33HGbxvzyvgsQI4x6+zOLt2NuIreXUGC81rt0OUa/1sBFQIi6zqZtrJBAGEKePYabEA4uslgq7MOfdYr2WVkUC6ZcOaWeQ6ANoCB52edbZozEgWwFtj2tEsd6131b5Yuv68MtjVPK2M95VENWhh0oky0EwxLVuo/l1A2nbfVEHBD9JnlPsksA5guNKM/lC9mzOZdNSqAZ1YiYj14WvrC9zo7Fzlz+8kUL56sv8kAVpnwL8gC9fmTapPzJKv/Kp/c67iz2QKkGBx3kz4zVVnMlc0mEIKgm5qnpwDD3WfGzTwEBJbeKtuXwAwDwKB3nN1K0EEHfyhQBt247IToIQBqxop+sn6kskDTptpSqe4hVwsAZm76TPgGxwyMMOeViVn9fPWSoJwC5ejS3du7r14Bzgo6s1x3pjSAPcEtKsdb76bELcgtdGRcCeYgGAJeI6jgnmxU5h7gt0Hs6MHYPwAxDjD3GcCMUbIPr3MWbPURYCrZ085Orr6Rvcl8CylhTPAp2Y6A72SQOsMQsgBS266rNahKX+esUTJEoSVyP/dZ0cFanxu71LzXO5QxCADZmazRObEB19qzADDpYQHbXtc9dme28l7+0b6BakDcAlXlX6n+EqxU8/9t9VXrVAdACJaFx4unzW8+PzZZc/CLMn617j7vqhfTb+jfASqVBdtsB13pz/fVLnOBXNEXna1d/X1WfIPspx7EL3/5rfXnly/u/vJ/vb777k314+6Fzr6NXEkH91nqlNt/+vSF+uaS+5Z9B2VRApns+wDG9As9UeuZbIQ2fKrfTwqIxK6lr1pnW4+Lvq1buK7jHWpwb6vEu/UI9DYAeF+BI189/8riSFDA62/v/uX//Yu7Kt5wsEF5yJUiMr9ZXwN00bTOHq+2maLoO5+vW3JQ8uOM4vURz2EDI93Vn2T/qo/h/5KB7yr1VVCiHkjLgNKVAVz8rIoLohOBAg6USACA+2Og2aW0U83CtkWOUUGWzMsJgJA1JZo50BUiEagDgO8KKpLZ1ueMmWnzOwANUy2A4CWp+03GHPDgTPVtP1X956xpg6EGgAnAyBngqE1i4/7tv/tWJaBhBWg0g/V8xvsK8Jtr5pQ76PG25En2FbJIFAb04QxrqimocseXVTGgAGACRepvrQ/Vt43P9KfXMlfWQcaruoMyj1dZbAx1bAPZ2Kwv7+/rHPZXdxUvtLOD6bdsh6bn1t8jv4y/U9J5x1T9x/TTJTPY89uB4bKn15PLr+Vr236IMbf9bwa55q9aQQC6be4VNru1bRXeXZNJXxSU1/3w8T2XGcLH8V36urzXcL8/A8Cep72/4YJH5uSfMdCt58+e+TlduwUAH8cSeuW5fUGkn9PIP/f1gyjgde7isxx0hy9jSN3AZW7J17bPVHtLmC8dfiede9QA0+Z5/8/GPJu9BdDeAuBudfFW+7ee/6m/Pzov8r4zx7f18XRerd7duv9TjWM5gZah54Vi8ncM7/1bAwDPqgcuyXN9nbkFDN+a3w/ln1vvO+PdCRbMSLs5X3numAH80LxkTs8CBB5q7+y5zRHf/POpAOA4UzPWI6B0BHrT758KAD7KzzXg9yYw0hHYm3bLxibXR0mZs0zsa8Dh4o9sIs37e8D0XH5M48ssWL9/b4hPmdo9c2KsH0HPyZPTvkvf59qxQNjDQtUGfiLid3KjjJhLw/Isi/ZWBvCiycqo5Fqc3fz+mKzeI9B+Fihxi7ejBy5ly/0JAKw+jwj/Hb2vBZzIu2CH1un9B6DVNHBkvwPg57nat9d6ikkxHjmB5eDBQZDSVPK2WW9rQ87vKcXtDX9kIpma6U/0UEotZ4M6AbBrumSeLXkRsdz04dlbOif0m3zMGKdOmJHSuq/pu8rKupUv2skkZ5Hk0wDw4gXP17FPAezXXNo5q3dxrhhOUykGz0M+D63zGU9oHJrvGGb8kfmd+uESaPUDAUhY6FcE9iqRee1dAaO3jOjDhnGCStd0sq+zIXd5NfFMG5aIw3LSxjGwHEIBxxKg0JO27CicKiMbLPef9Uu5QfVu+w/9LiAbOW5aLsP3O4B20Hxm986MxJWZd6kXcybYytKzI3ragvwep27OBA7wYX7wGcjOfoN6zkibOkVnNAq0IItknCN4UOI6l6zuwXm5OYJwEIrvu1R4/Z7+bLwbZ04Dy+KrBvvCH6IpGVD1AoNZfjrjdYYRXsKVRZx1KefiKkNP8+rMCYF2yvRNabe1vl4GwjZ/iWaeizO+3K2BJ2tZ9FrG7tLJex18DGLBAR/ZTQawsw2dcSIZqy7JEdcNb33E4dclK+FTHO7KKJNedkWGyCiA0VzzpetYKyif2u3yrICillf6Os8ATMYObet8WgBIQCKVQN7bL9IzBXook4jzZWte5FRlGalbAQ7InLVj3OfjJpsMQCKlOFPKeTlhG2Drc/Jmhv0mW2TMNBDvuVyl09PO1Jdzzr32GRjhoyxTZbNpNXSG8sYj8BkgLXRa8+hMOsuCs88QknWWKYCIAIwOHkCIuCcUzDOiF+cBI7I4mxuQRhcZyDWAB+1UTlt0dtCOz0sFSIljGac9GVhVthbwvq4nU4/55mxNdDzzn8oS6XfWJhz+Pre4S0DXz5QThjtxdqtf8EP97vMOnbkZmVLmZWcN48hXZjw6Ap1A56EVZ1023XR2KLzP+JtRVfQS8LjAHd4rHbaVAQ5YDUBqvWed6ExxZ5i7PdplLgHz7NAngIP5AmjqTH8B0s5CXXJtmf5Ceiw60+s4gDhyCiCj0smyo6yXRF+Vpi0gvgCmt+8o/8t1Sie7fLt4ps+QhhQ6c7l4DIDj3VvbXASLqbRtZ5Z1LIgzlfXPYEbagvl03q/Rk00nWDegY3wt+lh2UbUDOHQ8+kHlOqVTC2Sp/3tZwNRLwNYnleH3nPM4Pd8CIc32+oeeJkMv2bzoJlUDqCy2p08BXg1GsZ4A+nLGK08qCVNlrFmg1n4HtceUxK9AaWRorqCVHruODaixoKNcUYLMSUpIdzYffNa4mtdS60OXpnaWOqsK86hxVbncFwV608E3VYIYHuF9z9FXqm3cdgldLWAb+YKOL8j2LZnMOfCsoS91dnDTZwMg0obHyWXGRRBC5uY5siN9YMAMQBoQPTweeacvBAgAjFB+maCKp50RynXOauUQZOgLoA8PJaDFIJy5XXK37U+yf20AUHYQhpHvzTM8Sua/qhMoG9nz97Lo8BSQv9nw22+/K3oWUPZl6bD3L+7+y399c/fLX6mnlU0MAMv7yCBvULL+BPDdAcCU8+6qHAGDUtKb/hDQFCTegXvJ2PdYss7Af8pWR29V3+EdAjHuAbK3IDbPCwkM9IssePjve8D50kX/77/4xd271xinmUfkxPYWn82OaYI5uKjBJ5Wod2UN5Mo2ldcul9k3fcUX/bv4o0HvVV3FMC/6ARD0vjKpsx9btiMZvOgQ1knrXs6W9r5jrJf8rWAiB17HbtRaqCAZ2wH0iXl2pjqzZf0hGw1Z0z4K3VD3F6/ZvLAOTyY+axhnaKePZDsDLMOf0h/F41khkbVlgzoTFhlVyFY1TgACelx0RE4Al+v9//4/VNCV1kjbkrGvMuexa2TbtK3NPfNdut5ArfQ9gUcdNEDAlsYtu6n0hDKafSYz/9GOwf8WGI3PQS/JvDafkL0NUTUZ2s+/rOoKf/gH0ESSZkC47TToLZux7YRNbiW/keMln5FVVQZA1w9bNm1ue1H6041se80GgNP2JveyOSfve8wrs9nfnWUY7wPbe42S3ln2e+75Uuuu9ysLAG7wV/LpsZLZb1/Fw4DK3AuLdp8zgM001z6Z+Gvfn+yNHm7wZ/btZwD4ZzZhv67uosdaAc8uLIV7+DJG12cA+KNm7BZA+FGNf4KHpxPvnC+yaK/FNIv6h9z/CbqqJpZjdG1y9MWOv3++ALCGMkCWx2TkxSgUfS6AwhbknoC/KQD4EvSyAfapM4ADAF9z3ofvrmUa5vsz0IzvPjQDOO1Nx+jk/VvZrNv3HwAAn8tWFPdeFj4UAD4aw9cAYKxbbQgHuy1jfIDGx2VGBvKKerzMgL0c3SWP0z7Rq2usKUHnjbs/u+9xsuDMGB3+EAB4r/vW+yNfHwoAW7etxTaAzLFPU9Z5JmOYetyRsqutLRt50P5DAeAAGNf0+DED2M5EOwCYFkfOX264rrV3BIDZvBO1vzkF4gNth7Wc1gFDk56hOV+DnhvCqYcm2GY+WXpq9u8MAE5Gnc/h8t3ToX/GX/n+rD95/wSAnR3n+ZxnaImeI6juGgCcyOnwjsY3o6CaTi6rCL0sRwApG1DXhDjq2eMm+zj+I20nPb0h96Z8BqysjDE7UTaajHsDnhwdBmf9y3vyTNpLX9OnM+fDxg+cMShnl/u6zpQlAh5mtGPRpSI9M1u7cuAEYFpOOA9sZS/42b3BPbOItykj4Kb1Fqwu5y+lA4fM3wKA07cjYLzmZCnyDVDqNUnlzlrWpkMqpZ/VJs5uMlFbKOC3AMCme4O3opkddJtOkqPEDilR8uA4IqNWoECfnel5NQAcR6ZBDl+fmb9zrt33YyUivzu0ltNP8mKZcJaEPD76uQHa7exT9pL0noEWAUpSWgBA7UwaGTh5/wSgkw0ys3WPchQdkvkKL7s04FrX0vfLEvBdfrtlEBJzxmr0KAAwHxzOKTcooCrZR1OQ+3dKD6ocLeMXkFT8vNmyC6zsadXczLLnyeRJHwIAOxCFrLdy0A9PH9QUqI181UufACbirA4K1f0SbQuIUjnH5gsHjrkkJA5qnMtywuKo3zLtmG8AFWds7pzk8Gd5QAUA9FmbZ45DOMHZf5brIwCceZs2zZRBfg/PuaSreShA1aV+XTaQ2im6bLLaznCfBUsZTGcZBgBWXzpViVZ4TiAAZ2HjGK7zeCcALCCr2lS2Ys33fWXiplIFADBAP+9RRlNlXU3b0HMM4EYpZp896PKHdujzE7rOqTRoYVBOegEQueYTgEfnAndwhni+3iv90Hzo7GT40fPA+1++KlBu80rDR0XfYqAf3iH/8ELJUgEFW4AHZVpV9tdywHhYITWvW6az5V0lw7e1wrqIsQJ+KgNaWWt+h0CMVrfQVGd+KuCtnOwkdVVfVBUB/qXMbN1sZ3kBHNVXZeYBSHaACefR0isDF+G7zlRS0AMZcICLlPb2eZgCd4QCOiPYwB6BEc6kBIgCMKM5sgGJeUAmsK9dkrTX6ra3SN5jeNgQlk+vi8irAQZXBBAYQ8CAshzXGaHTrxueDzBmOTLgDV/lXkreflXtfFVHXj578VZlXku6ZX8CgEIUXgnPGjgJgGwQFXDy2bMXooPPIHd/yS6HlqI746jrz8hgFqCps0hUcjhJZQClOf4AGqmUa5eil45sQQgAbOCJ6g22mQP4UKZbpcsFXhoAhheYh3ffv64zh4tm1fb9vTMimU+CLSg3nbNIkeN3pc8ETNU9r0rmfT6xM+u5hvxynrKCNLbgGQZvUJJLyVxmehUQpEzQ6q/auLv77rvX9V6vHwn8CtBt8N6ng+p8VWZAGbleF6moQYncfNDf04a2vnOWcTITtxL34r8KJFGwhNjJ8hibon5nTMoCrvl1xY86PxoAmOx3ga1V0vb1a83Tk6f07undN999efeXf/X67n//sgDYZ19t4CzfWuRtBy4A2IEiKeMrQZGesWDnHe8BD7FLWt5dbcc62jaPA0hUVQGtUnSyfHJ27HelA2xXZHzRG0it7Q56//7uX/6L37n74TVN7/0/kXPAcrqIPAjwbJtKNlEHvUj/qG8bbq1n+JdzzgUAN/hrue7AFs1tAGAHMNFOtugpZ46uAockuKSPMNb6a2SZ/nUQsJYGGujMSPressI8AOayFvAOgs9Yt/mJ/bLtIUr3q4JF/a9MiZJD+KzfBY8VCE2bxKekcobmhPmQrlOXHMRQa4XXR5ewz94CcJgxsk7w4f06k7qeDwAMSPof/uNrZQBjtAbE9brf/Ntrh23vJRvRDfmZTGPueF4BDCC08AwAMB/0lOyobgIgkg98Rmno2Naxd+mDzqxuYF1gOvyqtZk14vu7f/j3f1d8A/Aru4ldYgc4od+0BCQglWehoWRhjKMrRGRtDQC87li+DR8dsfdjbWf/9gBom3+Lfnu+n3aS7YPY4qNT9HELMOl5aD2ymQncPmQqALDa7PUCnbKNuW6XKBwA4LmvzZiPOo/rPzkAPAl+9vvHZojOST9rfxqFt/ry+fvPFPhMgT0FzuVnKr+9gns8/fYK9PHPbersgUds9Dz8ufX+W88vBf7Qex4C2B4z5p8a4I2xd+acPFusNsfgQfGeOUYZ3/H6Y8bMPQf/8cVj1wJTHtv+8b6jo2Odwbp3mOa5s/dvGcCj8fOn1w235vdj+ecaPY6Zo9f+vqDTiQEz5/k6APvwzBwNlg9t5/j8+vuaHAcU3H8ffpWDBi0yjL45gof476HsygBu4a/Z7/wuY7Pt0XkW8NHIFN0HmK/+Hubn7J6zmTiTdc9rwJNzTr5qf7URuzmSJRzTyO7SXx3dGbof+XALe+xO37LnpiF9sOlPGfCsTM5DnHrMcjKP2NktvbU5X8757gyI4jkA2RV9ypUuZ3kC2urbK4Q/RoBeAt7LMX/WzszaunT+mjIAMVMuAiaHbnNlZXM36ZJ7ADDyOYKYcho0QMB98/u5/pxlwl6jy9mcqixjA5zKmOkIaDlY67sAsuHhbBIDeFo+Ljd62jwf5mjJtrOHNlrhEGkaTSB1O+Ou5HmWG54AajJo049E+J+NdZ65pvloh5CdQiu4Yt53LL082w0wl2fFw9um10DyNi45Tkyn+a6Ma9JxviNOj3zvv+04Po5n0vP4+776wHrDbH8Bjq3vTvTobr6byY+lro/vXmWvcVx63k0X6z9jTwZ283FymOXmWoABkf+iZ+sHHO3T1mJ92sCccvLYKWHH5wSBGcZ89kzmj5mHx3eFjvPZzdmAA3cEzhzBJ0q5kp0BHTpBRONKlpic6u3kkW4bYD4kyvK33S8CQzhT87iuJXskZaJ3JdH0GFl1BXxUhwCOwmcBmg0IUvhzzVH4YgZVJAOKc/40Hs6AC4jRE20gqtcNdEa/c5Yg3MBayZD7tqf3PoN+Y6LuX+bEWcImyixdu627h4V12iVTx20yE6ChM/jn2WKzDzi0Vcq65oTSyNEpLhPtrLGUV5Qu6rmebZgfXGIQOdH9ciTbEWb5Qf90GeEAX+1AX+VdHVgBqARgMzNRADYSEJB3B2ze5IgzFOtdlEB05oV1XMA4ySJO8u4XGX9yHiuD2NnpyZQUb0bvJ9N2tDllySVAF1CoDBsyQzpjJA59ca/0yCqXnrHM+cw1y6IzfieQC688fVJgy4FfMw/OknVQiLLZlZkVR7rnWtm3lDKv3wV+kZlKpjJ6FcBBvFygX9GHwABl6RZveyzuIddYB1nXoCNZdspGrUaTsYl+PAPIMy/wGO3bZkGZLEcxgNbSyQY+t7N1t/P4EjwSOW3AmzLL3SZ8QonfnH2dM6gBQSjj6mwybALr/x8o61jAqoJ2NrCZoIqUkTXwJy0DyFHIo8/f9XoAQBp9J1nujCuANsBqz59LtMNzPl+6Z71LdfIXgQlST9XmPRnY1Seyep9VuVQcygZXXV0gvK6AR/E8pZkBLpqu3TxqRJmzdU/KFHN/7D2tQwJGALPcP0AYQAWXeqZErzP80Q0KjtBavCowZD3RmaZFs++VBWweoV9kG68AKQNc8LNK72/rgjssp3oTx333de6Fjsq8rv4/Azytd7x8/6TKQb+/e/U15a1Brups1HoOAFRgs7IEkYGWwWTq1ZheV4laBRoWT0B32WC9kSTbEyX25i1BDsWz8A2f5nfoAoAE+MF431Xmvey9ak+lyQH2lXVcXNOVK4Sz1wPOmLdc8axA0uoPZZNZfpzB6zkTT9R99wXwCDgv4IvsZZfe9RiVvSn57nOH6z3gQQ7oY32p7O/qnyogKKO47n3hbG4dryL9RXY6dIreMMChIdd8V8sG2AHUyXiu9lyy23YmNDYQfNDbmieDaMgJBgJinzVGqdT04LDOBHDW+6FJr7U8D59BB/gwNm6z+xYMxZwRWAEgBl8T6LKOC6m5L13jTHbz8j38UNnXf/m/7+++rUzgGq2DQng/+pUADvYjpTN0BnDNK9UMEvxG//n7nqzf5hGOKJj79c0G05j6eIq6VwEIBERov8McOJCGABvk+SmlvpF92k2gOHYPPF1z/VXp9X/2T15W6IOzYZcd5vVHpcy1zvo7ylz72A3LE3rKQRAEpljesy46SMHZ/cqGp4x2vYOAhwTdRO7VP2XKWz/ZpvO6rJLsBAK0jDEnz1SOnYALspFXAF+OAZh2DvIIj9E3rzWecVhW+5a+oHNv+xgJZFEsXfdySoKCKhSAiF1D9rb3L8gK+q1blB0jELfXAukTwOVqW0Gz6PFqVEE1Xe6fzHYB7C0z0VtswYhB+jPOANZ58rWWKNt4BcGuKk+9h9Ba5v2vAw5WVY/wOT91NnP1IRUOzKOUGC++k/5YPiLxa8/z0QeMPcO6bx+HbZAnlM1+/v3dH/29lxVgU/YSBxnHCdbyGhtcMsIcs0fXWenuZWgBv8AbT3UGu/dYAYCnf2CrcNJ21/QzKChtbEjgMWdj957txO+W9+uew/eh4wzEm3sTmSZxGaETN4Dbgzvud51p7Q/vs/+o9cfYu2bdnvM4f/8MAF+jzOfrnynwmQKbwbwnxXTxnju6b5PuFgB7q4WH3kvbt/p16/23nm/le0XRHxX+rdFc+/4WQPhj2539c7T6bX396wAAIABJREFUokecBZ8BYKj02wUA20BeBsox2/H491XDoY2M8Gf45xYAdrW9tn5+bDtHB9eZA33/7g8DgI9Azy0AeBpex0xQGW2tXma/N7nDGDwBgC/AUdoZGzTa3bLbphEo+c54rwC5V4H9PLc/l2eXqXumKn8DAOAY65uua96ffHAESI/8ubIFW24G0LsA2z2oKq2xWfPXNfQxi3b97XPO5nzyO2XffC2O8gU8rzHu5/cITKdvM1N/9vBYtvMICG1ZeIOWKk/UHdZmfDQYAPiCCklnqC9Smmkb1wkAfAZUhMZXrZE42HFw4CAYc5JzKp1NtjJBJZtyUq77Q4M4yWaZqN24T547rqtyjKrc3vpsQED3w5tbC9U8O9Ybbq6PEuODjgFXJnB7BHFnyeI4wVbZu7XRnNfox3EDGv02Ad0FXFkPzZJiGcvcJN8CgJPVljk5s1FCxaOTYef8uqL7phPwgr9uAMDxFFMZIDI5+5Js2wkA++wtHJI4qlYAhJwgBwB4a6vXgYC2OcfX50ChB9pB0GPMOFIal79zxqTAw3Yspv3I+wRpZ6av5r7B5bzvCABfm5+1nq1+RleknzjmDWzsMys9Nx4bU8Eyh8NnAxo7E0S0r3/IppyK7Q1yScpeuw5A1gzC2ejA/Z2ZpjFXo85MbNC0vXPbOnqyfYhMSHI7KOh71QZdmU+TJqKnsur2enw7o7j1ge87yRDVWBcAPHk+PBnb4wgAJ+AhMmBHnJ1qAbLl9ALgCx2nflKGG/Q18BJ7YI6P9lSyr73EcmD3uuFz55yR7j56rrQX6RVkubgyS3bkJ2NjA4P1IIATwE8D3AUhYMsKOO7yvNHzmX/WU+YKgJZ2uRcAaeoFMmw2WjZvaUrHWYoAbHHS5tlkbhmggD4+Hy8g87bONn8ZbCoeblAxmd/QI0CaMqZwijMuZVquIxO+aCeuHYkOUkgWz1yjzEvDRticrCoqKVCF920Z9Nsa6mcsvwZxknksvmuQcJOBuqYgLoFjBtEAgOWkrzGkFKUrDFjOmE+yagGQkBmeo8wm/SUYI2cXJhNXWWz1XsCBGfCRwK2lE7ocPP3vs155DwDwzPzxOHA8L36jYQdW+aL7Wf/qUkAargMqQDtlC6qUcQOClWW5nYlZ59nyjh++r/FSrRWgUwBMZUkWuOVX5D0G3dB3gCKMHxVE6dDoJPqh7E9AUMDzdlrDW5a1BI3wjMeU5CLe8qwAPIJvADleAxK0zfGk+g/gGbBQAEYytgpANN+1vPZGJvo6OgOaGbgK8GCQyesYYzNAA3sF2E45aMASSqUH2AIwBiCWDms7U+feFohFYIUyQZXBZ7tY2WnKfEbuyHZmDXGZ6yULHZizaZuu5NCBa2QMKgCkx/kcMP+LWqvq/udPf7j7xd+ivHjRrbJj6RJAmc7iBAwCKINeksWVvfemgNTX3zn7ejvrVwCPS9h6DQTE630ca0yAgGpMfE3We9HjbZ1/y7vI4tW6Bw+ivwioAQCun5bVMLMBQI/J660y65XpbL5mzgA5dNR6kV+BBjV/4m0AbjUV4ArQCiCR4yEMlMEvnO9KGz+oykEWSQdRIEYC+JjaAuA0bypZDw+Qem9apcSrAkgCvKl8tsEe+v+ugn3IQvb6N/rlurHSB9D7++p79sgCuHImtHhib/e7/LAzV6MD3nGOe/GtzxQnM9og95ZZCOCZdaE6wn4HWVn7ewPWr6sd5NdnUxc4XeS8h67Fp7/8X/cFHksiXQIbvtE7GBvVB94YXKb8M+C5R6iMaM4eR95pW/qYSlUavwNl4gkNH2evJfC1+x07XZmZrPkApQ0Yrwob5GeiP97ffVX9+Ad/vzLBm07Tpjfvmr/4uWV2a61nbfb5014nYLwOoNJZp6Y9rABvuMR+A3g8L7vZ2bMJhHPJZa+FzrBu/SkQ0Pssl66vMtYvX0o2AX/fFSgNlVXVgP1ml0Bv0hY9Xe7ZWbgrWDNHT8iu85v7SIQG4hoQf1nqHPnzue88T9a8z242sJg12Doxe1+B5oy5brH8rWx12z0G+hQw4mlWHzcehPbVxp/9+wokoTpFcUAA4DU22yTRpznaIJUJss7OPRF7Na/DpXPhquYP+qFArQ5MdOCRbSmfuez99LLFWRfeSE7CyO/fv60S43d3f/hHX9UcMfZV2WX6E3W+cH9ok300OeQ++71nQzEfVMBYckwfdEQJVB8y7wC35Q+NT4CZVfUVBS56niUX4z29DNkWQK/WPwWRdxBC5oafkY+tkz1v175bOnb587b3Zf1TYJFb1PgOAHDGNd95eu2nLgE9O3D2++cM4FsU+vz9Zwr8+igQxbNZElY5o0O73dIHdPTEg/IBTx92aR/0ZKvNG888bly3ANqPzeC81f6PGPgHPXItM/DYyJkD1ovTj5vnX38G8MPzfysD+BxmuyT9rfn9WP6ZBo4MjqtAn+cpDrwj4Jme37r+0wHAdhxc+1z22zNwnf1+OgCY9x6BtNlvbczaOTDpupyn2qfokzNmPJY9iJvs/WvfzXc+JiJx18cLgH9P+WzGzDMns3K4dqEHth2y+e4Ibm/OmnZQLDpd5wH3xfO+8f3IPpt9nrxxDQSeba32PA97gHCfATwB/yMQfJSPY8bu7Ptu/vqdmwNMm8bw+OX5t0eQ45jZO8Hr8E+cA0de9QTVu/rs1knn0OKaXtjG389vbR8AYEVOdza4y5b1Jxv8FuSH1pPp4Isj2n1dGSzaAGrDb5ptpVibiSOD0zE859Cby/BYZ5913yaQzXuPz+Xakc7H9vT9xQLIfLuEspxm/X3AoZBrcw6f0GsCG8kADn3UNwEmKdO8puB4LeBC2stzcTBO/kj7dgzb2Rged7m9Sxshc7DnfwexnMlL+He+96yNfXtWUPOMd7fTmctXAOA40jqZa2tyl1XbzhG13wBfnGwbW6PX4mQT760Sz8oY23b8e0tiG1d4cOjpCeI+iW5okE1jG79v/ZhEGb9POwHdnLZVLrQDUSbvBECczU3nd7KIA0Q489M6jNHLWT0CEVW+VDzpsxKVkdPlMEUuORjXIqNsAMrJ9nOwGfdnHAEoFpjs982At6kzWHenPkmZyY1/4VvhYCnVXKCPACCPR+5FgNHmKZUI7d/3AGtXHui2uOdMvub10NhOvzi82+PaX2YsRwA4WZ3HjGQ76Qwa2HnsAA6czsoEHBnMkvPO9jcP7KtVTIDxDWfF0V61NQFgl4Rc5ROP8+C5Z81ZDjh+z3iO6w3zL6CxniMjDkc7cw3dnUmzgJjQD4CQ9sgQZcwGWgP4WReQCb7RW/y6Mo5y3c5bpVJKTsLrbk9uZj3ncsfLLk1Gt0oJ13txjDKAeSYy7xA43A7xlYnuDMsAPMqZU5lX6xzmy47JBYDYgZoxrAoNmkNAi+pDSlPiuJ/yMJ3B5l8cr86IVtbuZouMQALAtaxDPFNjT0lk0RaQtJzxjNnrmMH4yB1ncbNGmHac/7my95i3jF2O2w5yFAALmCpZC2jgNV+Aa+ku3r1zBKstB9itzJuAhbHtwj/IWbXd4AZghkCrBuoFCnepW5dBZTymw/svOXjC2Y8/1Bm3KpEs9haTqN+iKXwkfQew65KpzysrCvqsTGOjL7zDpXBNJ8bAfLx4/kJBMZSmtp487EhrAIUdCqyGjvevFwAsQLpS2AAjlp1hEB3QVnzXa5eOsGkbTXaMMl9zHnRny9VTX1alB/cRcMDZobL3uqy0nPkCXQCIXFY5omfdX9naAno5C/a5wSHGW9m+Hr91A4CoMoBjX26Z3MtWNnP02crVNwVmVJ85u1ayAF1VrnXJPv1SuVT4pAJNnnz5/d3XX7+oZ70QfFnzz5m5nIEr4LfXj6meafv+NRl2zlCGXMwVOlbAZg2YNYv3IKp0BztVHCJDCZAfGa6zW6sNlTb+EjCt+ttLgcMOvJ9SQEtX0omuQgYsqqBM0gZboAjtPa+yxepLjcGl6p1hD5hPv5zFvgJ/wlfOcAcksh0JnQSIKEOwQXL4ouilUteODdmqQzBvEE79RgeSTS2A2aAvATcKQmhkljmgxDz6edoB2+/V+P09QRnW4zzrYAcqSTjD0Xo7dqB/0icB6w0gkbBL/ym96/NSLf/PyYwmS7Oz3Z93tr1YRvqs96BN+HsFMJifXFnC57dKft49qfOA31Y56NcF8Fd2eMnuApWtr+4L8NeZzx1Q5GAibDGCIxx4AiCc4Cj4aAKD4t+aX8b/ptoCzI7Nat3b65cjKaQ7xYuU2peNqYVJ15/Wvz/5h8/vqkK3x9mqJWfYm95eG2xXuCIS4OwzzYODL5AvaKKS71V9QPxYbRF8AbtLl3IeNV/V38rshPuhX69vAMDax7GWc79sFmcXp4IBGb5eF5xBrYx35Ep7UoBzn627+No2GfqPd/KTdVz7lQ50mtuzqfc6NqqCRJBZA8Bap7oUOUEJ5rK9/cq4VVGDbHlKh7ebg/cydsmyAmAqEEL6wUEetJ3xM5/vWMPrgf/255xPXPfUqwFnU53C73WgStaFyIzXcr9vm7ueQ/PtKiNugLfsmeIbaO8ANpd7nwERaWezCese9InsKHiiMn8pl/0Hf/DV3atXXqcVaK09h+mUtXofENzBWgrYaVuxZU3PxHRs3nFFDX8M5nZJ977mgCT40XYThzDwSVZ29v2p7iEadYCL7Sz7BSaoPLYno2drXfNc+CsPNT3sUvLj+zSQNfHC/0xfshdEX3ZTez/Iup7nTzOAJ3N/6lKbO0rUH58B4CNFPv/9mQK/ORSIItn3aBnGWkE/+DOf/+CH+4Ef8975rlt9eFz7PzWAd6v9H0u9xz73UwDAj1lfPgYAvtX+2fdHh7FPObr++bkAwJvhMJydOynYonQfxxFHx9syTHpzM4y2x7X42LvYZfw8AeALMOIEXLhmqMUxe0alv0kA+MKBdGKc7vo4MoC5vgEaG8O0fPV9DwHAO349qO2zEsfwyaLNAmfPAOCHMoDPwKbz99nZOD/XAiHOAOAzYOusX8dMWYNKfvetwIt8nz4eAeA4iiYf7gY0AFxvyJZDbQKa14A3lQAcJZ2OZ8QeAeBtPIcS0OKloZoPR1Ath/PBMZRxqeyZfV+7Ek/XtFCA/j3gv5xG2eBO+h5Bf9qe83Ok12mQQJdWXSCU9Z/oq5KSqw9nZZgv5E3y6uwEPrOs9Bz7Q+WgNY6x6eXv43zfeu/MJjTtLnVD2pwA3Fm7e72wD47Jd2ljlagN78YhfhkIJFdmAzm0M8HbrR84sBuE3fWjEc5tnWwA+DimHYAmr2k7PzsjbJNTSiUOI1zttKNh/94LxbjzNOxsnnjsxJfna6odNDhkRr+aFjkf70xmpjNpjlmgGEBid1Ptj36oHLCchWscASu5L1lnArGKBHbG9dwRuECWjpw6nteAf0j6BFwFVuJzHVn4s8/m6UW68Kud9EvfCkDA0dk2icAXnK5yisaBiDcNGu8dapHj8KYcSDUUO60WwOh+7fda0WPrp4Eql7Ymc8EZslNfyUEY5L0nLYBuZPiyXdMNmqZ97uXvNyo16gyEp33Wcto5VlSgrKTA+gMADODjgITosT1A43d3xgd8wbtb3s7WGwHADXbprGEBLAuYS/9CX+vAsvLl7K8xdYnJZ9CvnN7J/psA8AwmmLrPfGu9rMzd9urBY3H6A27lrN/IDX3mbMs4TQWs1X/0JzKfeaGtmXHLdAas1bwUwKZ8azkCLRc6k7j6orbonsBH/WKQRsjKCkzgmRUYVGVcdeaieTL9CR/h4GdMomM55PM7f3NvgkTEvc3Gop+CgMhQtgNVSWDtWHb52WQ2URa4AyqiO8TDeAx9lqsyU1UecxkEOKFd8YD2FVXBb9vPHL/gM6tXFjNZTMqAI8Oa/7pCg89GpQmfpQ7giinDPL0FFGrQQbRTFQGc4T7vl3nNRzJUg30qIS3+KtL63NRuvy5T4jZOZJ4D7NX5ivWOF5RlrbUkAHDAb8rwbrSuYcITBoJcLpT3GqB3VtbUe5SW9vnIVZK2SuySlekJd9abyyBnfTBQyfh0viu6XPRlLvzcAkL8t7LF+j4yeiN7ZOrDds44NRDBfS51/kOfHWk+cMYm7+hs3GqHsyUZlzO2uN4ZwPShxmqHfIL+cOYvO2UdqdP7VfGLM/N1jqsqEzig41Ud9iuHf/WJzGtlBRbN3rwGdK71pvr9R79Pypore7x4Wd8TdFD/ab5kq3ktCZALvaAf7XP+M9dZ0wwUuU+cv83H+sMecgd+ZI2rdaduJSiAZ15/WyVVS/6fUCKauxJwkICeHn/01CyVCxKr19Y/AlE8R7AoJde9FhKsA/gIX2ksAbV4l0TMlSyyPwdLZF1wiW+ff0wZYD5fPmGd4ndDuQmQgx9ynqrs++o7fC8+lJ5qO1EgGK90aXcWetkGxQdrfTaAxtnFkROyL5/XOcQ0/bp43XJtPrXN2+toBxKo3G2Dj7z7m28qiEjIvv8BJrvijecHADgZillvHaxk/XNPMBrrZa9pb0V3c+P7qghQmOzdX/zlr+5evy1Qu/qlICZlOBv4Zuv0mpuUPe41fpOBGn+yM21LcEarZZRP9KvOZAUkFI/rqw28fUqlAtl6PrfawWA+BidtMhS0I3ml//hPXt49R/fJ5jCPsP6+ePFS/QUwt37wnsXZ1X3/5hvgHusezhrvyVBQSp+cYRC7qJQziy3X7ryygGu+tjVdoupAUWTDILDBSTJT6QMfAOCUnWY9QqcDCMNTT0s3pxJHQET4DZA6a7HerS4QTEHAl/su2xI7rniNZUJ76t6rcd261vpA65942kdDEHDCeAh6UiYz61CWLo01AWKuFpGxJFBmC9yq+YEj//y/+/TcWa1E/NLrnnSvdCVEG7ZEzc36bunI8FGOfYDmCoiB3oyJtaWDc/iOtTvANM++qNRe6cMCWu/vX1teizZfv3p693f/8NXdVyWbVC8Q2C4ls/dpxK4KL0M/pPlahbEW04j4FjwWHetz0Q9BURrHsJU0/PMMX83dwXc6wd+Ujz5mBAdgliyoHLw/Vv2mt2VmXyHK/LUC2eNKGabPausKALzdUL+cAsBnTvfPAPAk2+ffP1Pg/ywKLOfTWI12JFhK7DZlouDO7vyQdqayvP3W8zs+9H3nrdwCaD82g/NW+z929GvhWRGUZ1H4mxPvBLTSLBwcwmn36FTTsnZC8muQXpbmtPOYdSjt27FsXsNgzeeh9e0I9gyf6ymJ09bZAjwfeKida7Sbz2f8HzPPD/HgLf6KA3g6oWOMaP57gJfAlul+fO7aOC4BrEvjbD27uGbxWYxw3xW6X5ufawEGt+ad9nTPwfg7A33E87PBazKkHUH92yL42PDtdeXRMX6k4+KlPRAyZfr4zHRoXswvzsLuwiVN7Pj5MZ/jfGxZzZsjeM83cloOUjw8P9Oh3NmZh4ne5k88ck37XI4s8zg3gccMz91G8Ebbs+zndNZvuuow0LStc7Zw0iQ09do4mn/y3BGgvAlQdwTsdLanbzgIjmMP/2z6qgHM6ICdHhsA5qL0yriQA6LHP4HOyMd0SAcAPjrM0+68Ttncmflzpr8yvw+NL0BEnk+28LZWbQ6BucHrzfTJvB55K1lua+5wLvv543pgsGm9Z5ZVnhtGnr1W6lnO9O5X2tsioQ9j2e474YEpNczbRg852Hzu1fGs0H0p+TWOOc7dHHZW15EWR/2VeUw7ywG7l+2cwaerDd6EbnawNbhB5L8cjUsZBaCyY3UBKfq7nYoB9SZ94/CePfGGf9++vu8IafUFh1MRUlliipB3tqE+B4Bvlq4909NThq6t0duZpvWOmUl0i9az7U1ndKnsnA/pEp3bktfO/AUAz3XrLIsXut6rbGnOkB127AFYXufx+jxRPjObMNfiQIZX7VQ2SMh4n+MgpfxmTbPctq1fn4wApo3m/Q45Puu/lI5PJqBkrB08yL4ym2G/7bnOnDnoijg6J//gwEvmrp2cC0Cb+mhWNBAo08CC32sQ5qhbBBZVH7xW2X53RvZyRIUO4XnJ5SiD933NkYDWOAz72dmfKctL1tfaHNuGsZ2tZ2J/nRvqErtx7JkPmWsjGc5IMyiB35NSsQEuBQC3I11ZeWRuko2yAVjmzbX+D3C13p/rLtHcTkPR2To7pbSnXjrqgexbklnrDN+hbwROL8DM4JolDOdyzlkU6FR93YBQ7YccJIHOUH/kYXdQkYJAYuvVL3q/MqVS7pn2HAxiPulgDtELfVSAK3ysktrW4TqvWe+1XGrdrUyr4p7alMFMDZhuGykDQw4scHYTsgEQgxfX6wbvo98EW/g8bN7tyiEBRBowq3kGaEuf6Z/M9qKBsom7FCygiPhHcmjA2xdqXCpvCV+RQV5jFoDjsxzpH2ej8kFuDdBJYeg90jnyQrvtzOOX9Sznu1JSN47ugHz0lfGp1Gs96zOKsWlrLmucyYDdsr6Zx1GWMnKpcpAdrCJHczu6GQtAJvTiOZfkBbSw8x095DKg/DNQJGe9gimcwW8AKXxhmsOiyea3rjYIw9zQznYWMDNXcyvgpn4HcPR8Ojvy/v47za3lpfdz9T6X9HYg5wayARiSNVzjSAY0NgtAVs52vFiHOiAEmH6rzNEAVe5VRqKrRt999bWztzmz+ZtvyPqt8byg7/QN8OHu7uv69zuvKnO7ykHXgaQ6h1c80XJCNjj9Zx59vjW8bX2heZd9ZZAqumuB2LYrZmYjvAVQ9aRkSOtn1Xv97tt7lTuWbtY5o+37oJx89pTMr1ArgIeiPeWIAVvg19YhydJmvjhjVFUg+txLnc8Nz/QGClqrRG216LO+GX/xVo1L/R2BGYD/vDul+F3JxoBpbFLmkizjp8pCdqYtfJWMXzQVMoXOFi/WPTobvP7Tudf1n0FZdGL9LMCZn8wT4DSgIucQR50GXM/fE3CRjcVcQaPWi3/91xW0AD2QK+0jhFFV/wz+u09kZLv0tM+GLf3Btwp4sT0BiC7ZriAIlfRXyXCbE98VUP4///sPd7+qss5fll767nVlBNd1fFjPn1egAZIC3yiwg7Gh01yS2mXEvTZwFjD3ACL7XaxzrtjgoJ/WRxIx+uWz6U1wnzcOcyXAjTa++c7HKxR7EZJ798/+9OsNANY6yfzWO19WLV/46fvSrwHBBChKd2Kb9P61o3j5ca8z4tH3BqR9zjjYqTPYkSVXzyi+oO9SMZ53zgCWvAnQy/wSKOEAE+kWqigwdwrmcFbvvTJ+l67RmeM6pgGdSmHh5UNyBZQEYqxjLHR2cL3T74FR6h3NUL1tUsBMqhFs1WHQlxvj2T5osRKfqOpF69xcV/YzUUPMQQVKPWtbkW2h9C/6ExuGgJzq03/5r9W3PgM45Zmtcyzsku/WDQ4MgocdxBPwPX2cwYOpBhV7EfkQb6vVPk6j2tgCeggiKN57VYEB4jbWzVpT7t7fV4DNk7s/+uPK/H3JmuA1I/7a2A6a217DBNyjD4so8IEy9fu9/JCNOuwl24rmt6O9efTXXavE5gAe0y2+g/hEz/yqma+sgfQra5ftNdtDBqAvQd4xHNHD42KCV2DhTPxAXrRu+JZNvy071S3Gn3i08XcZwJsDHeFbdqcaeIwDfnb+sb9/zgB+LKU+3/eZAn/zFLjmHFo9WU67272LUjkDED6kHanF26978I4Pfd95Y48B0D6mo7fa/5i2s7hkUXgsAJyMCj3/IwDgW9m9c73ZnFgPTHcWu7QrR2n3az6f7+XIOrQnx8T4DDvilMQ/RwB4GSdrSMfMy+PfmeOjHghdNyOxCXZRUukWIbsrlwByMkLOyP/zAICPY0pVMkc4e1wbXQ8AcObhIZj1XA4/HAA+ZfBs0FpOsqHRvTjqNoD6w4Dg2Y5Zo/v7AAD8kFzu2SsAsCMoN2ey+up+RgY+BPxVLw98fJa1eQSAJ8h7pPEsm3kt23c+c3zf+3bqXR3HCQB8BDWlZ3cT63Hq2ijRvJ2N0/d+KAB8wV+Er3b7S6+MknsjU/gIAEvveF+/fdTGIWBizzMNqDQAzKY9n6wDtHG5efRdKTEZZ/IEgFOeMyDKEWDeHIsHgG57f29mQ4c4y82r7qc3juf2ip2G67sjAKw53mRr0syb8Vm+eb5zOu/PrmtjHZBz8FDGqyyaQ8BLQLe0d21N8ZhxiK6sIa5pjvr67FO+28/5AlNlH+xcBevOOIJFa86nA2yQ88k8A6gBEPC+nA95T/pNST1fa0fq0BF2EgJy+rmc0RTHycyE1nh7CtP25gipLwTaVH+SvfSEUoztkJoAcOwg9buBns0RMOaCHm2ZfI8wo9PnSd/QX9+RddCZMPwewGE711V02a8TKlWoLOp9q8kEztVpj8RhIodnPUcJRhxzKc+MCpgBBQzZzi17GQzK8xPQYykQZRe0PqU9nqG0HdfJFFK2F9BVZ5AI6G1HzlYmtO7R/OCE/P/Ze/cm25LkqjOr7vtWSepuaSQNIwSCAbMxxvhjzOb7fwtAAy0BA4YhAwapu+676o7/1vK1w3fkOZl5q6pfsnuqb2fmPnvHjvBw94jw5Q/mHmOmDHsYt4qHZKlJevV1/kFODgBI93tzcKxdh0FxRbogV3HQcMZmR0skHW349Nj7to6Z/Kt3Hm13bdZ9LWhnI/EnBkgZw7B6E+FiA/GJXwFYuEcqeukkIvvg34BLh464Y29o/eM5EnBZfXlKBFN0Yj8rYLBoHYAlESKH7kQWiCTFiChd2Ya36qsiJ3veE32YcwCRnQLTZTw0T0xejIPLnCfadmTOOYW7DdOkuuwUs9XmNNB57XH7Ap9LryiKixTBGDzb2Kv5k84+R6/wvGrkKrKrjYYNAEMHGZUxsHY0iwyQBWaJtmWot15d8iA+EnDHdzagmsxWFubrko2O8lG0XOlIAaUbAIxMQHfGpYhA5Yb1es0rP1SaWQFXgMKYy8uQLV5rQy/093izaTZg8fG7Srku5xxAyW1E8HrbAAAgAElEQVRtrD8Bi/g+30jnKb2jIwcBjNABqgvJmzU/CwD+ot7hmpoAFEQMkrbVtSCfPC9ZZn7eOkW4wKyO2DIey9gAVAHIeg3v+f0S4z0giaIHrQdEf0XsrVTpzDmAbKJ7pWMPp43sZYmAXo4b9CGfyEH+5lnqKStdsEAOg6ySk1FHU/uJejdz8OrVK6kI2QUUeWtA1xHOpJ5diwe6INHL3lO45vWMkgyd+RlAJ6VFABPfvQcYMG9ZhpxSOJGL3psa5EptUYBAp/UtPV00da1kR8b6faa/941ExwGZsdQvoJRbJbWqNQz/odu+vXle0WlfVoTfu0ol/OqVQdFHTyoFNWmJ0XCwcQFJXxTw+6d/+rWdFqiRzP61I0ld47bmtYAqZ1OI2g0Q48w4ma84eGQ/egDrLUPcS3piYTuK9Kf0QEWHvnbkOdcB4Vyz2bPP0AFYlOZWkezQH4eO6rvI1BH+9Z2cBAqQs8NFOStUW+YrnAZYUL1vlAMEDgNdR9rktrxJxsd6n/0Dcxyg22C45yC6GgCYNPHU9k3JBFLEQwvmS45OnbUhqfTpEs99h5NEoa8CpYv27yrVdqLOia58XjIr7PN0cJAYN402+09d15KtMT26efXNO++pBnDmdQydAewGoG1wkHq9Wq+UAcB86D38yhBB28+UPt6k8rvq2dcfb/7z3/zi5pt3z25++QqHGsZOVPwLAbrsTwB4LSe8v/c28Bg8zZ5FjhGPK+rymfQx6aM1y/UdNZp5qfY/Omc1vSpamnl9UumHARgRG8lh64ZfvvpGbTxhD1M8/i//xU9uin20B2PekUue9Vg7+lWN2OFGeRUS+QtvNt3ZLwCYK909K0zrefr9CDBae2j6guOZ+Ur78/pNUbkCd62zpMq07wL8xTEwawbT0ATuvcK7BkJZ5/iOFOMfSV9PlD3Av/QyoB86LA561B3vyFyaRv6zwPSZ1TWJ11oaxylz2bA/sI7HyWVbvhiD9ZudosSjPb9uxBkA5HSkvSsR6KWvi+ffU4u7/v6rv/pF/QQ0L4cKlWrgQf7v6PCxr/La6P6gw486yux5eo+XPZvlNo4/rFut33rvmj0WbyMqPHLwRPvpZHp4VYDwjXTmi5fwCk4NTuv9vGTCzhITKHXX39VeYToma9/fS9Ch70NoOKX30um7eLPXhd3usZ9PYgcJzwZ4toxZFy3H1PXS8OA8z2cvm7N5Mg7kfDu6fPw69785v873rr1o9mN+NFvqub8Uy2z28IMfZw3gzwDwpan4fO0zBX4FFMjeeVP+v4I3/aAmdyPd7cY+ZQAZ9GcA+KGT8qsGgB/aj+l1tC8uXnjWYVALThtq5vVLAOw1MPhIUdHtXHJASttZrLUxZHOrfd+5P7I5NKveBwDLiNV7uEvw1uxzd+8WGdPfuxycfh0RwLuX2ty4aN7a0L3PV/6+jz/mHHDv7wIAfJcDwh02SZEiG7xb/DUY4RpYOPlPAMPYRKq9NmRxCMq8TL6/Fs17ls3LAPDFTWbLyOUUxH0AnGM+GlmRtqd8vBdestPzoN/W1s5/xwZ3Qwj29s4AqOuPaZ52o+AAtB+SMvnYIHfkwSVwcI/izTPx/s/fl963pz+dUcCX2p0HFhlfpyHjAt1tY1068BLQO+U1TRzPDADY+t2Hac3TqAXMdxMIOPTGeN46YhyMBwC8uh6jn46ja/5mPw4g04p8Gt+nw+rUXfMe6f3qPz8x4Zk8A0nusQTEPYxwHIJzgML4lgNw90HGO/7r7/bUUomGsv5YfZfhov/eo4D3ubkNAGff5TmOETzRvFmj9Y5dFur+uyKFMyeAXxOEDVjs9HmWtSPCqh+Kd/YJuG86zUPxpf3BkheDP58CAO8ikAN0DBgYcmb7+T1GMxkHe/8QAPjEYwMA9jwSIWPDnfikI3iOvdFhfW0Qa2QESI3QgLcyaA+HRvWpAUYBBKwV1NhqAAcAOOvCUZsXeYcPMQhV/zBWTnpnbZl8Jr45b5N2MupvG3AxfK3I1Bh1zXuyrK76mvSh6GO2cxR1DPHxZMd2hVGazlp2zq/GAD33JpPPQmPNrQxpAEvLAOg+ewsIHyUC2ABmGW5kLLQBNYZ3HDj4JAoQKirCqNpVZGk9nKhuxTsc89P0KUPse6KpBPy7baet63S1Mjgmmsupic2by/iOYd5js/FrgnJrHizPqROsyE4shBjJSVHaYOMRga+anCuFb34P7Q45kDF+gUkBPFcEZa05ApoDADuST6n8MAoylYBDGx9H/mRgbTBz1rjN2uF1fPXhkF+BKhhliew7nzUFQLb65v6pdxmL0yJ6hKqZp7lvA6aggGUQVf3dlgfVumywjRTRku8GgI99xViXTNMFZswMFonkEaBLinCiGDt18pzfgw8b3NX91E+u8afeI/1w1KDrYwoY7kwbGGYVrd4OI9wbMClR7DyDsdXrTkcwC3R1KmKeOSKtitQCRJuvAEFFnzaAok+hbZmpRXelzUYH9tqYlJRKG5oI8+ou0WOKcCSCsOYHTDwRfQIkiBYsQ+/htAEAU+9EFpOCGGzq2waGlEo3+4Ksc9Ux1lzG67lxeko+Ry3rkjXGrQjgljVSmGYenlWUruUJOhQQCxiuKLL6B3ZezQngbaDoqehfgFghUo7g9rtIaQ3wKl5F19X3jnB0BOsRnVsgFv2AwxPNp/4C3gMelYHekaEBtr3fICGr73Pq0BXtu06ezGvSvkYvAbh7H2Pdnk9qTfM30cJxWoDORIACHNInZwcAVGGdsT5y9Fj0sOU5DgQBr7PPJd21ZXPthwLAe92yYDO3AGmM3RHfkccYuw2ka36bf723bqcG5AMnBIVzUne1968ClVgQ7KCDPldAlmhlPfzipSeaeX5dACtlTB49Kfkl0rRAPkVhUqKh+vq8IoB/8tOXRSNHin0sfhEAWH0jZT49msBJgAXmGlBuz14QvSlAuSNImW34CaANFeJkD0TDVzRkYXzfSSeRKt7zQJ1ahogY53gqvsOpTU4AwpL0OWqbwteKxkOhO9LVDiwlTx0Va93qqHj2J4BiNPOejBxFC/jbvGnnST7OOGBgy7rafbttZzg7JdpBCgcqRzMr7bu2G27H48LmA/htRxXXLUbm+ApwkDTfROhKujzg8REb1ABUq5j2xQfQEMfBWj+LR9B/7xpshCh2IOAsIXROqb8lA1lr5TDx9Oa99CrrZgNlzQfoSQBg7396Lr0dkmPcv/uPb27+x99W9H29i/sePwHMNehpQBJdbecX9vLffgs/ejJxXErKY65JhnvtkBMVcq95QXmhp0rWC/Tn9+cVzc5WiG/lvNHg57MXX6nt7yrK9P3rb27+7//rpzcfKmCf6F2ciNA9zyuSU3pPuq0B72oL/lZQb+8HI/O05/vpP+8s2WNf1LKPE5Yy7vf6kSmTZqnrcmghm4CcHTyv2Qcwh4qSZz5keDG/8T6cC3gPn3n+CpiuDAntMBo5DHhuno3u0Rt7z3XJ0ieJPe5/V/xFNPp04EpbOS6oRW/njn9OP91nb1HJNXJVMqDrJeOIIj3PPJes/If/+LrSiVefSsgTfWv6Wb6cDYL1PXsqFCI85fT1npNzFg/4LuUqQhfvHZw2WrKMHkXmcETgzNJOD8ylv38jHfmnf/R7lWGhXtmy/F2n2E72g8y1M1iYFmyhyeSEqwAOWj53XLawRq/s5+u0e9sect5bcp+4RnLO+2NXW+uVz47+Pp/8nn1nZFKy006yalvttq1qNtA87H0L7/X4skZPPGAC0OGj05mv5USqfAOAo/c/RwCvufv822cK/PooEMPLbb3z6+vDA940Fdjl2z9lABn0ZwD4AaT3cr0BmQ997se+LyDTvsDkPTufXDLw/n0EgHc6Zy3/DACvjdJDePG2Z94l6D0tLdBm8Znft2/Atr2V7vk+AHCMzsdYdgeD8aIYNW9tQltVEjVwbMhitBoAsB0++4AyDPSXAOD92tqoXgFCx2QsB4QFnC55hpbZoM4Djyg4ALq79X82wvvcLNB5tHWhb5dS88w2rwHAaWoZbMOP3sxf9wQ9c2vef1/E8A7gZrzexN9+307bpLryc6tu8TXZuYuHeeYSAHwXsLwDQ3vEpAyd8dYfEboH4DcmxYa1XX6hv5lZB9hxwJ5jlpy18lyH95aHDQCea48y0F0Q9siRjPjNqjJKY4pG5nosc13bAWDRsw0+aieGlhgd6vsjhV/fl75x2H6nmnktzx3NFX3yKQBwgB+3HbmLIWzJ4WG0aHoceqjpF/Ao1yfdJlisiAwZPM6RuAGAA5qdnscoVvSZAPC1/sz5m3zu+28DwPYMH04ebWy7a97z3ay5m/5oXuVBbyMDphUZPjCSaM4HDytaNXSw0czTwFjbODCtOO3E821FiMTRZ60H55TKlgkb/o8PoJfSRfa8dr/ENxhbYrgd64RlxwDwES2MJQy7S11TFEoDwwJVAG4wUF1wEFCfAN/a+Mx4nTrSNXgT0TLlxilnmTt+LP50Gy2fpDIDCKp/bVs0Gevv2Y1kHTgMNT0XMaLshpDI005rzXWDrQGAZcCVMdvRbDPKKkDFBIDVQfAF2becho5BTvkhFTQAcJxMMo9JZwvg5WhzA7iJZHAqbAztrq9pnvTTk09tMFrOHKnFLYM2hj8BIBDSzHTQ+wIAPOXloKPkfADAR+1P5sb6XKZH3qOUjl3/9YPrphKpA33eAYINPs68wK+nqOPDaCvr2hHdqGdbrpWetL5zekfSDDtVaiJRGWe6mawMNpxZJyol7KgLrewBbUx+V3UsIZYBpQY768ozpa3FAm5DuwD9BjUPXSJAzvNzRLnXxCszBoCcQLG1ccvzSq3aqTi5loiwRAjnEQNaTqGZCJqkkLYzhcFNp5S0zhAY0f2KjJuXun52NY7xFjAL+gUczXMBA8IDOJDQX9gJQ3P4LU4N4e+ME9oCNKTOofWDjeOKXNOcFBBGVFU7DAAwAKog408EGrFZYl12BK/msfUQvwPiAEIagDTAKgeZosclRyT6zVqldaNpFOD7u4raBPQnAjjggUFSG9qpqSo5VSRxRySV7tNc1bOk3HxfQLXtwtyPLnE0IO9dmTVstIYG6B1WF9d6rqgtrmXe6t2keWacAnjQz0Un19UFbDZYnPkywI2iMPAPAHxEylZ/lRY3kWta49AxNuxrTZeOwXFppRHXXrX+o19ygqixEc1oGe6UuNKdXRsY5xVGJB1qvSgZaQdBO248Ur8AMQLwOmODaxKnRjZRh3H6SW1f87UjgBNNDF1fvepU0RCmeMb6fe0LLPNefwQItj5gqkiZmvrG8FKpLwEhpC5mXE8L/HjzulLoVt+ePSPdN7QvOrwBvCmwtvwFHquOdZ+JPlJv/Lt65hc3f/CTlzdfvaw2aKcU3rNnznLxuoCqL3hx+tTpzOlfAJUTAIxKzJoFgMgstw6C313/1gAuc/SuItE/VNgfukdpYrsuqcC8mud3clRoh6PSU+8/vLl5SX1j8YTXC6WdRYeLnxcw4T0X7bMXZO6tayz3djoClEavvH0D3+JUAUjtSMmjPAo7bmqyCqx0dDHPB6z3XHts0Vu8Rym5SWEsRw87U2mV7DlFAyqldIHiqs/NOgUASX8qcpvXEEkKOPy05lPg/DhT05RA6boVelBWAho+fvRUY8ClCRkD0HxdsqD1uoia2t+45ekMITkyAIyOkezCX4yXNMbKLtO0q584m/Ahsld8AJ/BJyVT6LlfvKo6rv/fNxUJXM+gF74rR5IC9L5VVgiDeNTbfVbj1nhLzx1rbfOZ10BH4tMf9F3mQ3segZFEkHs9I8OJUmVXm6RIllOU9i3Vp+qngD1A2gKA/89/8fv1kywVjL+i4msAyItkrvoTMJ0wYRwE4E5vC0x86W+diWi/95X1EzGhj6qTXb8TvZpobz2oJ4g8Lj1KzXa1mxT83pcKYAUAhrnRnUo57/s03/BQ7yO0r+hO40Rg+nTGl+qwUj+zPomGx61qg4+jkh3xnDUSPl4ZR6yHcKYhIhaVjX5C18MTAXvtH9EbuN6/qSZujcFR7QsAht8oUcFceU9b71d2B8647NO+uPn3/+H1zVv4uhpGn8uBSfJmPkefOzV46o17fUa6nOnBjjZzH2MnubUHtdOZ5TUAsBz92LM1AKyiDzprsI9DX7y++ZM//r2br8pZ4DjCcoZqB9u1f2tytIeEzkFkSuB9yHMcegcAnGe1T24ZyDowx0F/T3tg7eNyXslZ33MNbd3UWWmkvRl57nbz3KZk1NayW/ouf2YkMM+bjxJlfNyltqO7cs5Z553ze9fZpMewAcAJYPmiQsZv93T27p7fH+JBfFcT9xmy9mdD4Id28YeN7qFv+XzfbysFdsG/zU9L8H8bx3Bf/4caudj9++TlVy8f96mXH0b/3xaA9PvyzjXjW9r7scd3iZ+OxaKNlneN5aH8ONNs/hjtPZS+l4zBBy3Hhua4rxegRIbtdJ/cqWU5RvS+8S6Y8iF9/qHzex//XOuDNhrtjetNyMPk8NpG6q4NFu3v3z8c8M2mCUpnE6weP4S8p8OeI8R7o5THu/m1cfP3p83WUJIP2VDO8e50nXTY537O5W7UyGAn4Ls8AFeEz4xUfAiBAjCcgZW10bzKFnuNkP1lI+J2thG6LpIGPFnzOcfuzfFq/NgAX1lWvMmGT1bEX+bT89Lzf8dmPIDtOkTEu/g2kHsJSL4MWseDdLXlfhnsPYxndW1GEE9Afx4gjkjdDby5pU8wTDcBb6c9snFsfi7J8SUgIs+cPahXWzmE7e3z3NS1+/uOg9WQ7/39STGaey/prpznVvs2HuVzaZyJSgifzPuTUk/G6T7kYrRc7fngltp1kNXPGxCbfT0dVNuDOPffNaaD5hiS26D3EBk3n5315Yw+i9F/gr/0w9E/NhJNvbeDs/O5HGBjGLik//K+u/guxiwbPH2n2mx+TcretOE2h3yfdMZKcXrwkowrrufmCAPP10zH6xTOPoin3m50brzj5/hyv/inn5l8ZpkgveQ5tdocg+XDALFqyHXk2uTbZSS5rQRnJIQjhoicsaEYdpSRvQ001lOk7+tdDAbbeh8gjg3nNlqIV+r3A9xpIG7OH0Zg12qE2fw+850NgkrHehhlXH/S03nb+YjnzJ8GTB/XzZKP9B/aXlj+l2HaKT7VztHW6q3aVP1BGyoZ86Rb5CURwHOcBlvO0dW7Memcgab1fYNhvpeo5GUMYh6oh3mAz4mWgALh902H7w47ieAS72H4HdEG6f/U/5fp53qbkpHmu5QaCG1TCw8Qb4KuorUMzhUtLQDVvMn8JuI193h+neJdtK5/cqCRLrQDgzH25dyS9N9aAwVqk6aWufDorKP8u+aIZ5vmGECVkpdoZUAEjNjUtKx+UtsZMA2gjxStSeXrvrufw9fmAHzDBwFLSKkMjVJnd+kvy3NBlkd/5NjR82q5AUhbDE3bE4xMam8ARtcpBOhpxzkACQ18pWW0bvK6nzS/DIPIxTdvKh33IYcWVBmGATG79ix9S/rhLx87BSz0nHx+rAfd7Q9lHIamAbRwcFTtV6UvdbSnajHXB2DEtIJfPF9EDRrgBGwBeCaK1mCR1zpH5gHyOAUxDMKabqeJ0Dt8qajkmk+M6NR35v0yRDf4iG5RytxkAxD/og8qwq3WveeVPpVPonRj1Pe7nBZekZK9v3Kkv3Wr13z41KAPKaflaCCaFLjxXQEXihCsqL7OqrCACwPczr5hAD8OBB7ommfGwr30F7A3tE9EbBwoxAfSd673y0f0L176TsCRnbbitJcILtpnBNAP/W9HDMu9nPiqDeka5Ef/XBNavFH9BDBgjKwbbyoNrVneqdjhNejx9t1rOSNAI/WpaGiwwrqDf8yFaSD4odtyzVtGI+eI1j3mQdeN5gGf+TxmRagSOUY0KPVs6zn0v6LbZej/4ubFi+cHf338WLLSAIyAjOoD9Z+1PhYwK4eHx8+9vqqm9Hc3Lwv0/f0CXr92YLkALa9bjuLm87j2jdm2q/amass7BWqiGZ3ank6hk7KHJ50vtPkgcPnRY9oj5W+lPmaKiP5vYC9jVp9JvV59fFMArR0VSybL8QHdgGZinnBAOtWT7nmUX1HPsWv32mmGKNsPoOfIDet7bRX5x70A04CIKXmATFvOUisWemfP0bW8leEhz1s/wGffFX3oH0BVHPSy9q0U5AVaVbpugGdlEKBWqPja/CEfCvU7EdHwOu8ivb/1shwq2AfCOXXv82qLeY2vK6mO31ZtXmrCQycAQQF44hvX6UWelPEBuqJ/4QvRx/Oq/xg2eqbklbnE0UK1ytnn9nrFtXfVr3fV+H/7n9/WvAHwVop/RUmi71ZqdJUp4Eqv18is27NeZT6eF0/Db4CQAYCXcxUAMPt899u1lQHC3yobijO/OAqfRnBkeP/61c0/+ccvy8nBZSDoz/Pn5TRSTgn8yd5GNX2F89sJJE5RKW2iVOuoyHJW4OvHT5HxrLmA99YvgNROH43cVV8lTzjRIC84BtR7e97ha8D8I5Vxb0Peas0DMF1nb4BKJo6sDvlYRkv/4KRUl5kH5sSAckei6vxnkNoguvchfKz7l7Os1zOPyRkxPCYAVt9vfmSNsvNC5sw1a+F/nAHoqnRi7xmYY67zSfsC8fv9H0tO//qvSVlez8KbchRaOpv5QleQYSR6DXm2DisHoKKn0+ivfS7vTipx9b3aVWaGoh/yaQc1r3vSAb0GsM7hJPS4wN8nT7+7+aM/elpOMk8U2c3ZI9ueI5WzMpigyzJXoa33zaw7znSRzDkQoWdQvGEdm3IEl+yrOdPNnznjmKYrsrebO3gkjjm5Tz/7jDj3fOGHrJFpU9fH2f3Yi7UdgO+ns3JevNt5l+PmcpRePLjWvFgoMo5bdo/PAPAxt59/+XtIgZ3h9yHOQ81v4/Dv6//q8zpAznHkUHxtbLuC+/FpYIV8/XO53w/txw8F0B76nl/VffcBeL/q8e2L1n3jfCg/XgKAL73roe3d169jobyD4Q/jL4t27nsAAHyAHINVY75LJOe1hXr2Owap/drp7xbIH0sv3RXdsxun04+7eOLWBqLpeO36bHOO8z4AeH0f/XE/AJzD2Jme668fAgDPuZuG5kt8d42u3Du/u0u2rxnG9/k8DHHNNw8BgOdYfkwA+MTfFwDgiJxsTT2tifbcZWKBTOuAdun5XS8EAF5e7GcXjfsieffo2wnmzkje/b3TuL4/w72T3+c77gOAz7y8AOjj+gYA39I3tyJxbQjN5xoAfAvUqAnTIWbI+yUddTZ8dzRoPzvBYhlz6nquzfR49M0wgD+0GcBSRsI2uNwle8Oht2/rWnsDBJ60ot0jlWQf2ncAOGSTd3sddGUg6G4mkiVt7CmWuc8GTjP+YbC+AwCeEb8nul4AgKNX9jma75rzNenJPfv46acMSer3bTenvOfaWrG3P+dy55t5SJ73uV/r3Unlm0jcXc+KTw7gqtOcDgB3to3hQv0YB+8PzGuDjuLBfnei/HINHRzj2uRB3T+MEctBx1EIeT5RtaH7JT6GfgBnR4rnrS/Zy5z54mzMEn2UprMNqwK6McD7jQZ4mWNf4KcBYEd/XQKAxb6dhnT2X4ZCXXD7+1ocw2PmdPZhzQvGIxu1VsSD+yVjsAzpNqLhtx4ahBenvMjOiqElhqKWufRZETpl6CSyZ4L+U44mAByAJsDf7kAxgRpBakcE7WUAWKmf22DGgAP2835+39f1g0f6l6m3M8/zGQEK2+FuOjSlhMAR3d/zbx3Vkw+PNK9ERmXgYyIwyApUsk5zuj9HIT8CgMnYqg34WHMWtBY5bQ+BY74VgQbI1zU+lYY0TlMRqubTMhoHAE4KbTtxmNYAiHbSSXSKI6Ay5g8C6mzAJHIZw3iiFaW/6UfLhOnodqxfVp8sewZzA5ahQxyhlcj69ewu725zyV6ibgL+ql3xqWkC4OLarUlXbvDO8774zBGPlhtFO0rYHEl01JTttTxGafoSvuO9SYn9qFOPIvbhLxnKFZGEerHTwIeKTDOQ64giUodSw/imDL8vXjjKLRGg7r/7CEsYtDOP2IkKgM36Uo4oep+jiV0T0Wl2bbRefKIIzQLn+CmZYCrrGWpmat60xgOI5V2LR8zfNsADAh/1xus6gGJ4y8BsZ4pojM4iuebRelCTKyBK4GvxSVI5EzVYsJ6AcRm1W5cxb0mjLAeiC44mkSP6+LQijfm4XRwYQrd2amqeFV2P80EcA1zjGSCTsTmDwHIA0RAAzajtLGTPAHD2q0kZTtvMudJkM9YDsCY1sYF0ZFF1S6uROEqoVnb16c3bN5oTyaJABKc+j/wiw9CJ/kHSJ08AaB0dT/+m3APIcF9Sl0uXCLgxEAOAFwD4GSBsg7sBgCUDxT/oNfobMAx5hDwG9+gDNWoLDFTEO2CEOcBpOT7evKx3/vSrSr36otcsX26Q3bdmPbHu8JppJ1A7hCb1J/SSuIifKpr4taP0nlfb1Ce240fRrUBgahXb8YfMB66DnHmnzwDg0I7IYOnk6je1QwE3VQNUcuP1V6Dp2CdoeJ0BKN8BYCoFsJwxrIOsKp1OW/WYlTZ8OfGx3qKfE5nNA3I86UwkAqX1br/8QwGB0J90x3Hmei/wzbqDfRxA0rOq8fusQEjpuaopawDIZOOnwMb6Q/yBIwC6A/hbAHBn11BGBWrNP625X1Mq3inaSifisKM+Qv8Afg1SNrirJ5uOOYdIV26mUDmB1XU7cLDzbIAdULjmiXS+76oW8C9+8eHmb//2reJSH3emBMtdOY1Bh3ZKay4UvdAFALvwp3mBGtuuZSv+OwBjoreRC9Ze0k17z/m+coqbR9GVyCcZDGp+q813VQ/4n/2Tr29KK2pPBu+qXnYiZIsFFbWqAIOVnUHOLkfdcK9J8DaRoV8qnbVpxHtJ4S2dRDaBphs6Qplt5JSoUdw8q+ypyIUAACAASURBVPUpkfZeJ2jDUbtyAqp/r1+/1e8Ar35HA5RwTiYFfmgZ5Cf7YtahJx01HFkQT9aylpTz+7mLc+A6G5kR1jnFewH4VOuN+mpA+XE5cyD/Ole0cZF7mD8cKlDBvFO6spxQ5jGWMWUdZZ0BAP6rnxeAjzOVHJFWiRRvkRzxrajxwxMQGbXcwlfqefOwnmBOaj23XcYKQo5pdQ/AsGidNNA8i5MWOkV67/3NyxePCvx9UWmf7RRFKQi102UfcETRO+8BgAHKicyfshTZEgDNPoG9zThXH0w/fjnb84auY060v2WIy8FjyY3nM7aL0567rt9OLb2EXrW1xb6LJ2Y7R3DRcXZYepD3Z0yWX7cbR6zs4yc/8v01ADh72t/6COApeGHKSxP6+dpnCvx9pMA0ct09vhyS+67WOxdsd6dm9k3Jj0/DbddzvGDr7/d88a8aIP2e3fqdeiw8Ng3yGcBurH0oPyZyYG6AprHy8ASUj+RDPgYAr392gPDynav/fWrrndSMSuMt8cacGS6ObIz1/W2TuN93Kaoz1+b4b0d7mg47MLrTfx/VffNx7fkY42aqlEt8sJ73CfTa++7jE1KsJF1OjInnsVyj6HnOz/1pmjcLTf7d9w2i7YVD2OLzc1vzwCYDTRuguOtS/+e1S0D/XfJ0GIL7pgl6XPX8y71tSd+B30v9WXy4ImRDp30dmJGnHvPGeSMC+NxuPFOvzedqRzRuwGXylenh+060GH24tm7tAG+ez/UdiE1v9vHeBxTvcnjJ2D6jtMITMnIPg9yeAph2ZwSwdEpOhPtLm6cvXK4scPHO9oF3fiJDsx+X2vC717P7c5e+m+3k+5Pei2FneBfTrqMHbdDloIth/twWk9+pGDng9b/ZxxhSuTYjP+wBHQNvAw1tmflui2Sffb0GwKp9GevacCRAcPVt9ik0u6QfxQstvzOiN9cnWLzTcP79kHk46YOi8ezP3o+M22kJlwxeWkuurQe39cdZgex9vk0f3z/106VxzgOvDuZt2Mr8XwNx8VAX8HcANfbS3z+7rrf8rhTOl+YlbYQ/MHlMIPcaAHzp3dYHAZMMUOSa+Az92eDDBKqOmrvc0wYH1QylPdLHtjE0AJD6Wv9hQCY9HfISwNVGFSKJk7LRUbChjX8mZVnPczuexMHn9nwv+Y6zDwbL0NPGjvCA71VUj6IlypCCMVKGQIPGGDktdw0W9Xqd3cN0zEhfkh54tnO8v2UzBvnUn+Qdrn279KKfcVTGlFn3x2O4pAPNr7f3tAZalrxMvRYeyZ5hGekMzqw0sX4nhsx9bVJEbvTOMFrN+44a0xjCRl8UaUdNy44A9twbeFHN08NguvR5IoVtcGzDlfrm36eOTBQwxvGTjusUgL7fBrpEcQU4i7zx3IrQhybmJYyh1ADle6U/ZwzSA8sJIP055rfTOUfG9H2355SkGOM8bu6Za7Xp7xk785Vrr+a6+tu1DGWsLxopBbQM8CsCFOBBwFmfg9BXpDp1n23qO9WUFthp0ArQg6gzpxU2oOwItgVQ72uqDOoCSbjHsp/5BrQQjQDhSI9Zd3DtqNEKEF5tPypw51lFdxmUXv8cLWveimE7e24MyaeI7zC9JlwLkvujlLdO1Z0oO9VTbbBQslB/A9xEt/Ooo/8dMZ55zhwwXZoZ9CPAU8kKdTMDsojXGlT0eCK/juZaPG0jLX1hnE8LqACYDEDg1LnToc4OG7w7+vS0HpEaVlHSBtLjgALf0cdEjCV1uICfoj30OtL/wmeV3hY+fVL9wXDP1Apc0/4F3nbNcz4HiLbt/QXsd+plxvC05tcRl8t5BaCVOU70P/1CJpNtIxkXABUEWBVfPq+Uto7kNegXWhJFDFBE/8Lf00F26W/XRX3HuARUkK7Xkc8ClimGqwhkotwMwuD8cdQzbj6TM2L9BxiWflrvrfIkBs6z/zMISdpcgUYAj1Ug9Y9+8uLm6woFJlWtwX5/BPR0avFEpQN+B8iJYxbjB9BRCtyaA0A1gDH+flqA55eVXhdd8G2lf37/FgcRwCkK/trpRvwvsMdcDdCG8wGpg9WPmpMnpIityM0u9y1dqLlXWt2jy/5FfBCdxL7i5uZVpctGtzBuAZL1PPIGwETk6XP1M3NnoCrndKckJg0yabTdvtTbOKe/r+hN5vJJ1eRmCWAO7JyCPvKaz3pA9C8gMDzy7p2BR9YQgMunz5ABv1t1Y6VXa/6rX2/fEJkOr0BnXuy02K7lbadR1nWip+F7Url7ryRcTfpP4Ffoo6jXpttxhq1me7tjcN8qTHuLVh/QBD5UauC6l2YYB6nH39Xcvqoo4G9eFb04K3U6+ayBomPL1rH+I4vtOATvR6bWjAKOEnn/RGneJasC6w3kak10nmY9Qqp82fTq7ydF7z//s3JoKV4k7bhAw6IxtZaRL+beKd9x1Ol1A31BxLX4i5TYNe8dqe99i2liGec1ztAQfkR2pQdYY4GBcbJSRgjXLOaZOMJYLzdIT3R9g2WkTNbSwZ6Gd+hlnqzoSJzD5MAmvvJ9+T20y/y9K0cD9ECcikQe+iHd5bszHpf6YOLNq7QtEFYkxmGDfjiC+bR3T8YP+FDZK7TtOfaNzmDU/I3DLk48Fen8b/7ym5v30LsjkqX32D9AZ+luO+QlC6D3D+xjnIJ87W/XXhQ+Ye60d8C5gzW03sF11gplNpCupXY0c0St4u/kCPOHP1vgL6961HuB0PTYb3JdLLeypPQMOIV0y9HtQIjmm8ORMOvx4vj8Zkff2FkWWCw+6KyIZzuR90r53vN6PkPv9tT51qzrAa7FExdA4DxztmOuxVdp5FtGjijhzoaTPXQc52L3ip19P0cnQ9BnAPg2f3y+8pkCvzUUmIaGuzu17dL75nF2v/h4Fqofd8Bng/Plti/391P78RkA/jSKXQKUZIhqRtg9mC4Zrh/yRmpR8EmKq0vGniykD2nPkOv3A4BPhqSD4d2/8A+GoAnwBgD2GHrDmMWXzcOVTl8DgG+NPyEw3Yd8/5sGgK+/H3n9/gDww+bvtG26yhaeJ8+AYgmymedqz2P03g7gX9N3c4OUOV+b+IcDwDsQuw/ikjxdA4AvRW9f4q/Jxyvq7JwWeqWpicEwh2f3cKfLnQDwDpqNaJ8jreNdnkf9/AQQQicd3q4AwJmXS/1dz+8OAzuQuL6/FKnrd5zBibR9CUwOWLun3JzgasZ0GI7h0U3fnozvMixd7gN9uZS+c++jyum1seWW/mvdI17sg8iRzrNfm4jWqbcypnVQX+u8gbE+JG2Hu5NUN3CUMZwjp/280rFhphybFx+Kb6deDQ9NQ25olOcvAcDSIB29Nvs3abWDs3lX0tlNPpwRv7vMm6fO+52851rE8P7u2a+0JQNhG5FnyuWZkjmGjZ1O09h/bfwr/aV1yTJ4nlNQzz2q9IYAd3+iKub4Hf3dhsZTyrSOkG7P6zx/Szc1KacuPGxuAgTPqR+TdllzjtFNkRbU51tg6qWo3jlv+/o9x7yDdUsW3av5/nx3LUL6Eq+kjehw3TMcf3ZnMtcJXfx2W886QihRfplXzJoY6hXZjiFPxrhN5lpuDgNC8bXobVKueW++XBFN1uvpewCePMBwnHK8+UaGVVug9R0gTxuniTy4kNhA99rgZsNh5sXp2wMin8E+y0+irvxu5Jt2DuN/G1ABt/hE1hJZ5ms8t8a/HDoCoFkHTLlLhF+cFqLzJwC86zWNcay3ax0JAOg+ZP2WQW5aI+s7QBLjaEtfe3enJ9tAbX3O+0OPBTKtdN5HivJ+R3gxUZhTNpxS0u/cx3XSR6yPbbTl3v0Z0gqnDQyeM4sE9x7r45zD5mNSPqq9XroCAGcu1j48+wSM2J3WsWUuRnYMoAaWMGgH6JB59pC/FR23wCLRaMjnEUENcFl9izPDEW18yJL1VqI+HJnYs9aDjuGbWrrwNlg/9wHS8AEUTE3F0Jwxp2b47rzotLIT3F8RqzLQt/vJs9IZSi/b6Eci4B8XuEM/LDMx6i9lQZRgIotSasDg09kJQp3vaCHLG4JucJ8P9RXFq9WeAeFVb1s1dzeDLbIm0K0tygZJXDMaMAvaANxBXa4ZLDWoaEDS870ia1t3wSvq36zjTF+owwg455qIfBK9Kn6kvmHR2bWPATk44VimI1PmC1ItGxzNmBJ1zb0CklRr0v0E7ZiZTHSGlrC7jq9AwNb3OkfVGBnrtOBEJgTSVkSv+a5A6Jb550pl3c57ODJIz9nJADmWDFSdUFKQH/viOAhVX5h/ZEj1sTudc9ZHry0rspzo4JcvX2h9Eh9Ea2V+a94BgLM+KTaT/QQ6s6kKDUhZS//eVFSwZfR8TuCZZ7XOZCvDvJMWN3WV2djQ34A/gDCvFWFbwBZR6B/fFjT27uanv/einBlJw9s1PwHkD5DIc0gbjlzXkBpzcxp/yTO0rf/eKdq2+vW86tM+AYx2Omfqw377wRHx0kUCXE33lEJg0rVHVwYBl6F4V6mvmWdAUsosqN5uRbo6ta3XP9pX2m/nbK020eHIJwAQazaA7Hvx0LMCARFzIq3p65NyDIBlFYkbuWgbgiLt67lH1DKtSHYwTfG6jiR2AoBvn/Waq5TCen/xZwP54jHpeINaAGuM420Bc8gAUfKsdURcJmsCALBAXjnHoDeIviVKlYjGknuAR9F9pfVNdDpR4YD8llUqrVaq6MpuIKAVFpLc+zn+1liwHWl+7YBKn5gbZzzIfsJR+JIB8UG1XM9/IJpU8luR31UT+O/+7t3N3xYgzBsel8zRjmodvy90mGvIT2c3mDWl47SV+raynRS/W9f5n2nfOmWAsW8rQp8PADCEpl+l6Q0AUxe79NqXFb3K3JPOmbbZ2hOFDW+Ef1zfvdP3A2oWPZ4y1uy1sqcfwKkjepcdQ8Bk7wHjuIgjmvnSjgltpVLErNQs6yVOgUUr1yL2p61/1SV4tnir+IX03sjIE/Sm9ke2+/G9VHQ9xxxyj2SF2uGkqK4+qIRBIqBxSsKhprcQK52x9wZOIY98opegW+8dS0d6XZv7I2epYJxxlJC66khc9N+xjxPoWvNTcvCv/vUvaorLsacaty61IxjZQJBlpf1H/6MXtS+3fRVZ4vu1b1vrMBkPvlPGINLodwmQ6j8AMDokfCTdQ0760hXPiy9+9rOqjV6RvwLeW19/MZzapZdCV/WV/ZH34PngywSdTDfPkwF8PXgr5fMES8UfyJL2UTjJLAC4GV86T1QYe+K8m2up9bunZ87acgkAzpqYdlj/0uUJAFv2zvviuW8Wvzb4y+9ap7M/3gDgeS7l3ksAMNc/A8CLtz7/9pkCv7UU2AV6dXQZeHQN7XVcOv3xaxzbPDbsr936+yP16jMA/GmE3I2FXlDWvGXRuuaFdJ0fzweoZZhabR8Aa7FCFqaHtncepTc0lz5eR9so0uPyQXl3Z/XT1wC7+67n3Z8aoXnpuX0zMMe1bwT2MV+nn++89vz+3L4BeQh9J+/s75kG6Nln84VTuN39uT2/juA965jwEW1NYCzNp4ZP3qVIhPHq9Dv3p3nZCI/DyMMA4F2WJn89lF/uk+Zr/HYLsB0OBmb0bDDPb9jHnW8vAsB31P1dqYTCdy1f3p+bF3tKZbxqMMDXIfbq3/5u0zXA9UontubnMqh7iZb3RfZOvSee6pfMqNwcKC9di1Fuj5qa1wM47O3P/l66587VtQ1YR0Q/Z/wiSw4m0uuZhzbW6X2JDmzrU55XjaNhND0Ome0Rvsu7DnF9KLsEbl3SN/sBafEeVp0YJSyHAV3cjiOuTP/zwemYr0Gs4542LslrX7UT+zA1vHHnuCaQOt9vI/16nn7bc3sZZcXXg8639eM6uF8CoicAbP4/3+93uoZhfs89edcpJa7AboNfiRTMO4ho3OmYSIUc6lOz08bdRfPTvAq4Pe8lpsrwERuWW6Ai+tu1/KjH64OtDRR9tm9jiN556A+v23tU7Ul+pn6JAmoeVy3QtVkWwJN+TR4E4Jn9NY+f7z3NS303HUGOecAIMwwe4ZPwSN55iUfmdzMSWDzRNKC9RFrJOMC/1BTEONIpAONAl3GotmN9EmWYyObJR2s+MV448jURwq0+jhpyR/uKFF4peXVf90fva3BnOrmwBASE0XrQwCxT5yg/G1ZtsCzZX7YfzxG83cRKCua1tq86z9wyI3gZe4yloouM3r4ngO80Oq35SB1Hy0IiHP1O18Lkgz14pS7v9sf9R0RsDGPFl6qxuMlR3hveUURi36NIjON9rseJ/pSROylcu4EAfCuyxTxLG4/KqPe2jJrQ73HzPnqA+Zaxuayqs55volTVdBvwEsGrtMAd8buiep2aUvRSZOQ5Cjj68pYOkc55dPPuW/PrTFUskKzpgFkvxkFSv0rPdd8EujQgkmBi+hW+O/raOnupjwUA01ScuOirAeDUSm85GkZgA7jL5BxgN3OprmEs7TUVPlHUbBvy8z3vSkQzKkwgcI9ZRnL06ZEOGcM60YY2dvI9jh6SW2rW1zXVEGbtw7A99onSJ5063Om9AYUsu56rgHuOUhJP6N2k1PS82tmCEDKvNY8r0pL7vFbJXVOAEf1KzdrpiMK9XMdYr6jy4VnCeFC/GNQdXWa+oE3xonjDaS9zppoOoOI7jcMG5NBZOjPyBJ3KmD33lqa/gTF99GxqFntvGp0SMI86ld9Wym4yH2leqxijVr+Au70mpQ/cL3p2NLPGJkCDeqOuR2wZpC7tOXMA4ID2bd1mAE1SnjIOR2szL3Hi6vTS1SbG8CfFL2u/0fwSJh2HKt4zZQ+AHETIgHjJZ/39HoBN9KHvJR/wT4EGGL+Vhlh9WXt5UszyAVhVTcrNcdQ6wWCbSV/8TUT2gKjnPsv8/rZe2uv0cd86T5I62bxH+lIikN0fpeEnek/vKcBlAMDoDkW2NviQtYUxpRQIEYGAdhjrH6t2aUXbflftPHl/85M/LJD1WY3vw3PV5sx6GDkGQIJGSfWqlPWEB/acOiKTfRPvq3l4Qi1a+NgA8Md6D6lp0UeAa9RH5T6oJiCx6EFqWIG/yCD1t1lTAXTgMpwuAIyKTx9VJKf1Yte7r/sBag3ArLM7/ClwpNdM0NjIDamh6S/6xdl96r31vep3V3sBfDSndc/TGi8g6Xul/vc+UftsgZHeu4r/BX558ZfDGA4ZpGhnv4B8S4f1ewTq2Cnl+YuqRV2NkcrZqW4Bsf0ewOUnipaVlFknF3gpvgPcq3rLfPVGNXir/9wovQ3jGgAUD0NnvldfcSCgX9axPlcBuHUGIq3NBnfl3Ea/kRgcINSa++Za1TRevFr89df/7/+scVda45rrpy+/qrYBwQ1o8QZ+Si7ro3lhrWjaIYdyNChdTY1d+kkmAEfGeo1xTeRyhKm+K3tB77ueVTS32gSMrHb+4s8rHXMBwFjy4Lfnz9E/ukU8LDmH54pOWhMAH0lIIH3iqGAB9/WnHf88//pobfKynrN27U7kJCB8nfnr/QbNyVGHPTBZD3IeOmw3dijmvYkU9vayz2+htfiJvY8zg2i66p8cxEY2AqLOs656n+ysBzoPHueT5SQFyOsBpQ4waxadY174zs4BLNk4eRichG7t5NNrtCLDtafpM6v0Kjyzzm7KWFEyjND8u5+/prCy9K/XV2qGI4uei9QLR/epdIAAUnjZEcUzQ4mmpPQh0c7eK7OXsM5nkhwZ7DThkgToUnXKv/zi3c0f/8mzigB2+5EttccRX2tWZxTo+RwghubfzkOUG/GZEF1GP+bHezED1cjXBGx5BU4SseuQkj6ponNNdOS5aiOO8NP+cdhUWhfPPZN4AV067CXTLjH7mZrh2ZvM89506BV9el+W88FdALDn57a9VOcZ0fXYIh+/Hzr2t70GcNP8oGMWmBMHfP7jMwX+nlLgZGA7q73ziLMDyIJ2fNuL6q+FPjH+LYP8OgD/avrxGQD+YRO789c8THlhOc/bdX78NAD4AEiGofY8kssAr+95OAC8DhMLAJ6Gj9QAWZ6yfsNhmOuFOL25FoGZvl+LAN5naS7w12l6pn8Ms7Otu569NH9HP7eFdAcAfmwA+Ni46r0PAYDT08UHAYDn7B9GdjaLzaryuo0q6mZOKWYGSy8jcc97Pzc3TTJ+DWPZLiOTzvt8fCq/3CfNvx0A8G35+zQAeKTQPDzvfbiJMdQ0XXOPkXptxNf1HdC9tBE+y8tcm25TewLA16Jy5zudFtH9niDArxIAno4OhyF/i2A407FBuwboSBuFp7sMHa0HEnEbEPfauhADWHg+Osmgkr1yDTLejnYLtfPdEQ2CRohx9RD7s8POCYBtQ+Z9APCttWvoh/T/C0U4nY1OMYZm6YNESfGc5wK82tiz9PRuINRaIkPB7XX00F29xpwjdc68Odtw1CKGkyVHE+yadD7I2QBwIqNsAE9UwqoDe9BF3V193uc945o/sRpKVwpgN02O9Rdjjg6i6/vTWoRBoy88etYRFTzT+wPJUzzAZSBaRmQ9tvEP/H2L9p2mNbVANcLW9wF2J9VnxO21WrwHfdEDNe5ZG/iY3waAA+AaEPHcRRbmeyfIPI2hmRsPd4HoHqcNsbNWruokYjzBfZ5nAL4VjmPaOdVnRzeKH9qQidGvp372xREZjh4mNaXfm9qejjDwZ6RHFxAcY17MmnO0beSLAQVz7QCAudMRb47MTVRumIXvMK4ZAO45b4OrdFK1FzrHsOdx+F7XgbRBKZGdiVhcMr5AurVPGrwdw1DrvADANkYb3FD7nZIxBm3Rr+5ZgLijMuLcEt0cugtkHYBdqBiaTEM5RLdRHIDblIE3Dp7LebF+CiDEyF8GVAGzAvG8xmIAVlpi5oEUlap5aZ2ZiGDxM/PXMpj00DPlM9cSASye73FcAnyidQLWWb8WnwkQJK1wGXq7f4BMcroour0n5WD9J4D30LeOHOOiUn+KvywnpjNy4TTC2uN139Z+pvXMoHtkdgLAUz8oMhBDtAyLifJzTc69drj0G4ZmAT4GgCXHAtsA1VxbN3pAKZ3re8k/pmLtPxxJBB2UyrQs7dneA4ZJZjvyl3upJUyNST5O7U76RgO1gHD0yfdTfNDgi3hBRums7a1TmCz0WBzQel40H0Te9mTCP+YdQGUMyY7q5J2qQdnMzO2qCUpEHIDbOKco5acM/NAF8Kr1Xl0XPZg75hRjvBr0y8UKicYCoFHkk500oLP2Qb2O8/uKSnbkl9LpCiCre6uhV69eC9w8dFE1n7WY+5Q6WLrQAInT43uAAc4PmRZdKgVu6+TUGCfVN3MLOEXN1EMeq3+k2hR/s5aqTY+J3wPQIvdyJKm5JKKXdniHeXftd5R2FsCduWH/VnQ4UiV3qnDpwZ5I5gU+IxoMvQFoGQD4De8hQlI0d91JwAXeCd/SrsECUUJ0f/H8hfQiH/iA+WZogvMkx8soLz6H1gDN4nXLevaR0OhFRZ0KpGh+/LZlG9DLHTMA6DTgrIGWfeRAIDbpcOUgUICTQBfvWZy+O2PraFrWVqWJdi15ImoffUlKWgAJgK/SqUSpVyTwH//JC0Xt4nioNbP1TdZx6PS8IvfwGeFdSrPdvAcv0L6CUmscX9YYHj9lDIA2rCHQ1j+hCdHZL9hDSY9bF+I7o+DCevm7+v5bRR5aMI69PuByAb01JZKflKoAyIV/nHp36lbSfxOZWOvGkNMmtOiRNnhO53deiXOSeAQpsj5moUTO3n8o8B6pQQeSWr5Ba7oKX1BCNucfdKOAweIt6IZOEdjTYE7GZ7nDcY3IS9Z5R9RBP+uI6sOhgHo/j3rRpoOa0EQKf3fzpnTOowLriKKO8y+RzvAF80rbvdrUWIiIdjSs5pg+CVxDt3v/rvHUgN6SXhodiH5hPaJH9W76CW0Vqcs81vVvfvnx5j/95wKBb6qO8/OvSo8Xrw7aa35pq953nLNavuBHOxA9uXlTCDJONNCZdOj0S1HZOK0onclyMqId0nkLxHzzpkTo3c3/8c9//wCASfPdVUO0dqCbtb+SDHpfSPpeRYNLrFckpNKaC6Ck3jipzV1jmSFpr9I6XOeJPvZPff62ahUTmY98s57YMWedJaiQ4P0XDzcTCuZtRyr2iALKLeNZ9zX31den6FDmt/duR+3Vg+ZkE0B/m5V8ebOPaH/a+6zOZOU123rcKd4bNJbzIL2zA4JkQfMfm0fThnGxB6v6unEWl/MHe7Ui+F//+5rHLwoArjbeVZrzAMA0w/u0ZQLwL6UA3dAv0iUBnnt86/zh9NP+2HEgDl1KIY7PYemOZzWHOL+8fP7x5ic/LeeJ0iXM3XftZIO9lf9UxUPMYB6UCzA8Z7xXH/MAeijCCdjKDWcbzsHn6Lnme5cv8H4aXSs6Z1+WYfTPXkr1F79fAnT9Xe8n+vyd564BwDk/rr1uj6n3hMf5sPl978dBA50RrDNy7Ujd3Qag7KPX+aQzoPTeOSScbWhMv+0A8DZXBxH269f+vrUuPfTBz/f9vaDAMmS29FwQ/u810Hli+V4NPOyh3RC7ntrGk72MVcRo/PK4H/b2T71rvveW5J4v/Ej0+wwAf9ocXTLszxZiILpktPbic22O7wJseRLPycG9vRJ9v/YuAMDN/15EY7BYfeVAd4C6OmS6vzEGz0jSOc5lSHLfs5gHeAmAnJHtHvVp61o7k39liGj6Tq+z0OhSVPZ1+nV/s+J/GpswUmuSbbrd3G0euM1XK4XLHlUZA/G1Lp34ZPzxKQBwAIBjXrrLe+Rxmr+1MTo28+b5hwLA+5h2unyqvroG+O78tnh7A0b6xpW++DLVZ02tuRE93qMDTub9LH/2aAy/Wa4ust0dqaMNRDhdkxlvedTy555iOf3a5/MaAJx2p3ztRosJSF6i0gSgdxBYUSAD+Nz7dXh+N2F2Ob8tI7d7oMPTJpDHoaQNXseBrRmbdJnHPe0dLX5uXZP7AwALNOmDVHSXtJ+iqAAAIABJREFU5zP6wBM9+5ED2LyH76eB9ATw6gDVoHSA6ABAdV0G/E5/mHclBXQOjemnDtJDb2bdynjmOhYAcsk8QKWNdxnjjPrNDNBGUsoe7RNJMYDjGYl7iV67/p/92lM27/TN38c8ymgBcHU5teXknPnMPp95rwGwtSau+byt/3euDB+Ip2TUqvloAPh0L7Qa368zfEdOlyEMmIp2qMGl1Guytxq0PJwLiEbrdmb7mBRnZHH0/5Qr+qW56bSCGHYOQ0RdD9h5CWS7pLdP76txB0xIDcXw/56Cmj4Ajh0y0APZQei0f+Lhln8ZvwfonZSbRzrjg8mdwlEGVBmLhzGlo1WWAWXt4QREDeCaLgIOhbePCN+OfkuNYH+/9BRA8dQDfC/b4IgCOwCMMTaDkJ6vCdbmd+YXAzHGvdDh2CoM/cL8ToeURGGuazYcr3H5vbwnQHD05bznVMNVwCEG9xVhJ6M7gGWHJc/1Ve1cBBRNf9VEbX0rwAxwW1EsTgXIZzko+u9jbWrwXUAKDhlzM8V9AivM94oIrQ91MAV6CAxrC7noXtcEUC7jEyDYAiD93uhgeNppGAFqMOYppuXorwx/RnWWgbojNw792HMnnc6a0HPD34A+fCYArMhX9qMBgKFbtxHe8fwtAFhGcGrlEVUi2VgRZnaSSD1pR5sYSCd6dq0T4YVE3mJIJcJKkdQdpY5elWwNIH7VNs0+aUW2Q7+kotX61hbXCRYyFgy2fO8U/TZkx2FTUZdFN81Fyy/AMkZkRQSSIvXt6zIcd8rDXmcBR2gsNWQFPpVV/2kZdS2vpoXlFtloQK1BQt00PsybIiYFAHisiWpVvwRK4xRQ9XkbWDMoZ0u6ecp7l0M+aUMsW5Caanl67Sc1qBzEeBaAXM9a7nm3xnYAsKzlBqDlENF8zru0zrThOGC84Iq6RpvQEPYiahS9lshlyWMy2NTvAMAAowbXOEiwrzUYlw/9B1iDpwBf197ad8RZg+cAdOZBLGlbHQleoFdHSst5pK45IrVTMDfwcJSI0MHVDriA/rQrPVGX5TwE7xRtnI67503y1DVqi10xqLtuLs86Dbdq73aErOgFL9V6Qcpo/26glWs0qyituv64opu5lnTYkSvmCDAnfHPsM2rGBNLGliDQYKX1/6pS8ursKsc+jP8GBN2+AQdFgGpMLIh2SEDHRja9fhl6WucmO3hCY2WGqLYAiFNHXuB2AZJAGUSZyVmBVKq9zn374c3Nz37ysqLz0Yzma41J+147Q0APpXDmHGSmqnYAfDsrRaFZRMDJsaDSxT6tWp/W4Y4cJp01TQL0ff0VdIcOOImUDFVEq6Kd2csyb/S/8y5bP6KHHLX9uGoC0yyPA7jagcBR2ET6074A6XoGupKa1jVMvbbno+EVb5I6WbIKn/XeLfyJmMixS3JomfXZyMAQmSji8HgkU+gXIEMC7xGsjqyPTjAfEcFJWyszBPpeYGr9S+Qr94LBASgnw4NS88Kjvfa9fl3jgHdrnE+LOOxWoZ9AX2RbfcZpBR63TMlZRZGarhULsEkdUGdXcB/YUsE3qi9MLW34Gz5qcP6rr16Knb30QPePN7/8xbub//lLZKCiySvR+DTHQL9kfIgsSR7lUMQcwXuVJp/U3QVea4xE57Z8AABLtnt/8rjufVngr20vRaPXr2++rpTa//jPa+9VEcA8Dx+2qEpX8X45bihaln2RAWBHnzqaGpXPmql1U2A7bdV9pJPu2sAqBaTsQPV93VMiUm0ajD/WxuYv+keUOnoIshMISw3lwreaL9l7LAYVKMmA5KRiUF7R4lnrDmeP3l9pn+LIXIum97isWaw/2oqjN3R4tawo4vNYd1wX2U4kdjCZZ7O1l2c9WHvmONlpLseekXbfU0dc65Zlj5E+FQB8c/Pzv6p09R8ripuoe5xJGgA33zvfOnqefj9V+QbvX+yQFqcQxpN9ivUFupEsFADA4h3eW2OmNnlp3OrLB0WD/9EfvijnHtf0VvfYC9Y/snMseJ5etDMe62uvQ7raayVT1McCO9hv+wzzeP7P++LDRusX+3yg9g0Kc1lT32tIq8me13Ue0IWmm2jcJSiOPV0//9AI4OlQfNhpen94tk33nrH7aSfRtQe3Y2kfLNxJaW6I5rPcotnK9OP7fAZcZ6rPAHAT8POPv58UWIbK7BjP44wS+OTRZ6NzudlPbu7aA7vBd923vZj+HJfmYexX3MFTx8+HwI3S5z9/JPp9KqDyo03M72hD1wCEDGcaGy8N8To/jtPtRdqcAeD7yXdXe/cDwLfHaQB4Lbxu/8cCgOfivqfv+BSa7kDQBFXup9ntO3bg4T49s+7vTeUm0taXt+X8Nl/cN3+9IcnmNbu8unyOcFzt5Lq8vrcuaEOfDZn2aucbVqTXWR9u9tHBHxn/2nReAvcvgQWT5jtdPlVfPRQAPuT30gaZHe4DU0BnPRzT4Y2jNtlNCxlRzhH1uX95Im7qXtNx9twUJ+WEdA8AfC118zTQuJ/mlz2N9CUA+JIs3PZkX3cdkQZXNg0Yxo4osnFPDEcxLlxqJwDx3qcJJN8FAOMJLwr3wRQDt/XbShGF8TcH132ccYCJ0SPtmJYrgvWa/r8GcE79dTw7ABoOhomCyHsE1I2IZj9ng6oN45btw4jWRJvpricAfMhGNatxtQrgeYBDR/e6PT73AbLuw15bz2+ZB7tLfx99GTS97337HOT9TjsJTZaOfKi+D/0CCKWdaZSw0d/RZxhWMuZcN60SCYr5xEb0CQAvQyeWSRt920bSpDgDwGqzQi7Izse5HUCGzyMijxqwDMAzHUZS3Sug6S39X3MWXf+lIhrRZXpBG/ra0DGMLMdcbaDpnMP8fkrDq4jLJTM7AJyoGB/WMTKe18o9XXTmavJT3pvnSTU6eWF6iGcOMN6s+88RxAfvN2hkZkbIDDDx/QQ8DAgYMHSksQFQ99UyLcMLEVCK3DUIHfA3chL+0f0d6QjQEgNkxsnPGSEfANg0IT1mcV/kWqnyYmBfGQlmvbuj/nN1KhHAmY8pQ9FNXBMg2nN21O87wOPz+FElAq7kyHTt7Lmik9MuRjDqEso5QcZJA5QCeToSRWPWXrboW5FGUz8DLohWoov1JvcRXRXjEO1jsAZg4R5Sgcugmn4OpAog75irYx4dacGHqAo+OAcQFSgjYe835DQzIhQyJ4mICl97XWywqZ0zeKcAzh6rolV630l6ykR2S4R5DyNVpAyJV00b2lDqYQGb5k3WBRmbuwaiokZ7eqTXqE9YNKWvSlfaBl/FqtVYzjxggN30r/dWZJ15nQibBu3ruwC05wjCjownnWG/PxH5U7bze+aY8RF1SN8AneiTIi2rz6Enhv2kNcdALceNGr7qFJZx+V1FTX1QBGVRt7dkAgmKfjLSdsQ67T2tNJIBpAAxXApA1NZPHlckUOvIw/lWKWuRSd+XvllevY90LdIA4IBZFbHUYJ51B+mYDYxl32JQFeM+8mAFRe1Ppfmk7eIl2o1M8xzPP631a/KfZan4QnUN7SRjMM9ynrIIqn/d50buRwca5H+iyDNe6naty3nWKXrhAcBZg8A4FQAUaPz1H6mSlca65o9xwzvdmPqbPSKgRtb5Ayg/IvoMXCTrysqKgbHeaaOxE6emr/Y7ElfksmsgN20B9AKqMP+PHpFG3ACe94qpeWsHg9Qtj26I8xPCpDS29WKA2scFeAHvATDgaEK6WEdAus4zdBBN6xmiDOMcwF6az3SCiLOJUp0W6Gg2tKPNm44sJgJYeg5gt+57R1RoR5ur9qZSbQNwdzrVAjiYf2RJfA4vCLiBruesBhpztU3Ec/RTIqeZG9fZZl3EOQlwO05albK3irg+q3n+B/8Lussyrwhd8Z5lhD4QwQod5LRQH/ic7wATGe+bNw3UlJZ7TFSl6InsP7p59U3XqS42+4OqPcz9cBzgMOAvdP6y5Fk+Cci2dHUAAWRbAiRA8FnxqiI26/c3lTb51au30qPPRV/369tOyU//X1SKZT4BcK2TnL5YQC0lUty8577pz7lcqYHtT6B3OzrRzmZkenC64JrTPnICShNpDrD8RPvPTsdcREWW+EgWqp8Au/7ejhYCBOUA4EhIxiJdU3IKEMs6iX6lMwIukY/6+vXrDxUBDABcNHgOqoUjDgCwo10BSvWmav5tAaNyDoU9icruaHAvccy3UwYrwYLSJaMLSuZAOGucjC015aM734u/0ZXw1vObV/WO//G3r2/efUfuYM+p0s0X3T4oit3AP58DAAY91b4U/ej6wewvUtpDIHD1USmk47RTUeEva25fVZvSpdX/r0qO/uIfFWhYfMEHvcY8C9COcwijV5kdUoe7rEsAYL5C3wQ8N2jqsUU2mSunw9crNHTpVfpXIDW09/6/a6J3JgvmStfFowVosh7UHPL+xtQNyJM9qebo2xofLCTQFSC851DpoPVyy6brwouTrOcbIE52HebP9XHtxOQ1wmeYgI3C1eGB8NxhRytdRaiyFhPWPJc5cQmJ9Zn7UtYU9REZZ/2p21i/HnMurWs//3k5FdTYKIygusk6H1DregHAqb0uWta9AoCZ42XaOfY38KP2kDWX7969qXHgtGTZIi39R1Kh19u+KtD3Zz97UQ4o5oecw7IDli1ETr2+4hTZRf/WgUdGsgZqNfVyFEBve61d5Z8WiKsSTPTmAgB87D96f7v2ey37bSr02JdDuLMp0T+D7K5jvc6Jsx07jPl8FaBZ1Ol90QSe53V+34FhrV8DqJ4AsPnJe6a575cDNGLU+1kt2bTd51v9rjUn+r7Paj80AvjEob+CP0LkNJ2B/Qpe9bnJzxT4tVPgmkH14R25bFx4+PM/7M6LgMZM0bClpvzUt10zntzfTmvAvvF2qtCxyo3GrgE09wEx9/fn+92x88fcBGQR+H4t9wKxKdj5vsOINl6QBXoZ0S/TMQDdJUBFx/YYmzbA6naEZjZBBgD2z63Us1eMbcf6cQEg+xT63cePk3/uAoXvm7u5aTkD123Y7E7nvk/lk2vPhRa3v79Mfx8x7/9o84xRvxfwfZ5pwV6mMSLHaHRue1//J/vy3afS4dp4vcl3DaNdJ1y6Rjt7VM+c42sRunfplUuA807pe58/Urf5yVv7p0bG74twvg5cn+f/vv2a9bBBK//eG+oNBDnk9QCIzyPf33P7fhsO9ut3RdqeIpA3Ql+KFjZB1zuuAcAyTvbhIIb+yf8TbN35MX/HICjjWx/6+A5D+N7W5Dvx5UYsxf4MPbgbaPfn08Yywm5OGsjKMDioz6eDh3UWrDgjoWXc4xDeh2mxavc16wspKLMO6fA3DnHh5T1aLzQWfTagdl/fdnmaf2fOpk46AAAZ3j3uS5/bKdHP+7Rdz+1txCN8n7uzEcAALXy7z+Fsf87brtd3vjzG3Lo4hlBH+djTHQMVaefUVntV038Zjqf1gOksOil6PwdnzWFk3qOGhDMl8krVu1LvTp7MGCZwOnWyUzjaMLzzv3gIerVen85al67NebkEzMpoIAPlAvqOsXT0GG0kg0F4c/XNkVawddbI5ciwdMvcLs29bAypCYBr0ZNunfwb/e73L0e4j0NHnqKdWj8QgSORxGjX6ZZDExvUMaKYzgFzNVdt5Aof2xjsrCAGhy03icSivwFtBNSqn5gbvec7ItiGDpjgQFK0O/rMzxLZNaP0Vf8Oo45AJngEG5Zrje58Mo0rGS+AguaqjaPhyUnbk65oA56NrGc9EZ2WPUbGEt6hTWqR5h3z3QIfYljK/BFl2NG2GldbTr9tReo0gt6r20hv0IsJccrXBbaIFqJjA2/VVvp/pELUnNvYxchUuy46gfkfvx9rHhHG7fCzgESvT9zvzA/1X4PA0jEAtvVfUuMmulB8LiBq8XlSaYtmHQHoyKDqo6bYYAspkGmZCD5lBqovp2GNtJv0xPVK17wZ2CJ9MKleDbwH+IvhzTU4sbKl1q3T8k7dSIpjCVQDE3kHQC26JJFlBy+MPTFtBWwD2MtHhkcsztUs7TA98A9g2xGZWe+lPrDS54o/HNkpB4qswczPYUhkEUB3M0cGWvzxuPlYrqnxx5A9F8cZsX6Pg8CskecmGuDHMYQ2ZKQn3eZKQ532iVRF/30QKOT9gKLW4eO6Dr1Ew+4eIPcX1b+AM3yXfmas0QsHYF3PojcAkOJQQp+fFpDqzC7wEenGTSvqwx6pVqWcvQ9zPV7QENdsdUS1O8b8EC2nNL/Vf0hOv1SzmfvlNNA6RrLndPuJ+AkoCjjo6G/T3uvhlBFHofMhutbp2Rnb3CdYH/NxTWbAAaKlDWxTd5j2AZScaQTgE9C1gf/W+Yf8qS9GN3R2qu9JDSqAsuiGDwJje1qpiRXNROp2IrFx7NBYSJlbaUWrHcYJbzMfT5XS2X3gd7OO03QD3j+q+YHf5QxBq+g5zYH3Zknd/KSAT0BZ+E68rj46Ug86qw6samR3iYNeQ4QjspZ1KlHeDx1c+/t98cHznjfrP9WBBfCq59Ejr4u2Yk1lmfnu5mdfP735g588ufm9AkgERmtA1YuOOBUoVS+FZooYJAV40Yk5f1a0k08RelHOKKR/bdChQGAcP7DwU3OTj/IwaJzFBwUA+22OwMQx41nxovqmtR1AsHivAcsn9S7Vda3P69cFAFfkJ3R9+fK5ovreF/gHqGyArFPGt+OF1uquDf2FQMfeM0JT4G/4ut4PMA/A6z269YcdrtT5PtfYoSMR8lI79T1OS9z78hmptQHGez2nPXQFzkhCf223YC3BGYGpB0CWPEtEPGfMJfQjavXlS3gK3i3dAkpba+s3Bbi+fUP97ZrXoi/1e4kghpe89jljgtYy5Jt6zMg96wERpuBlknHrKZZeIolZltQnOSmQVQB4rKKLv6AtcM92wqyb5FQAXdh3FYH+riKB/8vf/LLWy5c3f/fqXUVcfi2afVu08b60z138Lvm0ExO6wM4n3gtbpzm9Px9j6suJTvsj9hfQrN77dTnc/MM/K50sMB15sSOKdZ5LRni9VnN6L7RG7nmnsjeI8Xp+NN+0hVOP9+5a4+AJOWERJWzQHnD0Q6UJf/asnEV6e0z/ASfppvioQVfvKfiuwd1OWiF+LCYgajUOD08UnW1bj/YVZCQa68tKwczT7hOsSBYL1iKdifrsCsCvvavOwNb92VuLDlZD+sQGwr3JdMH3T4vG2Q/7Tu+TDnsbY0NWtFZ7T4rfAuOH7D//eUVyV3S4AMyigeqrI33SjdYDqTcveitLhstIMJc+mpuv/W6cFqzb0eviM4HNpXPKCeHplx9Kp72/+ZM/fFnpn9knWefxPK9TmmtkrftsRzxHtJtHvN/MPj/OIxA5ADDjnQ72yEPMQ3IwGY5acjZgDA0IB0T1WDwmZIA24/iV/Z7oIeZa568vijdVT1tnyz4T9byIlVtvew/QzkXSrTlbWM+teZ9O9V5fzvN8/GlZ7jbNM5QSWN/P56wzfM/8LPuAeS9nth8cAXy7Gz/ulUxWWt3G9eO+7HNrnynwa6bALqif/vrWZp/+4I/yxGcA+Ech49VGrinypQ8vrASf0KXdwHwfP/5YAPCxaG19/V0FgFmntLD2BpZh3RcVzD0TQMjY55zs0cT7vO8G/bs2EZc2BJnvHZi93e6nAcATEMoaLvpsC/gJvBINFz/PTctDWNqH2csbn4fKy/TY+5Ro3Rl9lUjPbNZm3y+Byde+vw8Avs8ZQTxoN83js++fYj/OBvRam9cA7Ic6AJwjcGcN6IcBwBPMtWx5nvd+ZaAcfBwx4Pbn+5ecncHra1HGU06ngZ/rpHzLZweAQ1sOiOrzcUB0hMfq6xnomvcusMsGrQkAy+iMMaHbOrw7675LchR+xKiwUgP5UHfmkZkpwd/FSH+0e8HR5qTLZGTZ9ib1TNJk66DEgW8Y2eOtzfsS7RUAWLQeXsEeiw94MfDmAO17M+9nfbDTRYDgAIl3/XEAH6M9P+N2d/D+0JtbaoFr6+wl/W0Dqg+ESwfe3ucZgEjaWX+/p83NnE++9XPzwOnD94kOhy52bTD68ZSophq2UmZnnRvAp6JoYpXpvvNnUpuGh+hTImbPxpDFhVlPA4JM/lwyMQ7oA9ANIOdD+Rnc20Fj0zi8NICuFt6kQkYvHlGt3ZnQFONTPjN1cuYn3y3ge4LTq75X+hFAMhG2AXnD85IPjNcbcBz9sAwYvm/qdtNujdPV0BbfzAwOyBfaLW0k5XLGEwB415v010YIG4DsNJH6lAZzZ4RdHG8c6WbjflLxzawH0ndtHMy8TZqcecQOCdEPPKcIoI7sSFuK3CQlsnTLbRmb11zDtunVBivJX784mR4suBDAXyRl6OwfhJn3O35BRPPj9Z48F6DTX3eteQzvhw7Gopg1DsWLwdt7oS8Gb4ZPBVS044h+36Lt0k/xa9Pc7166NNHaGfyesl/8Kb7qtHT8rP/CC9FvaVd6lHEjZ/Wb0wGXsZLhMDzjlW04Nk/xRBxy0k7mFbHPWokRPwAw7b+vCFgMv65BawDIE2adiJEZy6qBMb/HwKwjbwGQ176ndVCThvYBkmzcdARTgPSk2QygMR07uR9QA15cqUU7Yl9Ksnmp63kzzoBbWQMyb14PK31zAcCMTRGg0LeGyJgV3dWgJPxvh4glK6y90Ez1BIkow4Gt17NjH9B/O9UtwK3Xwkv7yFtrlIykrgkt5y1kqZ1oGKjmbexhjmhI5k3yBPhHvUqHVKlGJoCBeLkM2ADfw7EltWXj/BHj56WzLiCO57mjbEhvqZSmAASuWUyEnIzB8Lj42/IaEPtwWmjwjj7lA28psrzBCngBMBmBFZi0yWJq+vId86h1mPvhVoFl1iP0hd8DChv8dppvOBsAlMjG3fnGkeTOAABYwRiJ9L6pqC5/DAoQoYbjAs8DWNsRwrWAXUf4SdWwLTC09y3mO+REikhyBqihqEk5FcRBx6AY46Rd+vvmTaUor/HSp2cF+kJ/3vG0I2+hN0A1/A8AzP4iYAY0QM/RV3iC66pVXPIQAPhIYZ0Rst+qLhEhr5qU9RzvN50b0GuQmX4KAEYPcE+9X5F0DbCgFxRR2SmC6T+fN6/eWLdUjeCXX328+V//mEhT+AKgCADYql8AFHv60iOJ3I2uVMrpjsxlUrkOOC6Zof/VL/ZmRMT7U/qj1wEiHkn/HFDuiwKpcEbInuN98arqDuNw+WXxdYFA1DalgdevSy8xH8XjLyvET2ldq91vvjEAnKhNy1eiX8tJouYrWYeyjqrmKym/awDQj4htAz9Ow53IymS/gHelc1gV4DmGRS3dY9XFgcKRodAP4JXIZFYb6HA4jLIPqUdJCa7UwnKk8XrCPW8K3BWAXsR/UWnEkcvHla7b/f7i5ptX1K/2Oe7Ji0fV73LmAJCv9lT/Ow5Hre+J+NdyWe0BRn3xJXsMJsNOVa59WqOo+WT5UVp56EcqXuhf8yDZRrd0BCJgI8D5l/UMS4Kih2ve/vN/fX3z3//ubdVb/dogX9ai3s/Mvb/3fuw/cZxZdentBNY6hPmt/ssZg9rXQvPs6IVj3tfl2PBn/1vxr8DFTt3cEcCM9UnxVfRbM6IczpIZBqeGpEB2lGWildEpBqdEItYJ5o1/cirA+QLHiJJnMqMIzIzDn+dfIDBgoNb1+lkNaB/S0ejTPxXRUcr16gMA8CPSDkUnkNlDUoyu8Q5P8qlb1rkLUBtnHs74WSNY0xijziE5mwukZd1DP7HXPJb0g5OZAjl0NHiZVN6zjTheZZ/IFIgO0F0Rx4CaX978u5+T5aP0gNLRu1zEKj/BuqUcWceezmcVjxMdzflWo6e2teaH1Pb+3jV/S87Zqz2udaGuvXj04eZ///OfHGm65TMgYi1+DN10zm+6uL54QP8FALt0g5h/0N405XOArK03qYec/ZT2gLxD+2NH9Xrukvof2XGt7IxXZ+7msWUzW4CtygaoHY/pwlHh2KN6P+B+HyeKMY7wkr6XHrfe9/XFM/l7jtet1vgXq+aS31ftTQD4ZJfUXj587AY+A8An8n3+43eWAtnp/o4N4NIh5GFDuG2seNhzP+5dnwKSfJ833wdyXH3/Ua/pDACkD0nh9lBA5jcVAbzT7FP55ZJRa7a5tzfvz3c27BsAPFJ3HOx3BlHuW6D28dwFCHIvHnx3fzYQpxfSa89c4qc9wvau910D5QL2slmeQO55820DF5+54N/5vrGJvzQ3i5/P+mB/77V5Ps/xAJM24Ox2Hy/P+/eR8TyTCGBmPK3fx7/3ve8u/r4kBxMAzvd36bh9PvP3JWBnzvsxbxuQ9hB9qnccIfi9cUxE0A7MHaGUfqMPMP74bOsLOXj7+u20lbcB4OFOOwh5DUS97WDwafxz3sgyDuuFM7C8+PdTAOBL4PDBk02wQ+/136caUT0UDpN8AvTMZ3zAmgfCFbkb4GbNy0oNyrV4H88oGh2OxylkRt2M6bj1TtPsDBwmWiKycqmvh+E3Y5A364r2cZrNBbbNA0raJcWkjAkccPuAnwhgTDofcwDv78WXpRRm1G/GxjQkivDcbwNjBoriXGAv4ox90ucu/RI6WCbcXqKNWQtDk6NGYYNIjrq4e3+266W79FT6OMHd2bf079L6kGs7oDxrCDnF3hkwR36iyxK9dlr7BJrVM61vZgTvuZauDcVlThPZVy1vDvgATNZJOZjG8J4IJhtEz3uA2X5EQIYzohp73aKviRoMKDRTMUcWZzRw6vLu8uPUZ44OOADlNoxLPht8CH9xf/o86W6ZxZDmqJMA1UQoHONvQ/7sg3SKDu822Hq+z3fY+OmIRfEqBk6MhBhNu8a12hnRq+pvt7P4uvV/GzFimJaRvwyGAl3qXU4J1xG9ksUFcqhnkgXz1E6DGOsNbiwnjvC0QAw9i9lXvZTcZR7VfPPd7hg0aeMaZ0kbn/qWjpzbHZem40Iom2cj54nWjTxw4eK7AAAgAElEQVQk4jRGTNfF9NMzshBw5JZjY+tgR9AlBf1ae8UrQyZDGxv9ifRyutpVioEUcAC/UMwRT9JD4pnoQa8ZXkcwqPfa36iAa5HaaCbwqL9PrciAcnl26qyjJmw9LV0gve30l+gJnEecNtR1I6fOhl7qE3xdOsHpiw3Q2gDsSD0AHEVDKirInKF3YCInilVAmyOdxGPog9I7AfcTjfP23euiAwAIQJZ1u011jtgx2R3pEnmnHaLikF8AYBkttQ8zeCkDZKeWTa1gDPzQAb1iQLvBcK0lllfzq9dSAGCNifYGQEs/BZDUuAGpFP2Jg0ADlSfHm+Y/16u14fdwogEsbUCKgSvtaEfwfkuUpyhQ0XVlGaeWYFITzwwOlps27DbdkvKXMRwAYAy10sOk1fXY7fjlFMHokhhbDwcMGWkdbRx+E5/XFQPRBl35KE16A9UxLsexxM5iHUlWbYbWKWlgKbVTSFJGQ2NcXkiNGz0JwJlIawGC6CtF6hqopy8AzHwMKvVa2oqVuqyWcWruui6sUg7XVMPLAoAVcW65UW3Vph2Rz0qtWuOg/0TmomuIhBVA2BHDBmg88RMwPqKpihe+qshN1eEl6klgjAFsQxyAQY5CNn1t+CZak/93OlL41WAQ/RHdqi8Y0d++eaPIWwBgz9mKzKdtRxBXbc8XBUI7J2/97WgqDPGiXQG0ArUUAU4EI7wOeOqa1SxUTh3t+piu+8pC1FlY6nftwwBEWD9wHqmf0CzyYmDDThyKIG2Dv/pTNBdw2tkxMr8Ax/AdfKDouIpUpq7xkXGiaPP2TaVerv4C0FpWzLvoEsb1vIBZAHT0yVf1bHFyRWt+LDD1i5uf/D5zX7NQ30Ojo/54XSVCMc6jiBw0dtriET1G4Q3W+I4gY3zPq0ZrPil9FOeClZlmRYB7PjxP/KL5bxkzKNjOiMWMpGpFBzGNRN2qdmi9P1F07oedZuBr9KJSLuNoVY4F8B8fO+JUjWjVErXziHnYG5Lp2AO/0f/3XWMevRcnC/Yndl5cwAYOBqQ+fVZ0eN517rlP9YzrjPYOvVPvR56zF+F9zlBiJwr6y5wCOPJ+1QAukJh5eFoRji9e4FBg5yGmHFmhNu3bknfWPBwuBKgBtFZkqf2wbNmwDKJ7i0dJTdxyhCPWOjfEscibY9ZBzk/IjyJ36+sWperbx5v/+DffVMrfcor44LUsa8rBCFzVucRant/RLwafkRFAcfa4yD+gaQOsvLdeBkDOk/Dz10WTf/CnpQOYKzGYdQp9gvdUdmFEQeIgEWc8AZU46Ggt9H6WNPlyGrToaB2Fploz2HOj91lnGXNlFKBuvHWA9YFGrD2GwWJHAlueyHATB1ZFsHJkEbMYeKsgesspBC4w81G9x+c8kUnsqL353G/PPTjvq5e6RradoRK5b9pbXvnJsgYA/KTGQNtybOtFl99Jyw1f5yyQdWc6jl46NzozQ/cTZ50aw//zb1/dvPsWBwP2OV3qo2u0z320ZJ//BKA6nTwAPk4gTq/tUcgZkZlWtLvnWzW90WXP3t780z/7w4oCtlMHy4YcKDSQ7lf9VGkT7KPsQxSN7u/ZF/KZPOs1xjRTH+GL9tObZyCuMVfSM9w37GABgNc5FrA/+qX1DXuE5iWeBeTVONuJQHxAhgPJ6bHMZrl159T31U9+O9Qn3/E3Oq7HcTw0/vb4egy9ls8gmgDenmeYzi88aEFb3TDU3M/3vncB17GdfAaA52x8/v0zBX7NFNgV+sNfP1ekhz/1Y9/5EMDih7zzMwB8pt6n8stdBm5avsvwfAYH2ZDeDQDHoKkFMKvRPZP/uwYAnxfvs7cW330qALy3dxe5Ls1l5mj/br9+bZ4v8ZOxiwB01wB4f//Qeb5PB+gQyH6QjTmbnGzkssO5r4EL3z9EVkI3HRaG88B9Dh/Xvr+mr+Z7JHdXANuH6NNLAPBV8sgT9vK3tt8ZDNTBD6NQG4eujWP1L/yx66f7HDbO918y4F/q7QSArbdsPM1nB5h98Fp93IFi8e7grdvPt1Hiyn13AcA5yEwZ3A9d8/3XAGDdI2NEjPaeSBk2dWjpQ1Fd+1QAOO0EMDJNzQv5PTyrnxvgyz0BRHzwtWFaZ2b6N7yLAwBhwFA/JwCc9yropBn1CgDMO2cq2Dn/iQ6evO7UiW1w0uHnnD4/NDgxkmgeQ8kCms4AmSh00OlIoSogz0buSwDwXZHGex/m31O327BhWfU8LcB73ncNYBYNsEslbW8NQ4ao4qcjLSZ6uAFsDvoc/qWXGxTCYBDjumm4esvB+YjOlxHUEUQBgFOjlyccgbCenQAr/KTx3QEAiwexAHB47j5xLaBu5uXEx4OwEyzmPYpUbv41bd059aX76cjJpM6z4QJjc8bFM4m0TN/iBp737QDwkzauHNEPgJ1tqLjlKIYotnUhsitjHoZo0k1ixMAAHiCi+hfQVmOL1bDpsDtRZNzh1cixDTJnpx+BBKzb4o0FAMuY1P1POuaQPZGGMShpDgWenY0fqx/nsTjCYRm8x3Qec5e+JqJ4vbvnTgBB13Qb/DejDmFpng9wlf7JWFuGfEdpLFCLdyqiQDzvdTQ6OSlqL+qifr/qHg+eS58TUan0uDJSE7FchvTRb+kCUjbW9MgcqgLa2c84giMf6/iG1XcAGMC1dSR8Ht47nDE0V47mnvsUG82d9pAPc+zoHGKX2vBc71QNyuoKUZYIlNcV1+A8xlvXMRjzPeltiRTJuhTnidwrOdT66PcC6qC3VPdWgCY1C82z6ne93OsUEZ2AKZOfDVb7XvSAa79mTgA6iN607BlIky5Qzc8FsHuNoeYl6fCt33AMiw5CLFwTEr3IPU4byoc+C1Ssv10j0ekGHZFq8IQ+JIpdEboAi9Ryhp78R+SO7aquwYtBuMEhgXb1T+lrAbcFmBFBW+C0QokMMqnWZT1HxGh4OUB7ABoB1NKDNmQL96LiYEf+LN1kQN+6gzEvQHQZx4/p15i5V2mliTAVKmAwAGK+ax1NW/AxY4KfwtOZl4AgTI11mZ0I5r5WUYbiU+ugN2/fqP+Mi6hjxpzIWwGYFdGo9N29FkIf2k+kuB0RoDy80w5yWi9co5moKhvWnX4UozVzZ2DTfXS6S8sDgKVTZxocNtBvfjCPrPrc3BOwmDNoop7pCxHG0lslfzHos3+EptBNUdxdS/zN64oyxpCPg5foAAjdkbQlXwYfDb6o3VI6yB0ANWysmrg4PjSQxv1OQe7UotaB8E1qpq69liPIK6q2gEMD2Y4IExCyrQ+OeiNtOLzvdNpKcd3yLprVO9HVGmPda7B/1c/mHjkbyMvJwKbSpQJ0V4MAK1x3fV+cQXwfAJZsHTVeeI+MAnzF80dgwbGXBvCpVNDfvCpw7HnRrcZSEXo3H5yv9R/+E9776OaXf/dNtV29rwhhwBEB0NUe0Y78IyI7a/qxn9Eae14PAS6fF9Ae3RV9Dv0EhDX49R7ekX7rNUz7P/OCHOX6XHicCYuypG7Wubz45gXR5PXrh4p85B1Zv5RNQ/rMckyW3+hAovZF83r+aX2H3HyUDjTYyB4GorIcqKaqwGM7HNDIo6KTUtbXnx8EKhr8hi5Pkgq9+YQ0t1p3e/8vhzLW6Eqx/KbmCyAOB4M4x7B+qZYtUYf1WpX3hoeLHgBJb+u5d5UGWjqnAN0XLw0Aa30AXK4lA16DD7mO3ChTTr0fvpBvVR9H5SemNc8RvoedTUCnDuUH2GWZBggtWeDdOE+hb4uWvB7eod1fVn9//h/+W333ewI9kSXuV6YOWux9ocDqGg8y7bUQJwPXMgcwTx1gO3943eTzpqLA6dp3tQZ9VfL5T/+i+BQ5Ljpavgwuoa/gLTtg6FH97bODdWIcKqWba3w4KH73rZ0J4zwFX8pxozomXaB3WcdlbZTTJxHnZPuqtnA4MHhbfe5z2If6nf2vjgnszZSeHTC59ysNFFM794tH2Ddrn8Vq2uYF7WN7T5dDgKNB2xlTZw9/JFriXUeYijf0LDQ3gM0/p+H2/sclJGw3dEp7dJD5SpkLBJKzbs29pgFP7YUrQ8ezcioJsCmnmuKVf/1vflHyWmt9z4mdyNY+ZDpYeI7Yu0LfmldF3vqcGcfa8EFpIa0BhjOL5k8/3vzZP3h287OvyMqB81jXN6/vvE4ZoBUonprhknWXfvBaOu0XM5X2KjvkjAt+b54NvXk+EcD0KevgbsOSvol+qIdphzWJVnOW8ZwxjysiWnM7UncrwhsnxJYNOxw50nq1b7tbzkWU0kGk1PbYu/vvjoA3q/W7x016f7I10K/iE6Sv+YT+jV/l0hVHN/FOK555f7Psb38EcDp6dNiycXwmMfd7P//9mQK/7RR4CEjhMWyM/xsfWBa4Kwb/H1j798ca3m5IO/TIZmDbr+/v34GZa+3+WP2+1s7D+aW5Zq4Mo9FrAUqr/TYwD1BMXNiHjgX8LQPTBIB1qv4en3Q37ecgMsGUc7NnIOraPOWZHzqPx2b9OGh4nNNbawINWXT3/l/jnzm/d4Hj8x3z3Rnn7YjL83zc5iMOfXNdtXwnamIBwhv1z/uUB8/4zn+Z96znP4TPD2Pyxrt07lqE6gQLz0aiPuRtG419M3ULcNkA3p0PrgG9Vx1ehgvquSsdibJRfhkvz1/cBlwv6++dBrHR7vutqV74bkX4+b175NPkz2upmC8x0T5vMzpkvuc+0PcaXy0D7e26rom+gwYrxd2KSMs4UqMthunUabMc2ci30+Q+4NZgU6efbeLrkN5E2nXEpN0OqhyGI9rrY+vUEycAZEysx3+WA/7GSOP0jZgLfHpJe0nhPPVU+maDzp66qw098MzwKtkjgBMZNcFU0bQNEDnI8dMG0q512S+f85852a/lMO1586EsQFneNb9bNTQbAG4A+Vq7AabnfNynOC/xresFJjJ0zZH13ATVOlUk5/qDBxu0OPS3U7wFjAnoc4yTyJwApBxGZSzYayGtqGieO0DmNmLMa4mcW/rAfYysBMTVMzKMrYXGMtEGKjzRe6yTnorUG4DubHvSIHrOxvcFYp4P12fHgb3O8Zy7mTI6162Ls09gcrqGmAxAjnhju5RUyzYa+f65T8gYiNygDQOUNoTzvOsptgGl/la7bSWRwaLn/xTNsHmdR14PGo31PVFx6Fhq8zIlBkEtI4m4pt9KMHeAwB09IGO1kjmq9t/po+vNt/Sz2ksfwovrPY6GDJ+HZ+bPI2LhMJQRPYIh0Z9LxhCuR39xnyIUh+7j90S9ISyJWox+3AHgjE8R9iUzGPgESmZuY5iR7ur5bp5I6msZTDtSWpGUHTXxXUfJOsJ3rCvYDxlH9h8dgZoUuzP6d9cpNjK5vbV2NNjePGl+TfQNkYE27orPMkHQtwzgqnnW2wvuUYRr081RIAuA5Z2qdwi4DVgHONaRXuiRRP06QmbRypHoBiMMeLovSgE59n+O3nMaw8iXADAMsfOsIrlingwCMiYBrmXXVASw+NaDEo3rPTaeGkCiLYzsiUaOY0gikpziMWBt5s2RZwIzChBWZO8J4QdgJbq2IokBsASiDulBXpA4HAAEphQkVu1pXQoNWG+JIKzv31Ij+J11EvUm4Y1Hiqw0MOBoLafAVV9bBujtvt3f9xgyPMq43TKPbq6/AfUEeFTfifj5jlSz1WHXI/dgpvMhtDcItNJDUhsaugJExcHicQPkeV9SEh+yp7mVRBgwHI4xu2GUCE3VQdV4O610PQf4xwewkejg4VdoWS5juW3B9Mt6zSAF+hhHBkBbgH3GTyRp10RlHWuQGUBC6xj6qtc61Xtuwz+RuqaFU17P/dhaLxy1lX2cIrxrvgG6PhYoICBT0bgFLlaEomrxap2wPjTY7Whl2jRQYkqiC5k7yzlguiPo4RkA2uzLDMi7f0lDDZCplKg1BvFWzb1BYgPQAWfMA46sBtQwoOZaot4z8j+DAPQPwId6qIlyB2ANH7m+KE4hBeYCJAngM0DEvgmnDCJFzRMNJotXALAM6NI+6V0VeQ5Qs3bdmgf6kVTgqtsrQMFjd5pb66rsVfV7PaN0yjLgf3fz4qvXN7//ey9Uo9drnoGEJyXDjqZ0VgP66bTnvIc5ow6tI+XRae9q3viQ1vnNmw83r14V4FypjF8whqIBdVM9N8UL6IaSQYA/jx8+Q3c5Il0OHa03iFDtoOab1xXpHYeemj0B4dBJgEwvrNIHDWqJRPWPvjlLTtOjxvfsWc2DQGg7FMlBotsA6Mm6YpqaJnzQXXHwUUr06if1YBMFaWDG90IvdrXQEKCe6x9qMABcRDkGXJXkVveUGpq00LgUvEPvA/Q55Tm1SpkKaoFyPnleEcB8B1/Az+8BiLvUD046pKUmsvVbpQbmfgNrIk/WxPrjA0ijDi0JdfR+CoccdMUjpemmrq+BUuoYC2xu3c57mPNXb7x/+i//tSLyqz9vARTRwzig6IXW73Jk7XclAlP7znoXke3PKu239j71N/rjSa1HiBx/K2tNAXkvn31x88//Wd3butWOUFqELKM6c1FCQNPQe8POUEONaYkyDoUAfA166TlH0s6zC8A9IDcfsbvacyYe9CF0hx/sKGOZlD4oXUVWgy+Zd/EENKs07M2b3Bm5p0Oqrcx+oK4na473XgZOD/t7ZyQUgN48iS4BSCQ9u/muo5CJRAe47v1d+i9+a9Az6yf8zv5H2WSQhyMAw/1yxqwB9LEPY5/W+pmuMM08S3DoX/7lK/EBrMV5wbpiAfrSXb2PCj0dAdznCe3xXMYCIFoWB/YQ6gtOEOxVPtz84R+9vPnp106nXn44BQCjrB3Rrf0kvFQ8k9IG1m+tMwBM7SPR9tPeXbCeQvGim8/inYEi8lX7MEUXixmYL8t6nAfYO1xyoNUZr0Fbxn7cB99VI8eZoc8W3gejs1ZksGiovdgGAGtfkX1ztaU9qKOqjz1zd/n9lo1M9tt6Fh6mewKfOzPHsbfvUOh5jo0sSDaK0j7fWXevUhJzv+z1ls+x96nO7Hs6E/a39JN5T/d+t3r/W0rUz936jVHgkmHvcmdae/zGerq/2GrjGqByrEy/4f5+BoAv882PDQDfimj8DAD3Qmv67wv3JaDPXmdrOd6B3WmYm7//GACwjLrs8er1+nkAmOnP2WC7R/5+aiRw+O++9fyh+nEadGNI+T6q576MAw9t85Y89IPXgN+0+6kAcKJWLvUrHt5TR18DgGPMvkrvPjjpANuHvGVA89tz/VJfZsQi358dJtrZBA/zaV0bDc0x7OAvt+1AczzX977cBZimnYvgcp+0coDg3pPhvf7eAeB43B4G6+4MtJ771ks0j1FPRqMWkqTf08FPxtTz1n3qhIx7tn0CGSTrfj5zMWmz0zMRfXmGA8ekBaew2X4A4KRHjQ5c4+k5b6/pj+P5uwDgSbcZvZh0zzNS11EpK5WqxtoG5Tl/Nkwvg528gpu0s70dBJYhA+NIp4DU4fYAxNDlpvFuCLzcjzmXtyOVz/1tI8gDAWAMsTLIYuRoPb9cCJpT6ksiBjS/AAFA+nGS44Ba8x0AmO8DFJFqduneOJP4p1IqV0sTTBbQgYEoAO7mfzLp5Ygq3zujBGcdX95zrc7vHtEbmTAPrvGt2li3gcHI1OzXaTw6rBsUE4+3TM5IYck7B3sZsL1n3uVSKfDk0e/vDllq45HoNiL5ZKjCsN2gHW0SQSMDgqIA+AXQIilq6xoGCQwEMjCaGse+ZPDqSZaGngv9RPMhiAtsjaH3bgCYPqQGmPYdduF3Srnmv/A7VJ1rQiKAp5Fw9mvqIAwqSVHpSMllBI3uyrzNNvTu+jfTXR8yXLzjiBIDh4c+q+szBfSpTw2sOTXyisA91s9u52SQY67gg2oo0VUC/GUUK5p1NJWMheE9DNfwFvyNGOu6I2kA/vb0z/ueFGeC2QfzB0ZW5Uk83jOBYkehEK1GQkinOxZtGgT6VvsGOzA5oscfR00UoGeJaIrXmDGao6Pp/wHuGjQJCOzI16GvlVLYuj3Xk5Jaxk2A4dYjgCWSaZmg+dlRaXKiMC9i8IRuRGDycaTaMvAmLaHoU9cNsBDlSv1YolFZT5Yu0LtkdGeNNACc8/EHRcUwyz4nAAw5tXODgdBXysMGWfObdZ5lQNZ08eJHpa/GKOyIFIBpKKv1necBpOp3APa6w45lvbdIqm2B6YqAxui5opsP5xj1gzl39JdkJecGUrwWUOJo2zhDNcBGtI/o4Ahxp7sMNwCu+J2JLgV0SSQm1+UEQZR8jYsU1fCJUoXXeEX3npQAOSi6gIUB7BWJKwDTeh7gy/037ScA/CXAh3pk0D33xfB77I9E83E2gt9bngVG17gYi3mOvYLrCTtFuh2oFBmvmqEGf5eDSMaAHBqsDGBpZ5A40aXcAYzgBVU6QmCP+6ZAatYFQLf6GzoADABCRrfB5/Cd3+93JQKT+ZfDWS8cNvDDQxUxXsCgAE8ZsS0DtJnoVa5NZzFF/DXvAgBGVrzfwKkJXQOAlhThSRlv2hIBhREepwIi5pJVYmWogCE9p/TbtR4pOWGnFOQJwACHCmY4AL3APyJ+K0MA4+E+O2UAuj8TEMmECdhWpDZ6UW/R/EFqRagiY4p4qzTPlXp77jmzfgFs8b7Hj19XW+9ufvr7P2ktAIBSYFxFmT6vVMPiO4G91GP92HWVmV9ojM7zHhewGPJ98823BdS+FrD68quXN8/kTIJDi6Pls9eFHtS8pT+uoV0gTgN2THvjJAWglVxUque3xaPSN5CWPS7vrZ/InVP1C6U37/VPfrwq8Ff1bbV+EAbrKGPGhn7SOiUn0qB7a58kLjxAP/M16x2AJyAo6ZbxzKE2dNZA73+8n1dt3vodsFusLIeTotULR+7D+55P38P9jkLmecvockBhx2x54NlnzI0ix526l4h+3s3ZgXWDuRWPo6dK5lkfV21mj9Gc43EloxRtZDWQyhRPVhu1TNC/D6V3caDj/70WZM322odM/+XP//vN+5uXVKEWAP6k6g8LGOz9B2+Izsr+Fl0LkK4U9dWJ1+UcAL8sh1vz/pOPjyuN+Rc3f/GP6ve6hDy5Bi6OJZp9rXGsv0kDrfEV4yBXRLJ7P+CMGoDA5mOv36k3r/T+RehnDXCP7aZ4+chWVF/glBN+zfqNTDMPOrb3XuEt/SxexPGDyFoDx3YwgObsWwC6WR/pLzxLRL70HiWK6EQ5AHi/guy6Fvq7iihH/pxq2c4E6FvzWP9EpuRk0OU14I1xFg1vxznTOrn2ILWH1Za4+SVLjZ1FvI0wv3i/iGwCAP+rf/3NzbvvcNP4rtOse2+zslUBwq7SNtq3NZ0cvV0yomhrO4pAr+PMWPrpp3/w/OanP61085XRXjg4aypAbEfpJq0ypHqHs42ijzuKWVH17UTo6dE/L1XsAdiV0WhsCpcBYHQwL05EbtY+Z2LIGdo6KR/vBb2PYu7tlOk9wJNOF5+SOecz2GrDc3wGk+1Yxju9n4yD67GfHudcgeT9ORzwGwAOLdJO7nNZDOs2Pmk3EcZ74MN+n5/5DACfmOHzH58p8JumwDQE3d2XsyLrNag3oL+JUVgR/aYB4IcCNvdFhoaCD40Q/XVFAO/8sYyt7vHD+efMI7cBYFbfZcQPYx0br7bRiD6qNeb2snG/BazEeLyBFDun7vPXZ4djw0ME8F3jXDVt3PLe3ved9/skal9gd6PtDgCuiMzzAn7fe659b6Pyos1d0cJe/M/64zZfnQHgpGAO8LP3o2xATfDmg+aH/b5LoJI84Y/u7P06t3fNUeE+uj1ULi4BtYuuC5D8vny165XdA+8ueTjzbqcc6gcil5nWo93N8eKWfAxyu432CBxAw6U+c3i2HPZBHAMWh5Q+5OSZpMU5/u6O7lFPkw5Hmyfj1wKFzb/ntJq3+LEJcTvyvTe9OimttJy3nuekPeqN7/IUOi45siHWOsc/Y3C4JG+m3Vn2Hbnnujm74X0CDmlfKcWO+V/OIsdB5Tj0+F3z+hzvjADc6bX/nbEE0M0Ychg86ETmpxEtxP0nQ+Y8waszi59l7G5PW31DOzoUcnw1cRPhu8ZvT9cAQQcAt72H76eBdhrjJtA1+ZaDoA55ROO0gUyH7bqWyEPTJYdXgzr7IWyPMFqH0p37eNeMPl0HtfD+wQ8YMHvcBnbbsI8xqBlyptR1KigbhJl3GV8wSjR9Dx4p+WAuFbHGfWWosVya50ixl7m2o1CDLTJEtOEPI0fCG5rfRf8GxmknEXEHLdqxYuf/yeczUjDXJzgdcCKRuVkbd2A4z94VXXy0v62X4ZsYDrgvKQjFnx25owN8g8KRnVUjdC2SSy87g4MO+BjoGwBWmwJ3TVvm+QPAhwxnlZpS9F08xzwrEr8tRGwNdh0r0HZbH9S2DLoLvJXhTH0x8B9STCee3W/cxr7OVMDLG4BW/2Vdw9jZ+5X6GwN40kNjlGK/8YhIMUDu7qMMnD122MoG+6VHD4NVA1WJFpNOAPwgoqMNMgE0Uqs84uaoJ6dVFnk6QjBgYuZw8meAeNPunB1hrtkrArrnsV6gKO2ONDcA57k9DGLNIjK0H0543uthpFO0JpGQSpNMf21QFeiAga+j3hkH8pDIyOzXE6GZSNmkFgxASTu70w4RkLwjQLR1ToGuioyzkT3RutxHmt7wAlZEGfekM6zXQ1OBITL4NSjLvHUEEPwjsEv1kw1mxjlCYHMzZfR/Ug/DdtY3RCgC4jsawkCO0w66b2deYk/6tFK+ch81Pb0+mZ+95gHYbGfwVha5J4C1eXSNyTJp8HPuS+lXsoQoFfRwBACACsir9opRRCelsDSIpVrKjRgo2lRrfhm0MYASNVM8k+wJfpboHUdtOw01ezrT3yCa6zPrA71ovwEtpaBWdgH0lFZ3bjL+pcXaAKf0GuvLUaPakVYCozUG/g5gugB76BW5IGJU7dV4oAHpjOVcVevyl2W0jzI3Sb8AACAASURBVDNB5EEpo3uT5H0ia2kbTJsGBtqzVnmtBJiMvsToCxArwz9819GckRPGamDJRnQDfY7OzOfQjwUaA6jhcJL5FqB02v95X8J12kT/uIP8z3NlPsp7Wz8psg7ZW+vG4VCEjqWoJXAAcqz3JzND9oMNsh+Am/cd8J75yTwueYHWBXKqVqj6kewSdkhIqmeAXtV2bV2m9QPHiAJ8MNIbqDboxkeprBVBR/pa11AObUR7ovmyF2kdKDCtXgFoYzCayNe6t6PumIekbk/GHvbjzJv3AXbwMJ+uiG1437V/ndo0+0D6jUOAAT+nj1ZGAIBTgV2JDPOY3P/OgFJjpx6slzsDrMnGYcDojdY7/vv6a0ctvygefvGc/qER3ym1KiCj1r8b1/j03sLrIOcx9gPZj/7e18+qFmzzcK20L19+pXaV0Rj9q3OaI8ucchdwyE5lyE8cFwPCJDUtDh1vXlODueQKhw/2ClpvXB6BfaQi1ZF5TTD7xQau67dvKm2y6/5Gz3t/TwTth+Itp5on6tRzc+w1rDJjhtIY+Gg7MdSw1F/G2NcDvJHZ+HX1neUWxx/AeG1P6z7tkVkriBhF9wnXA1Z1BLTOIHWf6z/H+aIiKes7QFJq0aIq3wKQFfhruYGOnUZbPFM81ecIdHbOceEXOZQKNLLDkGgXHcl6g7PSY5wJymHmLbqQfuPokzntfbd0+00Bs8hv0fzVx5v/9Ddvb37x+kPx9gvJHc5B3ntUWmGQ/pZ/Ryg6ujfp3qHP+7oXIO11RZK/qMh67HAA+TcVGf2o+PNf/suvq+arBdpZF5zxINHXrqFsME8OW+z+WLOIxEev6Dt0rcfiKHvv2/ioP8WXT7Re+x7Pf9sreq7tTGU9Z7r6jJa0/6wZXV1DMsl6S8p2IpvZszyZpUBI/17jeNv6nf4p5Xavq4CHbNOZaulfsmZItlwjFn0kX63e/jK28KIdEzgzGGh1qm/LZD6xdclBEshZZQisv+UQB71YO61qjrYlE9XmGxzR4OHq17/9+Tf1e9G5bn5WDkjQHf2Y8hHwFo5J3iOvPRI6kv0V8q6SGqxx9b4n7P9kryiHC9I+/8OvtPazVVffqlvvy6EE2hOxLX0Cz9c9Tv+8HI2y/jsCf9FLOkJ7/9gHvdf5thBt+EuguvZplitnFeh1su3SvDdlE5yhpflms0fn7GAXS5eHOOr/XnjOc3VMlfSH3+89BWNajuPFfzMDqrdE+sAH7NOlebJm8FfT6zg/yDFr7i3Gy9NWZ4VJhPm1oIdrQRXq++cI4DWpn3/7TIFfNwUeClQsFdI9zLpxWy/8mobgDnwGgNcC/qsg/G2g7jzhD+efc+9+1QDwQ6lyDcBvM4Q2nuazyy3uAFdGeR9Afy0C96FzeD7Mu3+HsXaAs3t7+3P3fZ9+rgOg6bADwPf1O33Lfbf56ncLAH4oHY/xEpUyDMvX6CBeE8CSg4Y3Yd+Hny7NyadEACfKKJG8cwN6m28WkKv+6pDOBvj6AmGR+n4AsCNS3IvZrymmPwTYtfHahqj5uRTtvn/P39fSS19ar7QRb4A4z10CgCPjOrhemAzVq9s+mYdL/BrD9wSXYtCOvKbWL81OADh0mXJ9zDk8XGOawOd8/10AcLq/6wtMvjmgy1h4HGkA9Uq2SOnYbsoyKPfJKykMJVc6+EZPmi8N/sKI9hw3Q3GA8q8YZOZz8Sr3IXsZ7CaIoOcGOOq6ULfXj4DK8SAOoDbrk3JgljFXnvHmR793Hf5iCA3tpu7Y6TjZY/LGHqWfv0MvRwutdIKhieWvIxEHOJzrJ9nAbI/R+f9n792bJEuS677q92NmdwkuCQILEiAoM67+kajv/zEIgKRoJkgwmASKIEgAOzP9mu6W/87xE+F5K7Oyel4AhM6Ztqq6eW/cCA93Dw8/7h5sSJt2eZaLRwBYG3xleZE5pimyg0UOqx4/DpB+vxyoAYZb/+wNbRyEpwIyAytmpu9cn6QLzgCXbskbccskXs7WfQ2YLdq0sppn9U7a8fsx03j2dM0D4JecEi5Bl885OXeARzvJ2gGyxtUOAjnVG/gx8MaQ2mGyACG3IZAGh63OXjylo0v7bh73uE9BhAflcVlOpr4/ugeAfwEwHQABXckcPRe05CJtOwiD3y2bHdghWUnGq2U8704Agp0mPq8V7+bjyugSAL4cuZSm7bHjAOpsp6MMuaxnSrLts1vNM1nH25GnjAE7YPwxcKFMNHSmnGxKu9F9x6zY4/odB5r4hyCL1nHhrVwX2FvfQWNlLsrBV0Bu60MHU7WcwQJjfkU7xtdZrDqDcgQKaBRkGpEpNPSSMvLqTDfJBnLLGAX+0fhpZQQHKWydFhoHnFJpwICDGkf0tukb3gtoG/loiLB1lx2muV+ZeHqnHWii3QCA+ftx8bpKfg4AmLNYQ2uNXeu3fwoIBvxXyVeXB4zT0466ZFJYZ+Ss4w/lBKddrpHxHAftHtten2hjBrqEVgosaV14sh/QNRQlffPEak4Bg8j+FFjgd+czS2HqehyKcgyaiAb4uix4l00kK+5ROXZ9Lm6/p/laPClgdestHU0n4Av7wkD/Q7IBWz62vuD8TAA9GsGbja5FT3W2sNYnFoguE7lKQJunDN67EgK3Abop5oU+Nrg9+cigusE3Z4U5u/2xzmmlxK7PWUaOBM5xDrICYqIDd2CEMug6CCBgvbM+Xd7TmbGd8dzAdYA1g8EGtiK7pjs2RVfWUHYt82u6KoMVALnBMslQ3SNQVcCyzwiOPrBNQaULO/i9lvQZitUefQE0VOngAv5cetcOYvOrz6c9cVCL7FvPLdtVwD99Mwhjm87vF+82qAM4Swlkyuw6cxT5opQyzn0bA7GpDIpnPYyAd2WHziROXwWaUbq33sM5sCmbuqq5wAsNVi5hkA0IPzD1FQyi818BqGv8RWsBLTqLuEpRoz+Qr2oHOw4QTnQWgGDQxkCv6UPZW+ser1eS0dYjb0AQG9R1+WQDwLzfwCNgxD5j3PzA9SqzXqAgHaEtlYulEkevD4wf4JG/0Tk2qsy7v/WL0teP6vzhp2S2oi/h8HlWOfKHPLkMcGyQly+qZHaVw1UViuJDsjmz/AmE0nJnABhA9k0Bs9K7BTBK72k+4V3TReW5628AVD6UaP6Ijmn7ynqjeJjzXhmfgtgYI7QF1Le8K5uyHko1Fq+3Lm8tXnj1jQPapBtow2XhmVudRUqvRUfLwbLRkZNewnVutjK2Ayp6f0ap+bdvX6tN6M8Zt8wP90u/EkxXnTAoV2NBRosOTDN8CW2UzVn3MecOiDMABV8x1jd1/S3VDBQYw/ihtYPpoOtTgjU6CEX8UP9Zf3jNIq6afvt85NJvnUnOzw0AF3Bbc/tea4CDxj4qpb+eaCI8qfG9rMxoTlmABd7VO//0z//y5umLX2g+PjQzqBx2yV0yGBUwVJ1mbAp8qra/+OILAcZvyY6sdZdxvC4dQ3noN7/h/NF3N//u331RoKAngGAJ8aL6JOEVv9DB9/U8mfrQXQAbYwVc7lL6CmiAxgpAsu4wcIjMwF+e8xV0RzvIO2XSdUQDcu25UyBdrynQnzXi2cs6D1trrc+fR4YJalE2OoBjnT0cvS3ToPjqjQDt5mvmAXCzTFR4RnxftBY/M9/VZZU0lnyHTw3aaj5V/cBzwvdZf1JmP/ap7WPbZehhAcoKRux9PzZNrw+adx0RQTALayDZvJY1MmffFx3+9//8deHiVe6d/xoo1Vnzoq0rn/hIDNtDsUVom2vJfk8AzFPmFH339O3N7/3q56e+H4BZ+im9+F7lzleGebXt8ulZX7aNQ59NE4PEvMvHB7DHZHg+7xdSOsCA+wmALSnU37ucecDU7S+BJ059RxoozfbeNLT2euN/poXtldy7njtsumb28ASAFRwzApvNf6y1bsm2vfdJebftoM3/DrbaAcDpQ+xsBxrY5ojdGAB4Bp6v+w/+zDWmf2gAcDr++effDwpMp8PdPYLrY5zvO+9ykElYIjUXGr/2/DUqXWtfK+L3+Eyj/FwzP/b7rwEO32No3+/RkW11tqEZQfP93mRFflDe96XLJeDnCMB9Xz68NMTwx7H9a3yTjXueO7bzIJG+Z9l7Lpw7CknyeHCkXwNS76LfHPO5TMxz3x/pdA2YWwvdBVD2El8c6XWfv9dCfAcAfFzI57yem9O9mO+NkPi55+1iAEa/6BJf7gCAzQBxGJ3jxUv892l8PzPM18zol2Uc9S93tXuN92f/l2N+GFem347ID9B6Fz9e0hf35e+L8n1NntoTPJfB45py7rt5z5UldNH/3FqVZze/ZSSngHN0wwYLTjOGj9mRE8id2b1xVM1zNo88Pg3d43crg7Wj0Lf8+zeVtAJgBMJkw8YGtIGc8JwjOQNwmE8mz7EpuVXxQDx82745yvuR98KHxwxW2sq1gM3nAOa0N9+T/urcn+ZzbzAHF/Z6eCzdfjovW0bWrPcY1zlS3tOvDZ6zULuMJxtWnIrNPNB5AucB3o90m7Kfc6vioEy0K/2ZGcBHPTqzI12ayTLPZ54fPNvPGAMAZ+MWGudeMl7mh02++F98sgEROwz9ziNYuNflDQhYhvbaO9ccZW8NGwa1kAjkZLSuDWzx+JpqgYiZI5wadiKtrNkGROY9e7ynVQc8xi4l1862AB7+6TnB0RIwJKB52hTAEFDvJOs5GUiWobtKPuf76IpJp1zL/ORdU0/rzM7+OPNlC8atdaftUPoTHcY0oLZnEEDGN8u+8+7FD/0+ZbL18ygfZzY5OGllATcPxGFs2vrsQjktcci3oytz4p99Xmv9TgkyOfbq95wHZX7EaVgyUP13qVsDlwFvQ5f0WwBMR7ojF0cVB7snewNnjt/hbA6PbfP3lPMtiwEKTtdkOeqrJYG77UANrwWH1FhGxohokHW+AajcS1+Ueda0lPNP8uTsh2knK8NOXtZdknbRZa7XdYuzhw1y7QzZZOns9SB6nntTHlzlgkd7ctZJTzlDWuPpAJgF3rY+DVAzA5ZcmhQnYDmZcenjmMfZzIzIIWkgWZklZOiMQBZ4L/ysTJa15rmEMmAZC6YcmA0Yuayrr8GbArOLpmSWQD6VTmwQRPQBROb+1pEJ2EgWLO8MLWmHviaTOecAwxTKXBGY4llRX8lkWuM0T8spWuMWkCNHrQMymAvaUwnE+t1n/hYQUkCE+EQAsB31Sx3b36r7Z9ZOgNmA8zPDeOqi8O6+hjx7vmg3mY2hE85FBasoE4yMWJ1mKRmPviB4whUeknVWNNeRkowdxy7uYRGo5mED2AbTnJ2VgA1o6bbMg7QtfYeDUZJonphgenjE6pP3OcPLdouDMtznVANh3bEtRQYd53ay2s1KCtERGmM1jEzFaa5S5tACwA4AWHLrDLMnnG2qc3Kt76zTDArTPvxLm5Rvhy8dCACQvEtfIo/Oyk0pUvOfShrXf8nYJqtO1QgEApteOrNUNhv6GQDewFLKPEM33v30yfNVrhb9u20iz4/Krlbb6wxmeLXaBmBN2efnBchEbSirC8c7mcsrgM4ObGdpt4w04AlgCXhFW8qkVeUWV6KxvWNZoKwvdg1gJXIh2ar+C3SVbMdOyfrpQCyvUQgKT1A/wqVW5byH30qu37wxqAjI9rTOgpU9XyAVZXi5j7KwAiJ1lmQFf9T1B4oWsP2eYB/NYQWoGbN2qXtlt/Z6Ae980SWYU3nhcQFT0PjVN3XOb41X51xLDtgPmE+duezy6dEP6EsHiBRAVJnBvENOf+lS1jp4iYxhnxvKObyag+KlJwQ7sO7LFttyJL7t9YOAHvjuZ1+8uPn5z29uflH/BOjUeHIWqzPrXFIVdS5LG5u69WrWOvgqFRmQB/jpSdE65ijdBKBmHl8+d6le2iOT9SlZyFonXGnmdfFWzgXVGql0v6ITel0TQia6M+YN2DIOA8DCA5F1gUzmDwdeNBgo2UdDeb9lEI/S35RMflTlZR3E4uAJyztgkvRCzeNTsr+xpQTooi+9IBAMIBuk5w87iN8pHW1wG2BRb9XzCvhmeex9AgAfJv3c83JUrwDAugc6i+VUQjoAWvwztPmx+KvOTeVc2OIFwBzzbYHINQ7znO0LREV6isAsrdleu/geUNE2NTrM8uTKCKar1922PaqN50UP6wXmiCz09zd/9mcVLKEFpr6r/ujc636e7zUf1UdkIGcY24YjGxZ54mzg5/qe6gsfvy05ffXVzf/6v7w0AKx1A34CIBcRxevPi6/IpmVuAOx0/nH9B28SsPL06QsFT8DP0IZ3yxZa63srrlYzjNcVGpAjB39Id6CXG5wFNOZ55ghAXYHK0ASbRXYP62JneGsto2pKGxE1L2DCZEGHhJrimoC3by0POjqhwV5MGAUcqM/7fHlRX3Z4Mt53BrPUVf1zAIKYXf9kD6ofCgvRvHMGeMqfK6hNtpXblK2DTGgtdTWPpyUPcDzlnwH7/9N/+urm4dMvtb68U0UT26ePyYjWud4JKET+qdBRslVrFHOf/QKANLR+WjSr8NDir5ub3/nVS/EXc2/5cGa6joSSzqz7KlBg+zO8Fs3YeNl22Fc6t9n2gAPeTB8FkjTtYzd/W3OlMayMcK/N5/zRTuDwOb2q1HHw/anXumZbTuC9xbjXcj/LZ/orskeI7x+aSRe1vCaD2EFx9nvk3wcCYrwVuv2BDfiv/cYz6Sc3x9ZN35fdIN5z50Or+D70bmz8EfDnMdku0PefAeALk/L58r0ocHTeXX7Im+3j55bD5XDDtfavPX9tENfat5n13T/Dt3S2kR/7/fcFOr/7CL/jk58B4HsRbjo35wPX+ObvGgA+cX6cAUSvAfLXvg8tjgDcJXplcT1+PxdbGdZtLBzvu8/fRwNBi3Wv3Ec9de66jPq1ibHeOZbviCGwNye3I9Xuem/o9qkA8DVmvZ8evg0Az0yL2e81v0OBhqfkeDpj1N3Vx5xBIppqI/7dAOBjNtQMBDn3/s1fp+vIdHTN5458r2hNbdj2Xcc15dJ359aeee+pPjnt/dz8mg/9/eK/I3LIdzK8t2PoZFwJ11YbO9sqPJ5rKW1n52w21fv+S+VsFmAb+aktiTKC2PyxeRrE0CZ7AMABVjfAcAoAhy8D4qWE1XaA7rmdQMJ875T3E97rvnEtWWKz3dnvCSKek48pP7Sxyjm2XmGDuN7dYOLxLNjon0TAsmlX39pJuPVTNh3uSRy7HmdvnuRw3wBwSl2fZFnj2L7AlEufygnS2SqDXqHBOTqfllS24y3zexcAPO/xuMw/GxDDeXpaPlTgiKWj++nx49g5Asxpf0jzkqmtExJcsTdqmduAwGwmc8Yx352UNaZUGTLbjq/olH1WcdYW/zxXEnnyqzM7tuM3/Ln6W/SJ00oOdDKFFr0NIK4MIznvvClPNq51wM7O01gHMHYu2+4cz6SNqfeOrEW7lDbTuAf4Gz2x5yW/2cm0AFrRy999Kyf4dvTkOu8UYIUTAf8QMjDWHPOAgWD6Cn2i3jNulXqj9YP9wN9s+DmvOc6/o36j/QkAu2QpjvVTAFgOc0C2AQAnc9NzbrmPw91nr/r+fHBO5UxcO8ecYUWffA6x5W47v0/LXG+d68h/hmvHZpy5+6zx7VA5DcjhuZQe3JH7zgB0yVw7/VKi3/0xIMlHwHBPHnrGJVbt4Lu2Tgekp88B2HmGzFZnPcBnPm+VrWSAE1hoZ184C0+as4MiAgCnAoJ52gSSXmy9OnWp7EdAnWopAHBkNUqGv+mnAN8Te7fPVEUOy0E4QW0Appypq2xFeBB+UunOLmHbADBdVICCgLTqiUAQz2XoI76u/1jjCcYwwIzH3XNPH3HEmj/t4I6zDzmybRDgOSVyzZF2oltfdayL5WsogjjOdXZlOxFNFwNjBhNcMnqV0G570cCaMz/9z9lcAWVzXUBav9NZpsmQa33Qmaa5J+AiPEm/1tiVvTazDF0umPdSmldZV50VjAOSbEEy3wR0MFdiGcHIoodpg33j0p98BCLVeySzDUQlAMPZUZSJJevaYCzyEvsiOtQZdM7ikmO8zwCWQ1cAlefHQIHBZ0CqR+WQpqQua5n4QvztNQn5yDm9yVASmMRAVBGAfjdo2mcr+pzLXt+k3332qcFgt88/A9le18OfySzXu2qNULAE81FANcJJlhv3P3taAGzrqPAr+od3Pa3vcFLDc5ToBUQNAMbYcdp7PTYtoa3tPhzJXpMATKBH5p22nGFrPpa9Ab01FssOQGkCE9B5y1aUfdV2OyCOdL0DQkyDLu3ZwRGzSgA0g9cE4KLTGH+fmT0BYIN/LkudLEyvxQQuEGiUCh1eB8nUhTcB2QD6VEGlzqsEgITvKSH98JF1p+edTM0C0oq+zpQ0UAMvfyArtcF4AzfRRy7biy5LKW6BIdUXB1u4GgNZznygL2sC/SY7HaAsdq/tJp8JDiALKA5gIZtAawx6p3RHBb4Z9KuMycrE/6hzsgEeH+ucZNkKsaOL9wSy198Cg9DbAD0lQ8+ePbj5F7/9ssaFnYK+AXA1IAh4z/uRtwCzAupfA/p6XQZApWyvg7fqHN5vvtKzL79IgANBS+YJYZisjZVhCv8+f+k1nu+hEUcKeL0AJIGW9RzLpkBZA2t8AgB77S+Qv84NRq6RMQcTOJvRNPY7T2wz1v1G3kwrqgRQFp+S9a44Y92EbehsQD7ZI7h/Hr8C71pHs1dT5rzmJTrb45ZcMCf8Z/xNn2PuCfcdt7t+O1m55oHjhwAAAkWVOc2KDGjXa69BNtPmcfEawLQAvfob+sSeU8ZmN914lO1J+imWYX4c4GJg2nP0rIBR9a6++5v/8fDm//7Lr2++4fgggnMAQbU2+1xnlzY3YBed4TXJQTDwPgEnmrs7AGDkwWeZO7AGGQIAli2qbFZd1tgAe6XnlEXtoCXp1gaACThZJKXbdU9AZnhLR8GXanla52TTKJnv4dfsN1fwpCo3le6kmk2tN08py81Yaoj0+Q3nRNd7Kf79SAEC1s2aA9kSDwrML/u51tWP2I0FzBJMEVsyJaBTEcM8aWba+yN4kvW650VllbUxsGwXcRQiwZpM36oLJEtbRixP/pie0OJDAaLJAkXfUyqb49o+FGBbsP7Nf/yPv7l59OxnBnYrYIX3aJ3ozPoEQ9GGKqxQ6YqKCaVLPBcl2/V+L7d1nviTDze/+u0vKru36FHVA3SES08SOpu/sSdKUm8BwOZF29Mune0ASQfL2Z61XLdCgoa8nLG3L0EBcL12y+bQun87IFXyW+0EwJ0BqJHR+EBks5TOlgzU3Gf/kTPqjzK9q8rFRt77A60VShxwMIoEtbEj7S1A5mME3dIWe49o/lnscUv+s7+JDe6jPLYvhmfti3HAMvw599lu3/ykPfpnAPjMbHy+dG8KnHPE3PvhwYyXntntw7SfDiBf68v1/t9e3K+1Ob8/YxucPH75/d/vvXnJZwDYlLgvoHic2+Nzx+9/bPqGPwx8bP6/xrefDADv9areExBHy8Qpvw7H7Dm6HvnuvhmS5yK55ovP0fkI3nL/ERicfycyTP0+COYl/gid14KrDR9ReKe6aM/Tqdx+1+uhe7p5slk6mZG7AeBLuiqlg476Ke/Jhmed23dh3o/0PtL19P3nM4DjmMn8HUHTZUhjqB+MqPvK38wUFRh0AIEvrj8rICB0tjxMHpjZhov/2wA7Ov7z/U5+m7J2W0/dVcL5li46LI/aaB+WkSMf5e85hjwXx9HxO4//NsWYJzkk0SC9abmrFPMsUTqd7TKm5Vx1Bl1ARxyyRwD+0t/zzDXzz86A8blBA8ToSNE40Hz+k79PpK+dozkLyt/FOR1KTHBv6udsOO76fvPNbRvnRA+OCTzX3vG9GkM/E2cwMrPPjbFTRNNWXpH5fBwCng+cQDNApUNmpUt5CUCQ514b1ZavbMhFPzaVAVjaITL7d5ujfGXqlJR2PqXJzs7c2U2bf1bmZgNXM5NWvcVpLeDBsrhKHo5goPnevCN9xwGXPh7pfw4AdknqdkD13GgTLEeVnQ+RIxxglHfDmcKG2CVp5eeUgy30OerdVTr3EP17ji8njbPJntc8/3YuRVdPwDTgLmXd4N4JTDrrz5l43BenZQDgGdQQukenHzeu5/gjzrLZ32NG9Cmv7MzXS+P2/QZ+dU+v93ZYNLCkcRq0m2Au9DE4YF6Kg3ECunKOC5wwD8BmKSfqPqXkpYGljBEAVyxZc/quPYKZrzn//E5JVJZKZF6gXT3ojM3tYODdOZMsQE7mlXadqeI+Tl23yrSRFdP63n1Mto/HMJ/h+xlI4Gyx6AuceZRjtWPQgN1x4bLTxwCGzyy149NgH/Olvh8cw0yhzt/r5pwV4FJyzh6GvtYxEwTeAEvmYK//0waJDj7VUT6LN/O2g09Mx/wtwLHe71Jy1vspHWfHja+GhwRE1QdnHfyFc3uC8QFv1I70yC6dKJ3CHNV3KjuqjDmDSuJT9HEH5eJHT9/hW4NzWQ/dTzL7dFacMr4MxumbegFlm+l/zrBdoHzbbumzHX9ecwLGz0ARtavMp8yPgwmkP9uZmFKK0Sfm8Zbb+mmAbAOoyXyE76GDyx3arlx6p96Lczj6SB2ojzImBeaaD5e+6r6on8M+tSNyg8/OAuwM6BrWPOM7JYopTckZuHHQPigHtisD2Lm4yhBzX4OnKZkqP2ChMwBuZFkBEEOLfc5wAOBNI+SI+UUfaYzSFWT99vpOhkm1QVvQFuAigLoAdOkxZ/YCEM5MH/Fhy6uDSbx+CECu7+DfBzWXOJxTjYBnAA5THh7Zxa6Al5XZqJKa1i0qZ1ptcM0gUWe1KmXKc4YcUOY3mdbWvfTXAAjBB8pGqjZXafEOEmJ9hS4K1Bg60PLTtOr3MjcAs4B9artAOn6mXdS1AbHbe0/akgzUFNhBbx6B7srMrAx2leTVWt6lrXvbAH+bBtAM5X5ms6zerQAAIABJREFUj9W6xPNhwuTs4aw7Lo0M2FZlcwED1rhZ9ztQhuy9Am/ziS1BIEjOVkcvmI6+i/G+LnDS+qQBkJ6fJ1VKlzK7SOv7bwvI4SxVgE3RwBliZH6pZDLpeciZCGgbTdnSBTrQX/jveZU9ph/MqzPKTBuAW+Yd4BkAGJ4kM9Prz84+dSbfjcoTJyNsZ/gbEGIOaD8BDowxAVa8A5CHYAqdh9lrDfSAbin3bv1EZiR0a/uoyzkTk0Fm68f3b25++cuf1xjpY62LmjuP2xnUO6BRurwyzJwh6PLKlHF/WwEHyhwvgBzg62WVw5UqAWwvbPlt9REsSmWyyRIu4JksY5f0LT1Quvcj8t0TrgAvnX1r20XDGNtXqb4uD895xMrCVCCHW3AwCCPZtjZ6jZLKATbRDwRKICuAZmRYu4pFBzfV+whI2r6wHI2yQZQNyHawGpnkBcQ+KvAuawMczRipJCBdzuC4WP8YEmOD1WLHGfACmBLLLH2QQDXOXV8BgPU1GebKwpYB5SxmdK34seYXEE32MFnwRXOJLrcSz1Mkir2yQOnos/6pYAF0KYEMCRoDBCbLc1QM5xjrv/7N+5v/969eFV1r3YLnNAc9EAUSmJe0vvQeDnLItun3STYIBDlkAKOSVra3gG7bflnP6Qs0lFyI98xMtrnM0ypZ3YEdXlfNLxJ16Q3/LX6t/gLWAcQuXVbgmuibY9RlI3S1CYBCMk0VmMSazlEWGwAWn2MbVz+9nrL2WYfDCfSb9VT9VpANdMAmdJ9WJnwPzOu/bvY4V6aF7VYfk2QiKKCy5xrWM+nR+86A1V4Lvuh7Qj/Z4zWv267irO96hiMvqn3I8Cd//PXNu49OY092OXZFgiA8BwYro8d9lveo/kJfH729+aKWu3/yxdPSR09UCtvBCh6Ds8klMeq79h41Pznnd24/vXfsfRN2eWe4oxdcYnvvBwSsw3+il3VQgsSsz099gZEXnTnP3IsX8B3Zrpv7xIw9cyTRB3hHCJkHggL02/mPSnH3Arfs1QSQku3cNm3uSWD/udbiH7G/xHeITvG3Si9s2zTAtmjf9Mm66r1IP5/Ayay5BLrRMDPVL/oMAN8xyZ+/uh8FpkPpfk+c3nV0XB3b2O33qnu44drz1/p0vf8xf661dP77tZBfePzy+7/7e7OhlTI5ADffbRSf+NTM7r1UyvkfSAZwRn4JCP6x6buV9v0B4Fnq8+iY3n/fxV/3B4Av0ecSEHvt/vt+r4WsF90sepPfj8BzHDzHRfAcZ98F8M4FdD57qd3vev1uAPgUNDzXp2t67RoAfFkP+5tsGELzS5mup+2c63ci1G2cTN01effIT5+okU704OzrNTrlvdcyf88B08f3nDiJl637wwLA54DcUz49pVzbhDLiz2XX3hp31MbaGR5meHkATxHi2fYxA5gWjiWVjwBwSkJ/FwD4yK/XAGCXPewNXHYCbJYaAI7TP47VpbNkgGfzugMzpg4Q0FD/Mt7Jf1OmLvH38f5bssiEziCJXv/lpBXYsTcB/L7kisjtw5qcvrpf3uCteRoRufQBJ83KpG4nY5zKc37ZtKbE6jXZmzQ4rmP5bo4nGTIbALDTdPJe5i7PT4D2HAA8+3j6ezKDAb3sYDTQ1hlrOPbiBcV51fOQazqrbjg36E8yAimlujLfcEeonCQl4ljzajPcQGwcj0f9HwA0oMga6yFqI5m16cfxDF3Pmx0SfNggMw7xUgMhuqcdnWzMs3mNU0rjAgQungxwIMdHO2TEg00HgJo8/ylZv+dkZdFADZ7ekfPoIm8na1n3BYezOL43zlmX4PPYG7t0/M7mxS/CM3HOBPgNqOu52vfTPfFN95G2s9OJfE76cB/ZvxM4P9oYjCdgb+Yn71X77dzM3mSVEieDYAVDAGh0Gdh6OPPNu1y62ADIlAkcchOQXOc69hxnFhIEMAE12nSAgDOOk3kZ/ggNRH/8eXWvM3ftvIyTKPoJBz3PpKRpaBJZCQA8Ae95zwIWW0fOdSfBLbTFO1RiUuDWtmHgsSVXyiRlXnc2Mzo6tJolyct92w4180n6i14J4IgjDKBmZdSONWXygnRI+pSFvhp0OwHatx4Tz0hnwb/WY/ytMrkq7dhrGzJS382MZ4Fv8uqeAYARCr5KUBD0Gv3h99AimVKh7dQPi7daQM6tH9HD0j8shfUuSg1HDgIAh49nZvG29eAb6y3OxV3zyvrZmyvsERz8aleBIHtd3VkaW8eHt2grJRZ5NjRcQTM15zligsAAAAKNW+WGDSyqJHHRQFl7yBzyjjMVR3HxvR3lAExk/LkcJrKKo9Xr3yy7bmDSmf19bi0AaQOj9NGAmUGaeQxFSiZzD3SNg1ZEafvgwUOADmf1arw6v9zn+iZ4A/3j8p5eqxm/M5VdllzAb2eLp3zqAoAJdFFFib0nsdxbRwCmsq5yvqXWMuaNjKu69rbQEcBDPkcAOPqFfgogqf8SBCxwI45WBbK53QQaKEO05YdsNkBh2PFNZb65EpH1lfWD+cbvMRjj0q8OmgLE472c5a2S5HWNyhOLVwEM2s7wuGyDnq4Jtt0knmXnYR6qjQSpih82GCrgu/qRDHi1Vy2gb78tIHMFtSqYjzOJfc4mQHX66eoPDjohGOHFixeSEQU2cN5jgJzHRm0Aeinl+oAzUMmk5vzb6uhbZdw6O1D2aK+T8AelaQGAyXJT4ERnhFGiOWX9ldWmEt4FRBdwSkAJ/acUNPTca5DBKN5JmdSANAlEWnYj41GpVJfx5d3wkXibM4071TEggsqzVmAAUy5Qs+fKAQ3+W3Ik2XJFjqc11wr6q3H/zu8W/xTYBXCjLL967uvXrxqArpeScVsll60fOH/zSZ3V6koG7yhdK6DGNjc0lX6sqX5Nhm7pCeklMrHpJ99L9snghVcBgAmY8JnnAOqAqDofVzZd3Y890sCbQUPrI9pXdZGiJQEXzpgGqHJWnwJeANnq4vPSz4CgXtedmUnWpVbMagsQUXPYLjCdTXtwJXid8BrDeqxqCJIz37h1nxURZ+oC5DNGnQ9MgEuNi3eo+Ej9I+6Jsrb8wZnoybDV3rS+f/WqAgoEFH68+dnPXvihug+dorN1FejZcid59x2Aja9eGQBmXqAnyaFS820PSsbYhRq7FC23zafwA9FHQb2y2axjAwAbk/Oa/O7bRzf/428/3Py3v3pzw9HU0lPMA3JdvKMAIvii5pfABfQOZXx3wKADdx6yBpCtmxLQPaYAwPC6dYrqj7TpgW1Le16z0DvSfsxRjxeAdVaiSaAQa5AqjmPjaR1zIJoBRmYxFS6KzgKRd1Y+PAOwDK8p+xzCQ58Vt8x+3lm0tPu4+O+JjhsoPV2865mqYyGqJDpr0jdf1+65frKe0YbW7WovAKhNLa+7Hhtrr1hNdBD/d7arM7ut36Ep9wUARvfRMDLIh/Ok9T0IpWS9r9f7GC97ep2HrH0haqDWh3r+P/zJKwHASNvDtrWkZ9oGyJ6Nd2B/OjAbADiVJIpvqQjw4t3Nb//zlzelUkoPMRaDq6tEcs+PYgqYXzKtWYPaHnZZdwd/iR51jzJs2x7YNpztfj6Rr+U/47FqQwFU9VwAYN277Ep0B7rZwWzMQexv2QPD3vScIIx0qANL0VtdQWCvrey5ex8xno9vyu0Y9Kav4WftjdY6bx44vt9Xe6zQp8Hn8EuqaWgM3Cedlv0AY91g+TkA2CXFt02U9839vPr9OQM4pPn887tQ4Nwm7FPaibPu0jMHue3b2gpsBv+U9x3vvd7/1lTf+SW7r3c38X3fs8HeKL7v3OXv+uA5UPcHPsv3U7t2BALz/KXrl/jjyKf3ff5T+7vvt9HFJxvP/d12xM/yMxP4vfVeoqBwQmHo8bM3VFkktDKfiXu6VaL3EFBwy/nIwn+IuDoHqJ4DaGefrwHI6vcPAACn/5PGWdB5x3QKZS74OUub6r6erCOf3P/6feT/si456jE2bqef07+zkZ73YFLIWKqfbAhO5uOgiOc4tfmKwXF473l6TPAjDly/7TiOPH9dT98taZeA5czxuQCPCf4uI6vHN8c7204vbvPvjvATH3UE5YHMJxkk7tt9+OL22I/trn4NFpr3TEBh8nmei9GbZ2Q/J+p1AEs4Xu/K+k3bcz61QeiGd6Z9ANgAqafZwPP+yCM/Z1bxfJcyWjrDNe8LKMPmLM6GTadTWTv2d1I8PHqUCfdnn7casCIAcJzbU0fE0dT5VBeZOvj7yVqfTVfLqr7rzL/Zf1gqZ0CmD3mRxtBR/BnPLJmsdqDjgS9dCrOdm20HrOc1tz4vT3OFk6lLQd0ttdYH2UDm+flM+m862xOlkoLNm+f0yTEjeNIg9PeYnVHk8xBztqA9CPu8xNsA8OaHZO0gyL15640pzoJ5nztuWZcOlv/U80f2lUAYNplyQpwCsHLi1XWAQZ6R063W8wCu5nc/d/xMIFbtDIDzaEcmo+1WG3K+GRikjeN9Cyhq0NflIncJ6PQvGcZx3s7ze2k/wMmaIxzXB0/grXWw+efIM5HNfb0ddIlsr802Tlg5JDtTSJvwJqGzLXemu7I6qzFl/DWfG9A/pfnOuNr6TQDSBftB/cxLxZO7vKczcZvHuJ7B4MRejmbzbWQovB/AaWd/+GHkJnxjfaUeyPEz+zjXi60nAA0AC5xVMbM5LTM7KGYCX3GWTNlb1R/WeDuDQjasHaszACLz6Uy2KUftOC36kk0UnhafNt+GXxVkVI+61PUoowpdZNO2g8reZGfotoOmCbWCe6IfaBCHKxlGyfYt1/cGMsiqUeDI1nVSBa0v0KnRCQHclE3fAJMcfHJ4OZNslb5DFxxsstA098opJX1u/cxZlownJX6nzMy1zXuIDU6nf+EzAA/Nd4InQiccTv0vsr2CULoixOarlg/2KcvO33MWZ+rqV2c+Moc4NAPC4tHfFR3IKE4ZXQCFGrf0CuuWAU6dxwcTnMukHASZfKZx8x9Oexy7I6N76sX0VSVlh2PbOtMBWnySPc6zyLECjJxqJJCISgs8QylN6yCvkc4sB9isjNEG7C3vrr7hUrj85VLNfHCWKgChModVLlcOaZdknFm5AZ0t025znj2X86cTuKrOSsYAejtrVeS2ngIIoO9PlblK2WpAO5djjPPWcpG1xXKSc30B8qQ3BICzDrheA6Wqw4/6RbYM4Ctlhz3m5y8qU7RoASics0ORHcBlHU9QfXS1EgNVytRsEFiAIeVoVVLUpZd1T9a+lp/oPoHqAu7Qw4BJqcLgTGS65LkwAKvstNYtZFRz9icBDNFJcvo3WOzAgNCynhctUoLfawXjp6yny876jGT6bp0Bz1qfMgb4MkE/KyNP9iD8GTDMmXJZjw24uVR6su+hncpFD7sg5U+59vZNfW/sD26vfpCBTQYlpbUBJN4KMAIoAVxy2XCy9xwgpnNUi+5URACk2EGJ8ITXO4FrAmT3MRyvXn0jHc5zvu7z5QGoaTcACb1Kpj08Nfd+AM1pf/KZgDedyU0fbIdmjTN402tS9Bl06LK3qTyhii4CBek3OvRdnQn84Oaf/vy5svCEvxk71/muCk7RkoTu9tnR0I3S2gJqQDLFj848TZnTV98UaE1Z7voPsPt9pRMSQOJnOYsZkK+yh8mW1nNdFrrA0GdkFzewpSAGVQFxPWmBwmRmooMWmGMbQu/TPNsWRUdlDQMso9wzpa+ZP8pnu38GpAHwOO+V99KWg89E4rZJXEUj5ccNAHcm/dpzeC/G8/A2ADfvelCNpbQ25cjfFi3gz4BDUiEdZAO/vqBkeJH1m6+RTcZGI29vvvwZOsWAEh/bPw5+cXWColXRRfrMy45tMgVwALDXHKn0RgdfNb885eBV2fJtxxB4yVu0LjjDmFt9zqp1LXMJjZCBbyWDXq9/U33+q79y9Zj30jGMn72D9Q6WG7yNvD2kLDT9adv3SWWxKzAH+Xvz9c0f/mHNifZ5PivcSylC3YJd47W5x9+ce+wAv1RBcAY/esfyt0va7oA++VVkFzswJh/NR5cU5xoBASQQO0jEwUqLR3v9iF0R4PkplTUIaFU2q0toa7yMT2CuM4y9ZhMQ0SB7AaxP6nzjyCy4HeNkjh30ynwQFOjzjc0LBoAlqeJ/6wLo/IC+9hZBurSDewlQsK2qSTrxjyweU6SCAUhsW9nej97Xud0fb/70/6jqFg+fa62HhvTB8uP1IZnrsS9hBh9TQfnums+bkoO3v7n5V//mF+J5zgEu0db8UzZ7IbiMGP6BDwlWiI3ffmD+DoDvM8L5bNmY+wpl1vY6O/3OrFsqfd8yDmjO/tb2lnWCAPTiJVUFIqOXdVSEtSwc94WpUBee0py0X8OVNGwrqNqXfB2uOnPiR4T6VJmQ3jv178G2PqM57diOtZUCBVxRgs8cR/hlAsC6hznWtmNn68/gdgeErGVm2XdzL5SxntjynwHgkOXzz+9CgaNgfWobkxnPPdvyc/jKQhXB+NR3zvuv9z9K67u+Zff17ha+73u8AN7lSPquI7j3cwsAZrHbC7Y13uHvezf6/W78xwgAy8F/ZLs2PO288YKohbsN0UtU/scOAIcuka1VQlCG95bZS3J3/+uzrb2Qn85LT+qZDPtbju9bzv5T/XINAI7cnLvvyCva6B+cjZf0s/v5wwLAd60hky7H+5ZxNpyMJ2tDj+kkq/YMAHwfDYUROdhlOMNPnz6CNH9fAeBTAGDr9msA8DHzdYEH7cC8K8M3mcNQ7FMA4ON6vzYs7cTOGV/TnojzahrQR/7J33MMedeM+FzZnAJUegPQzrGlX1ofr++vmANnE7AbAJaLAH3f/Kvsncgn7xcPO8AoZ9yeyOsBANby3f3TTyK9GwDe8gUPeLOXc+JO6bJ5JE7d9f0ZYHLRsfutOe8NH7/vDewuEcaZW3xwSHj+vOk+6uBsouZ33JvzBje/2MkcR4vOSeoQ8pkBm+cMGiXDx5u19OEEAMa5XA7fCZDJmd7zJ9K2E0IgAOcX4vjBSYGzG1IOB5vOq2wAmDaf1IYdLUsWilxSDf5G/xxtasaSvgQEMwvFy2aHE5vWgHVy+vYmP+fdhk6mwwb7QrPwox0vBoAtywancVDIAdxn1ibrfwLD4UNviO2IFtZQz885Ocr8/PuE15EEEWYD++KL4js5EXHe68JekyG9HANNyIAveBpWyUCcFA2kxBQLm9uJbYAheiZ9mhm0E/jie6glAALwRQ5rgyLIsqQra9MCbu2PmyUqTbMNrPCYQeAAenagJ0Bj66sNAF+ipcta25EyM1bmmEIzn4tpR+ia784Un+DvfFfOEfZzh4zDnscTUByaDT0FKJFyppnjtDXXJdEIx21H96+5aQESkEzbLe98/2CnlnhcyGs7L3F+on+VJ4pc4fwZ9qN5wAEni1ZkdPH+LiFsB77PJnaZXgcaRB4WyNmyB2+tfiuo47TyxAwcTdlf08Rn/6XMnfp5sHl457eRXRydQpGcScO9AE7i1xGckeCn0NV0d/+jf0y4XidoE4ejnJbYTuGXro5AKca6Jxkt29nqwACAmpRYtmPc2boBgHWuJbINACQgxgtu+iwnrhx7puJa+9c+1v2UriPTbZTRDHCaOXZ53r3+4QSfgLHei++YjLEa9BvWsbFe+4xX2zzwD4CLlgjxgUsFu3/o0MfKElYGbjsZdY8CWgBafY5r5gOZVcYaZwQ3AAyAoAALAWPRCwQyeF55V9bXAMJZW3a1jc1/fqZkqrqo6hZqm2wpl9lmvf5W5wDXGZLokPovwQMJ5qJdnSVa41DJ33L2Wj7tdBb2UH+Qmbl4TfxFxqyBcvoc4AT5ZXxLDnmWDNoFAPeZo8U7vFd6tu9xxr6PbPDZyJsXBCoO2Tf3WG8js8mc5Jr1mQEOuYThpdbNzKkzTX2mcEBxrsUO2QE6BpxcVp/2dkAAcw6NoQGlcwNE+MxWO651tAr0kP3UIFkBcKJrjAXOcidLtGgBIEgfyPj14uj5ffny+Vq/xRcCmfvMYq1etFclmjnrt/hd60WXcpXtQPZ6AR+US35S53tSuvt19SOZspxFCrkUsKH1zzzFRxm10KbGCABLJjGllwEd0NPQRaBwjfcp9hE6TGcrG/gmaCUlwHleYCzAQvWR53MmN3oCADm2ybKbukrL2wIvWf+irxFYSIQ+QjfKsS+d7vXbwVZeL+ERn5drgMnAYwHWD769+dUvKW8N0yySS769DgCkARIWcF4ZwAZaTBhsQOjiLGQa+Hjz1VffAP26hH/pN5Wmpj+1vgAC64zWCggBfH9dPME8PK9MSIIPtBcW33aCQkqgV7uWHynsAqrNO8g7MgrdAEte1NmwCjCpcXPWr84er+/QPQS26NxZ6QbB03qPwF+BOn1+qMDtbV9O+dI610o7Nob4s+WQwBNl6JOFLl5HZxTgXmWHyULm7G8AYMpkW58yD5wHT8Znnf9d/Qe4AxAkaAYA+WGVyf3yZwSJ8BavM1r6FHDsFyNabyrLHXpgx7OuJ6tP9Clw3bxkmyjrDbR3wGysSJ/T7v1KzXWRW/NdXyM7ygysRhqLxFLU+7W81fx/XZnAf/XXr25ew3PYGJUdjEyoUkLJos5vpnx59yFrtAKKShaABquS+M3v/V7pJpV89gJpvt0+DgBv6Ei280PoR/WC0lHwGmNRW131JfuFE9u31xj2QbDtti2t34rqAsTeUSFCZ9z6OAHtJeAB7W9Zw23TeO+RyjIu+UxlhpNEh5C4ecVj3zYkl6XqVxYxiRLW3wIZowzFAJMWthX1vNZqzzF8hJxkPVXVi7Zpsn8SsDf8fd7vbFsCO4znHTgFr76/eVUA8P/5p0Xnm+fVwQpOUkC010kFTtW5tygSAZBpW7ak95EvCuB+/LCqD/zqi9pLlvzWeJl32Js3vyaNvCtfnAbcez2bti1j1t6OORHdTIcER8R+1Rn2bWeGPrZvHcis8twEMLHeMwWS8+4TtlHzf/wT8LJtvp4f0WnTLaAw17xX8fprvnQlAL/JZ5DLPocfpq9Qut1Z/NM3oVEyTfxTlMX2XUQfxF46/m3aYA+OwKbmxw0Ab5wnOMsRAE67/ej6kffmwucM4COFPv/9SRTYjHbQnp/UCgIMMLXb2I6Hbih2sv68fd8nvm7dvh2Yl1q44om9+uL70uXwnjz2ia+Pk+1qt36MG+4q6/wPFAC+yBUHp8gPT85DBrAW67zl7gzgnxIAvrXAXADIjnz5Q2QA8+5zzildP6x0cVYfwYD0/6gHjs/n+52huB1j0kgDqJg0ufa+/Z7zGd+nw7isS2b/leHdD+7rpwEYAXZn+/igZHiM5/PUJXrcfs8pRxyfO0fvc21fApTP0fpcZtt6zxVg+pr+v53J6zk4gsJX+XsYn37+KDm9oR1gmNvc8zaNxgUsdTPTuDX/n9dIx/fG2D4Ct5fan/fzhpntK0dGb2jy3QTB7i6Dc8qf596f9qd8XwKCuScZWrd0FJsHbcQM0LkE6un7tUESEV2yavb9Ek/P65Ov5u9TXs7JDtfkeGs+OKnwMCZPEbA9ycoIAaDDUYBTGKdL60BtgvluOEy8QXNWihwSapfx9/lxDQCbT8Pve3M3M4BP9YsBDMquao7aUWSBMX0TOd0JbPud59l1XT3q0ePfKhfYZ4MBxmRT7cjmXYJyA10up/ihnBN8nihiu7Nmxrgnr+EYNJjpORKPyZGzPQJTL5h+DXJyQFO3m0xd0aMzADTvbCcBFnnDygBsx4H2/S3UOFbZVzYA2x3ZoAwl3npeVUItuqed5SeZtQ10TcB2jvlI54BUM4Pv+Gw29bOd+U6ux0kuZ033L0AvTqI4Eeb380xgnZ3X0fJhkmRyps8A57MUb2Rr9mv/PkBQzWsi/rv8WutrAb9neHWBlsrIi8N+ONDrGZeHNLZDRrfKHQcE7nUq0fKswykJvsZX8ydnBQ5+5hW5Fm87iyPOcK/fgFu4yfbZWXKYNNg7QTc93yAD73KG03bkuHy35cjvs75YMjboMcEXBwvsAI30NXrLPw3A0d+d/Ycz3A4rlZRc6RxxpFhv47yfvJZ3u18BoJwZq2wYlafr7N2WX+51tpoHIScY5f3kwHGJvXxEJxxhnBsrp7bBLMkx5/miT/q9ZO6HD3G+v6evOKoInADom+AK8t6ZyzPgC/fSR5WKJ5vN45DsoOMXyFRtKlCB86FxUBlImJ99drXnjLKl6jN0qWeUidWqRU430cFZJ+FH0abHxHcBgHe/W081Hy2/orJXAup6TvlErgVMAcw3iByHnScjawaOPNYWBzwAdPBJxuEC4Gq2nH3LPDub047xynArZzn36fxkymnrLNkEfUAzO/c0fwKXncGjfo7ALfOIM2pWmdkGDuVgLVqmUgFO8QSSiE/5r2QJkGrKtvgfziLDsX7LeenWgc3/XQKcvieDGF62oxEHpicQOdY6CGDXci37pr4GDMzvulfjMk3M986eClhNxmpYSXYEWUBaWz0vfB/HKd9xBq51xCn46/k2uK0MRta5DnDy+IoPC6gy+AlIBy+7DZd+Rh8VePT8hWTT5xAbcOIDwIWTNnZNqliIL6p9g3fO0iYAJLKj+1tXb3pYV0CTgHuZc+YOWXamrNdzowEGF0/LmLrEeoDftSYpGKAzAZGxzviVJSDeRqcZHHr61OCys3HNB/Dy686e5HtAF2cH8z7A4dDeaxClXA1oGsyHZOk773KWqnnHfTRIE5SDAgTJiodnAU2Yfp3BXrLG+HwWuF3QkosCs1ySGZs0FVx4TX1Z7b0pYAjwibnV/JNaVh90I2WL3337psoCl3wWP5L1lQAhAgUAMwAoyWpTOXDZALZ5BS7lHEmAoJY3D84VJKB3SqwDQGZesCeeFdiGvoD3fN40wS2cB2qZjs3ijGz3zxmeprkylYsvAZfIpNUZ72Q41vxFVzG3AOfIAyWs0Z/v3r1uIPhBlcoukBs9D6EiAAAgAElEQVS7WfZ99UXgRpXQLvDzn/2TlwVAorfNebITuyzsN5XVSz9efones/3i/jrYTkArex0BrD7DmHXhaYE9qphQfAMI+8UXz29ev6LGq4Gvd531+6zKQxucd8l00a06KNhe/GcaAJCKB3qt8LEzDiaAd56qaolRHPqxq3LYnmEMzK/4r0u0AiASU0RQgGXNwX7TRuTdWVsM2uxqRNL9solcNtdnfxfIDShf9EcEHPxiXs0ZyWQJ+8xj2zuUA4au0MclerEGCIit+fnCGcfwi/qSJVgLIWc039x8VWWtsRtstxVPiBZUEKId6z6y3wN+8xw6mzlHDnNeLPKTNeYJOglZkUwiA5w9TYUQlySnzHM+qiZR93/9zcebP/+vf33z6h16/KX4+JGyasmkZo5Lb+ls4FpfumIG+diS9eKjn794dPPrX5cs1tOvi0bcrxLjNT85XultnTeMmSFgnzN761UqFY2OY71XiWT087YHNH8KNCELFV3nCkg+77flITaI9moEfXRQQttPGm79I+jOJaS7/falMC6VcVa/Shcv3WcqpZS2NKH2AK5opHOHIZdZUD/VvsBNLnk/zvtVmaNe+5QjVIquqaaQrGDuQXw4kxn50ifTpLa9j85ZwGsC8+qmmYOavOd/WSX21W4BvujWP/kPX5cMVjBUzSnlzeFz+ruqo2jfhVA0zbUgV8nn4jXOAv/nv/Xy5osvi196mQs084H1iUd6/WbwHs+28zWcughoS4WFgN5jm7yyY300RYB7y6htGmdN25fh/Qlgeezx2GXr7GxVBIkPzcB/SonTH+yYY0BI3sPPgLvc61Lv24fmvtg+1NhaASvjWvswz19EbYjc2lfMayfzedhMZvwzezj3n5a1v+7Pne/J79nn5O/PAPA5Kn2+dm8KbIY65xa5dzOfAeCN7ploIedev+9FzM8A8CmZvm8G8CWiX2r3XpN0uOkcQMCKEtkS6KgVJg9eBoDlnKj7YtisV2E4aZH6YTOAj+O9BOxeBcgG8CX2H4vtp/D00WF93/mYc6BF/rBi5/sfCwBOpvWMFHQ/TsyFi8OZ/f8UAHgZAhi09cd3BYCPHbs2D0d633r+AnB75I3M1bG9czwzgeLMb56bjroTih/6kXaPQM81OQjAmPk8GmKONtzG5R7neQA478vG+/sCwNNpdxIpmQ3UyBCj7znjM0Cq+nsHAHzk61v0ugWQ33YiTkA383cOAF5gjJyRp1GbieC0A9rCpU0I0aIaVzaku9zrJSD59hi2sN7ix8OEH8GQKS8BgCf4G7AldJwAcJwBOocSfpUD6aDDUjNNupUx9nlg7ZDIzlbO2HgbNKc2ROSUaDDH52d6rMfvtVFjU4t/6AwAHMdNAKTlAD4E0Ex62Kmcfmy+SCZveCGl99iRZYMY6TlmOvt8QYAMwCfOUOrI/fWe3uwNBUz7c96OMhcZOCc/rgDQ/NGAlvTRyBgOAEz/HyrNd+sDMiYC8PH9jFwXMAP41M0DgEc/uXLoPlOYNuNcOAGQ+9kAU1M/blnbZaQDlsx5mmcI3wKhoj+aR0/OCG7PQPRzMugM7GxgVuQSb+JYasBNIKFpy/uTjcw4cRBHj+bsI2gRx/DpGHCCNc2bFtr0A1sM3pw8HT1z4vwQ37scNByk0t1yluIQ6szIBgtwfi5nrubJOpSPAeDtWNXFAKHGNdpR4uh1HGULrBxyB584MMLzDp0MGOwsXV8LmLSzvMUn3UHxdL/TGb7WLyujgbECfs9rdT8OzbQPb0VviLdxtpKhJzDcZ2gKKBIQ0nQ/lJM3qGXgJ87o6QgO/y7+V4ZqZ4FRqrdpEP3A3LikagMY9TcAAaCT+KNt5swx9FS/h10WmxpgL1nDAYAFbBe9DQA7y1B6mv8EINtTTMnP6bDSRWiEs02+9r2/VlBDO0JFD5X/czABIJDWONF2gPiAlHVPANe9v3Tm1QJDtV4ayKS9ZJdGB5j/XW7ePNUOb82tAx4EnKnf9ffQn87yNzAVeeVnnJIuEeqz062vLURee/jnjH8AIumAvpd+GOwwiOizVCs7isoJur8BVoFpBvb4kMnnldLv8E9eCsCOLdBgB+BbA9SqwCD6eE1yJmVAPQNHoXv0D7KcQBTGBr+TbWh5MKgiwBr9UO0HADYHuK8fKf1cTm34NwCmyuZ2ZnEABwGGDeClrCV8yZwRRIBjMcpJ+r/oxZmpLpsaHWH7ThndI/P6RNfLQW2wWutuNeuzYHfWW3hYfFLtUI40fMP8eN4661S8uvVT6MiYc0axMzopJeqAPTLX0H2vXgPo7HVA8thmgoFpZ+/FFlSGdH2kl5RdvSuzhJcUNKB53aOIDHB2qsYkXs44nOGLfuN9nmeD9ckqmhUyaN/BVKxlzn410Gj+hB+VbVttkZXIx05tQFI/+7TokTXLoBj9kuWnf3YmV0a5zqh1yW5AiYcFfgAGaJ1t+Yx9gi4AIFaVC/hcGWPJXCbYpAHXCvKLfgD4N4A9dFr1Xw73+h85SolQA8AATEU71vbOtEJGn1S2s4HK4vXOFAVIZP4djFD9KMhR4GwRDgD1iQBHA5sEdagcsQTm1H6q1d3KtMvcW4YcPMNHeiGZ/Phe6j+fHYyd6MxKdJLWKcrZ1u9kTMsfUH3h3QDASsAsPUYZVYA1MnB1hvHSxQ54Yl6fP38pvfKqgOhkdZvHmnnRtcUbTwn+KTl5UWT+5T95YRAYPVvlXVWhpLIwf/Mb8/SXPysAuZpQtm7RzuVMOccdcIty5g4owLaRHSTgk1LOjAN6eLxvv4HH6lHKLxdQxseVAmyPyX4goKra55xr6VRsHKpUHABg2rWerz4W3TRvHQTFeshZrHgfXB7XQQAOOIOB4TfOaIWm7ge2gcupc791L6B7PpSu5jvmUOXZoSEHmGqezSvMhwMQzIPehyQb0/T66jfFZwUAP6l/8CXmpDOIiw+r5LZ0DLZhlYB+/oLgArLpXSIa4Mtzji1nMFSZkwmiYa1jPezSsY/EmwmsQI6gsddwZOFZzRMsDc8CjLpqBYGAlKIHJHawUWRBgDXzpmAA25Nw+mNF/j+6+abAx//8p3958+bDlzdf/Oylzo7Vs5yzy/3oV/Rfr4+EQeuM95qXl88f3PzPvy45EC8YBGat8dmv9J2Syegwn+cNDfkouKcz5Q3Skz1t3lAwJFnw1X4AUO5/jgwqi9f6L+28CxDceocx2na2jKLnfLRDl09um4gzxbmHUuayE3p8Pg+YdcO8ITnUudro3AaAKwiDfvMa+ADbnsd9XrqDWRTg1WdUMy/wPvpL9xI8KJvFQRKsywTIoIOix1URoGSB97Pe7QBm09D2GOcX2260PNo+gj7vq1oAdZ/++I9+c/P2Q81QzcnL4g3tdztbH53lQFAHu9DyQ5WLJ8P9zc3v/IsvdfyNivQwP/VD9it/JqCzAiAEziogzLbpDsDw2kgAUNZh2XPyMBqYtezafnAgl/vDr3GVEHCy9KZsZrSE30UbyI/2WXRdJdJ7z140dTb6rsA1AWDLifdbR//RpHFkU/psAMChXfrpJdTvnv3V382nrAVej3XbyYdrspn5r/db28/Y4+358oPmw3xkhzYfx9w+9575/mXLfS4BfXtCfsor5yZqvn/sn37Kbg3muvbaMxx97RHYd+6gD/eTCbwdUHc3do0+1+gbwb38lrHTP3PTNXDqmJ12CQi79P5Pbf+Wcjk4Vu8xNd//lpFB9P0b+2lauJYheq4XUaL5Ljx73x4fnz//3KlTMvy8MtIGcHoXr1ziQ0Xs1edS348loGcf5yI1HUTcc4yWOku/5s0TB2rfeOKcHg9PJ8RJXy4I+rlxncsYPSeXx0X4VC/frRdEg+5TQOPzdD4F+vOOnVl5lnLr4nzHVKnJFnsQVCB0vaIwb/F0q/djfxYfXifDneKQ910C/HdZmOmgc5PTyRl6X9OXem4CUz1PlwDgY+eP7V8CghePaRN3XSPMdk4NtVPAy+M+b0ie8ud93ul7LoHI51rQpgGHCI6P5iU77tynmUmc528HNWzD/ByIdpvmjtCcn2NmbHTIcjTVzY6C3/TL89EJy3k2xnLpPZeyl499DdiwSmQ2jY7Pn/S37gnwnPYC8J7INE6fE7rbQZBrzubyeBePa/e8ry8ayPlYm0L8Q/X+AD35/hLdEontTcve9Kx+45DifRfsDpdI9pqms2Drvrw72UTn+G7pCTasvbHb2bzWDcqsbWf9BHjM4wbHAwRGPrPxCs3Wu4+AdIMb+T7lmPPcEfCklJbemx0wf+C8F0BhT8aJnB/e5/nblGD8dmjsjNl8ezwHNyVs5/dyfvc/Ob5xfjUYm3dJfkdm4ZrTA0ArWo/70qdsmLUh77bmXK5S0PXlpJedF9vTLsd0ZwKs9VslTZP1YeDFQMzOBDHfbadBABjPQzbSLimWtWPaN+EnTKrQPuVKPX0+Wy73Gew4tZ+YMjmz6qf718BD3Tf7E9AxfMD7DKD2xr755hRoPI36zjMucWtHUJww0S/nbMxEws8yzXOetkMJB06DvMowcabHnFufOemnt9MT/sK5w3zkrGuX2xUA3w8EkMF3Qf9XRp/K1JqJlowPO1f8IjCznWDtALPTzvpQfCCndJeurWsuf4tzyABNyntm7HIm9R/fdplOzY9kdQvjctKIj3M2Zbcv+S7Hq+YSNnYZy+i9Xa7Xa5r5l+xMsjT8cpyLG3j1tehTPdNBBepTZCfjbprAp86GG8EwgM81BwKJm2/5ifM4WZ8GflxaNKWgIysnmbAdjBDzMsDfhz7/9mkBfMrUHNmgu9S7QeBkBs+gDbJGPF7bz0u+ysWVv10CGeCVsRWAUEEGLpHJfBPM5ew2OVt17uIGJX3mq8ERZRA2qBy5yVij3/xOZ9LRN4BLrkl/1SuVtRYwHHBY6TFbV+BIF5hOGeKh45Ud3GuZ9FP97nLHZAXhhD+1d+Ikd+BS+N50zEf6RuOzg5d7ebdLYjt4R7ofoKzmhp98n4zEZOCnPwJhOxBJfZXM9Pz0OE0f03f2ZfVJIjkqIeBUh9+rHQWikLW9+NkBJwCKgGuWjWTL45zeADC8QxYXTmIAzmQAO02Od4ZGBvKyvgCmJkuUICLOTs056OnzmzevxDOUOnZpSoMDrnxiIKzFbAUQ4Iifthly6TWOzEey3Txv4hfZpS6zz7sTDEDQCYAh74r+BqRw5QsA3/RVruu2vz3/6OkPBbTm3FldLFq4pG3OgAekr/KeRTdAQJfSNmDK8wB5gHP0w2tA81a9DqARvrSOcn/4A6CFtph/2dOsB3UHpVmtnghMIUAAGxN6AOASXSGtqjN8HYzkeQI0wbFvf3YCSgzQBkyXrNbYAFF13AdcVLpOMlX/BSDX2dlrbYisQntK+L6Wnn5WWeWAXglCUSAQwFyPP89HP8x19ptvqpQyNOizo5OJTs9VrrraefPmtYIT1h6o1+n1TMkYgKUBZ+u0dfY2YL9AmSc3X1B2uwId3hQw+/v/8oubl3U28KOi52MB5g8qK5W1rTJwi9d8prd1AzICTynBr8ChFy8NUCq7Umfsuty/bI/WD2Rq0gfrR9tmBrKYx+aJmjfklnewfgw1JNWlMRuHFehMDMY33xTQLb3DvBFwa3QSXgegTbYhOodE4z5auNoA5HT5ZRp8VzLPua8uqWHQRNm3Ago5Y5pAIL4iEM/VkXw0BECO9REZ2vQZvjVPY2u4RDBiS5bvW87CpWR49U3noooGLjX++NEz9QOrlH7TP2hdb9K7XeGgxlbZq+9FT69lCpgCUBSfTT3l4IqHAtMIcyjeKTPYwXHQ2OPj84YsXbJM6XsDlgCa5lVKdxPoZl7Ih3X9oXS4z7snpeSv/+b9zZ/9xaubJ5X1De7KmznTOcdX+FzuztjmvawtheFXpfebP/yDyhavrPAAdqp+IDCbcRL4gByyptmoYY4c1OjAnWUrivLsBc1Xr19VdjwyogBl1ndXnGEbq2IFDRy/I2Ah+gl9o4AsyxExHWRG03e9u+5ThrXAYrJgAYBd6YL4iMwNvMC6CBDn7GRAauYWHjC4jZ4UfwHYiXEcqOk9lX09DupLMBvBNpYVxmy7xVUFElhim9ptwSMJKIs92KZaB2g1oK+qEKhb87XOIuatNb8llTd/9O//tgBgn+PMGb7OOt+B21DmWc0jMk0oCX8/L/n61e+i0x/UGddVhr+E1ue9V9s1nwDhqtagsszMi4NqqGhDH7wO2L5H5pCH2GwA+/ZVsIawdlnPxiZyNrL5R+uC+jrXucXKVSnF49VHcua9U2xFVXqQXvAtMlW6X7zTZfe7MkWvDynxLA5LoHsHZySAIokA1iXm5/mZfq65x9H+uDucucxz2iNIX7Tfhv6ILh3IRH+oGhRmGC/0ePe+xLzuGxT4vXTbSTcXnXT/ZwD4lDg/9V9Hhji+/8y8/6RdvNY/q+9P/1wDgHeLpwz+qfT5/v2/+/3XAIefEgBWRNhwlFj5fbf5+fQZHU98BoDvRb4sWBMcmMBGq3L9OBoDlwDgo0NyLTQX+CIA8LkO2xnSWWUXRnTLAXqIYDoHtqap+/Dmsf1Lf18i+HEhFi0PtDgnJxOAPudEnQvyue/Tn9vg11Gf2Gi8BDyd1/9bpicPfRcA+Bo9XUI00eSbyuf479IcHOkTJ9vkg4uZrGfmyvJwWy/L2Lyg704A1gEAL/oRXa7MqNNSNse+X2r/GLl3BICvgayXAOBFo+EsPMcT5wzL/ezWH/Oa+L6dl5cyiI/trgw1NrPdkTj+svk56rBTw7iBsfHemX08eUhAX9vYEyCVQY0BPjo3DXo7AM+Dv0feOYLA54De47s2DXem1dKzTZMJAE9+T/vHDcgcn+StRdwl1Ha5w0u6hne4NOhtAFjPJDq2+0eGmuafjXI26S1S2VAd5Vl0b2AypJ8gcGRyl3ne5xudzqtflJLL3gR1f86YK95EHs7wGcDCAuSGSoijbsu39b7AMkX975vPBp9M4PacYmuHer4KYBAaXAKAT+jQAOy55o9rVGh0BIEDaF9qN+CE+G1EGC/AYzk7rFPPAbsTKM5amczFNecHms41dQIkkj9tcJ39pr+7X4rnlpOuS4iLV09Bzzj2U1JxZ5SbAumPwUo7ZhZI3O9xieNkjG0n0QYqcOZ0hDyR+nKouu1k7crJh/Otbe44zGEryY9K+m3Qnb7h4A5Ywnwcgy7c/w6m6bMcKdEeWeHnyrKVHCYb8RQAnjYP79mZki7vlxKptLeAxQGcx+nt7y2bAmhxstZ0cC0OLByasQ+mUw/n2js5Wtw3y3A7jQaz7hLRBjSUidW8Gl6Z8xp5lnxDjzWPyRLdPJy5UdZttTkBYOuy3a+Tdus7AODwZQIN+JmMT/F3tQn9Ap7SPpllZBWSoab5AvjotUr3A2rJOWlgNiA2mXewO+CvSyKH1zwurWc9RylvaYd9v6dL3BrUMhglIIRSjoCtcmi2M5a+ewCSA4Me9oYngAJBBGgNEH2kT9YlQm4yP3oH9MBhVZcBFpeLjFe3bk/5Y4JQzGOUhuzglgaG+Ts8Y91lOd32qs+sBTxJ5qOch/XP2ayMx7yawA2D3waAeSflfFdZ6XKac93AhPuUYAWXMPWZnfO89/Q92YOMK87b9N1OZwAuA36hFaCg5aqdiZpbOzF1LqAceO1MbTB3iM36lbbnWhedlEAVlwUmC5WzHhvcqt/Jgo0j0yX3O1O2Ws6RBiqXjaO3AbHIi3huzCcE28EuBrLX/qnXWfgw6zg6jfXRwFFKLjur1dlbVba4fod/0hfZQCpP7YxPBdDUPLvsqTNkLQtbXpBLnNvJ7CTIQkCflJr1ec4MDkHhj6w/zqzfTn2tRgLVPVcT8E5ZdQBjB5o52IVMKoP97mf4d5/jiZN9V2Swczpj2ccG0L7Gz1x0Zrv1wuSK6Fh0m0vGA3YAduKsV/nj6g9Ofd7zpuiL/HAffPvixXO1R4npBOMkQMqligv9KSIwpeY56zDrVcvO45Rap0rBkNf0ch3V8d7yqRPtJQeVYVkABO91thg2QNY+zzn6jCxz9Av3iCYdyPb61et1hAB6y9nrzsZmLrhPpftrbshEVYa3wMuXkk3rQ8t95Om4x8y6aB0Jf74TzdCrvM/XzeeRlWTHOyjDOoyMWmgFOG+w2iCyziauNihNLd4s+QBARjc/rfvfVablx9KLTyoT8V/9y18oI5WMTutd9/9NZxs+oqIE+4iaK2XuwitF65eVRvy0gDsBocbwtYaJ57FdoA+AcfWDwATbDvCTs2dpCybBlgkgL11m7dxgC3Pae7dqk/dp5Sm/IGOz7QVaCwDn9Qu1CyjnKhiAbEcAeGcAvyqwO4CSoLYaiDMw2yYD3lQJfwN/1g3MPb0wUAsAnCrufo52fJwLJZZffW1AHVBYwLxsNwdfoZueVMUGZOtpvQOAWyqxN22y/wQ0F0/IpmHeUmUA0BoA2DL/oSoQocOsi1hjXFWA4hNkGkNTbFHKTwcABuwEhKQfOu6ZewDrir/JNocvlTVcDKJKKhqH95ALM5Vw3tz89Vc3N//1v39dmcAEG5BC6n2CWmU9LD6KHLxBd755cPNlZQD//u9XtjnzpQze2JFdqrmeRyXTRzNmAlqsBVTpRfzkAALo6/0N2cQEf0IPBzYI4eMZgggKiNf6KFnbVRu8Zpq/yPZWWXyN2fPKT5kGVjk3bxVg136I+t2BDOaXnBUvW0vPUmJ7l7f+UIEr8B99ZI2Nfa0s+lYizgT2/tYLpemjahUVwJF9iRmTNcJ+JwfCWP8ga5zHfRKkwDj6X5PF1EUfM19SA7cB4Geq/BF7pu2NknHkjQCJjw/elV54fPPbv3x288VLT9n7+j42I2OBHzkLG9pCFwPA9UXNf5ta4rUENe0s2SxQ7ecUsMlk7+B1kaFtU3PItvNUme3wUdGN1nes8HxSkYXffbb9aknvyx4/NvR8Z4J9drlq2zyhNfOqksz8V7878NA04MLRZ7QqSY02PCa3k88M8pZt2DaJ7l3Z0hv8jYyEPvKbHSpdhIxAMA5IM21jdxxp+RkAvsVeP+2FUwPu9rsPcvHTdq6Z9u6Xnlig9+7fEQDWhse6UmcBb8f0zgw41/g1+lyjb4zMyx3vTl244RqIdQ2QvQsgk6BfAXCPQNU5YOTek/KP+MbQcTsY7p73tbz0Jj074qOivTYf+36W8ESVzYmIMday0Qy9SlccunkNoFr9DiDQGcDpR5wOqwcY8ncIUcZ3BMCu0fGcA36O+vj8pb+vsewlw+JSv+firIyVXuCPoNZcVO+THbizJTNhpxN3icTX9Zs3OHI4LP2JXXbqMFvjuqNBGaGLL+xImWcFy4CRocp9zghQBO4ZA2NeMx03gDN11pa7bNS2w//II8c2TqSk+3Dk/yNfHudXOnaAkTbKLsv+lIWTcUP8UaZxy8+p/B759RoA6/6dPrWMvN40XZKBPHcEz+aYN1+cAi2nxuZ58G1nYLoV3jfB3GNgyyzJM4HQY/9FfyLY6+el+5IBdmmuzumzeS+bs+mQpQ8TODny1jndFCfvUbbEF2w+ewJ0Bm//fpsmpxsh2lK2jmg5zlqs63E4HvuZzBN+stETD3M+1QA5b411AMBzbDMb9xxfnQOtpH/SXo+TPhKJy8ZsZleFzlOOsvn1d3tjP8eZDLpcSxbUWq/IGO2IY3ak5iEpLOvwUi84s5J5uqLDT9nefMwzM7uwwZzJI5nH6K+cTyudqR2z9dkc5yon26riqEsM3Pi5Gd2u9/ZcpuxteGHeN/XqPC8386hSmC2nZMwEdFlrYSuW8PWJo6IbSRY19zjbCIfhBGwtRwEZcxbd5KVkKfnsSSu3OFdzX+hogFvTKCdzcH9ngPUaJ4e7nToBlwNkJ1N4vsM8s8sv550BdXPvKstGtnPzt86HFQ0NLNAWZRNPM/EocWm+m+NJmbvQd9J90kyPFf/QPkBbaLMzqE/B5Wmzca/nbZ/la7DJffZ556cOF2XiCeh2uWZlDgk0PS3ZjDxn7TFQ4mwSnsH5OAFgrrnUorOGk/k2RKn7kTnk/S6XjUNslZhfWd9Zk9FxDVTiMWn6rxLGTTcaD39sndFl+zT+Lfhes7oEXUf3U01gPqfzPOGxuhNnfeY7+hbnskq1thNHGRBkcJXDy6UmJ4jbumHoTPgKGkpl1Rh0/hlgRNHc9OjzQRmXsj62nTL1JyUoQ+OUHj3Ot2gjMCKZyTtT45ydnb7nndwjALh1q64PO1D8A4CMs7yNUpy30b2hqxz0NQ/oITJR6LcAdp376pKsfGaQS/hNgJbAQ5fDBHhyho6dzjhnBfbWn4AVgC68QyVie22lBDTrADR3Juw+exznszOJex0WAIfsA+j22acC7XF2p5wv43FlBXvd7dNI+zOLMBm6oYVAqKFjsK8DKs6zfjc4Bfjpcz8ZqwA/HNijwoZksAFgxqJyxy3Xr1+/UeDCrLqRvqQUOzYD2YAO/AA0AqzwnPBsMizDf2TiCoxpIJD20INZu7TmdGacMrWbBxmrdLsA+AqemDoWJ7z4tMvL13zkPFaVfi1+X+c6F3AcECbrh7NqK4tO8uXSm/Q3a09k2Xy051+lSJnCDtISsAfIia7vbB7rSsuOy3hTaprFIUAiNpuBhfAXChSAG2DPABrrkAM2rCc9Zwna8RJCFtl+hzLIBDbONabXos56Y64Bnw0KOss6uoT5ROZeFWgKv/AuwHGecRlqg81af7CbFEBCpq/LMPNxqWbTSHtBQAhkF/0JuCP91SmgpqT8eugFgOSH7bj+ID0MLzxRliUddoa1y68HuJ0l2GVeVdMAXZENgEX3yzpB67IA3mdLPsNXqm6g8+A7E1XPASVEl+zAMQQ4GdHajwR56TmmDXjoNGiN0bpCBetMSsICdJGBzXgFaDPPJVdTn6P3pU96LCzM0q0d7AMgQv7mkzrb85/9U+hVc4XerJVALYMAACAASURBVPcQEgWgD8CdM351f8kqZXpVSrkAxhcvOcPYJuqH6oOBOq+vhD2hsOif6MNZxp1lyP2sKSqr3AAwJWET8IGcvltZcVSgwDZyadpnddYw4BHP889rSfG+gDxeX2Xx62xZeBYW44xdZ+vyvEsFc5YsmaUEKPCBbjoXtDOTlb2L7he9vL470LX3RW2rPK5sTvpCe9IuGrKMLqiu976q83oFHJX98rSyb5EPso7Rh9wXWxpwLYHKtBDAzpUXiubVNuNZe7cOpll7m870M3Cpba/ae/uq+KDmxTqmyi4XbcBnWVq+7SxUyQfBARqHS2O/eWuAHZ7k/G/6gF3y/OlzZd/GftNwq19k0r4qwPtP//xvipMqa101fx0wkeMSYsY+ALSussJfVmXif/2vq2KAMi1zPi/zVVnjOlYB8Ld45bWPZFCWqGzEel7nUSfTs/qvYAT0swNWANXeUtFBgXO2DVnfAOuVUSrwEfmNv6jtKoHoHysgAz1WsmDTcB2VQkvsv5gPnUOvNb/mh7Pkq/FgtbaT4T9X/fD74TXzMuaD+VdfuY/1uwJNlh50eWKyZdc8633Fu8VXgPVWjR3wpLOt+73YecXjqmhQID4BAflw3rHoSEny7mfjn+q/fA6VLf+++Off/9FXRcOaT82Rq8EoCGWB+87ofUIFgMdvbv7g93/r5vnL9vc1bj/cB1oHuJ+YPe3pWjY58tqy7OBUl1wveo7sWQetOrjB9q1H5DLve//H/EPrBHcgw/SBfYVpbTrpXbk2AsEZmteq3qdkyyDi+r23Kpv1ETPzGIjYb9ZL7uuJ3PSEcC2gd+aI25lfPiqR3xVtxFe37OU1tdrTzCNXAgCbtvZnpA8+asHBr6tSUI85sprgV44KEA+qr10JpPc+avNzBvCehL+L34aP4OzrM+l/F32LUrr73dvJ8Sl9vJYB/BkANjWvAcCh+cnGvZWaGzjj4fyUifp7eO+sahuA6vt28+8TAHw6vm0cMEZHFm+H8Bz3XbxyKRAhGcDnAJPwz3RkHukcA+f7AMDn+PycI4r7tkF1P72T+8/KyaDjOeDwpwKAr60Bk+ZeD/bYJ7D0YwHAsh8wLjuqzOtCZz/qu9sRZvPaDwEAk/Xi+e+N3bROmy/kEBkA9l2yMcGSE/piuI+2j3NzdOq7T+hpZuXM+3tSLs3xfQBg03v30hvWbZRe0n3LGBzg+5aDtsL7wixrOul8ue0B6Hd/3M/dboDJ2d7MID7X9gT0jgCwnXps7v0kkepL/7ShdOoU23zqPmynubMj9llu+T68fQRVTnjpxPHmb473L1nEsdcZaLkv7+KZc5n/U8cl4CJjP/aTv+8DAK9SS83bcZId9enUl+fA4GsAcJzc9MuZAz4Lb9I/TrrcuzMvnWED7eLo3gCunWly1Inf+mw6irB1JCwAsGgscL/fiSNQod9E0Lv8k/p2QY9knj+OMlE5NzRzzFsOlfVPNogzi3aNG5CydSVeIuyWCdLGYR0AeIF9B312DgA+Bsoc243OitPKfGjbcgLXk8eZG52B17I910f0XByElsPbQK7BE8+HylqONSv9wDl1LjggjvU419MvZ37ZUYezL+VIZ7+nHRJ9rJKxLfv85DkcTJKd9kYoW0xOAlyIAdmUrCHwOaUyVSWinCzQVADoOPMxdKX8pbOBtnPjWDr5qC8MCHVWQpxTcvJsAPgYtCL9EW9KvTxjNIDjDAu64Awz6+aUSpvrs/uGnFZWVPcjwTopAS0+lnPS1MaZwLyTawHNpePEV3bE0a/QYAOmXf59VAiKky2ZnIAIOjO3x7V0/nDm8B5on0y+Nf/c0+Oko/BvPnEe5WzfJedrvToFgGdmq0ERA8CcAfyYLLQmxMrQVrlVzuXrzHLRxONI+V1loCqY4HTtzRwz9jiw6J+CZ3gnwF79xDHKvWTBJUMv4zAg5LKbAlald/c5nVOvr/cpMElc6/ka9lPK4p5bHwRG634HXTjbdAcC8vtjlWYuh3kcdeXYYz4ClPDWAMAAIcw/exFAB52niQe5daTlypnFOXMYvllrhHjf45Deb4czwB/3JZAlZU1NWyq+uER05DbZn5JblZjlHM8N8AnQ1/rRZ4EqKwxHv9cUPoQIwGvao/U6lSzWdZPGc3qUQTLLGAZnu2LvKtuu6aSfET7sIHiiy0hKI0pfuyTulG2c3Mq0Yk6Qh9YZ8CGBIfIM9lrqLCWuO/OPNt8WOGAAGLC4gDkc8Dgei78p1bz4qtogqxhgUaV8K0NurR20X85e81iChaLrnOWWD++eNt2qooDTUzdZh9C26eo1nbmjVKt1KLR1hl2y8nUmdAP4tILuylnM6KvXr6k8AAjPDPQeQzYC9gPrhdcdjxtQ1wqJvgrMEwDcgWfFfwQC5Hv1ujOVuT8ZwQBZlAfN2koGKFnRyENKr+o9sGP16U1lxzmbFaDWzt+ACIzb2ZWmJDLkjEoDUDoTtnjV8+p11xle3lOFnlpj21GMHADoBdAXzQR+QHfTaB0hAk8W4AHAgD541zpTNgDnE6OfRJcGgAmUGPY4/ML8GUQAADfPib5at1y5ZQLjzpazfAJm55NgAf6mpDXfv333+mRumctnzzlz2GBy1tKURo894IAPzy96GwB4yiHfPSuedRWCAjqrriqcCr/rqIWaO5Uor3l5VoCcj19gktqPk5KnHZiQ/Qt6E457ApAi8LxtFfi+1txn6K7qy2/9EvC3eLLGwT/6TcnvlOXWmc8156++cQUCn2f6oICyer502+uvX8s+IxMaWmP9cJ/oTSAP4BuATu+5CKIBUHxRdFV7AlBtb4t3kBEBrTyQAJMqPd3AHPIMGA29kNFHdU4sc/j4CUAcOuKdvn/29EXd4yofPlHBZ4VSWUl2R32BvKC7vi0d9Z6y6fXv28qoFX2VuMB6bT2hzPwuHwyfcmw16pB5geYK4pNIMxZsVmdzM08EL3Ev5Z8pjatqCpR7Zk1TkIXLUgusBhCuS8uFoHmzvbKDTw1QJ1BKYlz/eIdWl7r/dWUgw1LWhQCkxcuVpakgwhobWcrCVusJ9DiqzYC57QsFUhVDMEc6M5t1te1CwDOBctUnwPkHJXt/8V/e3/yX//aqsoANijNmHwFgqdKaWJ14W6Wxv6xs5F//+sXNE62z1isKdAAAflLocPEnPIXudXAScsF55tWfAjcNTqlVwn7WfSqbjt1KEAR6pnUM6zQgd3gQ0M36bNvG2YMQRKL9BfoGDtRmzXtR7Q3qf86i17nMgMb1L2f1doK+6P+2zkje7bN/Yay0SGCMpTeApauN+Lxv3qEMc4BXAGAvITU3Dkx5W+uMAGAxntvxuu2+hVeYQwdgGPSGJlQLkG0l2bf9VL3SNZGTpaIA3Y/10j/+469qnLWOC0DOkRU7sFxnI9c3T5+8v/nVv3x587OfQZ+arwL4JT7bpGkQtktwKzIdWXClig/odNllENrBSzrOZACS0dOUlm5zULx9MIPFZ5RT5zstTehmfI7Vlw9k54/1IgFQAbS1r2P9Nbuqb+KXvrD52P6SVJLq2/VjVY7Zj8U80nyhh1nPNG5lVJuvUvFDU6D5sdylOpDssQZ/877IRW8RdW/WdN3fga9u8zYArCBY9FbTJPTO2GNTPM481BfWm97/eu2ttj8DwJMFfvrfwwCX3hyb/6fv2Raku9+9jffv00cAYSIEb38i0udbv0afa/Q9pwhO3vQDA6hHIO4aza4BwBOQyMb3x+z/tf7+mN8fna686+8OAL7Mly7tYl6+nfkZCvn5yZ/eTOnqImPOcOW6Itj6qwl05ffpVDzOwzUAOPdPp6V6co7oo/FPBX7X6NtCPtf3c+DcrX41IaZj6/vw3iX6nMhXv+DoTLvfe+NU2Hevxb8X8mM7x+xHGW294JsXzAye99NKCUd6Hed3zcNBgR7Huw0sP5HIu/CaEl8xWA6K9ug4vATMmsdmxYfeaYbWBz458lv+Th+O77kGCE9eu0/272pvRdG5o/IZxvmszcJ0Is17Erl6GGfL9jlAeE7Rkv8BtMaBM/nneN+xxPMt/dAOhgCOjojcfZz9in7bum2f6Uu7M9N381mXNm0apXQn3wvovUPPxCkSh5EAROg1jOrpgJ5nQ6b9W/x+MMin0zHv81isp496BvN/8RwbyqGPps6fcignU9/3uGgbh8BqP+CsNq2U4rr93uM40v7KmNPmxnphnd9DWwOAlF+Da2wc5UBL2V2XdZp0lsyvqP7dn4BRRzlPZm74YOqG6fAzOLSBEMmO95D6yDmCh0VO6S652JlBvqPLH2ZH6YnWN5QVlHMcvQodcrhY/b7nY+tLOSRC2KY5JWDzCRibCFq9is0gMqL7W/bxA9Q4cobjHO/kqVX6tMZ/i7eh/yG4Jf04V55ZlBg68nge8BjWAr3Xtdbd/H1iZ9b1lFDOdynJKsCHcffGUvTWZtf/MuYAwNaJmUPz5TynMM/FIb2e6yh9OYm0mWe+7ZjUmHsjexxvgP29Pnbp3NYvcaDIySHArIHaGvOj8sB5DMMpzmaff4C67cDOeY449chkSgYezMbzKn9cziCf3+azxpzRj+PA/YcmKU8p2sNI7eFS9unYCkXGEjgR8CGZ15lPO8wtO3qX5MblGhePtsyhLwTG8WrNpc+04vdkHRh88doewFHtFPECwMbu8LxvnWKw3llglG11uVmkkfG3Y789QLxDUf8CWLiH58yTvC/yJ7nrMVIqWeMbARLLlkQ38x/OODl2XUkCEkNWA5im2tRB9M9lEj3p0hWsNdwv4K+uQR8c4ofKOGiCt5T5haY6Ww7HuQFg3h+AVmvW6J/0rWTIE26dPKsgmKasaS7p7AxplyLfWiuZlSsgoPuHIymAMMSE/+TwXsEGe72YOip9mGtc6B+Z19m9cmAadFT/17riMrOQDRmFN55XFpjLL0NKgwu8U87xagvZfcJ5qdUUIFjOhlW71LSRLBlYVps4qnl3nHDiOTu55JRlruv9KWOKvCQrXLyuPvs+nQGnjMet9+kPTnQ+zjq185o2yPAJOKzgKtKz8k45XK0zfO6iS/JKxsa6Z71ooCiyKh6suU254MheAAPuA2g1COksfQM2AKBPXfZTc2wds3Rc85Z5rNfXLiWcACzzOdl95ayvPliHucQ5znH8MwbDoD1lOQ0gy7FP5laf20u/Ag7TB4Ow6JnYvq2/m1523nuekhmt9V1OUZzv5pd3BeKpzDagQgcdCPTpkr8KNFnLusvJA7BqrahSpi716bOcmfc3b+v8S0Ds+gua0lcHnnQJ5fpJoFCyYemGnPvKJN4l/AWUdxlqV0lw+XaZWdU/np8ZwMxR+MNBOuixB8rY83nYLmOuM+OHnatxqvSmAyEd5FFVB+oeZboW8KeylLJNK2vwJUC+z1OVLFS7Pi+byagMvnoGNeD3A3TV+le89AbgRzYN9HdQBlnLyOSbAjBUSaUBDOln2QPJyCfLtHiTdYV9YfEz8x+AFHdawDytBw2mkMkt5AFYs0BASuwC+sAXKlWtLH/e4Sz2HcDhSj7JAGaczqwFxCLz36WQCfx59U1lxnblAOYp2VmcpxobN7oRQFrv6OBNAaoFnEPdmWUencS9spkAn5Y9TQYzmaOeAJ9hHZ0HwGP5tax6jvhwHECqYeyqHz7LW/vuGtvTxwU6V8DCo0fvb37+8vHNL39R4HLNxeOSMQCud0VzAGcBU2R5FgBM+dqHlU0LAAx2qmw72T+ld5lDlcj2Ck3wDDIBfyirs2hovVQAcPHH8+IHMhQNYtWn2tG5z4QAKBHegZ/cT/UFlYGu/hls95rAucWlKcTHhaEbAK4xwcfIK22JzbRGVHBavRMbwdmRLosNzziTUIaJZIE1EvtAgQx1LXRHRNEHjx4X7YsGTJXOwi4wS0B39VPZ+OiUAMDKcMZmte4mq9VnoSMvrPNcd4BFdAVVPzSP1R7LB8tDzke1LiVb2yYfNFFmZ9Hl6UveXX2E5wvghS9lHxSo9xwQutZPgWIA1DWWdwWmPtBaji5gv9drMDINONyyHds6a77WC2r6yq5GULFTHt58U2P7v/6M+XXFBH10XrDXv4fYcJxh++DNzf/2774oAJhM6SpjrlLODtRgVDmuIXsB9O3TPj7EIPXmddUSYd2pZ+GvBGQpwJCzwuvjc8vNP3wcOOpGss6rAkvpc5U+J+6i9w99tLB4TPth+ANQUbYCfMu6Y1kQGI6tVnLyGr1cP63LfSYrdqFLjXv+4EUtYXXP29cOTpWtgW7hqGfahMeoPKKS6waJkRsFW3UlG8B2ZXEPXe+jO2ybuzoF98c28ZpGQNdKjGi7WIxUL/6TP/rbomnRotrW2dSysV3RB3ixtLKCQP757zzT+v3lCxO3C6i4Ukp9mPG1h5fdgL7HBmsbvfcDe0bbhtV+oEF35omxaHymvytSWBb03gZAZznwzLfma9lrDM97f/FdrzM+97f3PdhVdT9tyYXQbUvfNt8kONh9pH37ZmJR6/zrFtJk59JPB/Ds/sT2PO7Z1/nA1SAUD2AdO1nnkgOI9z4kgLF4umnH7/GzZr8NTUz75v9x77lzhhUixzNt99t2iG/ycwbw5Nu/k9+nMjzXgQjBT9s5G2JhQL97bzZP+zK0+Y/SyUvv7V7d/fXJYnOue///BID3/K0x/8BA9o8y1VcaDUYg0OnAdt8XCI4ivwSc3e7aZca7LwB8lP0AwB9xpPX4kiGxSphgPPfCQJ8wQI9AyFk9cnAqL4dvZ4tnYTo++1MBwNf46Tgv95+nay23HrlAn0vAZlo9fn/5baeAX+47BgrM5y8CwJS66w26I11/OgA4PLv6dkX/3of63wUAvtSuo0t3p+4DAM+2LslB1sIjALz5YDqTJ8h7WnbproxfOwLOA8RagTXnvueYXRs7Id/fzqA6z3/pvzbnbIraIo2TKeByHMsrM4yN5zBOZn+ywXefO2tXwOLl/gcLnBmxMX6nY1oGe7WbMwhpNAbzLgnZmb29uZj9XPM7gcMDM02Znvwwfw8AnEfnGb7hlTn+o7wDAM+ycdqcC+Tasi1eExCxgVK32aDTpH8vjum7gZ+UFL0NAK+NhZwAvflrsDUbdzZVfJLhlOtLFloZBETOePnpCP/bmWGmQ0ckN1FWZq82YsWDcu7bSY33AcfCE3ZyDVow1JTAEr8HwA0QWl+uOSx+DuA6+WjNUc7QoVcNmPHdymypd2Z8M/v2aG8IyMQugR9XqWUDUXpXsrWqw8kAitM/c7FlcZdQXvpWDgtnvJ9s4g4BMsczgc/pws2L5quAsJm/Pf/OYMmZmaGfS2/uDF/TMg5jOykUZVx9m6D1zNhdgLLo62CI2X4cQeIlAX2OijZgOUurea7jKE0ZbRxKul5tS6esddIOeRlR62OHAQ5Q0QIHehM+G20cIR8pA4fM4eTHiaFsTp8FxpEL2KUCmTiPra6xUQ9gyfuIjk9sn8+ztMNClQjqZ8o9p3qA5qMdHKJpUhREb2e38eEdM8M4ujrObPht6fcGvKFvsuH1ngbRGIuyEcQXAD6e12lv4QDP3zsj06CDwZY4bXGK2ykIUIccrQz84g8cuXRMTvbMr8YGCGIgZPFB67oAk+rTWOvDs+q5nHj7TFnp1A4ICTBM7pLlzvzvx3Ds9ll7DQBnm8Fc0yfmCEfo4wfOLk6pfoDPtzW/6keXvNbv1cA6E2ytf6ebFzsjz++j8dU40w8HXjlFBWI5Ey6OOZEmJVWrLemHPhMxY1ze0+b5AMHRPfPcVrXX+4oE9Ex6BngU73JOcK+z4kWtJw4eUznTVf2h9F45PllTVLkD1yLOzc42i97yGbp2Jifgxmu+5QVZBtwwXxl8NqjrzDA5uxWk4tK7m0/Ne7kmOZc30qVfE8iwAPSWK9Qr41MWuMp/+m+GXNiOHab4Sor+8AaBQ+/JiCoh3vNT/C+HYnwqO2CGcShjtnWBnO1kWjb/ppy7ae4StfQx2b6WUwPAgJnMl0sxTxm1fsj5xfBT+JnnT/VKVzagHwJPmQ+eLb5vh+XrcmhH5wowLqDN2dG7bLeDPioTrEvGQiM7xp15shQhgF9ncupqB0hIX+Nilw5wtjEAM7SRQ1tZeM7GCrhKZjzANXRHTgiYILMPQI33U/Y6ATpkar4vpz5AIcpcjvH6KWzUs9w0IsOzgDSBwv4mgLvuErC/deQE8hkjfUH/8gxln+krGd4YC3GQI0c45wEkAQiscyuTuvW290d9JiM96QAR8cMCnjmj12VrAWOfV3YrY3O2HNe9zpKlp0/bIWRNGdSvc0O7RLgy8rUeO1DGZY6d5foB8K3mOwFADsRMtQf7I3SkQFdoYC0DqMg+4COgNUFBdV8qDijQKCXvdeaj/Vf0B0DQtkIAIpeeBqDArnPwhLPPoxclI/Uc2b8KXGq9+803r6qzno8EsUGH6IUAMLbzAc4taym5iS528IH5wHp276tcOrvLfzpNUPKYddpApLP/Xr1yfxmrgqxiv9dD3EcgC/e9ePGipwu5rqoIWqu85wFwRRc9K0DzX/3Oz2++qLNZDQAVX5TcWWcockOgln1JBkCflgz5CHZ0pCG76V+DJ98UEPv+fZ273PNH36GJwGWV1XdgGdsUxUyZLAoSh1YAiawDTzsrlu+kL+s+TOSvvipgrN4h4E8ALHJuWXJAK2sFQCiBKEWvAuVtYxPcQBUMRDf3enugPaBk1HLK94DPqHrMrGRB+7x291dnWMt+9dql8z5VYcIDEmBb+o8JDWAMkK8zzOmrvir61vsF3pZMoqfgM3QV/wGAil86QGXuHzjrl4oZieGHRNBJZ81CBQDgyqB2oA26wqWIAa6dQI6d6bOWn+oMYY/FD9tvwGdd0+9t+yuDF1uKcv0Pbv72N49u/p//8pviqZfmS9bQup9xY/fA+o+rXPevf0329o0yohMkEVvCtv9+rwHT0zPTu3frB+cL00GBmlrD0eG1lpZeeF7nVq99VL1TAWBt+0nmtYcwv8E3CarQ8IejGH7FtoAOBiHhD88JgRHoS/YWAoDJ6K6ffAgCAwAWDdHpJS2U/pZqqYALZbVXyW6CwBRsV9cFAFefHJxkpleQTE0ywQ4AugDDqjRSfK8g0Q6QCvZi4hDIYD2eNT12rwJhuiS99mPSR1ghj27++I/+5ubtx5LPCqogK1o5wwQOyB57Xxn8D25+93df3rz40sEGjXUaOCdoUPPlijTSh+0b0NEPRQ9pEmhY/+z7cPWQmTSgvQBEkH1quku2Jd8V5EOAxAJUCYRwpRIHzNlfFN6dgb/W8x10QRAE71FAmHUP9IGHCMA4AsBp78h/9A3arH1OUcBz0vuDlqdj5u5sDzIkGPrYvnnRelu/1xgdVGK53Med7CSf2UYA4AkU8/0xA5i2PDfusLXh/pwcGQWtP2cAn5uqn+7aVMrnmeZH6stYIO56w3Kk/eQAcK9aV4Z/SaDz2DX6/kMHgE/Is0o/fwaAP1VqvisAvPgLxdt7AZ9hbQHbZ6hufnZMcxlWcVxzIwskDjQMWAy6ls+VSYivQpstAwQBI7L9OMngOTP4ixmubUBM537a9hjcz2uf6SDMAnftGQ370PaxnWt/3+sdQwlk050FN2O9RJ9r7W/9eO3OjnTrvmTDlxLcE6RKS98nAzhHFfVRwKtzx/5OUCtO1Tl/xwzgkDKZopMzjtm5KXM3s3Q159pwtIHSjuezma+9AYsjLfxyzPo9Xl+6v99xrh+X5m3S49yM7r6fZr1qw9oZYhjtGxC1M9ROIke/Sy9gfK1IvNPNmWl0arhd4660NZ+bYOrM1j3Xlmz8MwCweCGKrR9U1kk7mjMWH160+2zQBaU4jN7RjjN+4khBx7jxDUAvzabrE9TQ361Op1Ed5+4EZvKOWS5HY2rGvaRfwqeTVtGRE6CZ32dzM59N/+Zc8H0AYJxnOCn1DBufoknOV/TA3VE2ntnB5/4T2W2CbKezz8/R3osNF8APG9xqP9kdocNsBzrn70TnOtOwz/rqOdvzscETtbe+bz7vzKcjnUJ3eEkbTZzs2hhuADjPKDOsaBTualHzhpL1kDZ0QFZPaoLXkTHW2IORGCetnuMMsuHES0S1gB4284rAt9N6ZlwuvYiDpB2gAqbZuCqLcLG/o/GrHzgDGLfAMADF+n1mGm+672j36FtlQ2mDbcZPv6JHz2X+5p4T2p9Zy3H4TjlwxrTL1Z7aApbDcwBwM6meSf/MvnYO80lJ3owl9sVy0uCIFyYIve18MOc7EymfmYGT98Lo2dy+KeepMvVw3OFwJpNHjmVvjFUOruadj6P+LWZ2etfbkJt2VuSdpwBwuVP0vbN36OOD0n92POKANeAzHW+0lzMRkcuTtb3fNQHgZY81/6rPQ3/ybmePmU9xhMeBEUdc5DFnAKundX8AgckX6G9VGAFkK2dXdGkygHfAoAGBI1Bm55T5RQCAALyUwi7AqjKWaJNsqCmP0Y8CDHMOqoCY8FGfsRfkvN7jrJhtTy8bLg4n5mGBul2eMlmRDRqSA2EQgfKunhs7nAwmyiGmRbvttmoPgPdDOekk4zpjXd4hkxEHezuvaGid5V1tAVQkiMQ8zz/3Hz4A2E2g51FXrX2EMhzITOIcW2emsVbwvYC2TmnGrlw6ooFZ/22wu5fkdoImoyQyd0pXlz11hqrLUeuEyAYM3SZ9OQaC+cxIn//+pssj4zC345BADjuc+SSbVyX65TQms8U0V1BI6ysD2jxjMFbZuNKlABnO7Ehbq0rBsi/8rtASfae/1fZpAGXsu2SYpq1vCwjJubAGgL1X09oqFmD9cvZdyoBzdZ2R3boItk12mh2hPq8RRyjXmR+ftQvgV2U/n1UpVAVDeF3O2aUq5Qt9mk48aKcivABg0mOsG5z95OvoVIDFBP0447cXzKaR1kfWm2IPzmh1UIQzn5nrN8WD7/v4jQTCqX36o6AXHL+cA2gQDZ4V6jJ08wAAIABJREFUhRQ45Cxa08ag1AoqFBCJEx+eCtBXDmyAlHrWZZsL3C6Z8rnOAFAO2nldJYABopE1+uHsTWdTi24FJJG9Kn1Z739SmWLO4LYMRI+mXynZzHXAz4BB/AQwUlYzOqMBCIFjnd62ZFaOarK7Cryu+3UmN+snpT2hhdLT/I/ryhRtAZ1lmOkT4LAygqEb/a3/GPPSGwqKYrzeb1DyGuCBc41zT4A86+XqS7VDsJIzag1YqTINQQSA7dwHeNX0l71VdLV8W0YpEY2YqdQs4HxXqQIo5sO+SMEKoI2gR1pvDTpnz6G9ZM2PSsa2nM/1RaB+vc7ZtZQQdra2xtM6TmVu629KI0NnzsGl3wb/0bPWJcA3Dix0cKSzn+FNxrPLylquDfgZAIZPHcRyWsHEx0t4/XMgGrwH3f3Z3ylYpebF8uU16r0Aee7pKgBl/XOfSvlWe4DYCpD7AKi49YBsIgEW2Kh1X2UC/8Hv/+LmGed44n+q+fjmq9dll1B6F1mkL/blPKzzgx/L18Q+pPce0AKywFu9rKHXThMtSq4apHmqstCANWJG6UAdnlG/UwkjtNA5v1p3XDIVPgGYgdz8rVLHCgAx2P+yspldQtWiAJBKeXbZfzQkPXpz88UXBaazJnKT5qkApeYH1DGiCHhMCW1Kz0qXSRd6XfF6+bD0q8ukr2UcP1v9Aa2VbV93cX4xJaOZ/0dFL/SIARYHosDpj1m3CsgjAR/+g05ar0oumT+ylVVKn6fqena3kqECAlXOvm0alkwD2N1GgfqAu1qHCyx+XaD5h28dPKi9EyWyATPLNnnyHL24baO8hzEhIwTSZF9ne8BrDvSFxK/fAS4/vPnv//3bm6+/Yi/mFrQ3VeWLsuMBgP9tjYfnmHc9byD0QekOMsYTq+gKFdT77bN229ZNwBVl4aHLm1EiG75OYFf2GwImITmy0+um5LnmV2eHa930GfP+9P6XYOAFUhrMt46E7sgJMg1PoT9heOyCmmN0Z4HA6I2sIaKD7M/iqRog2yTt86oflIyGX1QOudbKZ89qnSyA3nq89DH2D3ZDA9C05eAcbG4CIgw+N7HFW7QPX7pCwbZVuCc2Ouuz+sPxB3rcp8f+8b//65qzsh0eVTl1AlKVFl3zVHrpafXt93+vSr6LGesilT3Q1yKwPw76cUa6PpKL+h47oMFWxc/1vGgNUKCO21j+a+nVBOF6Y2UaOmghAW489uoVJa69PqTCRc4SXufXyhZhkiwj2BseNcG+2JZOiOJjPvecptLK3JMNM9z2TvOW+hfHaR8nspIMOvgnpHJ/TSLZyForrOv4bH9MBx6HwJCd59omPwcAB5NQO+0nnYkG+5iWPXVqZyR1OQC1o06gU/NvuvEZAA4l/o5+Dpk724Mw1w/evcWhd7ccgc6G9fbdW2n8sH3ci9hd7V6jzzX6fgaAf9hZ+zFb+/uYAbz4C4Xe1tZdALCMFxkZvQleC8JPAwDfAlwPAHAcj9nQXAKAb4N91gNHB9bxvuPfayFaQOBpO9E/R0f0fM9xUTvyoGjOxh8HXTvpjgDw7Ae/XwK9tz78VE5vR2IzzBEAPraWsoXqSz+TEtC61s6nfH8sAf1dAeBjPwJ05PoxQ3Nq/zm3E9D9MQDg4/zP+ZqG0xzPpXItnzqTjsg/PHUCgE5QzPMe5+ux5OS1d58Dgo+A7Gxj0j3A911tHO+fGelHwGG+ZwLAun4AgCfwmueOjmKur/sOGax5d8CSyMCSvwEALNltY2CW24nM3zJ82TzX/QlkuDQPU96XDmrTZD6bDUt0zXzflOWMF1d4sh6TRXASgc9m2oNfXVvO8HZ6zf7H8b/lwp3UXgn9dwCAV6MNME36TkCF+1K+L2Us7bhzv44ln9Nu+CrP7OveAG6etINQbam90zKcGgObajZ2TXcB2b0xdemmUwCYTE3LHA4ivzkOxUXr5fFh3fYmWv3q6114cmWy0sY8v/IcAByAHQCYz+QBMkrzvDIe2jEIaJDPjM5Vf3u8E+ydGb5T3x7P/aVNn8/pyGv15wz4q3F1ua/0Iw7OnBmkrIjlCTCgkKyxmbmb56HlzADOswEiA9rTL/etS0fLWeNSewFOvKnfmaie197gF18soK2NL0Xcd19xRAkYqmsAwBmHHVW2BaBPVAmOS32HfEnH71K50uKdeUxWxINBD8kO/e45p0EynPb7XNLZUe0OHIr9oXeQ/Uc/67r4UE6Ftg977gJmh8aSk5JpOwHc5gSE5/o4HdY8fwSARYcOUuL7t+8q00h0TibpPlNbwLpKV2695EAJdKnPHM67Z/Z3MjLjyJm6zDqRjNFkvMzFNQCd6TEDx6ZzJXar7mlZAyAT2FL/6EtALwHUep/BL+TfpTABgTcALBq0I4g2AYDRLRqfAEt7juXg4762/3XGXDuTHlSblE/lGTv8KSPq82wxChQAA+jS5QBN8+0e3na4Ay/oK3RyJrPPgTWw4zaUGdvkm5m5yWAJ/xxt4vDm/t4ZuPSZjDSY0uCb182jnR9+YE0MAEwwB6UU+ajsbmcbha6ZP+mHth8MVhoMScCMxrrOlbR+SECIzmJsW1hz3PRMZvrSLS1PaXeXwbOunlUuwvsSeXSo9B+08Lw64MKUUiBbnXmIapXbT7rfAKR51QAkFQEy3tCYnzjlk82tM8VpjTKxuDKd3tUZagaXlMUED6jsbWU0Hj7cg5MfPoN+Af2QS5eVxuHuAB8BN/U398uFGpuj/hKNyTZDAtD3KmlpfsM5vgLoGkQg41fjq37pjMIOuOF9ryvbUbQ8AMCMzQE5zLfpBb/xOwEjjP51nXsLACzHKgB7AZVQGjqo35Tubl5BpnjGWcKPC9yhZGzdDTiJE51y1uob+o61w0CoPjUOQMroEd6buQGE47pBFM76dYCL9EnvKwVAdQlun8XbZzi2/iErm3MtPa+WH5+tzDvNTPR7fpApBQIoA5vSwJSINn2yBzFgbqSOks+uBAHgTeltgw+xt5gjwDcBmyXLKrHOWqPxmy8oXY+oEIwne6X6B5C6KgEQdFTPk5nKkiv/exFZJVvJgK1+6NxzyawznBbfs04QsKGz0Q04aO1A/xbYAg0TqJUSyHRNmbN9liW8lGoEshvb1oLfAYApZUwG5tu3rzVPAlCrHwR90F+Z1BX8pdcr+9/ybHtmHweBzlHGcAf6KNO8eAX6SR/2h8xUZCvZv86SrbK4An44C9RAM32WLBIo0vaNj1GhJDeAA+c6M9cuAQ2f0yZlwR3E5qx+l9sGdXKFBWFrAKgfqyz8429v/qd/+08d1Fb9fVsZpAKY0D+UK1a2XfOfghcKRH9YMiI+AwCs8TP5VGCAPoy+dRDglcCb0lGMjfldZ6SX7aNqDwrgqu9yFjdAv+i810PGrvL1sk0pWV1BIjX3BmyrLO3LJ5WdyHrdBK7uvKkzgaVDsJMUCPfx5ssvK7sbOVKwVtaEojFnaNf73rziDPX6u+53oIgzntHbAMNffwWIS5lmsuXRGy65izCgJwCjFPBTz3F+MVmaZOISIEHJZkofE0Qg3i46PivZeVJn46L2XlO+WUEKKD3LAXLFuwDatH4gZ214Kqir3gXGJz6DbwCWJeusvwTtuGQsC81bzpTmfGSVM7e8ApIbEAV8JKDI4LwgMOmtt8ogp7Q51QFk2QwwS+Bp/fcGPVlBAx+/fXzzF39RzzBM1ld0pmTVAPAf/uvKgNbYDaCTjczbsItZvynnnf2LKr2gEwjkQMdrbWy7vt6pM+9rBmRvwFsCH+H7ztYt/lZwVD1LIDCf7ClUYaDu5zx1rV9NEwKq2sRq+TNAHEAZcFMxGvUMgKjNAyZMk1Y83hnWyEgv9tM3Aq/osny59J1zoJ0BCz2cSWxAmi5T5llmnY4yIDjJ+p/sW96tjGEwWu2NHbCErmEOldncALBUtdYPyzH6lzXlRfGwg0xZs29u/sOf/KbKP39x8+bDNxV8UDYBZ65juz96d/Pbv12Zv6oWQGNuh3U7VWF4Bxn2ArfRXZxFLR1WfW0s8f9j7816LEmSLD3PjNUjMqu6wd7Yg+oGMQDngUCD//+HkMAMZuMMSL4Me6aqMvaF8p0jR1Wuud3wiKjM7qyutKwod7/XTE1VVFRUVI4srBedleAwHCPEyz4zqY+tg/rMbn1Wa7r2Ge511DXE8zpnrR3tNnbC0xIUb2SvMOjuZ3JOy1lN0cOt6+05NV3tcOUxyQFE6hrrxI510bVN3/CZ5bh1oK2XO0uAedzvaduy9CH65hJUPlv57DLfn2O/59wynOtop57nHe/5TV+txz4TWUxZR0LWKltIyx3WZL/flL68/uQB4BG0ckafUZfWDH6HgJ8g7mmDP/KH8yB+3rSZ5MsuHzw+77pLk897zndtA/T2UtDnV4xVx0i9szk5sPg93fl0/4d97tDsNtydvuCnTrl8H+P+1O//kkn+intjDL/26JemfL4vwvMaMHl/1/c6OeuzPBTF5wZ+8/sWyntTuXxXQKTdvtpow+PyUOqH7gKtd/n6QlYc+GODdJe9iJ1vbkRnNLm2Xu+nn+/4Gvp/SvadGajy2SVA+Gk596WRmMfxUsuD6wiIBRw4A8ruoxkevjsFcwDGz5XXx/k9l3+LVq3QXKP1Nb448sNduX3ox4m8vxbpO/klxoW8L6BnWp+g71GZ8nem23EbH/btT07HkT/OwNnZ9lq/bbT3uzdInJcd339nXEuW7O7dBy4f+zrTNqcfExDefbGh6+KKZ3AU0jnIsTfNiKRPETLrYa6LO++sBhYfLuX3boRnjNtJvTnfG0NeALg9xj4ItdK++GqMe8r31bf+0IcTg4h+Rzxdo6Tvfs6Uy5+iSVJa5x6A2Amo5vvNU+Hlu7Jgrt9rxvu1Zg6LwWCGgQ4dhhQlGCB3grmbl+f98305ZKl6pIynrr2Vi3Z12MvBULWQnC702hqdsgaDdsDJ3O8aPrYo5SAnzGHInMiaRB7a2GadNN8FEPWhLg49OzWXD4pY32BUG9d1ZDjs+xcpN0/k3gRzQ5f0JVHAx+jeAJ1ex5d84BS7l+v3GDEcvuX5jC2Rchj6Vk0jvpcRsiMrT9TgHJgX/WWYcFpvlhOGD87uAtubNt+UxVKAVoM7OTgrMqIuOxzszAMC3MYlEK2NSHzs1JMxOHX6SON1cmjQeAFqxVeeS1KMcikqVOPqvXvc41fCS67fl76tgzm80bIpThIrmlWGZkduBBw1ENB81v1w1MRlTWVo6Uh51zwM6DsdGgIAu73zvqftrEMZ7dTngLg2XGEM4h2uyWUP/oCaom/zkwwuMkLa0KE9pYF8pZltS65BDEdHxXAlCjN+aFK/YwCW8aWel4G0fk9dNb1TxrGtTzsKsg1irUY7KqHBQxkEMfIWmLT6b9qRZcdg2HYMuDjet1xfOrscEwARmAj+Z8sNvVEUTYEJri0qm9QCliRHiFqiI/VP0Z0AfRgqFc3kmrcYOJEv3GdAsI1V9QbVFW5aZb6hp0E6aiw6GssAsA1ZUwaEbpN2SaFIu8hEG9BsUNZ4ZIQswyPrqGiUqKHUDwxogiOF2mc/AE7BSMu60x5Y4N9KFww/Ou0y0Z3eR+xIkH+e++04ISNaA65Ezom2AmIYo+U5EIAcKATmsR4v9eHs47q5ZbKAvjaQ8W6nlEzqbGd94OI9qfEZ3sdwqDWBARRAUmlYcVDCYA9/mJc/9Jwpsr7ftdfsll2AfqpZqnq8tOp0y0odWs8hdx2FSCQ50V7m16Q9pn+O0HakFfQ3CEykIYbARMCSitYA8AVN6o0ABnFm83osAKZG4fTC7M/Nj53nNY5Mqi/b0Y6Kia/nDHzW+5X5o74vQEipa4sOioKq73jHdlZxpG/4NWkklbof/qlnBeAAshd9o+sAtnIB5Np5w5lEzP8NZlKLVKkcHhSYV2Ov9gA/ksKXPjj7hTNEYHAHBEXEANg6rTC1eQtsKroLWFR/cOjAkF9ADBGuDRBIzmOIVRSOgaeAyozRKayBOuDdTv1dQLfno/XE5ve35YQjOrP+iq6ed++5rEvNE2mxlaaX2rPf3jyrVKm0LdZTCm34EIhzyOGiq3ijF0T2qPSPdpUBxMhtRTWS7hkAwrWs+Y+FBPjufcz7FCCFQQ7qXFbq7aLnlrn0RFCUs4DgoAcIDWhe44fupHuddR4dpen0wI8rwo/3Evkb3lMa/o7u1VqVHKT+tfkNsAPiPSzZzzwwz0Q5y+COLFdKZK9z7VdtRFckNBGMJZdfFpDPaOlzUmnDYwB53ptwj7Azl9K4l9xDDioaudcpqW3t2FRrItHomiCnIEbUSGwJ0HVqVNp3au4CMLUXWA5AP+hIX6H5a0WoFl9Qq5QUtQXM/eVfP7n57nlFQgNssK4AAzpqlgd5l88uA/hG1hOhDn/W75OuBoCLBh1ND5hlh0GfA+AuZDJpjFWjvu6n9vDTAvV4TWRrztlZv67BXOuNza/eydLh3ufPq85wrZFeSgWoeo6cNaGdEmqc3z2vCEaAJ3rCvlEvU+p9MgDU/L6oes9y+CAiXXNWoGiJDEXLVluVjb1AYnjW0Z/IcFIss03zbupF8zzy/EmBawSZEmGr0hlFw3c13pe19risJ5VjQN2nvbxoAgC8AMNq4zFruMHLpSe1vuR9GQCxgO4Cw6Vd1H4HT+N4pMwGgMzVPg5POAcQS6wMIPVu2It00ThtSI4qStM1roU5Sqd2KvIAZE8f3yqCOjr6O0D44r1X1RiALJHEr19+vPkP/+5l8UTtB9V3OSiWk9+T6sv/+q8LRCYjCvojPGpFSLRQsH/RylGpXf9U+4KBfctNR/DXW617Qhv4s8+ZK8pUvF6ftyNZAF6FHrM4Gb/mk/re3jOdcQXAnTTpnb76gtb7jORzHiCmgVin/rH+L6cNOV0lIj02Wacg1mP1zFvWLQ58Ukns2MD6om14CPnGgVa6RmfO4FnrLWIhOR+QhlpPFrjfeKDeoVTVvk2XZYvlBs6u7HfSpeh+8T7d+I//ufSKkg1vPxQQTDaNl9/c/Nnz25t/9Rsi2okEdv+X3NO5e0cBEzUMr3kNN6jZjrrsJ3JWQYetd6hPyogiJjANmAtF+5rHEBnJUoNuI4eKdS7e6Zejo/qcvrN+sW8uh8acn6BbUSb6Y86lBqNztSO9/oyNx+Ax8pbobwYpv8lxRt61iV33nfGwnuiz5W/Tq1+zbE3cV+PDGSDrPw6RGe9ybuHZjjC+Yy/tmy90edkrzTBHu6bPs15/0e+kO6vvGwSe51S186eeAvo+HI0NzVdbdQZr6dPM6uHzf6o/M6HX3zcXw+f2yhvS512hz+fdfbzrFwD46+g2022etvALAHxBlp8LAHwUwDFY3J3DnwYAXu8/GFCP9JmbM307An1n309g9TjO+/7+mlWQNo9A1plcvraRRs5FETuK8zPQbPZ1RjWejeFzAeBjDdFP7yvb6s4BIOOdY/xceh73j2vvnQCA3hcAbigk852fcuC5NED5qbP7vxQAllc+hsyexGOqSHvQ2QCcMRwB4PDBNeD/CPCeAaaej/MZSPsacwMIZwBwnp79mfcd118O1nnu2CbthD7ccxaVOsc2+y9DczuerLU19pc7OkgrtZ7YXYfvSJHJr7ONCUbkmekooXsvlPzmoWFIvFjvh8lQCs2h39yVydbr8vmSM1L++xDB7wAMPb55f36faynPGWw5Z46AqqGxvTj3gSMA8EzhFcBUcxrAsvs+37n6Xf0/0mYCvAEY5nzEmJ9+7cPRTtXq77Yz0xEAnu3pINwGfIBNDlab3/uQ3IzvI0wfYgbd1ng+AWweI2e95kYURb/0CCBf1MkZjgYBr3hsgu6hj0CNBoBn9KMME8z7oM9apwdesAfvkO9jvo48lghfjyuRnZt353uPkbLzHambO3/SpqJmqt+OInOP7YlucFt8M7wisv+rjmx7b2ecTJPrWJEOuIz5Wj8cyaPncIC1sYoIjYAmAv/Fz/xzRKKM312D1WBVez6PZYWZXcBMG0tjNIFOBktsDEs6S4MSDQArQs7Gj7v6ACMCZLCTR3hqrjUDW06Jd8Yr+SxrIqk91bKsA46MCmBkI4yNjUqVLoMzwI4NlnP+eT41f/k8bazI40OfbVA2/XR/wOu2Ujh6xmCMzMaa8+H0IXnmCKrIaOYU+gRIpl3NRYM60Lozt4lOAh75rKKcvGcbAJaBmegi5PUACxOBauAnnveOeJEhTvuVo+SgD2BF1mgi2ZTusoGiOO7o/oy/a4tNAFjGGman+hcHhNCFfS4GM0iZdNg4603dGiCDCKqsowcVkbMA4DKge70RfWHBnxTRWUei84iCwUic+sqOIr4EgPOc5rjbO9ODVmaKBoNVExA6DqAg+7JWbdadwKaOlO89Uala+3pDlBqgnNZM12VuADiOA1lD08Eg+1BkWPh0AsCXekfkSPaSRI7byUjwdNMgUbHhCQAbr5U2HneGjUSAOuIzjl02nMpgD2BCykuBkYCP5l8M8B8F5lgfdR09A7HH/VVyB+BEfTMADCChOrcdoRXgw1kAus6gDM+O8Jxt0mfoHWDYgZZtfFaUi9ebaW7ZqZTQWkvORqAUtPXfqwJBH8Gf3Q+M9eg7MTJaXriGptM8NwBQ4yWyz2DEAwFiGL5dA7idDLTPJfo3xnGnvo7BNaC0+Lvop7TF6mPpDDhASKkVxNFONNSCdQpp0ZrIK3SLMugLIKm2nz0jpa5lu4EIA2t2yICBrW+kdis0j/yghi8yHRDZoCDr2LIZGkJPgOMYmgUKai9xe/pOIbfO3GA+dPRz+6ctvYIUxqzTgPlz/Xq8AEqPC/jwGG4L/CVCkDGqXqccEh0NjBNO6tlqvukXEXaJAOx92H0vgICxNAIBqBTHKPVFqKX1HOSv03I7+g9HAqIVncrcDkHiDSKNJae7/EX1UxFlRA0r0o2+EC1qI7+3NJ6t6PikHa++2UHIfPWQ+quNYIRP2Ku4lDKYKEl0BoFzFWEoALvar/q3StEpxxXvMcz/LldQAFcBmI8ePhUArOjZksd8HznhtKQ+H3yLPkPqaaIY0V3awSdps4mqxXHAeLpHZgCfyFNAY7mwCEQi0hUeB/wl8lf6ZFNDsluyvXWvGg+y9duK4BXYrTE50vBZlQ3+2796XFF+zIp1LjIR2FHJIHDWKmORg2SBj29qPljFAMBkO+ACf1X2iHY6I/KW/nkovoc5BAB+z55J9gJFoNlpM+VRvG/t1K4wgM43B/OxIonleOESGkQko+tkr3dk+Jub72qQyogG58HrkKDml0+oZfsDqaVJeY/rQL2HNgB74zMg0LpAT0BQaCudipqh7Qzw4gci5N02IJEBYO8lH5CB9b6XFdEPr3leCyisyOUn1OmtXrypdQl9XDO1wDSdAax7im/QmdCH+pyjtVLrluwKzA8gpve3Tjtezxo0tNyOqiudrADDFz+Ubtzz8bHooD6VnHlcQDJ0Qm69eVMgaTsjPS4HB+a5fQ8L7C3ZKnldQPMtDield5XfzssXH2/+/X/6bzevPtzWma147WPx54fXN//wv/26vq+9RmtM+KaVZfpc73/Iu2tN3BZNe4g9/h3NiaxQ1PPQs6V+rbOB2EvXxGl4TZfkrXXTmUrasdBOneY12qdvbyrV87E2q3TTadNgz/XGLhkTvRIAWO0MPpUThYBX5JmdjtC9kvWim1lrRKU7BDhK0HYWCjtK5nK0q3W39zWfZIvgPah6qr/efVUkfl3KRsJ7e84FyMJTlUmAefxP/wUA+NHNDy9e1N1vbv7i109v/u5/flpyxVPEP02X/Xz097uOaqVdukbdaa431ENmzD0J8Jcyd5CVpfUBuF6grlF509Fbs9qWgwdovPRxOwnMswvyORHA0TPhYcbn9UKJm11OKHRLponpMBD6uxOM0dHFyPnoUADSPmfyOY402wYRx2DT2XOS1OF8JhlcbaYk1NZRPXL2rEQAc78yVfRUmxbwjkeAXhzn0GlLzl4xddyZ0UfP6hy2eWgCwO6n9wWui+xicsJsXv9TBYCz9ubCDlPNnxsAPvt2b+rn3/70n14egs7el63ip+rLYQf/wtdcB4Dd0NFmdjey7L4X3jf+T/d/2OIuX3Sf58BPDcD+c7//PrL/gd//WBHAWR/TGL+EI/zVu1CMl/v+GLPv4Y/23KXN8wjgDeTK6IkiL93M7d5J3bvotp9Lny7W+pUI3m3IO+/3auPe571udmRl+pvNfX9/BI/nc5/LBtfm6b7nr8m/++Y7Ssp97a+du2+8X95etngfAMzdl6lcUUp2RM19/QtPheYTNL3v2cVXA0S55ihxx0EgB9NoNp942TQ45gByvH3S9Ryobf5rA+1UkC4M0lpTG+A940UbV0dq1AkK93Zxn16Q/t8HAB/bOQLLZ0DtGSnnc9dA6PncvQDwqHGS5wISWC45Ekhy7TAIKaqKbEGZjZxxOksZSvFExJBZ961I9UMbx/WeCBy/O4CZJ2Omm44hLADwBMUuwX8f/N2eDzrrWT7TAWiDvJe022l7bDj2gY/DiJ6R/HbE74yETb91QB3Ked6zxnUA/QIUpQ85zE0Z5ugeDjB45l56ok4wMvQT3dpTf0XodX9dW2p7hQZ0ShpHZF5SLtKOU8ja41WGnAYJEnmzeS1Gjq5NJjkWw3kbJWiJQ26AP2IYkk8TXmvwhtq84j2MCwKFtvdrwIdZ2yaA5sWBqPf2RMA6Qm33Y0biTsB2Rv6u/a8Ponvdb0Ah4JSMzi17Urcx8+FDbUfOYohvXuL7s8PZHE8MRqLHMFoY+PEZz4dc16tS7c42MsmIqCiSPvg3wHxcf7Pf6XPeNftuAyLAhilxRm+9k7lvA0DWoIwApGOW+7wNj24HQ2bXEpRhZa//7dHcHvU9fwBwBnboBBGfRdPIjWr7mB5Zcim6Xj2ndLYy4EBD8xp9kwlD7fizdVBvQDfOG3yfyF4d42Uo44XYAAAgAElEQVQg9bNxkPB8HSIcuw8T7AqYm/lNujM+t8EgtXQ9BtPX6eFk5+s9C8O/o6aIFDEIJ8OOjKZJt7lllmfQQJnmGpl4AgCjK8160Oln5n4CwLSDnIhBP/Qjgs1TtWVoDPeOYOD7GEftWLMN5k7pyiXAUxGvGMk6CrRpEjnrPsBnzOGOUE4qezWkSGrqWTo9JEZueMn0rX4SPYQRVnuYgWU+h3XnewQyaE12RFQN2Htg2mo9fhiYFE3d+yZgFjQhSkwp46qlOAQE9M++5agWaiXSn80TEwBeabQPe1tombSSnnvrnmGgmdoZA7n6iZzCaKz+l2GXmqENoMmRoutQO727HQkUed/yRtBv1wM1uGcjumiIgbyNtTIAMqZx4I7zR/jUDBSAzlHeSWO598CAm9AYXZoIHINF2ltiKG6eCa8og4AiZjEcO2LcEdmOJsqlnavaUaQjACBAV/GZol/LQeVDOZYAzDE2AbtEiKr2p6GcpPBdKZPZC2sc2kuVlt7pfgMAqx9Kr5n1u6O0AaQsb9xHGUyLr/h8OtHFEWOuwYwHUAkgIDxGGwB5AH+kMk4kI58DEAHPBUCnDSLvWDjwHSlgSXWqvsBbK3tDgWcdwajorF6X1i+512vuh0q5Sz9Igas9BllfvOZ90/RG+Yq82fpW63FEURb9UzsT3gAQIzpfADDR2wVIALwhKz1mg1X0RXNTpHY9yL0HmHcc0YPfGvRymmoD5QCnSs1d48JwD2AK7zplu+eHSG+nZHYWB4C/OLi8rPS2yB7AqGRakBwoPuQnbSjta59TlEJXtP22UuMS2Vy8UeKRVLXW05wJIKnhoRsRclOP+Kb2CIBexhk5A1jLBf8zr9z/CpAcYBYQTbWqzSvIIEUoKruKnRcAQzDus1xco1vSV44KSo+KY087NoRfqaea+Qw/R77n/PC2+uWyBdY36DMAsORXDfxdRUsLKGa/VN1j16qVzGo6QUMi+b6tWrnIjbeVehV9JNkNLBvoCxFyzO+NUkB/W45m0DG1qa0zkBLbdWAp9eAo5dK7qp/RCQIAU6OTWs3Rua2rwdekki5dvvgAHgSkok9E8cKz1P7euqo3ePgKWcozyBVHHj/Rev8gcAXZUEBkRRLePnl185t/9aubZ5XeNnu7Ul63vkU/mCtHZCLTSreHftVf0a89EojQVUp19PSa32dFm+yRAlfKDqkI1NqLHaXvkhuoEc7G841Sk2+HUBja1hecNUgZzfp/Uk4VyABAcBwtlCWCta9I6O2oAsAqvpLiSFrh1hURQ+iUyNj6/cULIuUNAANys9YM/rCuLP08F/5pekigiZffUtO1Iqujm1IrGLAIvRNRBn7wilTQZDdQFhXLO5+b2Txd25ZyIqwLAdXFjh8KJHe9YmfViPlQEr7ahM+su/icFydg2lNt9egnYx5xZHhZdHvHOpTAaF20XvpUzm9eN6RF5/0C4ut572veL8lU+LD4kecflQMBWzZn5GLFm9/99sPNf/gv/3jzw1tSdz8t54pXN//7P/y6QONqj2hl1ZiF/WILQDhYj79FLvr4qElP9CP8obNL6wmeka1v5+/8zA68ftZzr4rnyIAg/bt1CTsaWHbLP0Tv9NlVsgM+aTnqc4z1M4ikSHDPlO7hYg6pMRwdO/0htTrrQlH/rT87U4XH2U3qZ+Sx93dHJks/pH8NwGpNtDeEwUk7e1g2mucZz9KrtFfVutX47OyoFPi1bkqk3vzX/7uiyYt/X9R+9Od/9vDm7//24U35brQdpDpllUJ9Tbv0NcAm/SLzAvOEowR6l7LmqE5y04wzWDlXiU7Uny75uubLKrHWozMboCd7DUSPtjNDd6LuSzkDZV1pnUtZnVpPD+Bq2nbWpHb28mcmvEsruCe0HgA4+7oyhTQA7Of22dB75HbU8wjod/OT+Af9ewPW+1y57UY52/BsAGCe01457K2yA/CfnEuacXos3mezppypZwbezLO3+2hZmEvfDwA45xadc/u+P9kI4F8A4MUnX/HLZsqvePjikfsigE8BiQF+Ho3hd/uzF8R5Xz89ll8A4D90hr/u+Z8zADz7RsqNXOd99gaCIvr5AHA22E27o7CPISR33I3INF8fDb2rna8EgNf75mY1gZZeTtciQK9xw7Gf6fvc0M6evUOXvun43N3275MLaxs9yKsvk32fCwDzkqk0GEw472OAqLnRHyN4zubpSL8Y7Obnf8wA8BH4XfSJs8UE3r4QAL4G9H4OAHwtmpj+zSgu8/z98nICs9d45BpIvFL95eDXaWM2LzlqZa6r41oKADx7ahL3c4qU6oOlDOh32zumPpcduv6Lp+vifx1wNmi3ALATR4AJAAs0HrIgyrTBE3twRyG+JlcmWKj1qUMaJ6Zam0N+5lB2Zbm2HL4+r9cAYBso+wAiA68NDU7z6DTMkZMxjJmnPHLVitTB1lGUAazzecC1AMAzHeoGgFOj1x6vMwW1DYf2zt3G2I5WlIPAXQDYfau2EvJSfwVw9Rz13qfojJ26OADwBEYzzmME66T0TJVM+zHQ2XA+UnF2hCXPJuX0UX7k7xX91gd/p9vsFKIN8n5qFceYGSDdvN7AxvTOBXhpJk6t4zMAWAfLWiP5jnnJ+Nba5eBquPQO3+f9ierNXGZMRzqbL81XLMM4aTJ1MfDsdyUqzBRxdBCGqkT1drQW0Tnt3S5jw+CPZaDv6DCNreVL9jD9lLHd6yRRcB5vH9obADKIG0Cv60/X+2RgiPFmtD+BhnMAeAPzjrxyI8xL5GjWZ75LJAj32aHD80+/AwCnZvIRAHab7eTUkTR0PIZ8r2MbMbjVqV8993YGsFHYsnBHa+r9bWyV0bX+JQL4qGfFbKOeNJPyjGpkdgSoUxe7n1ojxSAYyUWjTodpngiQ29YVzndKGVvrU2mNS+4k6pXoBEVkerzARwETwqfbYIzB0vOA4WWtO9ZbGYkc4U4aaQOFK4NC9Yn1plSoAjvpgw2HqmN74Xm/gWpzOOvBvGUeaKeoNlgl2nkxGu8SANxpySWXHK3laDjLAMn6+oVmGUf2SUeoOQW0HABkfB9nEgxakv2JCNwGz/R3/lQ95BGRyAtVc7YMngCcTols5znJHKWz9h4h+d38rPWohv2+tQ76kMQ7lAq7+p1op4AO0WWVLravGf3hzAdEh9uYfdRPbJxrID5RhwMAns4XNC9nCdZJZwCg1mocGABwMo9aMzIed6YHRldfL4C4xoxjiZ0vXIsU2gt0jjwZxF57OMRUm04/LIOs0pI28CeAws49AXuJ5tp7mVMrG1SmtiF8HWOsjYjQn3HJKCv6pE6xIxjN+7436SR3lgf6V3wHuF39VPRoz2nbFxsQKVBMYXOOXJTcXnqaI5ujc2W/ir4rEjAX1Rc5ObBPNAdBMnjlsnY5d3fE0TgmOdrNcwSQpzSUAwCGLHFoi07kebDsYjyuz2iAhnp6yCI7iAFoVY1R5Gm9XSBOjRH5CmhpQBeDuaOwobkiD5Ej1R9SvMqRhp4DJkkWP1AUr2uVe9/LniZHEBn/LbtYf6SSJapYaVF5l6JGBXspDbTq+PYapn2iREmJzD38Ta1SLlITa5+o97vUQ6fXrbEC9MpewX7ZE2TAGj2FSKwC6WosAqQ0hqKP0oRCdzuAxsEFsJT18bqACABWLkQ588yzjlim9q/XCwuA9qhVCk1hrDhtWJwwn9WPljesM0UK1/Nv2bPIOCBYquZnrJesKcA5wK23pM4G9FPtTVIu1z/2CukFrLt3BapVJKoAYAObRPgzjwDkcZZBHnAhdwHpORYYvPP4iPalnjR0U/fXWZTIQtdKRe+QMxM1ZZU61zTjuTgzkCqbus2AUQDHTHkcY7UueHErOh/fV37jty8Ujfr3v/mfbr7/vuhc8nulYa5+QDOtMwG2OEI50pHRAEa/ljNAgUrwEk5lxec4GKgEhcBIHBq1BOU08ZK6twUUqQb9QJcQK6pjDDCnddr0rXtVw1yOV+9vvv/uV6034HjijALSu3rfh763Fb74SBHGxWfaD/c5SPxGnxpUfVk1gJGDyCungLYzHUAgqYl7SRrMYVuvngkwRAYWf70qhxHalMMT/FrgprdVDxqHBjscalp1ObOMZS3rRzyl7EaAhU5l/6TeTd1XyWPQ1b7sION9kj3EdXBrP2h+Qa5aJ/a5SOOvtaGgUulCHgSyWecrHAJqNp9onXlsRMsS6Y0Xy5NHrmtO//nuxYu3JS8f3rwonn9MZDo6KU0ynmrpXf3xn//fAoF/9/zmTaXT/wcAYJBG9oMa45OSDyolX/cRwfquAHRkuCOghz5C1CX9rHmkX2DskmXtELfp2eeh3mDgwwlUUjMcuSbgVzqJHaNol8ugPoijZbLKkfT+7TNC6+i8n/2x9YVEjGuml97kd/Mv+x2PQ+PsNZ5PO77Ni/sXcNnRskyRtue6V7qdooftEMffASdzZvDYfK91QY9H2ZL6nMTYlZ2haA8m/u/+/W8LAK5o7uffliPI9zd/+Svm0tq4dTfzmt+x50P9VSrozmhT37Gla9w1t3JCQsZpPkpeUMunLsiOMwbM4v3IZ38G6XfVP/ipxyGebABY58Z6BkCdzuAAFvqjLtIfdETWrni2CSx7j1SnTXTGY13IN7l31nkMXLdjF04eJRMfNW9KDjQfXEygahZbrkg+cF/q/6qTfn/Ocz5Luz+xR1lX9bP5XFKEsbROdCfDYn0Xm1X6swFgZ4NIFDbfp16yxtwvkpzsdy6nS+RLyqfw/j+VCOARbX8xv5mUiw/HH/9yI4CzNK6N/CDJLpbTtWe+5PPL9q1HdZ/kwbQ3x93qNojms382APhLhvrLvT86Bb4UID4asI5Gg6UQ3FkW+4Ozd04AOIOc961aVb0p7Pek3e01FWPJJNbq95WI8rvAbys2AxzQPnXUTA4zcjcC+rA+W1DOlDWz3bMo4C+Z9AuvqPGunc73TB59yRu+9vlLhjjy0ad6YFolFZ3ffwS+jsa6ZSg+ma+V4md4kF2j+xEQPipJkrajnSVPJ0g67jnK2dW9zyCrFBlFXrTRWsDGOX+lH8f+n41nGxUv52hGQU/DY17Jz2l4Ei36ID8jZ/c9uwbu5se5bmP8iFG+Fd5uc3rxHQHbrwGAz/p7jQ8XWNxCKUp/IkSikGesSXkz25u1dE+jgetmDs1L/rUB7oznrsmi+9bFbJvfHRmaaL0Y6XFbbvl3UOzCP4rWQZNvmRh6HOeIvnNwW7y0APM9zntE6p0p8cHLh/+8P0bIGIZc520bAwIgcNIIsHMEfsMPAXQTgeiIjkuA1sbvgBI7ymX2x+1tY609kG2o8iHUnusBYx2pFUO5QSwuA6w2xs4xi+Z9z9zfArDTNj7zxzTFmvdeU/vw6vnwwcvPnKVwzpgmAHyMvM2ErfRIHMojI3Xw9rzkPWkrAED6EJ7Zkdye91z7gNaRRsxtGVGWl3qPBQBgySAALBlq++BY98izuC8OpUnZnLm7w4D97JzfSbu59u/qC5lf8y4HVh202+DCtMQoLUOBTA2OWtBPRcBhVMbAXb+1yDYtmjY6pBVvycHCPJhDNBGhOSQfs0jEYK6IEawKfVA/jt+1f91uoo5MC0etTh6dc2VD2eYz8cBhn5xOHEeQN8/PZ+YanjIgkW+8Y4OvjlZK5GEiKs0Mpt3sY6IdzZeOTj5ejNWpVe1UkkwOy2CCcakMMkQDTvl/PC9PfRCjFMZigbUYRSRr/OY4SRicos6kDVbTOYgIQ+YiGXIEhDaQooggpVZz+8upqten94K9J3N8nCnToN12vCDCoIF/DCIdXeaARdMMixdy7WNHMRI9KFmm1JQ2WN7VBRN507qeIgu3Z78jezoVNkIO4sRY1OMUL2h8Tg3nry91JaVdTQSx5IABYHiYaLvjhXF/p+TsvefAv1oH/aDT7plnkMMxcClCAxCsHX70DOA599HnOD5ob+jafoe+6xnRvKNxBwDM5zuqPrXudgSYHG+UurWNjnIi8Fqmj47i6wgL6Qfmh/AB36+o6kFSwJoAfMkckHSOSx9XpGFF3Ep3JWqjHQGK0ZCDmkoBX/5J5KNq3xYF516VvdCf7XUJrzvy2+Ozjkra4C3zndrdsghZppqOjJP5UOpoRyN7jWEE3Y400Q0gCbxMbd7oIolWhFZJn/yxeEnrV/teDMU112XkVWSaZLn3Ae3zNW76oyhgjKVETsswT0ShxxBgPfVtNY9dQkO8xn4yImfDxwZ/L/UWQF0bc7e+lwiqyEQZ5EnpWveSolb1FyUTt0Oh0m0LOIcugGFEpTuVLrcqyryAefhK+k+vE/Yw5CLvUNYFovzkeETKXwOuGTNAJs/xHdG+SqlbH5DaExn4soA+xiHDN/Sud1JvM0Cg5wXQvkBb9lF5tTiF8UtFl1rOPiUtck2FUlJ3Zguijs2H1pdvK3Wu6koDdhOZpQMAfW1HjkopbDCXNYxMsCOCI3fNs65v6FrY7FHsTagm3rvYRw3eqXZpAeb53Pq0gSHSi6ZmtFOtez4ByQWqKIuFnQHeF72UblRKA/xdgEDNCRd0ch1kOg07OZOEIpZJzRzwSVFePI+M+cbAOTSuCFlHWW6BwDzyDs3Lx+pDAa4GBy2zvG8C2AiDW+BvwCjq0ALY0iZRknK4VK3MvMNZvlTTtYYBXwKeUpcYANi1aAsoLLrQDwHtjLf6TzSto1RzhthOkoxbNZArcv9B8Qd1eG8L1PurvyxAGpmCVALAhWY4uyh6z9k3HqFrArbX+6Cp0HEyPgDEU/tSfaBW8LsCC38oUPe5IunZLkldnP4jsx49tQx+9zapl50NCgqu9VjvoZ9PiCp+brkn/ai3xH/8x9+KRo8eF1DJXCLjGjzK+cVqxjeK7mc/4Xz0iKjF+pya33IQq7X/7PkT8W9SVTOXAlfFQZ11BIVBziL+2+Aec/3Ejg8Cq3AwKLmrFOvO1KHyAMhgtyQ5yNQQ9cifDxQVaR2M+YbirwGPi7wAwEpRrHf1fKpP0AlZCFn8uTIs4IDb2XFkH+/zjuewADsiyvmMd7ykZrKjMl0r2ToFYLt1EHQpy6int99WlK8d8z6AEmo2bH8vztfPJ89cT/ff/tsXRe93N//m3xSiqAw+0L3kZa0jRV5SH7aW4pt3LBj0fMsP07k+6nGSWpl0xNRLBrx2nVvS4bcjLcCt9kjv74nq9Hoj60I5OdA/OTvCGzjsOdORI35zprBeCBkNoNcNJe+W06CobZkk6cD7eV89o71LjrXuA2Ch0iF3v+Z5wQ52Q//kNdo745wbJ0c7iGY81kncV0WKy+kLJ9BkBDFIyBpttVr3ej9kNt0u9d8Z46vK+IwG+H/8n//Pza/+7Pubv/7LRze//q5kUXUtiIrkdcbQ+xRnSZV+h39FB8+b90U7UErXL9kOCeEnnBl4nH7gaMELtFfXZ8HbbG9BN1U3l8oLzwQARv7lHJB5YUVJxuYsR6dafLq2cMvA6hd7ott2qmfpSDyPXO8pCcCPQ9fOMOU9nn8BqWcQgUobNK8YBI4zpvWe3IvjFfJHthW6iQ4vPd5OisivdXalb8spzjSxrjed0+3E3BTrn/tHdEg5euMQMjLCmQ7jLCt5atvI0s+H7vkLAJxTzx0y+4N/HgDYHhSfc909hB6fujw87m/vGfjJwW0fEadB4fP6eXcsl/26CwCn3XlfDk37/dTW+fR1d/xZlFksXoTn4xhntM+Zjp/lPZ8yCP4sO/wZnboEWXcKhzx6dPg4rpO7Bs7710neqRSgvXzYTLjm+2bfskE7AZiFsfku62/yXfh6r/913x8xADzX29nUHoHIGH5F13Ewm/Q7bUeGk2vzeO3zIRH78HHZ9qWcvF/e7qe/BAC2EsCh2+87i+yUYQ5FbAxFitfJdR8AfC1C+2oE8BX5eOXjix7FQJ8P5zvurgff9WMAwGknBpPQOP1YS1DrMYZ0r8d5r4zSh3k5i7A9gsdJNfSpCGC/y0Z4y4XT6Vzf555jf8/e4XRUKMT2QDyLMM/8nQG/WW9HJ4XZw6Rpc3qjPjB0xO5xLWbtzNpHaWsCwAI6IMiFUcYESrQY7uRHUEZRVKLnQbdYxhIr5vO5HCRmmuncsyPTWJxtTEaZD+gwjOgZ25YPbdBoXqLvBsj2BKcfZ2DSPmTuyE5HU2xv0zkPmWfaPAOAM5erBmbLyhiGz7nOU5B+JuWzxoLRQ3wbehqsnHLF6/wcAFYkR/Om+qQUU36X9tfwbpNrgrUaS9M+kTaJ2r37fvcJ/s5BKM5Oc8xH4DjvmHIokbUTAN7jd2t6h4wBrn+Xa/LkmvcFUHjdxLCqOSS69hMA8AQwJRMaINbnyrPFhxzcd8rS9I+fR/B7ghTnvOBDaYxvAYDNzoOnE+mm2krQow1bgDQLAGajiz40BF4DwOIteKkY6msAYGxj8KIzB5iXnEJ96weu62njzgL2e97o99FRQ6Mc+oXn2WNIGzFW7fWS6OY2RozNcsprG5gCYG0HEfoYcCnnEOjhept9NQA8DVAxJiTCfRlLmj8zFkeAOZOAIgpibCuDig1TRJUZ2JAhaNAqvJRnMPKoJqSMEvVfGT8uAGClDu1U3Ux5GfUxpAOApH+vBwD8CGCNyCsZWjC81jw2ABz+SKkM8XMbOpYcnim+WiZOhxgA4GRECEBlb3wDCN/IkOQUjvC4089iLGoAuNhbPCDHBkcWBfhICsakac1+goOGZYfXa/guMmM70cCXnmPJlwY4V1o8RUvYaDYjgJlHRXuPBewa150GdM2/o5PmJRlZ49aqZc3o3uhC1Yf6Iin6Vr9gCng3xi54mDUrg6pBoABsMpB3ZAhzNAHgswwQ2VuSJSHpo8W7DUjO9O1eh147keU2yF6mfs6aoHbv0kdI39zg1ZI3nU4VsMTjpQ5lRfLpLyGffp8AbBxhXONXUXYCiF3DVHpR6wxzD5hzrzVUzxJZGJ3Ha8LpbKMPEZk59WW9XwZr9BPPMxOnEgD1XkfCXNo1mFKcF94oVbKBMkcGd8SJaOjIboEh2k+celByVOBeZzkoMryrex4TkUokZ0VAQlfWKcCJZBeAKJ/X+gHgfFwgJWCGawIHGLJeR/cTIR/+ZF3hoKEavb0OGCS8uPbm6HtJfdpjcc1ZgA8DwAAD4mvKDcS+NhxoiO51nUbqGWJYddpKQFTA4aR+Zm7laFBtYQQ3PVxn2jWYTUOuJ4C8SeVftAGw1a5R/wcArMhX1XtM1HKlWC0+g67ih15TPkMR0ePV7ZT5juQ033se2fqT/ULrvl4EABzHh+e3txoTjjQAQNTwxH7OWAUMFa1IK23+dNayXKSoZm+Ns8RttcU7mCPa0vlVRvACmYi61FzjqNC1zRV2af4EnFRa75pHl64wr0Jn+AUQ1U4lLYfbmelD8Q2RtkSkav/tZ5wRAWu++4z6AcgHPdAv35UudnvrNMPc+vIFabcBW9tJoPd2HBcUTazIXdYREYwA3ehUThNt2rdeI4cU5qHSUNf6hP8hktZEfUG0OP36RqUC2EAk/EU3amYyRsttAGD0AOaWurNPVvSweKPaeFr9V9pmnDcAN8e6FPhdbwKcZX1R+/Xp7XNHqX/z5ub7AuieVW3XR9RorvbkDEffAVAA2xUlWv1tYNy608eb5+UwQGQow2LeWQvex6ipayDc9aWRD8xh1ciuFMJc796mxrL1Mej9baWnJm3C64oQJV36k6LBLaB2fbuzq9zc/H//7X+IPx5XamgBgHIoodWmu/YWp8qVEwQZQwQEes+JI9HTWmNENsPGRN4yp7o6yGjKkLlP6k0CNwGAWR87Et+OnUR8Pql5tjOsM/zV+JS9hn4Z2H9c4GqAI9Gk1skrOYGQYrfkeX3mWu6JHDSUrHv1HuYF+U7Gkqrhq1ryJQvQTdC1OyWvUi3jtMLT4m9ARMAx5F397OdgXe0JRUaAaNYSQDaOICplseRh6WX1t6LiZf+wzvC2QP3/67/+/uZvf3N787DmkTHzjidPLS+/rWeQtW8rEtUOBu34Tzuc6yE9g67fkbEPa2449zi606l/meE45U0dz2db9lWcN6pWd/X7yXCCta7fdrTWEfzGAool+D31OZOKDdbe4W+kWwDA19gg09v6G/n5oNZTIrYFoHbGFvFPt7vPfnZQjD4iPYOlr704+oQzqcBLrD/kDbKAdzAvAeddaisOWH7RtuuY57huyxmD1mv567P/WHWb/+7v/+Lm+dPSA5B59R1zGaATJw+XLvG5BsI9VmkB0ylksQNY3aPMCnbcZn5wMCEbwVqPXgQCgF93yQ/T3dHZaoMHeVW9YwPAdhybl3VWzxtpzePYp6hxORwPB5gaR7Iaaf8hCl96kQHYbzu9s+aUfVt6tXUarUuGCwAspyfaDY1z3rGcvQYAczf7Q/gu9rvFVk2/AMC7fnrTQ/PZvKeH9/s9N/4u9/gPdAE7AUb3yL3mx32GTKa7AMDSj8ee/icLAAfA2VDiBQ+uP34yADintDEZuwcbADrv1f70fkDi9AVr4V5v/+y5ebS8r2f3fX/Z/jUA+AKA1ab9pYDzfk82+2nIQVn1AtvCdfb8jxkADm9Mr5Z5CL1vhn7O3yPEptF9z5/nMfafY4RsxjSNwDYa9HMXknZTQF7/hyXh97eXz4FYa3l3R9LX9DOA8Ifxvh3tdRYB/2m+vwaYfe4cXqNTnp+8JPqu9dLrZoAh65kGOy4MpxM0Ofn++L78fS3y2Buf5wHvrusRw9fk4N5kL9eJ33wE1q5FQMYHlGeWowCHyvZw30b/nQpcCqN1r7XRH8ebvwW0DZ7/3Hld/H7g62v7xlE+LL7d2rMPc2MrUNMx9F9ZP06zeFcW3xc5Pg1emo/mmcv1++ld3HuGjdjuO9ooirWpM+l/BFY3P0Zxv+Io1GDWsb05TxNInp8neumMdFMBzO9ngHT4cq61WSP1PgA4bU6+uLZXHJ0TbPy+9KLnME4oh3sAACAASURBVMd4MuXpH8p8PDbP+ixZ3MawybvpS74zSHhZw/fMeeL4DhmrOWRK2TcTy2jd/JmD+PEz+CUGCtW4bEAYr/ktg7a8iJ6SVKwZy1k03rU15z5uAHjWhryQqQPo9yHZPJoIoWuyYkUFDTruPfWS3yfNMB7DWwBIe3322hoAt9bCWvNpzzJAkWNrD/HBVHPF1zmF8mvP0dyfbIze71NUcD3KQYzbA9RezovBP/fZRvBjhHFkyplMEmjRhpqjTMp7MieuvWcD0LE2sfrQxtsLT+Dq9xsZ0jq9HofO5LFquRcnjU/pcJ7/9ojm8Nz8w+fmbad4jWyY6ayPOpSe6YjISSssXsd90O37cM6UAybZUEHUj41VXtsNXCkdGpO9+aBVsAt2tWFRi/RC9s85mFHarO+ApqSbpvtO32g9P8D5fj4e/h0poAO7P8t8Rs7MVJSLng3uxBEhnx9ll6OMDnsQ66M+M1/FcLUP73EkkIxqBxsMEW8qneDmgYB0jlKA/gGvt2HkEmzMeAKQMU4MN3LIwOha/JtasQIdWz6IhvMIyLyw7hStRf1NA5NaD6KLUxaG7hdOBzKkG7SKE9GbMixL/tQ7HykdbqK2IIBiLjWP/PegDJpE360iekOX1HgUB2HdMDVLF9BbNFcN5ZY/pEaUcXLV0IrZkOY7u4QADuuZXEnBDICN0c4GrtQFcy1Z3Vc0wXHHzg+eB4/L6UGpqZY96XI/a3nZ8hMeB2QMrRi3HJSqrZUZorqnurNScsq4qmjBzcfZ8/ipddB1lVNPWNhXq2gCTjr9LfOEIU+ARmQUNASgIQJUxjQbwkkZ62hFR3PD34pcbTme/R2gx+upgcu1YJzBIeuIn6q1i06AcT+GQVJdAwwoerP3lN7TpxxTekzojAGwZSM/6acgPOnffj71k82vTqdMoHXAWs2/eBrDeOs7AiUNXF7qpBiqWadEDlFDdNcwDV8yP1NnUcrr5rcFZguoNh/PSMUYOjedDKbChwEg1SfVw4OHrUeQAhgufl0RgIlIB6TM3Hq9FGi0+NxnKnjsdUW5EDkceiVN8OP6jtq7SUlJ2lYM5ozPADD1Z6EXY+hUxwJXnHpbziZYYHW5pnbWD/2yjHBKZs1d8Q6gou6W0wYyCj50lKWj4YkKdVSbzoatXyhKsP69eftKNKWfyD5H0QBIsj8ZACaiDB4lFa9r3FZ0LGlhOz20eEZR8V3btvdWG6wNAifKVymClWIagz9ggguR0k+icbPXAPq+KwCYbAi3t09VX5PIP1QcgeTL4cJpbb02aClpeQu4KdkX3Y41DaDqFJg3N88LRJS6VG2pNiOgY611R/MaVP79D4CIBV4ViK8zp3iKrA01dwXYqVbxclryXDgSEM+rAgQLqIJOchxgLQvA4j1bL4EGjIdUw8ZQHHEGcCldSwbumrSu30oEsIBP1Rzv2q6s/ziysG974UaSaAy0LLla47+tVMTKTlJtIyeJ1H74oEFhgATJse008fqVoxk525KuGccBZ3Qj6tYZJeB91tmrikh8UvOFXJGzg5w1ukwL65e5a72Vnnq+LTcE7imCzGsEkFd8KcDVDhCsWVIp8x28C98BIBIZTC1dp+N21gH4Dr5/CkBf43lbEbIPPry6+Zu/elZgK1Gnlr3C+8jBWzR5XCjR42obXhRfdnaB2++ei6SCSpoXss+vbBbwZstoAN7vvofHAL9Ffl0Cm7Unm18/vC/QUXNSziIdJev1aJqtzAf1N7XIbx8/E8jYWVzXekEnIGIS2ZSziyJ2q8+saSJNc4nG6A+sT4Uk2s5m4Nr7CHsAe0pKYSihDPoIEZL1O2ljxX+adwbiCFsDte3IKoDb0eLf4lhBhGwDlcghxqaIV60PRwdatnWUpeTCa8kbrZNOhz3tUzhucGndVD+IxnYaWINDr37oDBv92aP6KaeWng/4GjD8rfbgmnvkQu8zXkZ2DKmkA+In7duydZZDSTkrPHlKBLlLHTApz4hu7hTA8Cz34HjDxRqNQ0FWJ+YinAUelGMC/M8csl50du2zk9aI1ozH5PIbrZdUuwKAu+7slIG9nWtdMD6uJ6JltXWAMC4SjfY5g/uJxme+zYsl36pvTutuPZ35Mw/53CobTutqLl3BvodcN/fRJ0XS1y9J2a6o+moQB4VXJWtY5MxRAFHrgy2/2qgY+wf7ntZV/4TnAcPfVHT2e2RcrS/ZSG4qG0Ddd/ukwq3pR5FX6fgXHaJrMT616D21+pZMQ9rv247pdUEtbGe/yLklNKcFyguIv9G3lPnAF7RQZC4OFXKq8OdkfYg+zd9yqOt1SyC96cH7EuHtcinSe2nzYFeU/i/VuMfSnVuZ35Yc1nA9hvo1oPvSJ5FY2Hp6n2GNWwV0pHHkTbJy0E7okHnPuGVfQo9p2WQ9Dbnd2SUGX6YN3dNlUuz8tkipd0e/Nn/ZEemYShoAnEuOp9qGs/e0/PhTTQH9CwB8kISbt/q3wW17Cd+56+s/uGz/nxIAnn0+AsD5bnlj3+ch8PUE+MmfjID6pwSA885toPr0MHPwOd51XzufCwB/DpGl3NwDALOhSwcZUjgGIUW4Hl6U1bU26t4R8vwKUBgHlj8GAPhIz2VsOQDAnxNheuaQkfYz//n7PgDY89eRg70hXvb1TJ55Qz+79kZ+KQD+2AHgrLe5viY4e1y3674rAHCUHvvD7/VxXL/H+Tw6LHzOOuWeawBwvCLv8meOHP65AP2fEACefbhU2vz+yUPbYWGDA5+ixdEh4bg+pjydbZt2DbLV7+u7Jk/anVHCx/lcsmsMivt9UAigYx7Yjlo7BWbaBixIylHPyY7Mi4E4hs3ZB35f4PBU+iW/90KeUb6W7dsIfvbdWWrZya85AAUAVi1cHcxIq9MHsR7Dkc/Tfyn/DRbN+Z3rJFGAM1LRtV4sgzAIcFSJMTm1IrdHsCczhlJHfcQ4fgno5vAQQ2v6kYNF+jjb5l7VbCtD3BEAFgAywN/joSz74JIv7JnNR0n9xv4qYMD+yjZkCVBsI2J3StFzh4OMx22QMUBdInUnjQ06We7PdKN5/mJu6OMCYBy9OPly1e0V4LEdCScALJih+S98buPg5d7DLB3bv9A1mrYZd/gqY5t1i0+joMcag390OCcNXPd7z7dBFr8nfYxxOTIUANj8lPdjyPSZ3Z+nXMEagyIjBp2U7tC8KeNZH1DVwuiTI+9s+F591AE+fG1geDoIODLGfSWmcQLAGOL4Pmtq8vmce49tO5wKpDg4AMw1PQHgzI3Hth1HAgC77f021XRtQ9XSp8b43J6NR4ASROCEp/K5DZCOxlo80UaUY4YB0zgdMC2UAo85xRhYBiy+nbJsGYMAkxbY2nKJCJLRhgzfMfz2axTR3nMinaHexbgVBdhyRdFT0EyGHXjQALBkNgYorRkcMauvXaN3bUWtpmX/ePfRNLLxxnNusMZzGgDYcsCOCRhnbCQSmqtxKlKCfzHAnXgpAIxg3PO8YlHaDgSAR3I6aUAtMgADv4zmXY/L1rFOHSf+bWCr+TAAcNbHt6QErWcC4sHvMrqX1R2Sb4DbhGF9Zi/JedC8aTlLFBI6dM44ityXIdFjelzRkTHkut8Gah/Uv+XkVLwRgzKAIDyBvEUevus61Fp31bQBVpgkQDlAY8Zt0D2pm+G9yBu9s+X8cb3OvUxyWkZMR8xPAJjnAGrSfuQHBt3tgIMTTxm75dCwncUgiIyXGjc8eX6uYJhOvQug4/UxdRv6MFP404fUPMa4eCkTJAH8vhYckZHRtURPxkUAYvUpTiVmW32jZ28rpSqOUq9r7SVCmchWLkAHgElqjDL93E+EnbOfQIua02pKNaAFIgKyFm+QEhr5gxMAI0Y+yyG31hX1TVnniuDFcQIDL4Zv11YNMA1Amqh4A+GMw5F7HuMGcug3YA4GfYzypCa2joZcc789/uhmjsxee5Uya2RdAKIyv2QuaCel+p22n1b0oUA4UkfXd3YQACgt47pAXjszsQ4BPzaoiwHc9OZe5AMg1qviB+ZQqZ1bnhuottxj/bt+b72f+rd1PS7Qz9FhZdynhnAD33wHWMxccJmO8Oaon1hDfFXGfta2M+psABhCyelOZGjZ12CXPpHjiqNYUSPfdN1SokFdL900hT/evHmp8UMvLkWJ1pw/f/5MwGFKA2ww2HuOeJzIWMlUANIaU80naYdZd0QGYuFXHVXJ6YoYZW8qmfmh6wkbjHc0MDrHN+JN8wvvePHihUGWrnlqOWu+wJBPtKLtLhv0SqQ9aY1JFY0cvK3oWWUWqbkxcA6A7hr06Nus8UcFyLI+VNO4o4SX7qlXGvTVVOOYo+2WfsK7RGozz/CRQWFoD1ijiH7xkqMGqRHL2OinAUUjra5tbcBCNWRrPpBPbyod8NsXv795+vjtzV/+9XM5FrwtEFly+AMRwrRdqZILxAuQRqpn2nwgPjRYzN9Ldy6Ah/49rShA664Gaj58fCMAGIK+qSjfh0UXOUYVzZSmt9LoMuYffg+y+LBq/0oZ0Pj4xx5j3cxrH/QKurypqHQioJ90un3ehUxnncDb1CCOjOUdikZFXpaeSTYK2ltOgIDibypquDMPsbZvnxkgg3eVTlkRvxvQYQ2J/vC9gCGvW/SSh0QayomCKcYRDiDd8kHOavUdsgGZwpwjuwBJ49AjZwpF5bZzZJ8plQGg+kDKY/gN+jCvsSHouealW6IxIwvqHcy5omrpW91EyY3H5bwB60PeV1UjmdTpFcop2fm0orClC1kFdEQ4/7RODHiSNlj10GtmHj2Cf2quSPVcjd6WgwS8ybPIix+qpjD6BHNICnWmQHIDniMqWQ4knl/m6VUBl14f206jFOAdXQk9cYyhR4rq1HcFyvcZwnPvtUU78JFKYjAH9Q+HQfa1eb/4uWkm8ajBMkZohK7tP1lfyKntPGp66MZeE+E96BOHwO2ADSMhr2ut1Twok4p993o/cIYKr4F9jrR+1qVK+nyd9am00PBoj1hrC+CU1VppvF9UeW3pPLWX4ah1Cy+JV1o+K8W75Y/PMa7JbEcsOyRsO0PBuDhk0nbbImgTZxSloobe4jMLN6Xll/xgeicAzCAcxXsGACcimX1nAsDOvmMHBl6Rc7J0NTQN6Qf7PCnnuN5Sk42HvixnoXCJnHzdZ8S1yhe0o+3RCVz8ofPHBoDFafWBz9InKaKhVQv8GTQRRyCXlKD802UW27wnmW48TwaP8867gSr+LkBzD3E5fEgnzFlD7Xmd/YuPAO4I+dBj/YRt76A24y4MfCLo0WXkTkuf/uBoUP/Cx4dQu/bkknpXbjg/oOTma5GDn47Muu+dXzLKy/5dA44uWhyTel4reN/9h0ZGfslIfo73TiPOWf/+UP6cbd73rvvoM416x2jbYz8DoKKMfOqqI90Smhd9lVc03wUgumwl7Z+1rUNwfRGF4wgKXrzn2qo8ecE26rHTXBq976Pd5/L5fRGXx/cc1+M60BwMH2fRnbOt+yKM7x3f1u5061YUL590t6Z8OsiXO6KrLYfdzBFoPgN8DSi53QmKbZ4dbQ5GTtTi7HHY4Np7N4jnp6SASBFpvm5j7HFePwdgTd8nAHZ3/jNOf5NpR7dBgY9h7YLnD3N18d0w5Ku9g+PA8d5j5N+1/uXzu4rRVtxMvyi+rQAdxMex60fA9VoGinnfBKOP958BuNciw0Lv9GkCEsdx9LAWEBrF9BitGzpNpyDPA8YNfyvDHcp1G+xNNyu6VoR3GmTd34eCs71kfpbopfyc+8UFoLPetScnzywAuNde7PHLMMohGQN69THydILaUdY3vxg08dj8zNlPH9b9lA83Pqxe2z/P5OSSFQMIzngStWuwakdw2Gjsw6HraPpvrtRQmwfnjMuHsU2DyTvcowhNGa92ilC9qw37SR3k+e00XhjZFDlQjCIjCUBNH/o67dMZWJs+XUS85sP5U8aOHIQt33QIVoSP+S5yTbUoAQIa/MtPAVH1TwemBjIn/9qTtg9SA1TVu/pQlIMWBkIu+p3DsP5uXslYHfGzD+5OL7yjLvN7eMIGYEdraS56rYXbuxsXFFprRfYJg9x5T353pNeOgPZ4OBiLXftdG2B1BJplIrw8RTGfK4JG39mgZmOzgSbSAcdgEVrL4KYX7ajepE6nH4mMck9a/gJ0qY9+v94Lv/W8BqDSu8Zelx12GfU1rwY2+Yx9VcYy7ZU2hoWftpFxk3ganvg0Thg5jB8jfI9rOSk2HS1icM+80kZD0bn71mtzyRMMQkOGMm9KC0eauQFuRxwf9ezwo3jpgg+dvtn1YuOkOIwIPXyDtzY+MhdEFpkGnsd8b+Pjpd5BjVwMQQJRMMJ1m3LeEOhoQ1mAu2VoqxuVyq++h4+dts2zCv0SaWCwttdsn/u8xls+kFYUbuoX0z8ZsaAbxhXVqHT0lQx7Ld+zL2avSypdOTI00EadxGRsyP1brgfw7dqZqvN5BOm2Icy8MPazHtMEkcKNArUEArds7QiwFZmtyCJotmXlQyLnqgGBnWP/1FqotmQQxRjaex017qDxQ0VxOH23QbOaM9I6og90vTSNWevJYL3kGUbhBu0CsIdXMDpr/9A+50hdnlGkIJgOxkKqC3amCq9txkoUtgF4RRRSAxr+BQBeTiGuKxkekOySodR8ojUAH4kfkMFJf21nAoNQXoeeZ+9pTlNoOQ79DR6bHw1aO8MQl2rc4tDA2lgGW/jBwIX6X88k8lX1Jut9Tltc4+qazTaPRwc278hQpwga77NmGf6Peey0t4xRtQkNzupzpTtMdoeKIlLK+6zf3seqMWp6yxmCNJ0K0fMea74uQ77S5LreJgDc2zas20HE7Zg+Tm8rw7c+cyR8ZBF0lKNAOxAATHpsO329UiCTwjf39j64MgM0PbJs5HhH34maBZChxmsBH3IkKUO5gEGAUPGyo29zWQyxb1GP1aCFoqvqP9eMJCV9IrJdF9UpLhNR3TQ3wi5j96wpDsgb+cj8MT+KDFLKSvMYIDBXDNxZLwKKSE+tSELzgI3/Pbf66fe/qmjOlDagf9LRWy6GZwBQk+GD6GHSvNpBM/NrOZh1jMud56Zq8ZahP3om/Q5Ipag+pUKt2rW9PySKFGCWNlLjWfSs9z4pABIaQCecAKxvGlh7rXS2rJnId6e4FeiFjlGRlgKdi88eFqDHmN6/Jyqy1j75HQDDWas4mJQ+JR4CKCfqk9S6fe4GAGacz55916AdPGRAjjGzByGXcKgJ+MJ+9m3Nv/gfELreR51asJhEnyf6LyXo4H/WDtsSmSxIuQufSIZKZ7depOlq/d9OUdDdtXZfVFpqAcA4YCBbmO9XrwVA4dDzqGQ1372sMXmd+b7UeA5tWYdyQvTLJIt/97vfF1XLsaDAob/6i18V4Ela56KfHDM+VGQ4/G6wT5f0FUs0OQfhLKAMa3sPCJ+yPuFJ6R7V/lNSRit7hEtYvKu5fPuGDYHx2yG38FfJDlJA48DhOvXUtH6pyGXWI2nCo/PQpehi6DMvX7zS/ThIoIsKzKwbGDvgbe63o4FlAu+FjtzDO7VeCoem35q7GqycPKod0mVnG6FcAWAewNUT1Q6mTadQF6Ap5w/rQdDtXYHORFKLJnUv+n6iJfV96UrULX5CRLrOkXZIcbSf9yg7KnoquN8y6k2vPc5B6Disp1EbVnKAFN/oVuz1zjBHqnHWUIKhEcGvK/o3oDzvoLY0851EDNCH5+gDPidEoeOs964IJgcYyVo6Z70bmivDe/1OsgvkVHRo9r/8LvBXOjk/DQIrxb50VO9hAH2qY1/f3VatcC5qOssmAd+z19d+Isxce3yfRVSA2TRzZCWMifzY0ZM6X3MW0JZqAqvdWq5PVDMePZQ9yecGOauzfvtcat3ee6EdT2wHY47g8+W8sHQ9l1lI6m0F/DcP5HwJH1uWWndThGzJI2Wl6OXInClrlTBFHF1cK3yaOpMeGfnyqmQn/JJMZWQPEN01XmjQDgysZ4Dj3mNyfuPN4st+gZwNpO/wmVaXeyb9wLRINc6cwbkRBwkun31sj+BeeFH8Xc3AqwY7t/6PHNR6ZG7YM+p7O4/4jAgNkc3kBbKNwI7d7lLkrWWtAeLNd+6P+6S9lD1GGUA858le16S/+KHnmt+mzVb6V69XyY2+Z9k3my93pLPtM9oT1HHrjZLr4yC+7O91SwB279tbp9NsyCGrX9I91thbZ9P+3mVZbIduGfkvPQL4KgB8D7D7CwC8D6t3F8Ilo50tlM//7PI9PzUAnH5de88+4H9q/J8/un/uO4/GomN/rhmwv6bfEkwtcK4BD8d2z6KTJZizzbRUP/bzcwHgb4NqHF68cbmW2ofvj/jsHNePAQDvWhubz2Ig1FgbAP4UkHeMfMlGoA3usBlkeH8oAHwfX2QjihFq9ulT/bqv3btGzygWl0+aXaZ8OsiXg+hK2ujwVzboaSCcb9jgVRtvlqJXb9XG6k19XV8IAPPcBMrWvPUwdCiTorIN4kcaTzqfAcMbiLFixEHmGl/YI24PJ79bga/PD4qV3j36dg2YPuPHyc9nvHLWx9k/K3Wb9kvJ6QOH+/bTAsD3yb9LeRcethKrA1iioKS0btl0BmxPvjwDgMUXc/JOFtnktbyOtmZN3Mzp/DnbXYBay/75mgujd/dlOlUc99v599kanHKF77NPzOdmf6bc8EH7UnG2AdiHtBjCr9EsILCiYvqaIPkctz2Cd7odpWMcc7GBSivj9sA1sG6Dpu/PnkBbAXx9SPHh36DfOARf7HfbqDxBZRmXxv4aQ6T3b0d24Vmb/mIU0T0cvtqozOLXwbGBvAWwycA+9jQOY90m9DnW4g1gNQEwDGNyLOF41+OZ8xjjZoBa2s2BSO1wWOp+yPg2aOJ52TxgQ1qEqw0KXAJXB+AYeZT+83e8lNeBt9eb5o1nl8y2YUCH+5pnpZibKaiRW20I8pq9q1+frRNHIhnwWmlg+XsY2eOodCYLAgDzXcDXzIP+FnjilJ9HADgZU75RWRYEq+dqRVn0aTj8S31FwGQfuB2l46vltQ64GGoKvKDGXAw5bRiM/AsdZOrSmt3Gvsh/GZswWGAhklzdALDnW9TQ23OodrrGjoKlV32A17xXwzF2ho47mt8dNSBjsBMjUUShIzHhe/OAgJTmbfrHHETWajttXuQz1750el3LgoBCdtyYGQXCgwFeDfqZzy5rBpvqGVPeFwAYmQqQcUwlJvnjHHHreUVB1fAx/KtepgyIjvKGLx8XQGE6+hkb7zAm2nkBWk2QO+tNRjYMbi1rkmqeyLg4yoQPPpbhR2NZRhkMeAG7NcEydkUmLVBl0FkRNZ2iLemiBQauqP4GZZCBkR1L7pEe1gZIGVyGnLccsBE1NLiUFTZMCoBUOlzTY9a2pe+O8HI0YWQ1ALB+X7JtRnJv+ZH5tWMCvNZOCMWqMnxS4zlAM3NHbVMMYmAHkkPbgLdT5TqydtdORsHyHPM+ge7tvMBJLrzI9xieoRMGzgCP1hetN5vm3t8k3xqolgG/50M1C4euwZMG6r32oGGieRNJ5z5YXgQAlvyrxxyx5/IBvEMOOm2UxbDIZSM8UU1DNrNf1jvha8su2C2GxIreqxSzjMsGcNaz0+Hz93Q4CXhiwyjpip1KnMvZPKIH7ne7r9DEZz3RRA4BjixWtJYm5VLnMf/Uui2egu7U6uUepbMlwk186LbRc6jB19bytW8q9TB7DrWTBYB7jaueqto3YOJafqZfIjITzYiB3msNxwAiHHepi7zR0Z3WcdAvcMgA9IVOcUSD3spoIR6GGDtSi/tctxoedKregHCR/5HzinhVWmKcPhzxa2O992xSUC99rPkcAF26IzwvwMayCGBcz9TcYcDmilOQ1px0vR3RbHo5YjkRrTzj/cjg8Xp3G8olJ5AB4jsb1dHx5MxYfTfdnJZc7RdABrc+Sx3cxcfIDYMByRjDWMUDdQ/tmn8dSWfd1P3Pnqgxd2p4AVhyjzc/wE8A0AZZDWzJEUVt045TgrPO3gBYkOq5WOo9EZ38LNAS4FM2ISKAC1wM0KmX1EUtWYMy/vshkdGiH8+U7GR+CjBSrdFqgz4+f/ZsAd3wn8eFTDLdDVySGQFZVHR7DjDuFLi///3vtbLsyOc98Ycqvvm00qyytwN2P+pIbOskNtgL2CH6DZ1kza/TTD9U/WmAKQBDgF5ANj9HjVvEPIDho1qj2W8MYLlGKXz4XaVrZiyvKyIbYnivczS/9bKSE0Xfx5V2989+/biiAr0Hf1ug7cOiCbR9TAQ1A1K/ieZjT++0zdI/Wk+rW3L28bnBxCdVNoCydBaibqnpjMPsBztX+BxC36wXfYOz3wCAaYtIyd/97kUByZWtoOiFCALEZYXzNxHB0Ep6lhxRkB+sQcvW3krVH2QY825nKSJhHxfA7LUtHRewsqK8oXn2Ap7bYEuDwjgqKE109mz2PDbRkoOPas5K1wGgsuwkpS91fnFgKDC5ootzxOCnImR/D9jPGrJ80LhxmJAa4Ah7f87cGeBG/yHKXvSr7/S8Wb6hJAOEAMBaD9ThFXBWe1+p38yLInnr/YCVrk/vs2yi9xOZCpAPaBmHm+gPL1uu87cASfSmduzI2lHt7GRUbB2XcbD/CjBVJL3HxloBqKxv6wPrMHbEsbPEs2d2RiT19nTCdJpuxrsdijxv22Yinq/+AX5qN5RdI2V2KKdhoFd6RY33+fOSG0pjjVNFObxU9hYcLkiv7f3WQLz6wfkC2YsuU/PAvKEjKPIbGd8TrnreRK62uEcGcwHOw5vzXEvXAX2VwjwM0zxAjXD6kLMlKgFAuc4MTLPkiw5iuod9G7lALWP6qawekm1tt4OmqqWMbDSQvc1NdqC9sLfpHA0VyXqm15gmTQs5s5TDANe2bRRnEPGrc5r5NDKav+kL+gMyQjyss5mdhKwX15gZS8sunxnM6/RNYPjAsQAAIABJREFU5Wbqee9DLo/idxjYtVPc1r/5Ou9X3+v/fE53NhE/blR6kN8d78u2IgPSF3P3CQD4rt0na886S4B1y2zWxyUmkXPRjAA+AsAXnew/xJv5HbmD4yjnXORuD/DzI4CjlZ296Wf82S8AcLaI80k6M3JpkQ0j3qent7Wur+aBy/59FgA83nVfP68BaF/6nq8e3k/84BRCX/OqKZy+5vnjM1/anw2I+CCzBHhbFJagOkjkOGhsU/x5738sAPjY+txMviYCOACw1trFZt/raXhOzXump0+MeKHZvO9oME7/7wPkvpYHfvz3RS5cky9bQZ59Nin3M9MAzjd35+oybfTk38t7nXpmf3bcpOvghDGcAzf1qJaH3JZvAYjZgJeBu7uadpexuXniWmSwjWY6jWn41+b1PgB48o5+H44DenZFOp9zxgIN+6B72sZ49MxLLZ/NKMXtSHAX0HVz26szzfuw7fuPQOtRAb0PCDZd3PIZqDypIeNV33xtHew+NpggZddzhzHtInqF+URxjZI2gODIndh9x1fua5PryOdHuRyZ45RiiZjcvHrGd2cpUMV7Q34tgHB8fuYM9CmZqdmtNo80DQ2XUZt71sHiUk7knjluHyRC2+0xqnplSgvoQ57e3/rPBIL4PDWqpuwNEDOfmWASB5eZ1hn5dBlRaIAhbWMkcT9HtGp1LsbbTYfL7+f6sSGNQ7wJZCOi0zSpnW5kAUBtqFzyp6M/bAgmXVsdespQI3CFQ/0COtz+NQDYPLlB2C3ffHjOdwt4lLF1g8j5fq6rfA/bZT0sAHiAzaHTBJGX8az5QHTv0zn9mfMyjbQ5kIa/j32cqZQnz821kTlW5MFQXLRnKLCoD8L3ZAeZOlHoqQN483Aic47poMRTPf9eY1uGanwCheib9zEMXo6Cs5c0hhmMRq65HDDF0cMxAh/X6J637dDg9UUEXUd8c5jGECmDZafa7P1EQKfAmW0o8wK9BH8zP+v9MpbUYfeQAnrSzoaD3c6M8g6fxPBOuwHmeJcAnU7zeSlrbDQnR8zM3hEAeBmPZBhy+sTsM5t2Nn7ImF/9w9Cvq/SKRKSm75ZZO/0hZEpaZfaUFeG6jB1uKkD0mWy+SMPXG4yAZRkc9zySilogQfUPgzmqCPyCUY8LYFjvGnujjdqXoGAMPEcAOFFWAT4BZxJtGlrBjzy/5G1vA8sY1O8PmBzwgjnSc70niE9rMog6osahAEzJ3AbF+oWpqTXXdQBH32KDW/jGhlMMm7LFtuHIVjgDSxlJDIwGgyX3WIs9t9JndL/lt9JkdypeZI8itAQY7fNDjKhxwIHfuADF6JAAx5F+jkeV0q8aA2jAKBqAQ/Mo66F/YrSLLJyAnCigKL/L/ViRPYrcNViUiNCk5lUa1HofskbGxQa8AViT9SJ7BOMn5apkRusJ85zvFICuzco+qBS6RTtSH2NgzeUsDIBvb9Z80TbRgUopK3TVOpoAMKWi3vqB5YWjZ7jgT0dvARY0IEsqSQHvzCXPeh49Fr6jhqfBAoPUBjRj7PW6MujjVIgSbIpky+ep6Y4eyZgcJUl/RiYGvc0OWEo9KF4BsCnABCBFhtDej+seajJKtiwF34bVAFSZC+aL6MXsQ9pDSb2p9bNT6K/0ym04T6Q9oEZqL1umWf5LX6q2AHyhC+mT6RD3EIHs9K0wCpbryD/PLDRNlKojV6sOYrWLMT8AQSK3k4qZ/vNdolVt4IWK1Gis9OcpWFifKJIdoKIAQIOmALcdLVx/I1eQWVoX7axnFdmLPetm6V41FMBtLsCKeSnFMmB9n2nt+EOdyK6BLHp4XPQZuniPwUGv6sBWyu8Y/l9UXlD0wVulavZZNnyl9VzpQl3rcTvFea0BqrWDSfTBGgqAuQzvtaReVeSmU33X/YxdPGseV1r6miqD2x0NX2vFIDngieLNqpxqzWOnx31PxGhPr50crYewhu0E4D2RPdIA6DbI0+c7e5jGBThTjglEqxcvsD/Bp4BrynJTIJR00o7qN0iFXKLeLg4LRAVX7eACnDVXFakaUII5fV0R3ozT+rvlTM4EyNEnDSQxDujgfnufIZ2uHYgMlLEm2ZvYf5g3Lq/V7ZjIXgP/UWaA6/vvnonFXld47esCIOm77RCMnfX8zc13t89rfZK+983N3//mzxV9Bzs8rIhC0vhSj5T6tS4pAABsuRdHoLXuJStyX2dh0BkGfrT+rpq2OG5UewB8LNk3ykBR73pWdbDrXU41v8+t8Cp74v/47e+KT58WL1Hq4KZAcNd+dj8ChnEzfOt3iT4N5AgIrXdlnwqtWD9ElSoSFcCt2n71ikjrV5ItOXOxdrT3duQn8jz7L3JV6wSiy6GgIqi/q++VFtA2k5cd7c9gLAsMKjG/pMZ+QV1mzlC4MDeY9LyizB8UqKdtp7fPD6VPAUSq9jgRnwDetUaeFmBNDdzQL+cgyvOQPp39QVuMTESsG/YlIpPfi5bW353OXYByA/Z5L/WMH6pmsDNjxPHuZYG7Pjd4X03WAjub2NkwaxEeIN0/EduO1E+ZGM93nByl/7Xc0ZrR0gG4fWKnC9YUoLX2BfNaHGqwXSywVfXurSPxTu1pAMTsK60nRN+T3CkZoqhdItuLRvAkkdKqoVw0UtYC6QO1n0gfatBSMtAOM4nUVXrt/l4OXaRIh27KjOHoUNGWe9DtBZ5vHQkZgHOIyiMo/Uqvi/qJUwd8LCejBnmtv7skDFuPj+97v+dv9g1+ej+MHqOm1Vexr8njv5cuuu2XD/pG2pHzLuBkq1AEy8t5VXLOEeDqReuh2lOlH10CwKJTTTnONZRe8GU66zedRZsA9T7rWcNRm/f1fCpTlNYtzgyXUbCxdazx9ZvET23ncdAJe38yxDTIHALlmTaYsF8IMM9ZmzNg3ZPzj8Zf8/q2M07ZvhB56Dm1rcTzEd71McSBCPAg11LlWxdKl6SXyeGxKTf6us7bqGrsJ5pb019ythtd5+A/zQjgWnzj4LUoOX75eUcAb8Fx1vfLz7worgGlvwDA91Pw53zH8aD9pX2dhowvffbs/i/tz9cAwD5sWoAe7AzdpS0cz1I5X679SyAvYzp7bo43AlVi+9CJz1qdF2nMtzCaBhyPz60tgd0Wo691YPhjBoAn6BJt5Tj/3gunYvVpQZ8I4NA49D4CsjLsfQUAvGpMcMDtrnwJAHxcYzLonjD9HwIA5x0yeh8A4Blhe9CJWvvYPTw+L5oeHImuAcB3ANmDMjfbchsGL9oetmTBBGs9pw2QN+2XUtWAwoyynWt602QbsY5tp/3PBYCPkd0y2qAQynDn8RyB12MKacuEbZg0XcYctOi7D2DNExxMOcxEiebzM1CAzyeAOteiDHf1DyOVAIqecym/+1Sx+TYyTJrsubSc+9I2NrYcHDx1Cb54VDHmTRCH+wRM1Otcb8lgqO+dCnKzdfMWf8kTtRnHIJWjhjeAZD6MUZdnJgCslKZDYYc+a0wcoBrozViOAPAEoY77a76bxtaAY/KSlzepAedc33T0RvqpdMoNgmZe5b/f/VStQOhFGjEMexws1rR5YU0AeHOjf5sRuGk/4OoEgH14vwR/8/zcBycAvAwlA/xIKuc8u2r11jjP6DffGQCYZ2Pc43fWJh7HM1J3vifvyuF3HUq1NjB0bh4zIEH0lNfylJuWl1t/8bsNFpnOcQ7woXfNV32fyBjLx07dG5ne8s8yZ8t51oJT7F4CwCzbpJw1zeyZb8DNKQHVt2IEg8+7ZtRcu/t3R7Ilik/rrmWepLmcE2zIUArfPqzaUNPGOPqtUyzL1/yZK3V+F0AYfhAPb/7P+DM/RwA4smP3u2VavUjRSyOV9MWa6jnaUbk2RCGH6WXSfNPfyCWMN5EbiQIOwCdDA+BP0QW5ayNCpyzreRfP2fKzeCGG/xgeJgAcPrKBrNMHxxAyHS57bZ+dGTHphDaJvNt7rIWmU42Vka6jVBmvvM+b9wKuGijolMLoNRjh6zkB1wEaamwYUMX7BRrM6FgZA2uHcRTx5drWWNtxYOsI24jE/arhyLqhn73I+TkdAaxnbOsYxt5lJG6FKONj7Il4zBzDe07HiZPHpbuqxkrWB3SArvOoKMXel1SvuOcn/Cr5IsOqjYFxQjAe1tG9LSv22jCPxMCmWo0AWJ2KOPSB1zDK0U8DwF5rkT0Gmm3YTG269Es0UKSYgeUpm3jOa91glXl2g8QYzFZqPBnjEgnk9L6L3jVuge3VP4xwSkUcnRr+6aiPAMD06VHV/gygqJSJQ4kFdDJgaRDGQLPpkqjdTJm+x2Gg9QUAaPqWGsyKMKxIJgM6RLg7/a0M9zJMV0dRO0p+0lbSL6s+bBlqoU0ig5MCms+cCtQWV96n6FJFVQFIbDCbiYojhOrH1rPQCgOunNhaThj0S4pvG08d8VyGfgAaUuuWjMOwLVklmWwgyoKGCEU7zwGaPCmwHGM206B5Fz0bAJZuYxrbwG/BIseD2v/Qid6qriMpLw0Eco9SZzfzCuRgLO1UwscaT4P/rinYTNA1q+2AsQ3eeVa1VekpNcQ1j1uWMe/JxsAcArLYuAAo1nNZ99jBhfTFpNOmRrCj3aChomhFK4OmTu1sOWve32D+AqLrNfBrZKmBgm3UVkR76QvOAgBQZ4coO2G0vOyobckp0QBQ1HqC0886svVl1VF9U1HpgKjQNTQ2YGyCR9fdjtO7jvdy2GvZKZDPsbYN8iLjHxUw2vVUq89vFXnpNP+SNwV0cr0l9LLGqf1aDiPV7+o7qZ3liKavk5kqPbUstQzpva/n8TU6KnKpI6vdL7ik51UOdh5jIswAWhg7AJtp7ijv6L1KSytVighP+POheJPzEuA3jgFKs8ybiidfvXL6YoPEpj9tMddPn95K1gscE+i3HQlYe/AVzimZK2TmG9ZBR0UauGQf9CCs77OGAIBfaU0AKgOA0lf2k3dvS9Y0yCTAUzWuOWTWswUA31Yk7K9//eTm+dN65mEBYEReVu/Ma9bDbW/gfODI++hoyJbwY/YdU5ear9ZFIZ4AYM0Nzm7sbS4TAmAGYCR1LkvNIlLXb3/7W0UAy5Gj7vnv//2H+rTmsqKscV9tcSb6u2Yv485cAGwRie1a4aq1XnRM9Dp6rNMbA0/hfPFhpdVmLOgD+k77EL2xLu3MEUQeu4QLutCHAhABtKE5usH74g2cmbz/kQIaOePMDklry/5Lm3JEwHmiHAqWPFDGDO73OnlVqa6dneGx06PXO5ifR3JowXHHNgPwCuxKAP+8k/mSw5EceyrVdkV3O2XwNzc//PCy+kYYbgNzKo2A2tEOfvUO9n7Ly3FVU69e2TEIvrbMav1fALCxhpyRFMlanzFeIlihO2mWaZs1JD2A/aheoXXRdON7wGr4nX7xPiJyncnFc8w6Yc2wV8oBUXKxwcNa6y5JAnOxl1kucgmYrXE/Ze1W4z5qwONvCwB29C0poF9RN1uZr3gKWhDhnewe9Lcd6TrjRNJlh1o6x6BX1AfWg71vwSPM13uli2ZsLj/BGNRP9cblKbhw0Eg7cnyBlauddxVBDK+ypxgA9hlt8VH1jwwkrp3rNQRYry2Nn703L91uOMdr/1q1ke0Yz5GUesqS1cwJ58CeD+1tzHWinKVL9R5LJsuWqYyHMeuEW23agcD6dOpuT9t8AmHfKPp7Z1MLoMr3cYCIg630Vfp4sGNOEBotXPYYjcuZGQCAfZ5sPYW1MexCyBOnPYc3cWSyHHZEuDNGRO3GKeHCUbfGz14TXva7t9Eu+xI/7ejRNIcbDuCvuLF1OL/f9rroWXbkQ777TL34se0MObsls83nRwCvpv64frmMAI4icTaGbUyY3/68agB/qv93xxRDcRRK7rgPKNiA8H3zHHp9WZ/utnpJ9y8Ftq4B23nPEeA+fn7fKP/Yvz8aPI/jmca6n2Ks196/PItPX+raGvNik4j5ROmDxkF+33dpOOVzVBod3hGaOSf2s1bS/OGdlM/n4mC9Skkqu93FU/OZIeA/RddPrU2eOwPMZns/9no59vVL27/DX8NIezaeff81gm/P3suozuP9rTy1kWG3ew7wH3kmBqsN/Lr94/rwfMFLu90AkmhJMeDnuUtvar9Vh57uZ7J9BnS7CwD6fq6kfj7jp7N+nt03nYHOnjnON++eIGqUmIwjYMVS/g/A6ucAwJ/D52vx9qBCkyNwfId/j/1ptvEcHIEWGyJEaw5VUqzGPGOkkPLlCdnK1ObFs8hbKcDd1rG/Ezw+Aq8X7x7A7tn7jyBwDKqfI9/T3mw3B7vQ8w7IPTIULCMwCmxO5vUg40FO8x+fJ12z0/LY+HIGAC+6tka90gRzjjuV+3s9zXlhVpTaTwc3DAB7vue+tOu/9MGAvssI3+tOh5kALdtoeHmw2bV7vTY2IIGhWgY75EMf/G1wtqKeK3S8A3g3r53tpfsze6TP+rUYbh53PazUo+JdGK9yQAs4q5RPk4kA9dpr2QYLAwEGS+fmvA1gon0bgH2s97xkXHyU2o4ZM3/HgASoEXkx5ZDq+jVfqZZoG4rTntZrf593KdVRfab3BYgCCGwDrcbDPT2vOSylrmbaMZjhA/YEX+e+vcBzDAm8s/uCsdIH0i0f4KmkHM0aCCByBH5Do5neeae+nHIJWrsGmaI2BLZdRs0m4jYe2xhGnZLUxurZF/GGUpfaALOjpfxOvJtZDeZ/88U20nu+H0xe2ixunQkaKaWePfZtUPJN/D7XhY7kGOLqc0WKNeut/bU+UPRQ09x1s5A3BhzjjDKBWxl+VmSHgQcu5jeOHT7Qu28r1a30Rcv/6AvieckkpzqLZ3l4P4OiHRkiRT8Dj2lDNFG0TzzFAQutS0x5l/tnivD0RykVq+0FJHeEdQBgRdNWPx1RBwBsPuW9MXimzwALO+20xyoDahvzLRi8dh5i4G4DhI3C2Rt3TValBq82sw4d7RYA8lJ+ZP+0QdCyYQHApD2l/zVdjqIgJXSnygR87HlRMKkMOwaCNt3gDOhfoE2DfaoZ2TV3tUcJDMEoZbBoyfGONPR87EgLe9nDJ9YdIo8Vkav+ME6Agh2dkMhe6G3Qj4ghg170Z8r/7I+89YFqI8dZy/XPs57sXehIHVKmZp1E19Scah+s6BbAZmRE0yY8rHcrktjOB8iIALrOKNE8A9AC/woA8pqwkRKlyhEne11spxU7T3ndx0CGfhx5866iQUgb+k0ZwBQRLGHgFPQ2ijtbSRykpjMA6xv5kMjggLoBqpOq1/iJjY7qTxsL9z7l9Rx5Fv1d589E61ULdg7aZwTWPnsEAJEcWPQtqWv9Lgzait6T/Ot6wP0d97CHYKg1r9YY6z5FAlc7GmeBPYlCljNJy0H1u+UEz3AljTmTwbsBklZpEe3zJZ+L77yvJ+U1EV0AcLRXfZExvfZLza3XquXOlkuKMKz9UaBDMY5Bafbd7cyhup9NT++NHfkuYOCNwGYDZElFXZ8hC+s9rPs4DEy9mvaU2pW0sMWXRGct479kmoFFG40x+jdwD22XFcGGYqf6rQirek5g+zeOUGWuTR/SZ6aWLYAuVHWkOmk1xfd1P2OvSbSeiHysdxERSqaU7B8AWtA+tba9dpzpQXVga/+2rmuQieeeFOBFv16+LL7C4F7Pm++R99tpQZkKcDKDMep/SmtMLdrqF+ltPS987khdgXmtSzn9uXknmQToB7KJyGvtEUrVbKcL7qU9r0WnZhYIJnAHeViRsgCYchxMWmtnu1AaafY/nb8+3jyt2qPioeoXXXhI2QA5SzqCmVq+c79jDMw/8yVAr88DvEuODA2caTDFn+6rZar28/rvbQP4LtXgWt2Mm++TglsgjfYC6zgC8EqXtgOHswZoLTfdvnv+XP2R7NPcA3rhKOCaydK54cWi1XLakRed51PnAxyBxTrWvbR3E03WEXC8gyht31vrrSP3iUhOimf6/+Spx/v2TfVVoujDzfe/utVPUs+KhlL4K8ryyfubP3/+4OZX3yOtSFn/1DV/G/gkAthnFq9thve6QCnSbkf+rj1IozEQ+pg6ytRTZbXgqPCh+FWOC/XuYpPC2KSavfwBvrb+Qx1e60gVIfv7F8rEoPTFRfff/bb6hr6I7aUdpJjfh9qHkHntZFNtEuWKI4v1Sssb5m2W9yJtM/0H6GLJ8h1yDNnDeqfWr3AatiAcO6qPihKskOHHneqeNt9W9DBy5gEAegGWimolKrXeqdq2yGf2C0XgxjEKpdr1lGFXfArRNl4VXxLN/ZB6wrXeZtr4RwXoPgTghoeYyRYzH6k9Gy+l+lzOOHUba5d6yohs1iXvVpkOjYm0+1nvna5babndPy5hpiemM9JlWydjLsuRTO/bgLmWXf2XiGf+VtppgHL2ld42X1VWBtXsLqcF60BO88zFfNNX+bUwN+2YJBnVgCIRrQb9DNwZbPZ8aR8jxXU9jCMzvEHNXOlnpEQuuj+sNOjgowCsrl9cckp+hkQxV59feT/3/mVdUhlEPAW650PVehatavKYR4meBpxY2nGU9TnCcgyaan/vEhrIK3Ry6xN2bHjztupbkzGAGu8qC8VihL+t77GGPeWRTezTlw4Zrnu9I013Sm7rVXJS03utRzpzBPYJTzr7CU4VCK3lpAxxO/PCroEeGjjVtSgoOcdYarz8a/2NOXat522vke4jZ77izZ6/BEZLjez5j+7p/c+Os+Klk+8Zk+x0DQLzXmWw0Dne50ulokc2SEagk277hzLiid7tIFGveaN00znzev9jYUefYx9ShH5dAYWjU5o/NwDMmjnacjw/ti8G/L84+7VzQD5zuY92mqjvHkqX1+vdJ9Zvf+DzZSuMvmXtm3+iALAX1OXV1Dt8+vMEgKfh+jrAcR8AfPSSEPNk0dyHm/ThZ500D3T7/D8v6f6lgNMvAPCnKX0UNMe7p5D5/Dm7/51T+Jzd/bUAsAw3Q7hdsmnWxV4fVCmMoh4AOBFMPmz3BnYpHz8jQ8BO+5rxpX3ZYhoguS+SOJsEbZxGXAxPptwTQW9h7zV7NJyfGdKvveNTs/ml6/EOf/1IAPBdYPRcXt/l90sOmbQz/S5BwB8bAH7fnmTSDdumpTnrg+MRAKZPE+jWnMUWFoWjiSzDz1JyDnK02z/Ox5cCwOyTk2ZzDG67gbGe52sON2uNHPg5PJl+HZ9f8mmsT9PPLcbAdo2Hj4DrVpLuzj2H9TMAOM9IcWygYXvm2QCe61MAcACFRYvBexNwDo0z96Jye79cA6B/DADY9GzADo9IGe4uAfDwZ2p4xhgkowxHv1Y+kXuixeDzJbdbYZ0H1/Cxx7wNqzGYqW9t6Iyc1b2LD/zLxX5GX4rfHEWD4c1/b/rnwGkAKBFAk682SHMOAHNvov5imJ7ty9iqmq9lVGk2wZAv+jTAMcdhL1Qbro7tzLHl+yVHSNUlgxTgmrVbg5cNVgGYdGo73g+9A5BqDDrcjLnuCACmIgCwxiJL66iPqXpzPkRmzzkCZqaRgRgZrgYgG3CXccTbP6DVBGgzToP1PpxP+k16HXUPG69zMG3gY+xLNhBvD+PwkeduA8CORvMkrnUSmjBrfWBk6jDWrppFQzQnGlXp37oPMSKvCR98HMBk88LW0WPUF2BaBoMAwEnBa8DFMfgyZgoQMJiimlV1qKUNjJMC7uueANgGgLvuIU/KGGKewrAFjxnA9eA4kCoto3QfWMS8OKOruc/pTTGkmR9WZNkYvFhfY2pjhJp0rbfFSw2oSf7I8O6xJUIxIA4WG/ocngw4lbGmvazhgG9nALDpaceQGSnurrfXeY0/XvU+oNujn0tRVxj8D6lZlc6twaDUf8qzAXcyHs+120taPu1brcawP1km7xTbaV+9lMHJ4IhqMfZ6ZFDZu7I+dX/zO9P/mvR+9BPDicAtomUMliE/nPb1MrIuvEEf5FBQz2JwR29IrdXN26aXDTTbSBJAK3UvHUHV/EXdRuYd8B569/5Dm/QrqeojHwwe2KjtvtkQrOhVxsZ/MhpXtEWxn0EOAz8bzGpQHL5svuN+SBVnpUR6ypGqjWYy/AmgchQN71FqxJ4PppD2XncN7CnvHxPlUlFGqB+y5VR/wsNKAaz5wAjodbtSHWufwQDker8Yut6QVpK6idUY9Mk6Jd2mnQIc0QAALOBeAKTXYgxr4uoGoH2+wrhquiDHswa4PzWoLXsMAE8DHbRIbTIyzr9+V8b+VRfO+0r2J9FQ/St6CLDzPMLLpDwMTQVFyFprx6g4j4jHFyiJUddtCCys/7TGJZcMUEbvUlplrXvAEdcv9WWwSimt67cJAM8oD+r1EVXtuomm49QXWMOJAJae2Lr+Wp/VNkZdPSN6cUPkkGVl9AsigAH4+R6gl4hERU8BRCv6ttrXOjSItSKP2Q8w6JcuATDCHvEGwK7kvcFpxgtgax3FzhW1HyhiEFDWAGXWngEijzX1ifVd/fM+QuQzKTLhXUdERickUow5nufjJrh+cG4HZKO/1Gj8llyuGN9rvg3+WEZy35LHNW9vi7cCEiYtOCmimX8Ap4cPAKItTInSBmgmypm+8HvkwCNFHPKZUwizdgC4oKsGCKBUawwgCYep9/xewNLmK/jae6D0K0URd33ber9SURdCQSTfs6pXC/GhT/jBKa7tjOxxRvdtx0XoUyAdslIlBHpeNC7aqf4lnbQc76IfLQcTRyyTCtwRpgYrJyhvOhvYAAwnChLwTXWLtV/X/Ao0JtWqdcaPKZvQ/b39riJjxe/Ij/qHLGcPbfmITDEQrOGqbdYpfcKxIXIOUID5E4cKXDPvhBfDO3lOaVFJMVxGe6J1tSdJl7Djl/YOIVABNQD5DB5BKzkglJyWEx39bR3j+bPnAijgE+rAMmeO5uxMF+XQMjOXQLtkwrCebW2BZxz9juOq+Zl/dkLx3m2+dAYM7ykGSx1BVvtIZXq+qTqwNRM3339fUdk4dChnDX2LAAAgAElEQVQy0tF3HwsUKxLcPH34/ubv/uZXtYc0kYlsZQ6V6aWj+FUKwToO/RQYzLptQEUZRST/OWtRTxtQdmcNIMW1+RTnFsjhdZp02nxHWmPAMGhA5KtSvbczDVPJ7oyT0McqFfD98+/Fj+yvcviQg4NBLMmhPr+ED8wL22b3oOQFzhXylRIvGhwCoHf2B3/OT/ROZ8n6WFGiOCwYBdT3NWU4tOE09fz57QKNmPJXrwrIJl143Qg4BDCPPFT2KbOm+VOfAay/rXTfla4eIKlomeh93bPs7Uhg6kIjO93WLCentkkjXH3EqeJx7Uvej2mkZQVjw5EB+dHt5ugXMdFLZ4mN/M1a4Z6nt3ZmxBGADyzTu64zIrDlieec93q/ynid1aBkcck3ZAd8ywW9eba3N/MX0bbSLZ2JwjqGQcDZ3/RR0cXKiGIAGDn9sAB6X677i66YTCjQRymSxQPUWy5gu0DWZPBBr2KE6Lp6L3yII0X9U4v1aADrzIVK5UhX36WmxC/ppN7PWbhTpvdAyMBCJgHroTiPAJB7f8y+9KHWtMBy9vd6/sEDapvbQJRzC+P3ma8cdeRAEsd19HdHowPi7+7Y6dd7XAOcapEXs1fZmSzntaRG1/h1/rfzIXyeuVeN3mWfzLn90t6K4xzR0zyDyof+pzNG/c6ctLlNQ3cmE68l9hOB8p4CjUMrnO877XhsiQFf2VfkCK+J4LxqJ0CfE9wQvKpMX4cI3diNpN+cZO/UWQjdEd1W5xefw6JjHPk0fcsedXRw03mvz7heM1rsrV/RtnXUtHuBM5CpEl5mrO0El1IXGaMyGCCv/2hTQEeANgP06r7z4zwC+I8dAL422rufH/CNC6aayvVdAOm+d4TwYye775HT7y8n8EsBpz91AHgaPr+G/BcG869pYDwzhdm1NKK5/Q4A3DqCvz+PAF5O4Ww6p+t/AsBWKM4igH8sAFg9zQ6KeG5W/hIA+Izk4empRB3vy3cxwhyN3tfm9b6IzD+QBe7K3z8YAHaTR6D22viO64GDzLzu8qV55gjcxUFoKYEOK9kb8NE9kvescL4dIXIWAcz7si8dge21PgZfrT6gQ7cDhNooJogZ6kiPa3LhCAB/Sn7QJvvHkQ9H17RW1ZfDPF/jo6N8j+H7mgPDaqfnMQrPUgyvvOgI/H4KCD42wb1zXqz42lh8BICdPvUSJA1Imzk5k4WfAooDRM/Iaym4KMFN/JVanHPL8HHIfn/W/hzn2fqJkSFK7qwROulh463X1Y4QsuEmBnjksyM5fClVD4YSDur1c8plvr84EPcki7/rX9KNSW7X3xfytfkv/eN96/duZ0df9yFCNNwGXBumN6hIf+ABGyA9pmlMmr8fn50OCdsY6vcSNylDOgcP0cepv3XVWSm/yoN1GNfXGhl02QbOHApsNBYowEGBw6GMWZ6Bb2R4aQNAfQb9LyPNNuAmWowU6wbP4PMAiEWTPnB+rAPuMSXzGQAcg1rSrvrg1Qe3BnNSSzL0xjApUEYGBh+IckWOBLhdnw/hJPmF8aUji3kmoOkEYPk8UVuiVdPZQJhb1sGwjZd51zR2i/h4itckpj5Qok5Wp/sX5iig+ez/0WC55Ae0qv9kAGxEIoabgIuuCWlv+cyXU3Lamz9GRPEroChg9Thgzkhs9UOpNQEKnXpSnvcNWAEwI/VjbDB9qFfrdjEi5ORuwGdH2NooYv6aV1Ixr71mCHjJFEUF+crheOo8arPBqzjTyHDcUaCpmWhnEEf2Bkyae2DORBMATrSPAWCPh2cvaFr0T41ODLqRjxgU1WfWHLKv+dOH9x09SYcUldjAeKJzExWs9/aaSfRu5CNMCltgTLIR08Zq9gLRTrQ0/Wif1NMyhDQYyedx1lFkmfa7NjDI8NMGZcB7+thGE8ZLpJrarffsNKZ2utTS0bw4upn3cmHoTJTbkn8YLWR17X02AHA1Qq3GyDEB1x0JJ2N9nwO0NjBp8rM3QdGsx3KUlzKA0AvS5AqgsIE3cwW/OzoCOW1wkzeYLgYlrXvHENN1wZrmk7dNPxvoGKMN6AYYBMQQGdN1W+kndMw6MRgdmpv3MaC/L+Ph4h/2kYpsYa1bzrbTHmPvHVgAd71f4GsMYYD/dU9kslJE1/MGNfxepThWVH3SQRooTaTgMkq24wH7RIAuxqtdT7xm0D3tHvU9pcSvfr0GcO/0oqGh9VCMsN7TnBLdNJvWB6VM5R7Ry2npaVQzhy7SY9M9rAN4Vylz7YARmitiu14G+B9jnqNDiTra2UCUurXkI/vCY2qtoqsIXONdDUCp1AQRYO477dEu71ctePTrniM7shAVVe/qDATQwFGyXrMA2fDdk0ekH+ZzR6/J8YUtiLUIqkEUCzK+1+4HZDLfFZ31bviwgAvGybzzTtZAxow9noinN3pf9l7rCHHCslEfeb+N6+JP0TpRw/77XaXH5nbxJ+MDAKr3P6qwK/gVYEF8L6MpaZdNP0XmCsDEYWkDzDjzYaiGfk8VKWWdXWm6G5QSb2gdR+abDyxrvQ8imwREF60eV7pw7ykyJcPlirZSelEBTI4uJAoT4JAUrOwB7HeK2iHrRgkk6InMcLpu57l9X/chx0qLaN3OdFD0ptAKp7FN1BfgCMC0UlArjTM1pR15+riAZLZUA+5xroO2XT+UPQDDu2RpyYbhIMU4pCOyhtoRjxEnohYepZ/sHwK3iWIUn9rBK1GfAKnwCvqfABzV6qw50Nq10sH9OX4D1rMOiWTUuOCp+vtZgWY8q7EVj2B3d4aa7eDC2EkN7cbMT+yrckyp+5FROAFEf1Q0dRekZA6UApV1VPxFbVaBq0XDOBYp5ThzVO0oOrmIyj2kc2YsiqatZ823TstuhxGfxyE0z0ETeOX29pnWCDRlvqCjUjzLaSRGezscJAMCe4r77HehJvC9168lKQ4bzmTiqGoDlXao1MIv4iGPkqHnzevae+Wb8b5q1OKghPz4WCmAX2mOb4h6JKtw1Ti+Ld79u7/5Tk4fnD0eF4hCtCfOCzpz9RJXhG696xH6BftQ65tO/09bxSOKYHXU6zf1bpn2ZHKnf0UrdKIChAWcth7IDqPU+6of7P1NNZJb/0dusbaQW+RS+tX3z8XvrAMlhiHtPOBVR+o55WrRrvd/+ET7AM4YAuG93uBH+ss64p8cpMiCIDngVMI4uDjVME46dkzJ+QUAmPTEEMPpzNHDAL8BRyuV9Q/MJUA7KZut30EQ1AH08pg9UT0EflXf2N+/UappnNCsJ/P9a1Lz1/Nv2QcAOacuyT3oJkUjZbvA8QwnlW9LvnZk4moILiN6NbpT/SL9CnmhNhm/5YnkIH1rxwH2XuYeUDV7pkQNYJLOBz6H5GrW1Z8kfkHWATwmI48d8JxSV3PUfYKXcD5pJXLpT3Jn1dzYkZezNH/amRmds3V7wEwygtSEGAD2mFhvcjyozjji2WnyrRswfhiV87P1Ba1t7ZNk6MBBwZlh4GP6Z4DXaYQBh1OP3pHwjtRF7shhrfVzreapuHhpNL+1k2wDp7TrzAY8gxz2eZa61fSDzCLK1EE0dtEAmeiyKpYzBoIBAnnei1hOImzwvdVZb3SfGBN73HI8XeduZCqdNL2nUwr7iM+MHSlNxivJDG1ALSN7gIfMmLwb8Sx9S2sg55WmZzMS68UlmOxYwv1yEu0MItYrvWa5VgSy1kR/vnR2E986gH8mSZdkmvY7P6M1sNZF2yI6OILvJ6AvPV0y3k4pkSFxDJ/zHrv9EfhNv+bZPEY0r0mv8WysLaZkP5p4Hu0gk9/VnMcRMv2xKdvp/X8BgBfLbOZZHzHBy6g/P/3830P0z3/i8s5LQXGQGp/R6BEAziNHY9OxqQujsjbhS4NNS2Yx+x92XdL9FwD4y6j5cwGAJ/jLCH7OAPDyMJX0NF8fI3XjTX1tNr7thfVTAcATqDvrQzbsIwB8H/f8SwSA58b3cwGA9zzE86711v7iCADn/qybpHK82ItqM1A6lhwKUGDum/DD9/fx1bxde1cOCYef+74NAMfYlJ9rr+nDAX9Hvp8Bvjw3Df3cv/i1LQkzdWDqcKjdaxvdFfrc3c/2jWcAcN4x5yWpX7MWZz8CQhyB2IwvCvbsXuY+APACkiVPSY8L/ax0HgFgjB6iFzwBHVtxuA/gP5InRlADOjZyz3lY+kwr8gGzNPbeyuNgIwCMAxr9r3+CIdqBYRru9YJ+T8Ywfy6gshV5Ac1R0BvYyDg4/DgKq1NLNl+kvtdu1511CiKvokSVZowyljcQO+k0aZqowNwXsEOKeh9KDMLUnB3ogwGEw5yujjBLakr3zYBGeDs1/+b6iuwTz3CIAqTkPRwUB4BJHEAA4ADwoasiwNb67ig6pUAy2GVDc9c/0lo2wOw5bwNFn8s5uCdV8hFkTc3Ksxq+IoGiGDbY7nR8macG0Rt41qGtI49n9O5M5Tx179yrOpbVSc+NU1pzud5TgznAHQLJDNRmfSv6hndyf0eyLj26DvzrMNnPJHI69xjEM5ASIHfy+XGtzv6rflunr6T/Rx4EQKGfNP+26m1BJh9wAR59uPd53IYN15uyE8J5H7xvqSZWG1aWkYCUmfVZwNTmBLdT7crjvNfNmicMrA3CSM6PnSs8HKDYnvttUMaY1TIEAYiRNnwr+jDm5s0AwB63jfZ5TeaCPmbNsmYSfT3pyfPHCODJM3YMsXd1QH4MQRkfRiKBEBgTiNhpo4ZAYPFGHBMMlLo2uQFg+C5A8ZxnnmPOABagb6LYrP/Jutqp0WywDgioORdQ4nlOemB4WGPXWjC4773DzieOvLGBJBF0bwQiet1wb1KZav5qv8h9c2/VXAvktDyRAVhrxwbOpQe0oddCxWlnc2HUkiLSMicOJgIa6zOvW+8/MuBg6u39z/HvBjj0s6OUm+n1Le0TGSWjYoN0GMFsmJxOQA0AR+nSeupMBCVUTSuDBLn2+T37KBEGjoJXKnvRGjlTtBjpy7MmkqYZGQcAJlmNg5BqDxowUpQy6XBrdh6WYf99yTKlCZaMcxQ/huUVVQqAUOOEF4igUJ05DLuK9HV96Ogpii4GnK1+et2Y3jIEala8BlL/l8+Tstt7oiOoI8u0ju6kRbJchFffNcGIDLKsarBORmrzth2nWKOJEHN65QDAjC06lFJz99wzzxhzo0MqHXrLN6f49/4jQ750KEfFMHNJ5c28Xu7xTn8dPgEoUDRpAbTmQdaWIzUhWwBgflf/VccwuhZGbK9TsnQARCuiDYeBBhLfyaGkeKcivg3+sEfjSFCG23YoAwBO6kXa0rq2fVZrmn69Tk3d6gcG1fQl6xOHMfjZAEyBOugSAhe8J66U+iUvAhpjNEVuQlfKBiS1viKyqsYil0oTsH/1WqRWMuNZkfPaVwqArHcH8JQDQskoRZSK9ww8eTwGIOFL3sk9AqKqATl+EfFVtFGad7XpaGTPg+vTGgxirRfQKCMzY0YvNOgPrIDcSJ1KOTXUeARMqsbpLjfAGgMkEqCq/srCXECco4RzTFFKZRwYMMTWYOzkaLmteqL1XiKA1bb2YYOv2vKgRfGZIug6Io4x029FHNVYFZ2rNWMHE9H+4FwkBy/JQ+sjivyvPj2tyMikwLYcdhaDmXKddQSo++jpM9UXBdFSDWwiS1kzAKXwDBkiqk+qs1v9u31MjdwCFruW6O2zSo8sAPj9zcuKWMRgDRAfQFFgJOmwqZPKWKXLuKyLMxagD3RpgN5fFJUoeNnRzgD18CwALddt1ShW1pPew168qHTDipKseyptLpcAVmquooe0HEudYfYdaOdrn7sAtl8VTQICZ29zCuEpB52WVm106QBopzNNdRp9gDVKH4eivRxhpZ/gsAFipehrgGLrAN4LvaerDnFFC37zLemVmwdKrhKZDG0+IpMArZDhLwuYq/X9v/zmme5FLpFC+CEOI0VXIhMV5Vd9xuGiffpUE9YOHqwP73+A8WBFHG0C0MP3odnrSnUcAFjpg9uRSzWQlca8uv26IiGLnqpn3juN0tHjZACgXTWVI7vlCPEeQLl4gcjAet7RxwDGdry57YhVQHSl2JUTZMmicvAASAeg5QLwZl09f/5M68KRtpY5prHrTFPzXWcTAeAGoaVu8q+agj6vC6R7VX3iGfgcAFh7AP6RiuBEefVP7RU4I0l4lQwAnCYlfD3OvqiI2Zo3+JTvHalpxxMBvFKF6acjt3mnouJJTU/GiyCMONrJkYh1FAch18mmC3EweEDJgj57QRNF8HcaWebXaXjbcUrR4nbwkv4q+QS9PCboTMSqImtrf4PeSe0Pz9I1aKn6tpCjSPD6/2fv3ZskS44rv+qe6e6q7hlwAVvTkibJbPXHfv9PJK4tTaS4u2YSKfT7NfLfOX4iPG9mVlUPZgACxG0Mqirz3rgRHh4eHn78UXzFfDqq0itNThI9Do8dQjutO6CdAjSWtcHZC8hkobVW40kdWByWPqokic9HzmKBHPd+D6iKykmWB5rL2NlnfAayrq5jjvyq2M/cHpk+WAvoj6zLdR5WLV6n6fdnjuKU4ytgvRz9hJe6H6KtdR+fs5RzpZ4r4PoJ8pE1zl5jwJF72ROU3al1VutqbpP5dhYHA8DzbKn7AgJD+1p764wlINspvZXtp6UedbOTqt8OYThRt7OrHDMMMisph/jXmW8MmNvJI3uh/PC8lFYWH4+79Xr07Oq/HOGQfewXxYv6G6nXPBH9VPtZR7+uMwk6ef2XjAbMexwwpPO1zq5nGwCW82WPmNTqzLPkawPA1qtbz25HhCbP+pF0z35u29O4QXah+i/2um3/G6A1b/XmLv0GOjmt/Xa00NdymM3Z3udKpSCv5xcArDHiQEPtcnXgzxgAPlL6yt/7ACaS913eLLn2WWQf2mZTfygA7M3r8VfvNScPWCjmAOljV64HDd8XapEejR2Xendk1tzz2EivayO+BvAeAYGTtBaXGntkjdWH+n00cC+6DoP042fvj3/nfQb+b+nN3BC0Uk4XztowlsFzMGo+OwE7hhHkUj+U4kdteH3kdQu46IfCF9545zro9XBpwfSzOYBPnsummj5driXMt1bsrwPB90Nv8fi/OgdnnlBNhwPfPbTergFqk+8DEvPZcZ6/hUd+iXvP+XXTMVOZn+EJfmaj9Bj8n/jhAPxlfPs9De4c+PkhB4XjWK9F6s77wisBWvguo9uHiNOWPYYtz2McnnLoUuTbQ3zx0Fx9KxBMH7ex2UYIzcU96/whWa91vzzt3OPDNGme87mMiQFv7ln3Wrfd0LV5Tv8f3D+bkPaux0C3o7sTWer+xRBwmkZ6pxA7jSK1sf1cN4if1QZ6t5xbYFiDwPP5gMUBDzRffYBYsqDel8/5jENfaHVcl5f+juE/UbjxuhWfy/Cwx6MIU+YA/sjHrOOeP/FO98f022tgfreV7O7rPftyarbk0MOhObpSgNWdsjbgKgbfnebX3tM7pWxoOGkpxb0PU0nvKToKmLPxZdWe6oPOOT0DoGT/82HPUbuDHhjTtPYwviQKy7aDJR8PDhYBdDG8Qf9TeRluMOB6ifZzjxfYhfF/ALFpwf3c7WWdBsidEciuFXU4AMm02ilZB2+GjyaAvWTAdBQY7QVQnXyf5zkoytgzDM2idVsWZhpqG9A2L88UxqGDAbJDVGoDaDFY+BBqQ/OkpwBAGSc3/4WCBkEsR5TqsNdvnt9pfW0g1H0Cnhqs7YMw73QN3IB6Bvh8fyaM9olQqVTVXZtyzmTmQOmztFb9rQwUDR4ElNTnYx/WmDnQd9Su533LBtGe+e6+ZJz2JG9nU4yAOsQbcIiThryaZbwxCBEDSYC4ALKkttUBvzfgpBTeIKXXaxw3IotWX/ROG7lET6Jq2yHE8sKOJnHEEb1qTtifSLGs+e+5n4B1eIv3RP4aADZ9DUY4UlARbS0vA6DyN2CBIgy0Zgxi2JDmzzBQHOV/AL0FMA8AhPcCQMJH0AyaEKWr/aXTCXrum14YIZDvdZ+Mex2VOOVTeEmGaqWtbT2sabLl6QZ6Zy3qWW87dVppE15yxKZTJC7DptbM9rpPrevwcfbHtRYxgrRcTS1FJgGZCU2TNs8RTQauATBkBCrwTeZWTXkbWixKbZAtQ9/pWvN3AT49Z9ahmLopH+LIo/vrBfILYulg8IL+igCrz9ha613PlIa2jMEA2EyXwDmnDM1ekrnLe5LyGfAYnQLjnPoTByveoyD+6Whi3jAYZ75MJJwi8iiv0DLATk2dxYKoack7R6powE038eiSK20Er3lRiYSicyK9ARShXYzTWU96vt4EQETfBQDXZ0pXXP8AqZLKDxoKSBJQYaB3G1ftvGHnklPjm+fbk7B1+DbcYsjsz7Pe8tMpg8upSIA4UcvIZKJpvWcS+cqeylkBUIL1DJDFeHgftCSqGJ5ERk+bT86m4reWU46KtOMbKS3nWrCue6pnKCITGtRXyBvLOkd2O+NBM7T41nVM5ciCowdyR0Z3+MD7SBwseAsAbsBf6BP5KX7Wnui255mOv3eku/UnP7cj3aejjNaXRmUAAVCBPjsq2DIF+YDzAs85ctmgPpPgNWKe83sN6DlVscFdQI5EwQOm2QHMNXCRffA/QLod0NDnW0aw7/Z+tyyO7ZAVkC6gswznHT0JOAIQAACMLAeIUjYN0bRSpXZKYDldFD8xLjuqAAAayLOh2HTz2CxHVMMWQFt7WIz3dgIKvczmTvPMs46MbX0Wg35HbnPPJwGvTvtqZ7JK21sALsCh5hL+BZjs7Cvat2s9vnjhqNr37xxZ/AIwqeQr4EDqDceB1HXVmWOXN1F6YNGrauvWwACizF/tQCNBSWpwR90yR6pN3DWcxXvIB2pftiMfgC+8e0tfAdbkQOAU747I3fYJ86OdPVL6QGOlD5Lpdu5hXnAAyRlTwD+6gUAyEXkt5w0SG6D5UFG3zOV2Qm56lvyzjmN6iP+LxoDvyRjEZ9aTnI1F5x/VTC1ZXTSOHPjpawCCWi8QGDlaa5kU0L95+eXmd7+7EwD56fO7BpcB9fTKzpRhoA+AkHXBOmB+qV/LentRtXDdF2jjVLuIE/ZFsgrE+cKlV3wOhtZKh9vkBtCAjk87Sl2AT62PT8i56uftszsBe1zSbcC6BWp6j74r3hBoSppdpQcnY4QzOOTcozYVZApA7HPX+xrPx4/vK2X2D2t/Dz9o3bdcRAeAJABDpIBXTivOfcoOYhmE84Zc9BWBTcQ5Z2EcQyo1dPE/7wVkFDuwP0iicf4E/KJutJ0YAAQ/VGpo9srbcl5gz/5MWmqi27t+7HcV4WqeYC9zpgR4tFZ90cCp/rXf12fQib6lvnXSxIqWWtMlbwqsfqY2rftwP88588EGn8w+1pGRS9KHAYS7NrHBXvZmn0kYEGsecFBqbz1nMB6nJwZgcBTw3/1zaQQ2JtlMJKuh6T54ysGiAVMdeUt2fv7kFPjfE7lLfegGggOy2nkT3hBsLccNZOnTJ2RXqNl9jpzw3qctA0r0uVw2AjlKqlu9tZrvBIzXTCYrBmvZNdTJ/uDoaWgEIG4bnPUQ6/k4cTqLg7MJed+mjxoXDkwN3ueco7I/2s+iq0UnYf7cN7e3Qd3ozN4fkAXl/KE9x7oJg1UdZWS5Mj85mly1lFsOwMPe+x3xzufUIbZDKQ5lLjcSfI2oeu1JNWbp29K9a9zdHnXDWSfMhVPtu01+8uzUkVXL2mJLjm7qcttAujmfvQZ96RNyRryu84uBVI6gtl21WObcJt7wHhB7EU4QvGiei7VeUlariHe000q/S1t9Ns84/Kx52BHbm5/1YTug6fe+og/pGaVbt2Pf8fKebUrkp+hVNP76lHV1e/Px3dObf/6nt38FgP+9AcBHRtsMYk5ajDOMayeHiWHw/xYQIUz6ECiwvj/N3X2By+8H4M4f8CfXIiD/2JGR1/r3rZ+fCY5vbaDvz7yveToIpGt8wv1WjA6S6BcAgOec2NhiQe95vCD5Lox9Gh4vkeaXAIAvrYM/FAC+tubOhP2JY8j+dgLD/5YA4PPNKlu2N2DLIP8MS+VneCD3+HMbSqf3VHjSrfzhAPClNB1683iv/u5+PwYAnsvFylD4etNj0uq4/q7xQT5/CCB+6H3X2p9Ap9fh7u8l2X68//iMvV8vzfnOOrHW/jcAwOn/EQh+CBi+JCNmW3Nd7tTC2wA2U0Jr7KVAx/gcvozRcEbqHsHg+Yz53dF4auMKAJw2prF7yvUJcshQ2l7sE2hYY23gYfJd+u1lZeNZDH/+aPNCPCfnfaFd0lpNWh/3kCM9HNETo7SfPO5Zk742bLexvPu1a2ZayU97RGxo/crAAiDcBn/WZf13rkwbAF5OEBhEj/tf+qfUVoBd7nPu8yHQtbQcZeJ3GWQfe1sLFQ6RAHW5jgCw005iTLG8C/1iYDe96IDlVsY0gZbjfPB3onh5FoNJgFZHB+8DoQxTY48WyKDDevPsGBJyAlAotJ18lc9WaljNi40Ew+/R8z9ATdWXO8xX6r0mhW+iL3UA7v7QRoDa8NTs17GG7aZDg2xDbmuN6iBoPWWmVZ60pV/z+3wXQJq/SeG4eCWH225f0Xw9h0RnnV0YZGKoGgfBGTFt44WNBhMADl8wbke2YWzZIDDDVeQJPCYeiEyyhzpzpVSnGoPXnyMRUyO1o2ab/mvOah6StlEG6XrtBl6dyjzrLaAAPxMVOOUUbSbyE8NQHFfCZwYyPfYNCG/nGO4LyGvj1j4bCQRoANjfderpAZbZUO85nODv0TmHlMiIDQMUm46X6gALzOt7VO9LxnFZQBaotIwTZSAxgMma7LpUNdfyaGfOMA4r+nfq0ESSGDQ/BYD3HIfPMMJGvmMIQ44ZbLSBFVnl9Qlo4BqFSjOs/ndK8AiLMvq4PiuGxRc20jSAEx5Pe3PNw7tKkdigfIz7mmuLOV2OpPDvO8Kcg4Tnm/nBIBJ6tHAAACAASURBVJWoXKcLtXGQWmsYMok4wCjF53pGw4tcc3aEpKfzexxVvB0cti5j8NcRJFxH8EVZHnpv5T5wXd1vS5XsnjIWSiYAlkL/KQ+S3tyOTVAi45x7VEBgDPmJqAbgSVRy5EPmPIYyOwJ5/Tii0TTESBzDuh2oGjCt/obukCxG1ABPc3+CpgI0caCgTnEBo4BxMoYT7Sd55TmIgc+pnLEck1ocINWpRBm3074bLAkAxu9K6Vj/oicBYCTClJp5uZwm33qGUiw3I8WxRvxV45fjhAypp7oCEZyfy9CLcdWGQIM7dnToiKuinSPxHZ0vp5WiLwZ37RPVZlLCuryA+wN4AlvH0SwGbWjo+rBe+zEUS9fpjAXeqNFxAJxxWLHzh+fS0WaKo+/xwmdON8v3rmEqGU+aTdV8Pc1IwbvjzBHZGT1AdZUFzJnKOUPRnqPCvFi9L+woKD5zlKFl/s6kYH40EI4sDnBMpFmB7MgnRdfmPNmR2C0PoRdzEVBU6ZyVipko5I6WXql3MXa7zix9QX4DhGq/oRa53u8SHN93bXJ4MsZ8rR0xPHIb3WrXOFaKW/ZsGX49d04fbL3utoq12hnLqbMDhqg+syJFzbeI3k8VYXmUK+iUTiXqec4eOjOZTL3H0c2kt675Yp/U+cNgo9KR1xi8d6IneIzSBWp80i/rHUqxXoMBFHZ95083LwvA+r6cHwTyKKKR9WD6C3BmHwUAI3JR/GeHFhyUqKf8scZGW/DT7W3tF0pdboAfEqCjEimZtco8On128U6DfwF/mQmBOUUT7sPBxE4b3j+SShW6en8zMGvHFPNgMmtIj5K89Vi/7xTt9I09RVkJil7sZUn77xXgy5H3AP5V07pA8pVFpyMcv5YcNL19lrBObHAr5zrasQ5gAAAQx2cen2vyve6vdaK1yHxBg/r38pZ+Uv/09zd/+7e/rfGQfh2QstZmi0XkgwDdlnX8vK3n6JqdJJy69QsgIGeS+m+lOK95vi3AOlu/9y2jTvCAAKOmh1Ii42BSw8n4lFK75lHAVJU8AIgE2GWywI8AKDX8WkN3BWDy/O8rBTO8r6jVqjXqy8AMezv9hfac+e7uvHcSeeo9YZ9p3K4CTm9ev3mnLDs/fXUWBt9H/62LMw7adMp6R1D++Bun8eUF795VKnKlDyYDh8/1mp9e+3FKfPmyIvEFhuI4VGA/jgyAYwS+VlNKT60a5YBm0R9bP9C+xfuQI05bH4cvp7VGbhv0yznZcqfngbnoqFPJ+QJwoc3tHeDt5lupoIxf0wi4TW1fFCR43dGmqpWuPlieK414EVOlEGowqmNbzycZ1vuSt9wvILqyAbx4gVLqd1pnt81oRk8ic71P2/lBcrL4Eb6ONhiQM73HKctAozN9iQ6tkOAPBFirMwO07Id4p4DidhjiY7XR5xXWm2SEnFc7G4L6XI4RRBDrbGhQM9HDKHXJUmJw3fWx4zRpB18DrYwbnk0mp+XU0NlLzIPbsYn7L+3PSxfsGtK0g5OIRG7ry8giOVUoM06tazKLNF/ZUSxnK/OcnMOYMzmTNsEgabeJs4RLnzSo2wBwxgb/M25kurR45FTLW+kcOPXKkcmgtsbWpS54W86zJ3pYO8MKABaYz2iqH+LbzKr7al0KxxcD1Y689ntmRiKv8diVxxm399bwF3xtvu8sNvBnn22WAlQ3u9TM1nvE54oo95k5l7PUWN+IpDzL9KJzsrT+tgX5b9GHZaSQ7Kc3/+3v/9+bd2+LBn+2NYA3Xe79rXXYvifHQqRJG8pOTyBnbf0pI4DT93lQPwMqh6fmRUJ8Y6Rs2jhGDNxn6H8IbJj9eggAFvNj/Op0d5eMvGrvG8e1DjO9Gu4bX/rwSBb7k942D/U/pyPXgKUj3R3psD1LjvQ89uN65Kx7ufHbfeCWkOrDxvIMGgIwh1g930byq8v3kfxxugVMCrbGcRXI9mYiXmkBz++Lr75xXR758VKb983vcV0d1+txvn4Or/xhz+RYdWzl+gxce58ii3odB2jfhmu3t0HblvOHzf7osHApGjP3zLmYoN3xc5tkrKtOrp4OAtfWW8Y6742iO+lwbR6P6++q3OzGcv+1vh356RLwe2J0F2BxqVSAX3juYNMHlkbGNpjm+0/3bSuxmdcArzlIPiaK9xjxa0Bxt0nb24lgz972xN6zMHkl7c5Uqvp+yJ/JR6F7okyP8mPxwSDABJY2n/i3oxMCCvpMBz151Ea1Gfk6AMUDwY/GzPRbKZYxQPehxAeMUyCYfgWA0emoLhn1675ETrj2VdceYhy9509+XPWP+vS9vVw1W/JA98Fzz800OPp3xts8uGTAMeWgIwlWxCKKcvNzWpaBicOgDiUGgOfFO2w0aPkjkEnJAm2gO1w2pNiQFwP2AmOVFiz6qemrEXeUjvoKsCWjl4Fkfd9gMp8FQw7vJco1/QvIBXAhw3wbEGcU2JpzjFewtA5CjhhJv/O5DLPdHxunHR14Sc86gp9nB7HRF9pP+t5535b3OFhs7+Y9X66xyXUGAFf7GKXyvQ6FDSAHUDzSczsm+g2JKF3T2gdp84gPX5f6xf2JAj4FiJ3Cl8vvOgXCXIfRn2OYCbAx1RMey2E/hsmT+e5onETszb1EPBPduOlPRF366/N4otEH0NGKnBztACNbF0I+5Epkav6W4c82edFKhjXxmFNBKqKjn4+hejWmZ+iH15kdq5MettdJ8z8GuADAAaEC/GYtp925biVvc8BPJFePK2m2ZGwS6NvyoKOLAJaUTrJpCVhrQyAAjz+Pw43Hv40CGldH/O/xOvKf7+azuS/jONmLMXFInpoeqjXbaWYDJAdkjUEikeS8A3mCkQlDC1a5pM6ToYr9AyCoZZIMbTLIG4jj+11v2ak3BViLc21k2XzmdZT7U4ttOmkJ6x7rO/V3PfdOl613Eu0pYAk+RJ4ZrABcTl1Hydn63mCv54HxMi+kUEZaK9oEgzl7mqImLPhIIWhZZ8NxUgNnXAYO+8xAxJXqASbF865dqnTcNS1LjxyOzgZZei9qx4Pwq9YqQGMMVxio4AtF0jgFJ44cahdwQFZJUWkBPlnvTm1s/mBvyprdjhLsf56nbHMChLVo0b39PHwOv3MlxSlAGJfkq+RNZEV+7v1R+yjU7v0Ug5d4rrkFPhQg19GLySDh+/uu4knXKM5+2mk2BfY4GiWAYWQjRtLs367D2+nII9+a9pKt2vctl8Ty8Ix0n9ZfBQB7fapOZANF/E2EVtAk1kD0Ywz5tAXADfSivXgZTZEpTgmMI8nmV8ZZvBGH1uqPgVrLEObdqbFx5MBw6cgj10OlZik6D3UCY/i0cRVaOorMTiGSB+tQTQSaLMAyqoe35HjR2Ugwsgf4py+0F1kQY6V1DetGli27fqWdgyw7Iv/iRKKIoawlQMcan9K9YkQW+GVQWh1sPhQAWMA7c6YoXkBa5liRwfTPsigqI+/XulBqVN8DLV4UqOX1DGDjyHLvC9YpFAnaQGjA63Cu2gdIh54dUc38CuBvAN97VsC87AP0wwAwl2u+OhKcrBI4FG2w1VHbllE26iLHHHmI40PWldMjR2dTVDQZJmptkLlBDi6KSnPtWeu5pq2zCZAyvVNLIk+L/uo3tKg5ZY5xdKBeLbq+Utuynyu6saIwqz+uges5x9kAIIqIL96v1KcCUl3722lM0e0B4BmPQ+wEhEP3rnVJPwHF+fm+5mfbXViHjN98nyw0gM8Cl3sevR7JS7DrAUu2A9Dqu5w5zR/M/cuXd5IppHpmf0nKU69Bg7/oZjgMkcZavF6ApZ2CieQjXb9rXfMCrwnqmFf09Lv3osGLSr+NHDQ4Su3YF7ofOWXHDu9DBoDNP+/q2awxz73TQhPNnkgxr0X4GXqbP+1wUVGvBZgzXwCRLxoIrQTSFQlcfFeg0IsCTqc9A2CZdNqhC/PwogBXLsBFIoGf9l5kILfWLD8rbToyDRCRfUx7ivhUy0/jEsRdPxl/HD7Es/Cw9MuS84o2pqZ2pW7Wfu3niTL9DPheS/T2ZfFvzQmRncjFF/VO9nDWySrRUM+8fo3egHwHPf5y88OPVb8ZQFbyufqr+rGW9VpT1eP3BeACqhIFCT3jECg5gBNEDQA+QTZqTPUZNZgFXKGrVHrjd4CIFUXMHkN/vlAgtwZPdKwy/XRqaEAzzmiMD8coAWzUk683f/xQsgk6kMK6AusFmCtTDY36/CVnAekb2sp0sZYAaXcWGfibzBnoeqY/c6PsO0UzlqCBLNKnb3pkjVhvECnEE5+p31zgYABOO2B4/ZtnAngB6pEKH4c565ua3wIBI4ejhycC/dRavDQu8RHPwTPoJfAtY/9c/UDYMxangl9T6flsvmt1VutM9JYeSRQtqeb9jJ00kl2lU4B3c60OmBerk8jVyGE+c1YM2yugy4eaO9an9Sn2b55LNgo7jO3RQVoD5Zx3tG5altnxaWdLYoy6p94BCC1nT9kHDnb23jM8TpxDcdzYTg8aR/1HuXbWT9Jbe5JNN/5Lf0gRb6dMpySnWWhAJgylSUamt7lJ86KUysVb9f9y/NDcs1fQjuWtdI7YBwXOVrvYfLpt7XsN1FpmbJtMdN1kkpVjQ58VPOemx7QdykEWnRf9Urqjs8HIKVXzwRxZFuxgC2dE0XfRJfo+gclyKmgm0/useUR/tC2znz/BGqYzoZmMR9E7bJvqfrQis89Up23tvpmbYLl//uc3kh3wxF8B4AsI0il4FVXRk/Dt1948HvPsFCQRSv8WAeATA/FVkOx8xNcA4Ny5Dnm/MgB87Nm/1wjgaTiaNMnn+WwCwLaJeF3E0L8Ebn12DfydAvIxAPBcCxGA2xDbFoBri+oKAOx5Hs9e6KxG1oaZIx326/78AODrY3mMZPpD74HuRC2cykP298i543xfeyOKzR7LqZf43pgjtx8PAB/BtPsA4EsbuWAPNme81XowMZhm3NfW21pnGDGjZHDQ3rqDbgmtjrSZ60/s+wAxc/8vBQCvqJ+cMg4d/DUB4Ps48yFweDoC3AcAz/1u8RhKuOakFdam+REATv+m4X8CwMf5Es+sw5IVRBufxkG0Rdjsf76PImxA0M/k8LUMytV3DBKTTy7xUMa2DWBtjGkjaJ6ZkcC8byrF6x3VldRxsQF3jEeM3kr2pGPzMvtParZZeedw1geq0KIdcmYNxkV7Kc2WCaZtolZcY8fGSZTr9ujUodaGsQn+5vnctx0J0o73PxsTnfYqALAN1+4sHsE2uMU46vRqGIME9PX+RT2leAeHJzSf9Y4VddeAa/ZXG4Sd9koHtQFwhh7c49RtG7g9igwZ0PnXXqUCtDHe9hgceeLDaHgYnpuAtHiXg94ArLl3Go1D0/BJwLr0B7rMFMNZDwGtJ7g916JBRdN1pT6svk5jqN7d9PG8pIa0f19RgwK9zDMxYoSWx58BgOMUku+Pe8bp5xish0NGH/LN0gac0FvUhupqdfTj4XgioKKdKTKezM8C2IoGGB/mehfPaE0nDXAZOivSQ20cDrgBdU5kxwCA2f8kr4zOigfNInbGUDRor33XLHTdVMZK/wVWKuRkR2lOvvXvva/Xj7nepyORHSrs1Z0rtStDG/+kv17rib7Ya22DPR7vjhz2PQ8DwImymimLp4ynD+HpALvhY0V7NB3n/oGYcmRNDAqdGo+2ABkyZgCqen6uURnqZQDSjIg0asofbBnVkY2Oat+yUzPZspZ5IMpNIA4G5eoPwBf9x3idVJTMqyMHHVEcAwbtANgg7zBaHy9HKO3oftfuwmjln5F5AYBDS8ADv2fXpxXQuxxY2tmi+gnYYYeOAIHez7H5WD/1mosuIUekPjfMNbAcw3ofUzRxPbvT+WH4ajC8jUUxP0hmFG2+74h+pTTsPUv7Bh1BHsVoVs9jsKNrrtFHjVGnl1fNv5EZwPU995nNa9JZGBRVIacup8mXzBQwtdeMwRk7ZZuPNnDIjsWd7GdaW/rexj3kWfgantv7r52/DKruPdERsG2Q7Mhd7RNad3h67bUuYF6T7RpsMqyXw8qKHm++V008gOUaIzzCHo/BPE4pjCf71a7LCQhkWZQ1Bz2n/HZ6wG1Npg2AMAAXABFoCiAc/ly6RX2eaE5ABM+F+QywyDQB9HbUJ3RdeyXj7LUgCAD50+uX98AD0CpRmpJnDUDC365DbKAq64/cqQF0U6fPa8dGXKfR3roT/Q2IyO/T0B2ZFTmntL+KlrSTGz8DUO6oUs9PdDIBYsxJ11J2FBjz5Sgt668YlLdTmnnMdHRNXhzrLE9cR9PRXTtyyrIy69pz4Ggt+MxpS0FCoBRgiUFrsZt0ffYeR5pRjzv1ZOd+CqjEWk+GBPoGgDcBYF5AfWeM4axb66Hof/QHIBf+AYwlMpPIw4ooV63Y6XyROvYlDwo84rsN5PrMHUfDyEbowniIuKV9IjhZ99zncZo+0hcAF1q/E50EYNqxKmnOuVdODehaOATUL88FviITSo8oEE76Hzxb91Bv9btngA4GoZLNAqmhc6R0RubX64u5TX+3/kzdVjJG3Nz8/nWFMtU7LcfsFGEnOT1tGRRHFMmbjkCXjkJtYwNUlkUtr3tdmacNGrrOtwEKsmUAOCWtu/YBiaSvN69eUj+2U2jXJ5artW7IcFH9EJ2VPt00hDeYa85jrHmtheZ1vof/qMfL/L4AaO8oLt6HIwTzqJS+1TfGAlyL84D3c695yyG7qCstdtVixkHHdaYLiIfeNcbnxWhE+v30U9Vj/vzm5m//0+/qs683PxagCtczx8iJt29dK5l26TOAGyR4/ftPSt/72//4o8AhniFSEADRgBj1cO8KaDZvfASYR1eofntNGuT4Sc4etTZqTAaNKx0+7EDmpJpjInA1t7XO4PHnytpkYBrZpWjmegdgMTzB2mJN22GkeQUZ35jR24rqFRBW/7364U4Rsrz/7u6lZAi0ZjyeVzJIQDs7DzFv0BJgNoAYEZ5KDa1z2s3Ny1eO5mNO6Pt7RQDX3luDgicsm50twjSgbctL2Cp6xotaO9oOq99v31IXGCD8RfGGIxeV3aLW1Y8/eg9ypgfrHbjzKBq35o9obaWxZlxy+oA/dxTuh/fIEdfPlo5BCuiiL5HUjkT33rN0/HaWcdCCM2hxxiAqNBH+0Nop+C172YN8hvW4oZ/GHufQloPwmRxFhpxvcdxrvGjN2IlMr1HhYOI66gYgOQbQF2owCyxl/TdNpdotVQf9H2DdKb0tO2qNlgME/6QzcXaRbcB6U6vm4mXJpsZZpX/X/YD8vFPiQeA64CJ7tQF8nOr4XLyz0GmD7nZWQk5iA7BMDoi69zL0LOSeI86VFr/aY8wqWyM9hHd0x0T7ToOu9PCMESLYcUVrBOdPoo11Bk1EvPV2q3cmmMfj+1jjjD8A8HJMatsM+x76oPQc6VZeh+DAjMn7ouWv+cTOmdR8Ttd5l2wrtEFNddaG3glPOqLca9i0t9z33Ol8K37KWdR8EN0xAWXR16aDq/SW7o8Zzu+IvtNMqB/L/tA2E90tu4n11DhapySP6Lg+37wonbD1LvfdthzX9+ZFnjvszNof13nM/ctlx9R2HKjf/vEfP978y7++KblGKYYax19+BHAUgTlN+/enAwC+DFzd//zlVuenS7ocbs3B/fT7qUTe37af+9ZUsw/313c8FNUbA8BD9x3fdw3AOzOOPTKC87HjOesHq6kX36XxPgRU/9z3/tLPPZ5fLr85isWxnRjSliBBcLKJie32gXBFetWnMl8Pus42ZZrYO+0CifdB1G8KIIXnz7yf7yz8a6NBqWoDwbfR8zxV1ZPBZ5dW+kP8feSTY8TTY/t3KQJ48ue1dq69L44Uj33/L39f5NNpy+EfzbV4xSlyuaa30vl63Z/MzTipLqeRmjsTjRuN7Mjfk28vAb06Wa4+7ndfXy+n9x/vO/LyXlenXHcEZM/k4pWJOl+/1/adVixaYXiIv1c/+/4ZCTyfnfuBDZcBhax4Tnli5ebUgeNaBPCxnePfkxyX2rwW5XuMAD/lv+0tmedXjbMhw3JQ9/h8yM61jMGjg5cAYNrgEH/sTwwd6ldrwFYg3aA9ezdQzGdKQcZhbR1Sdn+28XU/kwjIUxpufrzEU0kfmj6d8HHWDIe1M2FqRVXKe6eenfSaynTAhijnHu82IIfe8lbWYcepzgLu2ABqZd9r2Dzv9+4odQNDVq5jXIwhyPTc0VF+Z6cI6trCm2ebzgNo0j7VgCEGwpOUx22AkMFJwOisKbo9PwU+DsUe8GLRTAaD03WFO4Lqv8FT/KMeEWNv8JIxKHJABi1HDx+dC/N3AFtOyjrscMDsw8fJXPVByDS3ASeRzKb9GM+ICD4CwBOgMp1zOLVRN44L+W6CvzkoOaJh1DrCsFFjdISLgeCkJaZvBkTd/nF98B6MOkfgefZjrhvvM6cZUgI0X9TRWu9Yc4ABplN8i1fbIOl3GKAMSOmIUkeUHGXePFjaaGVAm/sx7PEZBiBFaY+5ySFUhvV6I0a2rNM9zjgvlKFgpEBbPNPLIA4MAV5Vq7cBbA+nZFCNh8MskUPmG3uJQzPV+JXRYwIP9Z3O9Y4ahNoyPgGccdiGz1s//AmjQa/9iOQJ8J7z2tZVwkvCR8faSyo/f7/rEtuYEbAOA0QZZJiXJprlzgb9bHDpSOoIKMbTgJ3Gh2Gj7/NPxPo41HMPKeZOAOAyrmjQrutlgKroM2ioqNYGUCIXQ58YnFMLOE4RBnZ3KrItU+P0tGtCKzUohsseb4Agpd7s1GXIa6eTDdjutKm8z+mXfTmC3oCA+dSGT4xQoodkpw15idZN3V/WRXgpxqMYwgJIBVxYa7Qj7GXU4x3VrmtMs2a0gdS+aqDaRnvzpvZgGRSdQjv0TFrs8B33ei1KKMpJ0PLUaRAB+gQA17sxLOd884m6sYNPfAazMVQlARSVsjNAxIlKzitEgQIIsW+M81d4S9kc2jFH+4KMbduRwJ+RYhUjeoOVpANk7Y7zmfoDcKy56LWkZw0qyABa/1w7HNcP7sm6yLnQQIvqzbXsT+pXpTdW5LT37tTO9gZ4DQD2eiHdbABg6J0IHuYwEesBgR3J6Wjf7O28W/KIaMjmazsGbQA4kYsseuYEEMbreEekCDSTE0QBa+0YIfpWGk4u1f8kIrjmO3scoNoGKtmDk2rbYyYCk5+K/G3ZKZkl8u4a1wYTWo9s54TwlOoddm1Y03nvi47EMs3pV+Rm+gU9XBZCXhIaB+0yfhl7ZbDk3amn52wBjrB0BGSiU1ND2kbuAlcAWVqfctTtln8pQaDIIuggRy+vSZxPXA7DKTcBHxQhX6znKEii/A14mv/j8JdUwl0PmUjOTqHO3MADMxsFQDDjfKo6nciH1q1Yx9q7DLoQ+YuDjB1cqIEK6Gt9FfoQLal2W344HWpSDTs9MWN01B6ALet+p8CmXehBW0S+EcloHcDrCh75UKCYZZlpFfnFu9GrARYBR+TEQKpXgKeK0GVubqtNgKWVcQ25iONib3CfRU8cdwzqfGrgjghe6VfVlni/dUfWPnVrvytQkShg1S4HBmPMrGVAgQI7MPADeigqjgixkojIsY9VZ9iylEhirw/0COr+ykWlaJnoZctFp1zG4A0deVZOjwJ+a5+oz3AMAZQJf+eMIN1q1GLM3gyYSLpUwHjAIgPKlmkAZs8qTfjbqtnKnHGf14L5XQAFNo96hvUOAG3wghTd3reUYlkZGJAn5hMAYNWBrrmyjmTnCuYfINx/O0qYvnAPkevQkYjv5Sz6ZdeN5R7AecnHugcHGjnj1fNfiPz++rHm/+bmP/6Hu5v/5XdVG1WZH6hLT01XopINRtzdvZB8ef8OZxHWw5eb3/zNS431+86kAl9pPsD3pe91anvGWO+8rTZY7vg4q/4ofFR0UF3s4tmXNX+kexYk1joi4li8KuC7M+hIL0pae0dtKjVtA4gqR0GNZtVXZ5xbp91lHm5u3rz+4D259BV/jlxkP61a1cVr1HB3Cu2fCvAv3uIMKXnnKGXpT33OVRrkTp8rTa76DHBr2ye8Xw+Qw7q+I9gYPtZZFl6tsRFNjnOUgLK6KwAuPOvLMkLOCZJnnyrlNE4I0KplUY0bBzHqENspyOdTvV/OwhuIk1yqGsWuGW49x/ONHPfZujcZA+tEVh+unC2gL3Kc8wYOpXL40Abl/Yi/a7ZX9KnrOJPtwg0qYW/bk1QnWnsR9GlnIMBzeEL7be8/WnPwfH33xbV64RXElBxrav5NO68x6UbSU3ZKbGiklO/oO/WOyBXbGho4bwBUjgB1P9WpJSPgGXQBUqd3KnGfR6AFexRz4Hlgr0L2GtjNoaVki+ojw3tOmewML007nbE7wlYpYTgP8KzTwstuwqAZofpoPpuBC8lgpfkgi0qtUwHwdScyjX3TIHZPbGd30pqTzuvPVV+55tER3+h8fNY1xpl79n7GoD3LvMi4cXpyuQRHDGv8fYjT+tF4bBOW3s/oms3YMpK5xRlxYs8woBsQ2Drc5s2cBXK2iw407VDTnj7Hb3Lu8/21gMHwfZzm6Q7P5lyud3mrWHq99Wf302cb7m/+bhrIDqO90aC+59arictgdv/B33EWL/0SeYMv9//4n2+r7XKCZc3JUeovFACGgOtgOw5Pmzz7t0sA8DRNF8teeuwbPjsXjn7Y7R6BgYvGootv64PWN6aa/YaOLya79MxfAeBvpeSvc//j+eXy+68DWhsEEbcilBBCCCgEdQCkXmgI4gDABmhPDfb8nfoztLedLezZkmsCwMf1sQyAfcDl+9NeXh7judNBTIjec3ztlT4dQfCwmaDc8Q1/TgDwHwoKT4Pxw9wc+XTpzi1hYzDSDDQvRXbPJ49iPBslm9gEhMPP3woAnykDVwDga+M+rqNrf5/xz2FgjwGA55q/vn6vK+VW4Hr/mVrDPZOa++8DgKfydA7U3BvVYQAAIABJREFUBgi2LPm1AOAJ5kd+TCBxRsQeh7v57xwAniljju9QO+2Rt+RYz2uMtZJ5OqTsA2cMCvGMnP1RFECDvEtCoQxfAIDTpmvrOH2WwZHNA+GZGK65L9GNWXsBlEO3ee+ipYwVnSKpOxZAIxqoHHUC8qKLyQvTdTy5AtSGd8/WSqM3RwBYZC4a2oDtSMUJACclInQwUGf9Sjp3/d/xvZfW0SkA7Ho6i/4P9V/Ke82xxp8Uc9QS6vSG8k+OXPTBOsaapMVaBvmafBk2W5dlLK51ZmN7DjNzDAsAFo9xqLLX/uJJDFXTM7WN6jP98wSAj/OfNI7mhcmt9nznkrd5G4ZyR/jjUkro1UrPUYzD4bclz4fxXTVz2sgy0yw7yugUMGYMzzHU1gHrHAAmfRx8MVNpsm7cq/n5JV5JH08p0Qfksf75foJ6rvVrg5EjSjA0ngLAE3j2/LhTMX7xO3QQCNbrYbVV34m3MHphIMV4jVGsDIzQhzpdXEktTMsBsjA+ieYNBJ3K6RgoqKEUENP6UfhefWHZlIFjOlY8L0O4D7GsWa8RgBMMuVwYB21w9/xF79q0NQAsucK41hcGrrgfxwdFEPMO1gl9qS4b1LLMcJSvwUeuOLIEpI3jQYxJ6zWd4tsAi2W45WeiGfZ5LqBNeEbvb6PMysQAMIKhq6MIAV4zv5d0eowoS872+Ob6VPuiabVbP59JRphKfCYDId8D8ggk3pHN3JO9aO8JHtdX1XvGuOC9RX2Qob0NTLQP0NHpn5fcK3qz7rg/AHA3sCKFDZxvXdAp7rM/ErVp6mPsEyCA6Vm8fgqSe/8z4AV/7Uj3PVeMBX5LGmiBmG1kSqRkDEfICu7FUIiBPhFgpPwE0GEdsbyTDSEAmAAFxiAD5QbM4Az2453ZoAZW9AF4gGcZE+2yXr8WaKAakrUu5BhWvHbCmxCF6MwGHZxm1jWZTZvtXMD6BryFPkmHqjnEcMT7Sw4kS4J5acsu/s66AZDQHCtS30414ePPus/v1f0MNuuUWWnHuA9teF/vF38SAYWes8HSgMZycFDqwZZZZIFYZ85e31nX0i8ir+f+6hTejJHodPFAg3n0OUAtn0PzgGOu3QfvIG9tHM18a903DeTwUOMCmGPsL4hIlBNEA6dtWM4e/x4AhHUBMFbtqDYt9Kv+cT5OH8In+l6OCbs+OnzFXMC/AGB8B1gK0Oe5t3MP6yHrjs+RL27XoJZljGVnLgC3LyW3DZp2qtp69q4i/DAYuvY4jhrtYCEdb5dSoUmixrgC5Gb/TjrorasSZZt0ykSuOcKMfgkUbv0pMoMIXTYvIiCtIxiYFw00T54rIhqZONatgEYivlQX1jKftX2n9M44rgC+mgbwgqJxGxACjFTNVm2Fdsxg/M87SusLa6f6/6X6xTu1t9Q/gCH+Ey0AnAWAOvU2er7A7U8VpUiNYNHectaRZamFSrpnIto64r5lgMBa6oAS1Rz6qMYnNX9J++sa3tbNct4yf8RJErAWnmGsimBV/dMC2F5WDVzabJ+FdxpT8V3xKnQSEMY6amTGKroLtWUcmDTfVx3b93X/sycFhHYaad3ZKU15twECgDqA20olXN8j7wR+F58aIOtMIA2MMa7bjlwmytMAPzWAvb/Bd9CbtUkaZcs+O8YoklpgBjpRAaZKwW6dANoTzWpnv5ZFOJpkUZCCXKmb4U873t1VbVbEMNHh2gdHEBGAJ2vo7VvPCUAUKY85HxIZy/uQ9dvpxBHngI3wENG+5hfvg+yhfA+t+MkeBGibvUcgvdannRRcwsBynNTQNMN+GYcVzWE7DgoAFujrtRgdbDnD0tcC917e/nTzn/+uAFidSaUhat8CCEW/Yj2RIpaKIek3mQVSxxK+zPo0ka2H8L6nAp+lFbbjjx0nmFPJw3on4C/zRsYnwDVUBO9V7o+i/ovvEvEPKCX9Db1l2fc8ofAIPIcoe1mR2nEm0poRi0D3JxXJTBYBO544C4v3EfrG2kHWU7MZHrqr6GTvD47C1F46NFQdxWm11xBtfeo6vHyjCGD4nPeTBaracjYUlxAyf7j//AAAtoMA/zl9rycdGZUMR3q8aINTuAFVAehFGGgr/USytvhL69RnOt6tyGyB5CXLav4Zj+WzHYnMw26LPtA/AcsArV0Tne+tY3bXql3WtFP/9likM0DT4gPplez53l+RcYDPAc6i66YM1Ha4b32Rtrp8BseIp9+3XoKDQLVJHWWiggGF5ZAi0QDhtv5pELQdLIrGOgbRlrKbuK56HEecbcN6iHieqGf+yQHCqf9xBrkr3tel1yDjmT9SfvOsgVJqU39X/dVc9mR+rnucYrxoXd87Sha7nbOzQCfVsda52HMeOWyaM+dJ6b11or3f7MyJAb7hAeYfGcQ+yTyk/rB4kXUpFWBnwIFIyvwDX/UZPXyuU1p9LpC4kcojAIwcsT7hlPbh48XSPT0K/mfts6+2cwU8ox106TAG2JOxLXxmXcdRsPszt7X58yAopE9v3mU+U36Gz+d3onY/fmq/Pb1PMgLHa/rcujrPTpvMWoPKBuf7ZqAH/Jb65DwrurQsTJ/Q76Cr3veVeuw3N//1//x/9PsTzttk1mih9MeLAPYc/KrX6SQ89Cp3Zm4QAX7+CgBbyIs5F1ddpudjI8jWwutDXIwoV2fpV44APr73mkfHQ1z0y30PPx6F0MOtXzIWPfzU+R3eePb7j5G5OmS1goBRYkZQZh1NgDbrKkZue+psATAB4KMAFd/1xjwjO08BZu8o97FnFMRFo6SHGMPf4/BhjyvrX0YQCdcdxfQQnzz0/bW5meCZ6fG49Zf2HvJIEq048GT9fQOTpC+nQOvaoq+0FKXj9GuDZ8Po12meHurOcZ5pJm3N+Qm/HAHgMzkWA3A3fBYR2odDzUUDJ/k9tJx9PrYf/p/OBNfGKOX2AUB2Gn/jEbkiEC/Ma/jh+Fx4IF7OR767NLa8z+utDQsNhl1yjvD9Hu1RUTpmFlj8O5Qt87955Dw6PIYNP5n35JljNLcVrW2kmkDuQzx35IkZ1XsWNY5BYcq3Hn+TaY3lsQDwfe+e4HAM97wgAPAEOrM2wp/7gL4V5wm0hiYTXNhzdB655jnuKJ4e7PLUJPKIc62ML8PQqEnbEZ60wS0rPWYvnrmmkpJyj8cAMDqlPfobsOhD6aW1OeXEHGfGIH4b0T85WATIOj7DgTFGadFL+6PBLfEjfdHY2kNVh1yvddXVkSfxPkCeyufWT9e6MICxaE20RJ+q1txySMOrlj6QXosDeNE/Rnt0fh/wT6M/4YlECLjfbuc4Xqda2uuOtvK39IMW68f2j3Oh/g5VZ+5dAgME0uUp/3LkYwN8rrNLWwu4LM1ExmJNqiNMUuOQ30WfwSOh/6rhRoRZGSjxwD1N4Qy/Tv1o6AS97r1PmkDSHRTJ01Hb2q8CbnEPntoN6GLQLyMDhiHzomnAtcbYvr46fGu/aAPQWiuOhJn7e2iWyEgDwKRCxRMfg0LWoOWjeLeN8FjectDcMnbrJD+1AVoRHwJw0A9tEHqK0ainILNIatsYOBT503oVC1gHVdHARlmlHm9QefNO9bH3ZNlbSZu56EWqMNeG0zgA2+o/eUs3MDZB4BhPPUd7vsIXdiCxrMsyyBqzydtzYz52nVNfjN/1DOeejoEdWeFalDuVsOa3I9EABOZevcfd8pVIqNFXxqd1fqKzNzCLkV0GOGc2CKAOw2lvHptSaGiP83NguIgocMJGigH2zPnBUAaYV/QIMMH4Z8rxbRxKZL0NSgGAAZBd/9n8vw1LXiOKFGvgPXWjMVwr+k26k+cxwPZef9Ej2umBqBbkYv1TXcnIbEUmNegpZ5ECSDBQw7ehW/EWzzqC0BHK9N+RrTZvBAi1sazGVy9QpG5fACEYzFhfMvR3ZIbmtsb9hVSLRNqwFlhLzDP8BM8xB0QEdnpeATi9J0wA2PutAVEBAIqqJRrFgNPUU+iWDUWOtDFgsAFdDkBEMGovw/jU9FOP6rPsdXLwwoh8dr7wvHws2RQeUGRRvwOasSZ26YU4gZDO0QYw0QDDI//GvqHvRAtoZ2eC7ImRfTnHrvUrw5jrA7M+4KGAMXx+V8UUZ7YXPkv6ZoNEjjLJe79URB3zQB9eVFQZ8xTHIfpABHIcrD4QVTfWRYAe+Al5KgCm3uH6s67NmbYC4CcyDICLvgtsRl72+lzOJzWPnjcznoEfTZDkVC7ASo2vjbqODNr6d96bfZIIsxWBon1vG/nd5wIbVYvYALt1JIM9OUfmZwB3+izQgTAVXo6e1PMEEGua22nqljThdT/AFRfgl2qF9t4OsKe1WPMB4AEwQdvvC3yAWYmCuy1gmIiZAPXQkbYNABvAWec2AYqOGOYSzMv3gI3wQ/0jknPztoFdAOgA2gFOkFsCgJWi2ns9gKfAN6IJa2+5VZ3KjnZVu8gtjwl6AjbZIcM8l9TN0uEKILMTXDIm2OlHkYqKuvpy87LrT/O8/AsKrOQ5Uod+rRqt0O8T6W8TiV6yy5HHPwkwe1b7lByXtG/vs7zAn/r7o4AlOwZYzlBqpnj6O8BaA13QWCl2BZDTV6e/d+pt9t6iBxGjOKpVXdYY9e/uABor5XGB03xn3iQSk3TFjoJ3dHP2Ide1TEpw1xwGCLur9yIzXEv6zdu3bZq206ScGKChGCkR8HIrk8xQlC9Rj6wlIvglkwwmQRtqxALSMceOQnfqaOrR0hfvUdYTEPs4NSAn+Pvt2zdL7tGsQPgaE2ltuZe5B9h11LAdZOCJ6A6pWc/YNO+tSAPQImeQLwbuvD94j7BQTQRy2npfe9GTkhkvKlr7h5efb/7Tb+9ubhs44AlFkJdOc/viTtGDBsTUVPWxnSolA9v5Sfozsic6Y61BvdoyR/sO+p8cFn1GgV/hcZ01BMT6PZJT6Ft1P8Ai0c6KkK7/iKikH+K+1jPtpOTnkKuJ5kfvJspdZyPu1z7oFL2QDnASurBGlOlBdVtJ6VwOE53in/5Fd+I7AXOKUN2blXULInytCzIHOHjwrqdFn+9rbShVcq3pz1VH+3mBfuEqU3Rf8huC9ar5yv5c7VqnhPdwLlAf6h5SRDvCntrCNY+3T4tO5ShB6YECarWfF5CNzIE2pK0W+K9Ng3rUrDc79aJSoL8SGQ6wyBrDSUfvlNOLHWDkYFhjg2dTO9k6VqcCL/pN/cM6Ku9j/6vnOiIecSuap9ap5u+J+h+etp5iuUwmi+fQDz6p98nfFLlCyvCKTv2oEhnFh6Q2RhYCwuaI23olWQ50Tqj5UVr0zqKDToFMSAkq67XcS/1u6x2SOTVI9bdk1pKrSm2OnEXBJCOEQfmvn4mGtT0A8Ff/IR817WTAcJke8cB3NRek/q55BvL88sU8YgdGBuEsHNIrqwHWiMoTaBFYDomXlbnMMjK6B/SzY5/XrudfCqHWrUvx+DsDzuY15Lv0XckyeGEoZkUbaifTrydKze+1Kz6oflAWN876fMi9nKvshNB2/Sh6Pf/4iMgBWHsMGWk83mc6Y0dtyJmwHes7ijb6rB1NfO/UI+faumaH9Tmwz7ejFFueVZtjvS8wu2/IGlBqbPZP6NbniksAMPSMnqT1LP3XDrDsWTwjuvZYfN4hO4P7iX4OT755/eTmn/7vf6l5LZ2ynLKyPtLvv0gA2IMbDDlneP3eAnbc9qcEgOdkX+zu2Ydh5m2ou/jcrwyk/hUAftxsPXwX8/kQz5638u18c60nVmD3tQ32fKbNoTdyDH2xeeUgw9/fAgAHoNuATK/aCNF2RZ2HzccAwEfBnugUtf4IAFhGECmyPuAcPQgfAngf+v5hPmg69EAmCHLfs5eAPEnBaidjmQbGY7uX+GgaTY5AXA6l0yh+2r+92Z73+zqfHe89BZ1PN+4jmMyzK8KzDyLp51kfHgEAh37XAOBLBttF1/DxRADHfBz7E/pPml+a76lkTAUi9x4VmPRxfn4EkI/vuY+HH/PdLwkAn/UtAHTPb4xV0zjNM0dnhRyQjhHA90UEH999DQCWaBGgs5hOj0bZmmDxpXk+poAOIDu9/+Z6nX2WMaoP+SjEiYid635GeRzBr6yZCTjb+Hb/XjS/j4JtRNb7gH4KFep2zvSQU8MhhxYOmHZM4GBhAHPR7uBJkX0DJViAUdM+UcaX0kzP+Zxr1zRMdNlpZJzbNViheW4wN23JCC5DTh3odEAR4rpeFcenvM/1GLGyOzKY9GJEpubgs9exf5viI6lV3REbuzPPOoS1cZL0nMuBq0GdePn6IG7AwsagHld1aKaMjgFm8k7qCvNsDjwcqsIqqRnM907DaJA2ckppsDH46fBio9DRIWnX2c1amntFG4l6rmk/tQo5DBt8Gp6+DQAb/DCoG2D1aIy2N7Zp4Zqg/j3ryzWfNgfN9bXmTIQYcy9QzPwvc1WvU/OUAWB57Ne71H7yOQ09bPPpAVhushiQbOOWIr8M7Nr8ZcND1nMA4IAKvu90TE4tbLApKbJ3vz0Wrb2AnBcA4O+oSaUabXu+vu+0lu4LnvJuCyMK1JkGNMmodkJQ1LjoxWm3wSDWWTsx0IZ4u9og/aTab9mhGowYhNpIYV5x9NQ22JvoPJfPFOEp4wz083frkg5p+ai5kVd1wFmn87Uc63mvcWDYE2ih1I6hSwOWDQQCNM61lvf5YL9T4wr0bXnDz8+aB0cpccnDXEYCp1wTAFyGHxuDDFxJT2+5nLVJt6YsCU8xD4lUxPBnXtj0YJhL/ouOjminrdT0TXRAdAfkVgA/1XuG14jAEyAgru2IH+bK6coEDMu7H14A7CjZ1WCN+Lj2l0SzAshIvtDf5n/aADQL/zJPrrFpw2La105OtHXdmMg99UiAd0cLlgFQ8r5lWaJVw0NJwycwCQNXR2V5goLIOc0pQiX8qWVF3TzZX03jXf+5rbBtCLUB2eNU+mUBKRu4Rd6oJp7q7LW81bgcoer0uTvds0C0lkOmo2Ur2Z6cMtHyPBGAn7wwtOc5I0Wn6WW/6X5wvw311sfs4GXHmBUBISDOn3MFwE2ts+z/GLbDNwKMe33RR1/WAaIXuOY049i8lrnnZxxe9vsMwCaFqqNoLUuTAltAbc953kVq5KSjVJ1gpYEcezPJvLuPpPNkvSo1ZJeF4D2KyCsaEKkJtRTBSIRVzZP3as+t7qv3w8fMHYCWZXkcBTxmZ+rAwYBIp20fwgHA0ZfDZlTrBkBNa1/OUz738j5H6DpFu6Nq+NPzJBkNf2pe/B1TwjvpN/2wQ6IjrhKdmfSZzHnSsVvuuYangJqAi7TJmue1neK5pJf6BPiSCGLWu9ZtvZP+0H9A39SV/FBgIwZzjPIY0YkM9v6I0T2pow0gRm7D3+LL6g/zkfqhX6ixCZ9pHorO8EcDadJdy3hvPk50s4Ewlgv7OzwkMEG5TqFZATMFchnQNoibGr3ZjyI/AdoYMwBgACzaW7TsfcgRnx3xXf2H/qlFTOrqpCx2VmbvX4Di6JRJ46sU70UP6taazz46YrLmQe/G3iMg0WtRADN7UU0lfQS8UERxe4K9fPGqxs7sVY1Y+v/ZOpCN8tnDXO/4JwBgaqgqU0kBA9IxDSQmGvIjab2FhDk9OXMifaX6/PYNKa9N9x9+fAU3qc+sb1Lpqm8CxqJwGfBinZIqmvum/kc78Lbr19Nn5CZ7KEAlznh6Va+9J4o2BHRijTqSUYysMbyr1NB6c/GHwEacGgpoY23DFzhtOCLTfUuaYYBkeJa/4TMiue1UQV1WywvaB0RTqmX23/ocsE91TJVm1SVD3hbgbeeLZ4oez7pL7XLeSxTg21pX31cbd0TS//Sm6gA/ufmh67T/8CMR8wXG1ftePCM9M2uLPdq0ePcGcLDGKV3JmSagfeR8AA4ySHB5v+kay5ypep8E0AVI7CNTg0SrFWUdhI+pacu8gleppjVOd+tM6dTF7IORUcoUw7mx5A7RvOoD3NaOUJ+LPwG5lC66aA/9mB/rP09vXhUA/KnWBPRNfWifsfwOHBwM0DlKV3wAzwgAMmjoaHdxl9YgUfg8UoHide9S8NU363NWC5Qiu+QZbdxVbWHutTOda/wix6gv++YNqecNxN29JBIdYNNA4OeP9ZK6AIDht0/VHn02iI/Ogk6G3unzovUMZ9FyOY3UGp9nOSKQLR+RATjg6JyIm5v2I4OWrBdnuvKZ0w4r9At3OP/tsxYuMT7HEEXK+N9X6mwcD7w+PEf+niwfjqzmWRw0pC+STaB4WfyF3x00VFrs6k9H2K5zXQPB+8znqG/+Qz4zV+wx0FilZ6RTI9sduUyJB/qr/gvoJ7OBs4dwXgEAlryrM8NnAGCpUES+mj+++97nQPVNZXr6nFE1nW9fMq8o6eiNyIGdxSN6n6L/RUs7hyjtefTFojv6BbyLjqM+1YDoN3LZl0FD5Dn7m7dly15knp2i+4yss4CfUlmZeUxvAFiygH2Po9sAgD8wtl7ftgPgEBEAOMYjj53+8O8FC7v5/yOOB+hRyLAWOOIz2Y4Mqlv3TDS89WI5wDFK7tX5cmd68BmrHWR1qBE5lp7pTDaZj/Mo46SSb0IuJ828S86L7BUiaevp1FROqusLKaCnjUFkj4N1n+Ogq3yQWl9z5G/bY8hBXrzyD//wVo4gT57gnGhZoJT4zbt/PAA4lPnGn70/XH1KSum4cv/8PJPAbd8KWGar+cZuj9sPHTw0FMX5WvtHg/61v/P8t4+vl/7wXph9OQJL14Cmn0+fX/fJXwqQu9bLn9/+fXwxDE7fSJ6j4d4Gk33t7y30z4E9fbo+j1XyuJ52i9vQd+yqjFctRM/Ake6WgZvRPxla9gfb6ON7jgDGjCg8yooJ/oYOnq+dwmLO39EYHXkxAcBvXaffOH2/2O1HPrjU8OSN3D+BM42/J/4YEX5s7yiH8/198vsST51F4nZD1/iHr9cGqP76gdblRqpxf55x7nGdr7VLdIkhfhqAZns/Z+KOa/MqbzURr4G7l5675sk2x3GRJxpxuvb88ZncJ50ppz/R+dTQ/RB9Mm8P7fdpJ/tm3mNe3RFK+74NcmB0YfwnEa8HYHLy0iV+meOYsihrJXwaIPbIZ5f4L+mU5nqb/I7SHSV/9Q/luPl5AcDUm6l/rvO45WiMCcfxTDrMfulg0AbZ9P+4/hIMSS3P49qfc7nTbA6ZPh5IlFoi/0JTHTgH+jkjbcPDMazudK6OeDvKhPvWafafjD/v3HW9QkvzswGZhdStWivmq45IrftiXNcBZmzBE4QMKJuD1MX12M9OHTbgKvcnuiiHnmAzATpDzxgneCbAB4f0ROz50D5SK9MpjPtjTdNmeOno7Zo6vdxvzoxRxykJ94EzQHobenXodMTKydoKUNKHnvB/xhyjKAb6RL7rUCwDOwZwxWLpcM49RFjOsWY/2/Nug7voMAHUGgpAE5drLooLOspl8xoH66O+oRRcPSw5lrVMNPC9I94VwcWhcHgEhxZHecTnkRfpe/akgBahB3up3tsMlhqrR9kcMG7eS18UGVUdlaGs16LnwQdzAV4tZ8JnWgfy6p+A1AZmtiNFjBRtAGjQ8ET308JJlLLltoxozMkAga7t5ce2YuBfgDbm+gYFRav67xSk9yzwmfw6VH/WC1Jtr2gzAwsYGH1/oqO2vqG2AaRlaLAxWLQEdGnjgA/429AgGVj3HOW/aN2gEoYi2lWtsQYCpcNV96AVBlanqcTIaFrasSaOK7tm2HaO2CvR6d7M584AsJ1yvBY95qQD1LrsaKwFSsug2+t+6Bfi994WDKhuekFrGX71GManPN9ODTKd87wNkI6GC/13iu/sg/Rvp3sECC+gXsZ0R+VNXlEEeDUFcJK9ZtXMbscI6BsQJvxgmQQY388LgN0pcxcvSRiytFx2BqOgUg3KOcE8mH5LluHZ34CkDFsYvbvtRFHuiCZHsNAGkXzwlmoMl0HIzkZEfclVSA5A2hcAehX15NTFAuSI/mg2sCFtgywC6juySAEv1W/GLKcrjcjGXf1W40EOikeIgBcw6/nKWkpNV4ODLVeIbJX8ci+cntFRco7czL5huaA5CE/ozQEwWY829idy145Tex/ie0BuRzmXsb9oYoDI77XRDgMtfWNunGbdzq+dBaTmkmWiPZTx1w3QCfloEL8zlDD3GGa1PjF8diRWp/MHzGQ4zDvjhTYrApmSDqzf3rcNBrnmOHSbALvWOLRqXgLowHAdh13XgHMUOoZm+iKAu/4lUsjprKVlqi3X36bPRBabPqTwp7+ORAUoMJDjq6PEux/hN6fUNhAJAGVZaAMshlYB/QL0OVQYmGYLI2JfIA5al6LkHHYo8BRHB+37Hf1ZDyjlJ85INVTAB0A5wBgA4Kwx+DaOdDYg25HB9zudtdIm1xiZK+RQ5swpUpO6f0e/WQ/oKObWheyEhv5gmlA3UnthtQvga4cj4AP2Wp9jE/mYaDvGB+Bk4M88D41cC9d/k5ZWzh31LtfS9ryER8STZA0gYo0IYPZXgWaOMIPvnWZ1RxshH95VSmMAxdTCduSoZYVpadCf2r9P4WWl5XXmAGdgcYp72iXlMvNJ5CuRrao9XP12lCrpdCsCjhTQtWYd1UzEN+sCZypAVVKEN1gh/QYnCss95pj0y9LTi4ikaybCLFGvtpg7QvVLgTASxHKmhAZELbJ+DbzyfIBHJkS6r9atwVZ4N/XXiYK8e8k8OssMYJbrwAO8cpZh7jfIS+S9o83bZiEZ5jMG98OXcuBoJyc+N0hs503AeABJzW2tA+rEsv5VYxunKslk1yJ3/U3LMugOIMaL4d931Icm00Xd8GLwM/LwXa2r5+X8QOry5+wdFTn78d3rm//1735z89vf4lBJRLOjWJ8rcwH7iWXk24qCZu6JoKXdV686TbKPFTevX79d/CsHMN6dfaKd7hRtXYFrHwrMJGp3B3BYxzffI9+LF2pI7wVwGQxowKBqAAAgAElEQVR8UfSTw2n9zTqDdkSASncUyItcsNOH99cGuUhhXH0kjTd6HHNA7W74y3qaMyjdFSAHPZXxoNYLY3SGDevyRNMCMHofLwCvwFDkr0tZFB/3ev1c74B/pQMobXll3AAkFjjN1aBWO/7INguAiuio97y6s37wviKg0ZkcRc/7AZKrb9o/6/MSa69+qHtRPbT1Wc7oLSULWA9yWpDTFDoL/QWgcoYTZDftxNkEfnF9X8tuHBpiN2ZODJza9qLzZv1kjg1g29lMKfH7gCQfvqwF+qhzF+uh9/kCdJkH5gkQ+OVL1gJAO+ndyb7BXtWRkiWLXhTYzToCUZe6pT0GRwDPLSmY4zju2rrbZpV+S/7IaRTg2Wn82Z9Iiw6N0dnsyOrzjiPXPQgimTU08ZIdXNh7viNzwACAvQhq/p8h2+KMaAA44CDRwYpqLyBYmQvYD2usyphTr4N2cqozvlfzZd4RANw6sfd0zjDKFaNU3AFtBa63srcd7p0hw45X7Lte294bcF7HAY3xb7uIXsBw0F/k8GA9R3RDdEpfYk1Zr8vZmPtxhDZwHq2zzxQ6z+Oswv5UbUG+dqKX4yH8pAwsnaknzm3tcLOyBhXNGKfnuc+PcubzOSyOZ8n+kvN8xmQ+YG4Zb/QEr8GcD2egh0q+CDQf7+K8Jx1n24RyFt/O2ObX6L15/7SLK1JdTp04ojXNaxwugcSc4KBBzd/3ta5pDNllHdQO/9bdcJT5iwOAQ7D50wT1oL8dIPVzP//aDH2pDfj9vv79qQDga8DmnxsA/PPn7XFP/qUAwKejHe48bewecvnAr72uxg0xbkkJ7833CCBsgOHU8CsBPUDgbwWAjyDuEXA5AsAZ94n3jzaxPmANEOI+jnjIMeMhbjr286H7r30/DVnzniOwujzw+6a98e2n5j2PAYCXAjdeHANf5Nzko6OMzt/HaMQJQq3vrsxL2k9qjEPg4BnZLtHrWwBg8WsGOcd9Zb+ZzgSLx3oPCI0WT2ZvkCFs70Pw6rGPZ0DjlffHwLaBW5SZDZIeCfTQfum1isNIFJsoWd8GAGtv7vGe9eHK51GeVjTIAOYmMOy2SylqgOek/TbiT5mV78/BiP3kAl967hPFcwSAL63TM5lUAz8DK6QsCn+RIXHO93HuA1oolQ8KqRTBeIiirDt1YXh1ricdaqWk20DKfKveFQemwWdrXJGLzY5EOGXu3P52wsiycFpB/+d788wGi0KnpOrac+DfZjqtOY5LIPFKI9uKPffH4/S8D/tQsAAgHRahRRuINK69J86xEG2oA0SDv+GjRC56vXkM0fOypqC5wJz6F0NExn3cb/O3Dy+uAbijZU3bHem4I4MvtSdDbT2vqNgGCOknB6TGWbQW58V7nXKuDoQHZ8HsnTNlsoFCG82OY2HMMWztqMdTGbTeIeOcwYJZq9hGVEfAJVIVAJjDIcZOHXLwiMXYU50HAE7EkfnPIETmVV7tAp3t+WyPX8+ZUrxy6O0aw6zLgMl73W4AODzgmqA99weauRaWjSc5kCXqYfN++NCGGK0djGJKKbjXGk3nUMw9q8Zb7xvh1wDDOobXe9lCM6+Zw8iSgN3IDRsUe8+pZ7QsGtAIAJyUlDZ09HxxCNbBedN5OmvEEWGmrt+yDPpjrNh8wXxkThR5M2Ta5vM2mwnMOZerkiVNSxvkfRiX4WYT3hAS32ndYhTnEzsTCLhRxMWQYwBsq4bVyFxw0A1W6ubun2rHi9/266f+E0BV82HCGzjAkIDxvX7NOvieNJHihaJNG52O0b55S2iwa4d6H4/urf2DWR6LNzUdQ/eA5mcOBcgnvPM7Ksn7kSNUzMR42tuImzEF7NsGERuIDEA5Wp6uCNjstM/mSQNGWRuhowxy7TiVvTBRUu6CHRAYCwAPV6JCBeDW3wIFe99agFfNv+RLt5+2/Lx5Uikheb4B5kQAZ98TmMscARpiLAMgIFpEGRkaNGunEIMHTh+euSHSPQ5YAYC1p4zNl3uJoLPsKxpRQ67Yh6hgjERrn9IcWR6EPgJ3PE38f0dO79SNighPEGmD+K5PCfDBO7e+siIRNefRS7w2bWxuOtWbXDfQDhEG2rajLns6gEb4H+O9jbp74Xj/trx3BJLn1XVzvY84iq+jlXsxZN8XeF0TkvfacQj6z+wM8GRFgjU/2lAIX7rWq9KFIgfqb4ExWv/tAEP/5Eki1EJvt8MUmQMwGOKUUH3tMQTwBuixQxypQl3nFUDMwNdtGb/NN46EZWOAvTxe0dhvMoDbKa1YG977Ld8FAFVk0DpHdP+VllN1ZW3QJRIUADSXjNTs8+yfNSfICPbjONvkPq8N71Oee+8RTlPtMg2eSusuciwog7f6Q9RTvQfgysA9GcgcnUo7AcLhHwFk3T4GdZUj6GivjxUlCMiJcTr7DMRynekYZc0jMqQXuBVQ284N8K3TjbJWGOe+HHEkHaP+ub5uHH68j0gm4lhRfxCZLT4vNiATDGyBDxy1hqX3K3J2732aK6WvTSrtfOcIUMAULqK5RQ/xp+WjAKuKbGWOoC3y82nRBKDgS/2EJncFqDwpIIKtJWsvst91xg0006brGFdUsOSjHRmoe2ldpjczosXqPTzDPK09o8b5rgBgLlIXA9YB4ANcI9RuKwU7ZRVIo+x1AzhA2+y91lEdyWogCzCJtomQNVCdlOzWV+7unELYF6iZ1wd1OD8UkGRBWgBdRUIC6ogH6//icJM5cJRiIt3huXcGP2mzoix53s4ASWdvXvR+oEbN88XffM68JBOJ5K82rpYJDaC5jnwDYM2fltWMy5HK799X/WJq+FY0KfI3oDxgs50ySx8u2txVHWKvX/Rm1/e2PPmugNOu9wyo2muXdqjl/JwsRcjkBpdf1Hz9UJHAv/2bmoOK5oaBtWdXP50qHfnZpTjQHWtNsF/+8EPNa11vXrdjT0frCcjQHt4pkKUj2NFPeq3WvdO9BwCWvK52idx9QVkT2K6mwTWPiaQtXodvcEIopE/ype5zFDUXc0SULDLU9OVe9n1AEd7/gb0TB63qw4sC35hafke8EOUKr5A2nfUCH/HdLWBsR2DCm4Av5vuqVV58S0SsxD4ypIFNypXYWVLSxY4DI50uUeYw7En2J/Shlp93BYry+7t37xz13PsbU4Js/dJAG/ogtajpx1RJkRPcGwDYDjAA0q5h+4nI6tJ9lVK45shnqH2Gtx7BmannQc5f2kkl8+S0stL/c+aw3OLsCV3X1cfrqQdDW5cnqPE/AYjHqcVrnxcwRwZJXRcV3rYdE3CZyO6SCSz3HnBKhxBBq6wdOKehz+EYsHvS+1D0nz4DVkpmRy3b0QSRgs4WPUlOA9pLO0pWjt8AdH1uYB/GSVQAsAG6nyqVs/m69rnvPD5lLKlxOzOUiQLfADrvs+Y4LITQGid7liPhfU5hj7JMO46Pd3g/Rv8kUp83wa+77ZmRR/tUBxggZ6Sr0s8GXDeN/Txjld1J2ZBatsmpk6w8fm/40PqiM1BA0T1OlxpYNbCrGU+3zypcTvHdpU7aSc/lf3zOc4Ys9Cwc6jbv26nRALBGPnRJ/d7ZISZga9bd747dlPtj40pbrEkcjxgnfGmatCYm/cTjt+10z87uh3kje/ARAAZc1jrsdcM40DWJLOd1//Df/rXWHlkiim/6PA4/2vbirAXsjY8GgJPi1Rz7x7umsPo5b8354Oe3M5fOt/RgLNJ7Hnuofw8BwMemLxnn7uv1NWD8ofce33PtHQ8BCA9R9LHvudbOFia+Yx4YH3r3Y77/tw4AH8ewx2/+XOsiG4k+banCb71hj3P26XN97zS2TWGaFMpnkZ0DrLnEw2tDWWnffJcM5mysXWPmmFl0bSptbDrfmHrcV75/zJzPe44OEX9qB4lr/H7p83UoE9E22DGNfpNfpDDU/20wyJQIzS99N2mFgnR0BLhG70uA9bw36cZP5mIckuJ4EH3m2rqfvOqxXJb34e8AuDEY7EjB0OL0+fmc5M8BuF4Gl37vbD9jm3UD4ymvtg7GL/W/+foaH25Hh8vA79GY+1A7phnywgrLfWDy2TofoNp89hJ4e9wnrylONugbcDiCnplr8eBBcBz5bYFzau/yXh4jUsCRBZJADZStg2I3xz/57hpQMZW/bbDyvE8+ze9JAW3j9/0AsMFeH/44ruF5LC/k+lwGn3HIo99HhxGlL+LwLCBiejQagDgFZp2iypcNIZf41zV3fPCKkdpKsg2V6ocOop6PGe1rA2NSFxrY9P3n94bX+GauVhvZ+sCwjEbx3p0ApfsjtuiDOG0KFBKoBx0BNxpc6rovpqM9ztf94+CR78JuoUOADMyIWb8av6KRToF1R3sZdF40geaK3jFdE0UQL20OBPTZALBTNjqKdvP9UU7u+fSYemq1P4dXNVc93qMel9TTTpkLwLrpEv4OsGNynctlnpNBksixukkpA9ELlG6q7ic9oQ56jqzMZf6b82m5pb5zuMVzHKNUD9+GNB/4nb501wfeNOqopnjXq7ZSH9K0zuiP9ReBWj2cVcOy5lLz0A4F01HIvK6FqosIGFuMHaXHx4lS1oG1dSvJwJYDTvnaRgn4s8ENuhXgS+8BKGEd1j1K99ZR4SuVbjGWawMblCZmSRFxATSrDfF/gy2heRww/N1Oz8X3Wve1Xr6WISBAjaMymTvLOsnWbtu8zyHd63umXF6TrHYbTOjnHREFsOdILoxaiUAIdx1lvdaQ5GnXXBQY0gdpedo3gFsAMAYy5Sk7YVXzGetx1woeegZ8L75AcuBpv0sJyKA7gP+5v9jq6edWimaiP9S3UwB40mRFXlaHZIgu+rkGpi0S544N7YAhvjQgNuuXJxIsexA/lWq5xgVwlKhi+qDIs15U4W/JDu3HyLFtDCVi1eNjQbUc6T1VvF6PaB2Lfu1g0Hznd7m+b67w0Oxn1oTH78troX4yJy1f9Xkbivldjh28owEeP+f+Zo5IIZtU/wvkru+/672bVJAGgA3MMV6XgnDtN+QjtHGEIjRP/egGEfu8JnnfexC0dTSC1wsiwwA6UXjQued3RdU6RTKgIzSOgVyGVXYyyax6FlCAZ40sau2w/wu8FNu4DiDjgKeI+vJnZXRbkW6dMrfelFp6lmMA1dQ6deS0ZBe05x3rXOK58TjtfJGan0m5iUNBzh8xPwegU6rSyADJGjto7LTp8KUBSUUDK1W7ZeQEpadxEvo4nTLzUeMuQzn0VpQtpK4oIyIgScknmdL6ZlJTL10Uw12DKKkxbGGRPclRgDRBO6rjSfroAhDZ/1JnOzzP2vQ+BtAJMETKWveTduKkItoSKVK0VGRtjT8p2xPZDKCM8VLgexkTUYloX3W3m55zPdG/pMyMHJ0yyzUEvS6hffZVAHXPlfcGpV7XPZ2ysCO7iFD7/KWiEknRX3xtoNmp4OPAPPU3RVQp2njXnxSQqLVt/iSyPbqiQWiDCUotWs9BGzucOEIXkSMgomth87cjmjw/GSO6iHXVJd60v63037XGoVVSEztTDKlaE9XoSE8D4juqmZTRjGfqXwYfXUfZqUpr/uGXyCP2Oaz8NfDiBp9LANYKuPrcaxxwCHrR/w8FMn+pNaw9mKghydJOzapIUQDdr5VilkheaoUCDDtq2POQqECDJUnFzmj42gCw1x86kqLdyDAg2gKGf19pnIluZ02y0pLmnNTHRHI6fTIOf47qBvSrPpTsAOQ30G8DN1GERLkyDwDO8v2o4b97lzXCmGteqkaxz9a932kBso+YZx1Fi3xyhLTAxa6xCw9SwgCQhocANHbGCYBG6pn7TOR6oo6WlqMQQF3N2Q+vXvXc1XfF9gC8RL2uVMVDp1oOT+gyqgfNYcznIvQlR+FXtKWAJMBKyyXWL3xJuuRcBmRcy5VLjjOKNP5czziCGHCRjBPM8x3tFGB1W2P97e9ui6V6TaNfEmVc8wk4znPQRHti9QeeYX0QvWnQ1fsUzygCvt9PbW2l863/mN/Xla7auqTpha5I5LVkoub4VT0P0Fbg8puqA1wNbqDX65wxf0dEPOfbVvuZP5wpVA+3z6R8ZzqxJ6KLmX8le4s8nYRD+6kctro+KvfiEMF7AeskB4rExXba30inrPLrsEcAm3hwAfrWWgOolYsJkcmdPUDEa2cg6VU4kEjeOAOA6+xaz8qea8fVdq4pvkI/Zx6qVfHKywKtXQt+sYB4kIhtZaWXXsFe7JIDnxSNbP2HdefsGz4jRw+W3C9gtrxKulGfS3kFugM/c8bkD9o2SOc6s1yxE0t35iPoXf1hraETPak61IDuct4iTbHWTZ8Xeszeiy2HUC1uq2b4096f9Q7A+XrR1wJeE4WqrAPlJybHF0BDgbw5w2y7hgDb+vfdwdaRLPI8A+2UoQHnn84gknIgolF1nbXI3BEhTiSwCVnyBR7RuVNT3k5ocXpxxihKyPAenBkyfTl6872yVuAQo3UF+Mve71e0SuHXxe6js5+/BwDe5fzMr0SRf+rzBzeKNXQuRI9gIOAD3X6cYaXfsxmyL+A4YpoAynMLjgLKDtOpipED0Y+V7UOyoaOVcTypZxKhzQttW/AZVU5p4gXvA5pjgFf2QnxTNDjrL9mLucd68cY4bF9Cxlsf1XP1v0Tlxkl40boGZXllee7I791e9L1kOslx8Gg3b8ot2WcnTs+9zzzzAKPXtd5ivuS/7brg9M/Ij//6D78vByr4+lVnj2J7aAf6ou9nJrY79VcA2LNwz5Xpe+i+4/dj8u55NHOchXi89SEg9tr9+fwyALvHFBv8NSDzDwW4/goAX5v8+/jjfp6bxtgoTo/lTm3aerXfHw+S+Tw1fvd1NJTyzTY6Lz6LYaMZOQfAhwDgyw4LrUB0m9Mo91cA+AFpdRAkod2RT2JkpzVvlGw426N+GrT8RoMKMbJkA9Je2Z9zV4Cv42bH/Y562l5Nl0bStsAT8OzSM5cAYPWyBeoc7+SfU6PgeQ+urafQ6xoAnHaPkYrzOfUvqEK/+tjfSwBwjNBrrXUbc1zLEPMAAJw2VqTWMMhqZfeG8BCQO4GoXwMAPnUmiBE9Hp7NkRfmesqjS/y1lKqj54jmhoPOUJAxZLScTCo98WIDCXxntdiG+Pnuy557lrmJ0D2CDXNNLtCDg/9g2tmP8HvmHmMfY0hkx/z8EhgdoC7GQFJk0Qd53eYQNBdMvXC9X8YZGzePUbhWqBPlY8PEHo+plNTQE6DdMqcBkYODgA1JE0AKqGwjtOlpA96cj6SkNX/3fHVtQgzHms821mmt9WFI9wqA2s4SmiO+b2V9T7prK4UfZECWJdjGOvfbxuekZQpIP9MsGwC0cs9/nAVkkK6+yBAyAN6M54TeDbgmui1zNNNNBwDWd/UvQCqGH6hDf31/QKYYbl1nb+qEAXjmuBKVkTELQBuRPzF80n+njuRAsgHguY6SqjO0W98VnVYNwR6zAWAf3HYdqTzhsWzDaWRK8w3yAGNWR0MFFAWYxEigA3SrbNTQmamMTWMDlokcWftIp7Bef+fgJaNFPdcGkMiQ1MpVCrgp51vmyMjQaQBlVJCxB6OB73dftrwMAJy6wDZuJK2p8BxdkfvmM4zMHsslAPi7rmlr/jUA7HqMjiCaciER5lmfMeZlVjIWjKgBkg0wtxMPhjFA/Abj0nZkHz9V47Z5de1LNU6nvfRhPzIbz3oilyIPka2qodqybMkHgTLDQoJkaUM6z7gG60yxKyoqqmDYAhbPyFggBwLLTckZ5KQ88Q1eybiE8bbu0R4xjBSiF/aB6HdKKWmGPAOA657UQFzyqX7ZDhV2TgIY43021GZvsrFvG91P9X85BpQRMMAj/XGkABunx2djH0ZcR0RxLceiBvZE73q3o7mInCCKxn2QAZvI17XenH0gqdIx1Gz9MmmT7YTg5+2MYR6xXOGfv/d6VwRk3QPoZvnv71dkqcA/ohL0iMbM+1kPSnccw2TPwYpcpz2ioOADjP6yJbkv2jdsRVOENkYq9VcgiaNRkj408kUgV30eUM9j2k5p4aPoEumnecz3ec9w392V7SD0UalaqzZmAXykzKWIBA4V1LPLmAwMdlkIeINxlKGJ/gIgCtgvOmNw5GKtAipj/LVxjpp9pMu144hrKwdYxpAL0EgUqgHXpIxu0ptIfcFnRN7xPMCXswTEaGY+E/cCJBRvhc9ntHBo5sgSDHgFhDWYD88q0rRB9Bl1TBvIqJ/6fIxB3KB9RYy967VUAJbmmnEXeOiIV+jS/Sy+UIrjZch0GnpAIEeVOq2x59myAXmFcZcLUIb7HW3qCFMAWfjboCp1g7sOY/2dyGKeBThZ9Yi1ZlmDpM01aGwwGUABXaWiPGsO0Q2UvrgiDJ3i1Mb8WBATFWnHJkc/Hp2BMBanz4DizFHSG4PIpJ6vsH9FRxUYUXMIGMh7DMJt5xD4EYoqwq0N7RBLcw+gXnPpdPXR5UnVipOZndzk7FV0deYE05U+ujYigBFjdrp7j9e1mNlW2VMAW7j4HrqsWuGaMEdCe/6Y246sl80EutnRgQg0ycd6PalrbSR3dLKiAambyrol7TfyTExVHagIHzkwVZSl+s6aIYK56aHQJ3XOc2udsXUfaMmeVf2itqrSzRZPyPhd/XxZaXq5F6BBNCznDRmjpVsbjOc/18j1/gXdbgGAAVbaESzpoyOTLK9aNlR7rmFshzTkPGq+wPfqpsZaPEAk73cFygq3xvFAEf+uXQhfUN7jY4GJgMdcpBi2nCx+rtT38BvA27tKjcv7aDdRvqzF17+vuS857VSygMYGAj1vtNORlzoPOosC24F0v+rL3d0PBt5Yl9K/oOV70fFFgWxOJ096ctomxbJ5nmjtgLqkywZQo4/PnpEO2wCzlQanPTYP2ZnUOqjPEaxlgbfQXPqNyxjwLjn16dzSrCCQNRFw5u+kn35BXWkB0UhNO+NIB6z3QC9oijwEAJZzC/QpsJ5JA1T8P/7zfyg+KQDxbc1NzcqrH5CfdrhhPWn3EzjlsxqR6ozh9e+rFjI6TkURE3WskhTok/UfzwHWwyMf5YCSzA3wB3KM+rYAw09ufvzNnWq/Mg+vX79RKmJqdkNG+IYlo2hAsS5lIOxw+J4U48p01TTq859SXXeaW1KCA5oLIK3xOU20a4mmnixPMzY5EfA5Ol6dBd6/L354hxzqKMy6L84H0j0BP8k0UGNg/8VpAQpqb0YSQLT6hQhsLoB8oqjZYhm/Uk/XO6kfTSabXB1s6GdapyJDRPlCaAzwDcDo8063zSsBfpFHil7VXl7g/a0zREEzZbcARC9Z96I+V51pZVsykG8Z52xHrbItfZb5yhmW+cTRhIhb08zgnPYQeLYeDmj2pet044DC+kNF/b5SIVt3aUC06yzDq6nvqj23ZCdyXrXeW48P0Kh1VMBrbUPSvTnzZV+zoycHGJyD7EjtVPOuHWxHPT/Hfqzxd2YC+uV/fE/D9jSx7UBSRX1ED4Oeihon+wI6M7Kh+Ip9lznnfT5HobPxLOv9Sz1DJLwdcF9UpHqc+HkGnmDt603o9OgmtIdsAvAkXbdkh+0LyG/LcMu35x3VzPOWG46SzlnFMpyPfS5x+m+cFnxZ32Y8yHmcmwBuOZ86vbqc9vrMY/HmPYk9KvsTn2uX6HMO7wzArBIsaAU9F3LEZs3CD4CaXS+ZZzmfJsL5SdE/Ok9vg6Yvc9eH3+iDmp+WszMj1AL9m7nl6MR5W/xKFoDt9L7sUMOecWYL7yPVxD4kczsAQlvuhGCaxiKN+MX2Mc2NGMaOAuj7f//3r29+/4bSAy+Vvv+THJ19L3sYg5dDZOzElW6gReB4C1N58VPfk0k5feLX+ety78RyD7xwK9GP7ZkZwZTfEQMPvSetR/Q99m2+z8LBF2P9uRG5q41hiFb7J4DD+VgeAoDX6A5AwREYvjbqv3QA+Djua0D6w1xx6bh7+tQyTrWCxrcPRUrOFo5RXRI66CItvHOwnc9kHcQbPEr92bgRRi3gzdfN2BGyR6ERfpoLfNT7O5c/bYw+CoRlJD1dP3tNmefXYeTAxw/Py/13/KEOEn/o+5dBsBu6Nj/n952mgjGNFtWGAe1Urk3D2uy7dNqeG9/TCocUB7dx2odtWDzKwCNP8+yJN1S/+PR93hGilEiVng0v+hzX1PkMiI/ZYIcB/iE651VH9uRzyfX+4tr8HPn1Gl9c2h9mm3nPtcwJE8zSnN8DAGcv3KB/lDaULgNj6+pUllvhtXLreee/7Kt73o9RvPa02+DFpIGNb3v/kjLbL5iRc/OZUw+6U/kx52MpaMPWvfdFK2MBPjFucfDekRR+Y1JJ0a6Ngu7rUggHD6O05f7Z3wlC5LmMM8BuQEN79EXHmQCrPztGDB/5yVEFnhPtAzoAW8mXka66b1AnF57JBnbriNU17GzUySEhv+f9Gc8EiI/98DOmXwyLAn/W9rF5TNGkY185Roq7rQ2wTAPUPpr6XYkUWXxQA35K1Ks2nk0XMk04+osJ3KD3UaYlSmPSPWMNfaWEC1jNmrC+F9Bqy5tNJR1WACsaqA6AlDsgR9IJmlcMZtDuBM2uAcCZ/8mna95GWwJw6x8gQuZL0WZjXSaNI/3Z9UT3OpAHfwPIkU8cXDBIpR/5qViVjtDhs0sAcMY46SwcSrWEGviRZWGDyzPCcY456XyTrmryNEZ5H379pgAYp85Avcd1xOq1DBVT7kz+tFzxoTZz7nG3gYSzfL9fqc7aqYADtmjWfOS5C3C/08bqc4GLPX+H40pkdIBXRSgiyxTF6ejNlO3YPLiBNrz62YFtMI4scT+WUbHXz5zLpHKest2pGAPYpyalaZ/9a/7Mut+rpo0gbRhjbFonAqx7H6mfAJeJdA9omGwbEyBWu9XAMSqeibJ6u/clGYcEyLR3P3pQ77FO38q49v0GiTZIqjmX4ckG060L9b7Y+rTldfG1QENHrgNkY8piPF0AACAASURBVPyIvqEoSdqTI4onPHsGdAD0go4AwEd51q9X3+n+cT3P/ZfRELXqObEDkbM58PY4JvR8Aqa0A4OAnM604JTaOHi5ppnqZ+sRPxegEfDXkdybgTFkMVbVeax7XSPSXvq5bwPT7GtltAFCaMeBzCsyzv0oQ6/mu+tWIksBtvqV1FrGqjYddwK8qhYz/7p/MwJakafSB/eeRhpAzDjmEQxrnV2gWSRrLfy59moTR8Y4pXTNmu+2+TupRmX3qTHw83kBDaKFjPKO5jFgV4AJ6T4xGkJvwD8ixAUeOHpLn3f79ANDJliowCgBHI545FJQWt2TOosYynRGEFDoKDCBmXIAMtCo/aXaMBDpSIypw8H67C0uRWDwNg6ngIaAteGKOBwhtJXutAZC24DbcdJxauNE4PpdpFSmL4qeq5+JDtf+rjS3jMvpeRPByDg/ATBW+zJEE73eOgMGZBsbzcvOPJBeOgqUVNXv3r2tdgswULR163W9bIlYcq1N6zcGH5za144TCDjXVLVjimthKiVoG0qZP/Q6GzldC5QUqKlVq8hBeF6RjnaIcYRunCYMTqmWKfoLH489iXWTSG7ejY4rQLa65qhlp76F57hwfEJGZr+VzBcYQVQX688RyTVCg0ekga61cUuK7XqWe+h/HCUs+9rZUHSzIw2U5DmiWqE/aU3pP7ovTgpxmjLozZpx6uZEQ6t+nmSl0+YCdhgcrHmT3IxsshHYwC4ReYyz+ltj0B7KvLBOaz4UjV9pjiPCANjkvNaRhRjvcR6RjGUMLe8cXcbYnRKZaGGBor3XCPgXb9Vzkn1E6JMhxfPJez7I+cl1eVnvX+pvnA+gPeCkyjGwzqo7AFQp66G0zwDm9fXHAp+IzlRazUKkFBHc2gH9oq047k17gfXGyXfoqd6T4Xv64wg9ooQdJUua3U+f37cOwVieCUSyLRtZYHmjVO01Tr2vs2rwO+CvgX7o3dlXoO2NgTVAIvS7ALXiTdKw9p6cs8Cu/Yhs/1rA8Y+iqaJ74Q9SyhYweltI2yq1UWuK9Mof6z/6JuCmo8fDK/AgXYbvoP/LV89W5G/OMnGIc9+cpSD16eFly2af5ww2d+aTPreyWAFUHaHsdL5E9ZK9JFkSirLal6AVehFywzV27XykerrI/EoBD+yi/aRk4m2l8f3f/ndSkDtzBbVup/O44lrFTyBa2ynv7dtK19x2AVI2M+mhucsa2FkpwPGzck7KRXv/+v+9lm7MszwHgI+O8F31SWUtYBDeXamDOUwSTc742N9evXpe8oCxKs9FyRpHB3PcNe9WfwuQZbw4CLCXfSjAmPahNZGNgJjebNAn7Txmm4AjxD8UAIyDl6Ox6yeRuvX9c9XnLTDvw3utX53VyLoESEbUYjXBmtLwpUf32bOIdVt1bbOGvqrGdMmBRHCzD4dAkheuZf1Ee7tTFjP+D+VsgAMFzkvZhtC5BNIRbVz38x11ZwG+nEUpdVt9HjB4yxkPBySX+oDmkuFQgPNC9Rdgngv64eTA3sK7GQMgsvbh3gqX3are6f2LL4jwZL8p/n0VmwtyG8ZBHtkBk+t5yVzVPiabRdcN1+w0OGcHRTuycKb//MnljnB0TJkE5hYaeH+1DicAOHKZ/aXaBvxU9gQcsFTyoBwC2UvYc9BzcPKRzs1vcTxkXn22i7yQwzj6LpHNqnML89lhgXdYx4/DouWmMsMgqytDADzCRZS2nFHRxyBuRRTjhNKqdY0Tmloftj5pO47PQp4A11+ndInrl1NiQfSv++XcICcUHyOcvcuZExDESS0PrVySBackvhJ8rzF53O7vV72/s9TVWFPLd62VXoNhZ+0Z0efRQUTn7g/Hzd6v4AbbEP2k1KKhazsS2F9+4syEDFt6Ovy+nfNZk9KL+adzc2cPYA9r5yedLzif1z+XCPK17DiMVXqgnTtFv4HHWZe0Di8HReah+Fg0Vtr16ImtbzG+zu72OfuTMj7gwPjs5p/+8ePNm3Kc0hkDV07ZQDznLPZVMxlZ3ra/qxHAvy4APOHtPjEs8p3+EqY5/3oT/PKjrURvGpohDgJnHiS9IP49AMCMsQ0KZ+PtxXMFSL4WkXxl+g4A9LW79jt/PoB6f9t/rG9/zf5PI9kSjocFcgkoW/fqwNYRTL0RWVCWsOHvXhsTqyVlkO6BH1Y0S9fm0Td7/c7+TUO933+6zi+u3vaslgEXQUpfV2fa4HEUCA8AwBn7NLLboO8ezPX/c3jkTwEAnxiuD/S4Np4j79jQezribEjQ/+JcNq+c0s1Mszb31ag9fI803u1ufohM5t7peRXjjrhn3tTdPoKC8npGicvcsuk9tE1cmPRLYz+n39hYxEdu6BpNH+K3S2v7UjTwTAl5iV99AL7OySfRjA84QxyN7aet7rqOHjjKhg8ZoYXWxkj1Yl7Y8540sGn3GgB8zcklYIVSarVBdBqyl/FXjH1FfjRvoeajyCWVyzRwmy83KGiPQhsv0jcDL1b2LwHAzEvSHemA1GDEpGnaOPJKPD1nLV2l0xnrKzJhjt/8eMoM+/sNAGeNngDAJSMxpO++OB0PF5TIAcImtt5DmgZRsiNP9MxBn+CzIzBs42BHIPa7ljzTydKRWFKoMV8oUtHju8SreVb7SDrffT2tqeRxPYnHLJ63ff+StUVwQAONhYNUn65SYS/7VHj6Et19QDwFgI9yw/ts90f7n4HcXOnPTBdt4NzX5J3UCebzSwCwxpw5C+A20nvNdNWzn3lHeCARP649exp9uPpbhxBF/fT4Jr/OiFbr4J5TDIKp2+31eKpDKGqgD7ILKGFfwxzZCJbsQPE2ZqwcyOu5vOdsvYxUVtF5BFLl8FrPJjJ2Eb3pmDb1s/eipGQzrQO6dBkL5EUbepEvREJgQ9oexXv//NLgmtMGYu1xhxLd7lpTvGTzgQG41qPoE3pPv4/T6JLT0gUi37y2FYjSY6ANGSrz9zqYVvv9Xht++1yBEY603H3ATb056GLjOQdqR15mD5/rZQLAHLZl6Op3r/UuHa6BU60pg4KKvuq+kxJ/zUm9daeN7VTGwwCVtXMEXrMnKXqyr9R5dKS55b77xXq1d70N4NDfRkZHOzmCxoYoTxRTuaKg+zMd8nt8C5BvHk5bPAuffIexjihGGTTqnQ0KS58fOu5JJh7klww7jv50ql5H5ridgD42JHq6LYfi+R7wTWPQvGLI8LkgALDHuNO1ZcxENDr9H0ZDRzLT1wDZtClAp43PEA3jV1Lamm5CwyQTlAa7o7p5o2qDah2ZRyJrDIh2HTKtRf8dADwAsNLn1rtXimCiFzB4am8q3lFks9dVUvoGAONz9AMi+TUv9ZTko2wPnL2KRzHiMUYhaR3dJ32AVHJ2XgkwLsCUCD2tpy0P1jmz6KZIMQH1HfGHU4AiRHctXke2OFJMEVfVAwz9qicsuUhmh5pv6rtWZ9nXxJfVrunZcwQ3i7gGUxJF80yRiE5BumwLLW9UC06G6OgcBd7BdzhEqK/wTafQVzQiRlTrY+LhoWrb0cDRk3IgpB+tmwFmCFyOQa3Xpo2X3qkRVxiYecbyoVNM9nyQojApzl2awCCm+BOq1di/loGVGqqA/eIv9mgMgCUiMJ4rQlR7PQZsAyiJtrEeYlkhM10ZfTEgQ2toghzVaqtbkn7a0bipOQ6Nu35ny7eswaSzB+hd5wRoAC/XvU4Z3escgFupRC37Yzx2BKo/i7FYQLPmm4g2AC72Q9PFafsN3mRvYnTMLTTTO3HaqPWMXAigCBkAEHErQ0ZY5tc7qI1bJGD9MG8AwEwv+6jqiVZUKnQDzKT/jvQ176C//UQKXwBPGZ69J9L/z4rwZH4AZB11amM6d7IGd0pf19HsqEjaRc60vEydYwPhBsmlzysjAKm0XUv5Y9W0JdqO/jmyuCPyan3I4F/Rnywjxsb6dZ1Aoh8d3eVdo56RfmP+UWmOJ8XjinZybdenXZLAeyur2uPGgUMX67fWBdm3ACJJTa+0moCrREoqorBAv+qDshuoHrKj/KC/avNWm8+fE7lqAFhOGIBVRVIM1oyRdUc/Aa+UAUE8YwcjA1B2wBDwXs8ru0Jd8LzBDtL53kqOsecDADMmQAQnYuiIVuS3eCv1lRs0AaDH4Ql5TsaCVodev37b8g1dA8eTlqGSwDaysybga6Wvr75FttpBdure3t9QB+/uXmoc8KF00GqXyEqlsNZ68h4GHQCBHVFdYLMAYAPryhIk3qU27hsBwKzV9+9xBjHYhlPLrlvufQ8edF1zn5Vcj9NOl3LoohSE9BVSLttJ4q5qK0t2rSht8zWp+6GIo54L2CqeVcpr+toODgaAHWn8RdG/RGxio8OhpUDYHz7d/Jf/8jfVp3IwYV3QXtNf4Hvr7QK0lOXBep/PegZlzlAA1lTJVeSedHaJS9d65lGBt8hyyTCDMkufNXbl/VIdcbQjdq0fX93V/geNSWFec1ffCqDtc9ltfffmTUUnC9BhrySS/HtFNa9ziWSoQZ3p9MTryDQAT1AXOrKBbd7p5qk17YjzgKc4mnnNuT4z+hsprbVfaAY9DvlloPI0oajJzKV9XGuI86mzjsznBOJJL7WDCUSC16XTIdfkdGZ9j4vxvLhVhWL9rYwXRNXXkAARGaOBQAClnjsBlbrdc1H8QqpvHBeed91V6o0DmmeO7MTqOVxO7VIdkF3lgNBAIhHaPEPqaqeLtyMO8oj+yOmveQPHIOir/Tv6OkAjsrlDQttyoPmRahHGk6wxgI2MU594tuWvaj7X+m7fP8nHr6zhPteSWYHLZSx2JCu2SMlmZZ9ANpvScjCTs6HlCXRnHAZ/2wmqbQw5xyWrF+0nwwVOrXEiwYmDi3PYbc0hYDU887nqwBKx7bMQPLBtdPPcZdlkZ4S0Va0U7TyXBjA9z5pr9LvYELUmQdTZt32fMie4R/shxs5/LVPkLMzA0XtZT5IHm5eyDkQrjW0DwOpDh7wj12MT46i07b5tT+hz6jo/DnB12tGkR/fz4s0GiSVK+I8jr5z6dtSv5Mwho+CkK/00uO01c7wChuc+O5n5faLeVmX0t4IlWucVNYvm//h/fbj5138p2XqLapbVWzejg7b+wt6i54uWCWj59QDg3gAOc99jb0PBGSnOP2gd7sKdfsEyEN7TVtqYUV3xUItB+mgI2kybgTzU2cPE3jv+3dac3Bm1dQ1IPAJOx14dnzv9/vpYho3RdD2AAw/9/RB1rn0fYI7vc1C/9P6f2/4f+7lfAwA+CpPJ85e+mwDuFoQIyN6M2MQPrKBI4Gbh0+e3xM+amUrxihA+LNT0cb/nYLztiTnp/wKADdxtwxo3HwCcGPTbLhdheZQXlxwWvCGbAJdAyskzR/rO75ZBptbKtzpG/By+TF+OnvGX+pTP5jPzPg7UXAtc6/x0XoPmkzWHbUi5TLfJH27PNLXB57iWd60EP3cEdu8bW/qfSCTJc2RVv0dDqN/lARUDeT90lO9zLzjOxeS7833Bdx/3nWv8d2x70nXO0eSf/J7D85QpMVBPIJV2rkVDTvrrPmg2lJ9paD6jw+Dr3VcfiEl5evLeTqHqfu1D847o3a2nr+dr8FRGzDG5tlH2/Mlz7QnbqWeOY9veeOb3Y0SJjDBtPMlakSfgACfmfHNP6tdM2RAlPfN7lBsovBgAuOS32jKIIeVeGWLHWpvvTb+juGUNHO+Z/HqMkJ/rORE6eZ/ahxYYM0vhl+dwNHHoVqeiNavwRfVbNUIPao9BZBt6cwhLGthwwHH/slHFqUMznoj3RRPsPCjkfQ+H2tmOgUAfctLG1O0CAMsTWJc9LWOpUB0s/c0Reh+8E3U8HaSgvcbYBidHVWIMYdOqh3XIs4NAwB4fvmzwSPrDE3205dWsOxk5pMN2A5s7MsGjMO0Sie3P5JncJzXXNLJnK9OJp2qAjz33Tok4aXetdu+8j3fNZ2zksKF4zWPvI2fyt+kheY3hsjrnGoi7H2lfY+zI4Z3C2e/Of6IR61Zer10zj7WqSKld8yzrNLwYYMJ/2zt6vjf9C9C8aN6RVTMyUmtaxsD6udbFBmV2ZO6m0drL6lkZ7mR87aiudBI6j3UmMH9+B7/JEH0aNSeao+tJnjnVaeYrPHxNt5SDhYwSjnhi3emA3QCjaYTFgvhFe6UrSqYBD0fX2agYgHN0ub47TbssBwocLzCodFpsnmUJqQahDuan+4NrlxJhBsDg7zCIREYc9wLNXcsnRbnV35KRTTc88uc+7pRcPkAHqJ77b/q05VCveWjDuwAWqu1V4zpW0ZKkis4TyICBxqnjAzYvQKPeC23N23ZCIO2p5Y35Wun3MBgAEDBP7Sgw16YyOUiud5Ru9Swp3mNQBpw20MAcWr55XDbccwXo0R+SSQYzTG95Wmi8X4gI7fWYNMSKENWeakY2+OSUiowrEe3bkSvAlJ0WeIcjRg1kMW10T4BdA8rZIx3BaDmwMz04swWWz+ztzOkzoo0ajLBRqmuo9fgSASjDeRtFn5F+r+bAtVBt3AUAURSYgNaKEiKio+tyKqJCC7FoqqyEffYQ+GTwHsufat3VvwDP0CnyFPpMhw7mRpHL1QbrYDm8FI2hk9ZOtZl5VAo+5GB1Q4Z9QAPGyxbV/OpJZk0ZsM5l8KYAvBojcoP+eV3bgMmyJAIH+qu2Xs2x5aijsLyPWT4x2QC8ToMKbztVYtYQ4KnnEZ7jfvOel6kjleNIRxsx0nIPQBf9Sgpkp9o1xEg7aqN5VNGLKhVhupjmWy8L4K5+1z/RU+3U2JCL4j8JPddQbmMoBsyPAtUtawTD6FwSR+pka3H0sWqOVnvQkVq4uaCNImErogj5prGy39V9GJ8N9MCHbfLHkKp2Ot2iFbyWm3amCA8pWr73aAAgvat4N0400mEx3uKw1XusjdWO8DFY63070W/ojEQyq85mC1GeIbUp7RqcR054rokkZyzCPADOiXxBGWYNoSdJJiTNIsZn6860TbTsyipRfXSqf+ju9Q0ICbDt1OSWdaQU9ZqwZI6erggr5FL1f+pFc63J2N7nHYHr6MaKXja4yU/XSnZac9eGDsDRETjiYdMPYBhQxZkHHBlt0K0+q+hC+vsR5wxQl973Jf9o+2mBuUUjQGN4+tWPTp0s0KkuHFf0ULXHPQKpcLSpNt/V3qGav4pLK7qVwZ/55+/P1DGt2q0YkyWD43Ck+d9Zj5hfgQpK6+n5R/0UyK515HXlLCmO9ELndVSsecY6rAemNSlHEdf/RWZqL1N0n/nC9cu3DOH9AIC8TzWBa37evXvT+yHRmQA14V3eGXuGV1ec5rIerHvW+hfZ7IQKbQ3K+6KP7DvMESATF/Iv6ehJGX730mAt/Mno4iDy+vdVQ7fkGutDIJIcZUjDbH0HvtC72LO0NwNCvtU7iHDNWSrnAfYTwG7RsSP1vK6IJoSvXFdea0Lz+vHmZQHWnEk+VZpqn7OsGzri+6n6jhzzmAHFoQepau3IIB2iIwfpl529cIZyvd7bF19u/u5vX95UwKyiy75nf4KP6h2Aom/fvtF4XlWtY+aZNum++WXrs9l3AMjoN93R3iXZ4zE5A5cB7qSyFlDEQ9AQ2bROq06Z+6WcF179UM4f0juJ6HVUKnsk/CNwpobIMAF7P1b65ufPX5WsR9ATcY3DEvNj+wZ8b8eBOAE6LfDbAo/dR+tDjqplDUQuOM22x4KDkHkcvjewau4j4hgwntrFt6VvaAm0aUX3yGBPEm7LbhwXmFXEm3QwAd41PwTToMOKWgaJs78iZ5knyTEBa+hjjtLVpffQf2QUa9IOFElrLedabtN9/p0L/vygNYAspg69v/ee6Hu87v2O90Vr7SVyIMXJwCUllC5djmwV0VolKtg+WJ9E0hKtKvC/GEQZmvrMR6S1SpS0UyjnEwFsnF/0Uhwm2cM9145Cjj5mQD/9c41v+Eraufm8gFXGER2uMuhqvr50SuxnReu7O5fiUjtS7dDiweKsK9ENZ3xoxwPxgj93NhtKYiAbcGxNVjJoxQruM0nzCjRRCSWR0mcq+DUAsNcRoLr5RXqZAGDvRf7pdzuLi8fmetB2jeJ7Zy/yHGZPkm4lXdtjdVpwA9neV2sMcAHjO9gckV9yDGStwrStE8uRsPlFqcbbXhPne/jCpc581vqJ82fvUYDxtpX4vGY9pXmtM1p5JhB5vf8kalrz47Go/z131vlNO4kzrZedmWDV0FTWiSaEZ7b3e/OWx295fwSBJwDsfWM7G+vZ0ayO3DgPkDGBcX/5/uZ//vePJbPsXKr1b+W0+7qDFZJtw2e01mZ/tRTQEQiTJuaTRdD15z2/TMFyelsT9oToFn4m2n5xlIw9EWKBB16f5x+6L80cBnrv+M9fPcHf03763scCTH+uAPBx3h4Cuh/DO/OeX7q9b33/H3L/NOxFmG6Q6JQ/pfwMVtwAA+nHvOhlyDuw9WMAYCs+EYge0U6VvtfeXH8PAcDZTNya25cQP1t23lFPAEs+uAIAH9dLNoJ4Rv+5AsBnqQkPjBW5dwZAHQTpNQA485BmbZTszbLauAbazeajoF7a+L8FAD4qlpl/NsE1v+LB/5+9d2+yI0mu/NDdeBQK6J5ZcVcSV2ZLyaT9a/X9P45MZpI4Ik3kcrrxKDwaLf+d4yfCM+teoNA9JIdL3h5MVeXNjIzw8PDw8OOPZvje1H8NADzBmONG3vL3RL9L90hOX9h/5vW5NkJjG3a2ohBQ1vfakJn+5eB1TZ5M0HQBYCfl62sA4PQ3fUz7DwWAY8DbY7UMgkwyeLbClrEeQF8MQZlbGbj2qLWnt9eSD7Q+HcXAn+diuLcpzgakOBlAcgHAgFatEAX8Xbw25nO2OYG4HEwnUDDnJ0a0AHUBcyTr+sCW+9PWeX7nu/lOqRjhm3FjIkDO/DajmsOfSeG96upKSfcBJACw5qSVauT8qhYifrLizlE7hgm/1169TJvT9MRQeBxR1s+mIwr7rt0bY7uMkkfcx/wzUu6k5W1caqBKyrr3E6U6lMEyxubeT+QZ3R8MqNBUurrvU92U+qD8p085POh9HX0uA5LG77bWFty/qDZog5uZY8WedEqfrP8zAKq26EeDvI6q8EsylqScyzAUgcfhUUagI92TLjUGObXDga8NzOt9Dbie9dJE3c5WQ6fIqbQVIGuTN5v1EUxiHNyrqK4BhJ/B7gkAJro5wOyiadMqBzmWtVIc9j52CST2fBkYcgrwLcdbLBj8StqklqeSXb0+eCb8FwA4Bt/cg1Eo/BEwDcAua1hAZvUjKbHnuopOR5tK39hg6OK3NNKG59WXNrjDD/aMbyeUtQ7c78w7P+kvkQkGHTE2dprYAKJJM4wIquWjeoVyMKATduQIbzIGgLJ8tlNGGyv6iwUA6x3e91Jb8UznzA/AHwyOISG8gWxPFLCi2Hrd7Pcjt4x6Tbktwy2RGW3YFHjTFjlkbyJgVjsNLhKVejxrDoncYHiAwuXsigGmGgIsEL1OAPBy6JCxyDKrA/NHNCgARzngYDjk4A+AWI1iGMh+M3XAZCpI/w1uez2Kjs3zepZeLcHhaB0B8w2UKmoSWap10/1TJEMDxQ0AM77E9iSlryMeoKcdA5RmUIbSgP870tXjtsFGRvqaZ9XjVErfNnBgBI2DQF9b8woIEHkiYLBAk16vMoQCTBFNtkDBGG0cCaJ1LMDIIJXoi7xXmjavU0X7tuPLAoDrfqV7rPXMvADOyBCmUI+1FLQ3ngFgooFW9MqYk0T0xuGEJ7MvuIasI5TgMdd03uua37nXABwgFRG2nWq+I1KFJTD3BVRg9NV8aw/ZDhCkj0VeAbBwb1LzAjhguOOjyKxqa2fnsX5gnkbOOGotciGOIJLA4jnzk7MgWJ5YzfPYHIniTU17IXsw/FnvjyOR67ifHMpq8uZ6MPhA9KhrYkp+DJmwIq77zKweMP840XD+cKIB9U9G6XofrKLU271PwFffhJZy+HD0mvquFH9kWWmDZfeP9NKR++gsEp31PgzeiQTFwM5Y3X/rvHFUiCwSuK9IQbcHj2Te2A/F26y5ikR1Clyi1jZvyhFu7hHpeDt6rjs7RTLTS7RiQOwAvoA/AavTN2Q7ckp1CDEyNwDMTyKr5bhBXdY2bAMEcF6lCwF/kfvSt2sMpKolLevbmkekksUa9Vk7wp8IdvRsgEuBi0RF9p4H0M0DGm/bRxowpBVFQgpod91JPnJAGUaWVR+cNd8RnpaRdgbRZ5RFIE3vu6456ywI0Yuq75029W3JKjttea4BDQGCvi2AFnDo7q311icFSGDwZ075IM8EgBaNtT6YVOnjdkxg/OzXMmhLPzQI8KT44FOtfQFHAOLyH4iDnZEaA7SMxym431GHVBGzrgUMPyITsi9r2FosvH87owwu61+9B3AYAlBjbYrHpRc+evT994CXtGVnKNYOgJSijDs6DdDE/GzgKGUAkjUJ8JU+fMAJSPKercAONKrtLgBYb9H/0GHvqq43axvwn6hi+BGa7TS2H5U6Gn6m7iznL6UKr/uYAwBCUtK++gkwt6JwC4SlzvrWyRljOzN1SmroDN1Zt8h0OxeVPAbIF6iFrCfi07XFo2OK4+v72wJyw8s8BwDsFPjWkewMydnGKXtpnzbgLZzLUk9aO3vRU0BNR/xD6+UkARfAP0/eFjd8X+OsGtLPPz36y99/evTDyxo7YFLdwzJ5V3vCTz/9qLkGiAYE//HHH8Ub1EFmzTxTanocj7yPCEQsng7wC9DGx+cEohvJssE+4zMOgJXGiY6C3ORMDzhXjxF5enPLc9zoMxqqAHTUDlx0gC4AxNRoJb3v3Wvq697W+vL9ir4H7IU96gKOLSoBQMr8Pp++eVMp7gtso71nla4ZwNjONc6MwT7pCPj3orcdKO2QgB8Ge5FsEUon7rq7H2ut4tD1vNae3gOYrDOjHWgoN2AQsHRX5rX4WI5sOAjgeDEDhgAAIABJREFUQETbOMnIqbKjhBXBiDyssQMQo5ZgY6p3IX+iPwis5D/1xfu9903XNW51UNfsrOS5gMVcXsJZAC3j9ll0nVnqXmUgYC6q/y5BaACY88fLchYg2wYpjD++dT1tbAEvXnKGIVUzBoucabzfAxjK+TS2oAKvdeZVf5BDLgHAMYg019/Qfn0hZ070R2l+rDHm6W7NEw4DfKgr7vTfdmZSJWyir4s+ciipK6xx6i7ngxoDPwqUlGOKv5lnVH73vLEP2Z4FnaG75kdOeH6G51st9lppR1CeSUYWajXzHLWxkQEuW9/OCugdSnO9bSuArchHq0Fkh2HemQ7LHjtd7O2Mfsq5p1MW0yfT2E7D33xrp2AcDKSPL8DVPC5ZCl+gi7Kmuj0cMjVG9BP2n94+qR+sWvXFdKw5O3ygr3pvY+4ShKv26v/gUaaTeSdlekBYKJFTt/01e+7b0MT7hYcww2IaziYlP+3T4f0pwQoA3ei3DR7TtuZH52LPHUPgHpxI+UDHnL1yf7LW+HvOZgaac7ZZEeLqU60v5FiN/2//8OnRH/9rOauUfPvlu5+qey9at0cOlWzvs32cZqdDs3iwiqxPtW8xrbu9PxMgOmmKh/v2H1eavXL39cvHfpzvW/rVA193vt8L6oEPX+zk5/t3pNWlBrZxf357Nrxdo8/nAd9rTzFe9/uh7/nqafszfyD6ew4l06iqRXji/187nEQebaXPLW2W61PF6QXX+pf+BiA9HGr7AOumOmXOxY5ffufXjDHvncYvnj8bE5NC+lrbE6xe/DgigedB6+LqWcbYTddLPH12ADiv+fM4voYW894Y+a7R59e2m+euyaovAcNX6T9Di043WSncioo2pN4uduT05OX7bznz/UzxzN1nYCstXLq+gLMBlorTTy/5Gnl+Xv9f4oPzvH7pXdOI/zVz/1C5/GXHliN6Fq910+3zc5d7Zr/nVjkjeTc/XEDruoFzlPKs3bsNzr45qbpCX9Xzaq9HKZvtnS3FagAYBgu8n1sRPBr+Ls1vQCQdsAcvJdo2SlPosNKn9L1fkoHuCxaHrSusZ5qXY2xbPw+yfOsoy4gWBXkI0G873dLMRoMoFZ2vrBEbZ3dqJtfiJVLQh+2sr0t0nmth7p8rcr2V/yP/7GgfG5h2lBYGE829lGwU/FLTSQGH8a2NURMEnGtPh4zMB4YBHf4xwG6jPhEhazwamj3FVzuyQ/l+PgLu+G8cXnS9D7oBU9cBYMzvpbW+QLluPzVzBaRPo/ZYZD6c2DhtprbjhKJQeryOJOl1w2FXRitSVB49SUXb/j7v9mFyg0YaH57pWm87s0WAhxiR8n6vN0feunapxxLDc+aNdhPZhmxLKu9J60Ti5b2KnOzPfM+cj9SQPdynKIAGbWQccTuuX2yDjWTIOEXTjydtiFXEV4NC4ZfUzF79zSEew0GvE9PX4KLBgg1eCVQdYOQnGWiouDR4rSfxvKdc0lWgR4CnPXZkeoDTzddZG17rOzrpUsS26NT9xJDi2nZuK0C2DtscyHUoty5pANhM6OAzrz+x7Ph9rqd1cIduvAOnC0AeALV6xgAPCoj7NPdqvb8jxBSRONaM1pmikxyhFX7JPNlwTJQ84IOj4/gOPlENsJI34hUvt/U5jIN9p+da/N/WgTVXyDUBCU7re/5ofTYYL2MdYLXWktNZi+96K8UQmJ4YjN3R0+wpGq+uux4wvAd/hZ7meRt/I8ehiVLtQue+Lv7ttrb+FeMIvOMo4R3JfpQbiZ4P4SxjzBMAD9Zp7OijiCqsGKusTDt+QsvmP4NUSbtp45XnKLQy6McYEvHBPRmnnJdacHLfXaUzVSaFXrOqrUgUYq9T+unIdRt5HOFqoM5pW52mMWC87icNsJyFbPRkT8h6AFijbxjy6UaySeCIi4qitOLtJGC6OxMCEY2wswyoGP6rvzYcm0+0phqk4n5SzPIJYBDHGxmf+/6kARYfSfFz+3Ls4j6JKu8p0Nx1eLfupPWmcbIYi6qamwApjt5kpjHWJtqGiCIzsudIEbrIAsZVBjXrZx6Pa3RmL+J+wCrI1udYDP0yXDr6S3zb+5x6Xu3AG0pnXvTDQL/2KID2VnYdlWi5zH2ug23DrNpR38r4Gl1EFv8GBuunorlZZzgE6bIdl1iyvmbhz+vi+GJnEqK8nO7cxnHGA4hrmQxfOfMD1yLrXPcWEObmpiKgMHArch45YaP6t2Vo1aoqwytz6GhLG5lpD5oYLKb+qPmR9MRy3GYu6lmlBJcRP2l7GbNlSdavM7tsOWYZ0JHRmlNAJOSwAY7nN7eip1NbV8Rbpaf02rKMY+6QizIYC0D03hVHD9ZeSgeYvl77O0rX88XfqVVq7M48D4DABzoEOBN/Ub+RlLw5M8AH7dCQsQqEab7gWdbXcjBSFFqDx+JXZw2Q02S9ANrTH4FnAqS0ABZPwCcY5VFFkRUGR7bjoXQf9BPp4UUfAFaA0QId4B/44e7uTqBDQAu/A3lKjWciDS0PNPjmaacXb2dMSJMzNDBd/a0o6uqcZKms1q6xTB8i89HP22dIfA8AzJwYgPc77XRgcERQQvEpgGjqpzIWDPj+eF/yPvTJdWnFYx0RXzTE8eHFixsDzjVvWgcAWA3u2fHDaXcdRf2dgFbmy1kGeh7qb4DHpL90/Uevc6I2LUdd89ayroDbV6/UpiKvCwkkQprvqUHMJFHHlUhzRZASPlp0fFWpnPl8/5IawdY93969lcxTO0ofjJwhktGprL12Hb0P3QW8VbuOQNzAuZ0RKtr5DRHF1quY0zgace+LSnGsrBw17rdVZ9dAS59r6147ZFkeOjIWmYbzgDN9yAmTeaRGK/SsuUIvtgMS8+o9G+DLjhFu76eKcobf/qJqtf4P//7Zo7/4d4A/1UaXOIDeRNwicVyrnHrWNbaOGLx9ieOTuYK5/enH19pfntZ8QydFvXV9btXIfYLMhpF5f+m87wsgFPBObWtoZwBL67/avb0lQs6iHKcU+2aYD5Ml6GUBi5wI37+rSN7aP+TU0Nlo4GfptzgM4SxT8xUQHb5N1iWl1K57nj6jZq+jq2nPmTG89RIN/rxqRfus7TIA8g0jIrXm481r9BQWdfFwOTYAzP3udy+9vooQvC+0j26Pcxbjkc7hbgqsdur+cpIBNK+9RqmccQLhnMb46328H+Cbfpmefk61bUu24dSFg7N4DtC4gFNqZztamrX3vuaU+uEN3nG2akA+lmZq0nI/YhcgF96VQ4naqPXcToiw0w2R9FJRrC8K4C4AFlDtu5p3so2slNaJ9K5+fdKexT0uR2EJ40h+OVmW80xSFLNccTh4VOP2GcbnF/Ym/gwQ+4wyRGQ3+FDXS7f57rs6Nzwueihimw2HbAeA9rZZCCys18iRQuu8HYEGnuA1E7tEpzGvd8aukLMu86OEBDVGORr0cd4ZQJIZyHp9dO0cadkCNL3FXwKA1Y51aEBsgZDdXkqoQGvXG8d5yuufVO8GJD3fdB1+cHYOxmH5JKfv5h1u0spUhhNHGscS4T3I5QzszOHzmZ0nI+ts//N51Wsmuie/aw9lTutf+B8e9trCqUyKpfgkujz3hieghM+v3g8THMJ1q4kGi3fGUxwknGFFswGDtCrkSOPt1JP3rTNCR1hrTeEYjbzptvqYJ36LvTdnm+jeMzDlm943aaO2gEd/+H9+fPTpvfeiXwhewJpQk6rgkB7j05wxVV6tbVpDr/9vDgCekVQaMYQYgEHrhflqEWpHNl03YB8eWn9Y0Fz/bKX50j3xKjwDuV8LAHyhE6evrZxN2nzd8/9y7o5BJsp9ev6PBQCfjXXZUM98t+1VDwOAs6DXgazZar6PMe1xbgB48tL0gkmb/DzT59IMz3vOQG8E1jUAeBroJIiaIJ8DgM2gn1+PlxwgYhyZ4/qXBABHsb8oL4ahc35/BoAfCggnJV/amgBYeDY/e189dKvtKssAO4HbCRLnoYcCwBfHfkHUnvn2/vr7vKyaRuXzOrg0D2d5sozcJyNv+C3r4tK+9Nld49TeAbgdwMw1B6C95n87AJyDi+VFK0gYUpdhbETqXhlUUqVNvpwAcGRCvr/k+HEGgbN3TkBW88kBtY00UXrTrTUfGK36AG2jh41Pm0836HEJFA6vpI0llzHwDYN6FFSBByiy9TPRS3qm53mCJbQt3/2x1vWeBiP5fWVIiHysph7XwRhlUseZBsu5z96d25jrA4YXU1IZxXs3hsAcjud9HAYFqGBIGBtaUqqZP3a/c8+l9+17N4AfhR07QyK/fpanrT86EDT44b630Xx5bh7HqGca0FUU3wkA1nwP4FVtxmBeR5YD2Nzg1AJVmnYcfPbcO5WyefmYVjkAVur4+ACMkd2Hmeybc/mIbj221BYWGK5Dsd/rQ9IGemPE5bqB4a3nBVjFYBkAOPWX3L/9dlgv4ErmKj9nbcyMVeCvDBojonoOpn7PcwHC57xekrWTJlNOT/B71fc9ge9uz2saA+Rah0U7AXx1YJrrlGsfPjoySsbxcjzwmsGYYPoir1Zacw5zDcJonuREARDuQySe6K5pbb41SGgaueaZD8nCC4pnfKCOEeIss4+E5P5ErWW9hQ+UqhXDc8uySTcb8Q2aJV3jeZ4DbvCcUqu10UxyRYbRADa7j+aTeDfbcGV55bEvmVt/J/UoI4rDTeopmZ5Oo8nncwDw7EeAz8mnJ9bzmmQOTvI580Mf4ZMArIlyhQCJhJwylOdmamsMJI5m7VSzcjzCAI0h8Tif4cvMXdbMudZf+pZILqeE2wZq7ZXwFLyDMSXR3cXjGP+8JHr91715D0ZE6ODajQbAVJ947BEav3hy11nP9/zUu9mHMPZoz4V3TXXeyLtoU6n1AVTayOFoAgOcTr+3zz9n+mbOMq8ceWhLekDzlcBi9aP3M/a7jvBDTkIT+oHl5a5CTfSc0mQaQKOkoaJnAggNflWNRTkQ2DjLHom8ibzWPlx9ibOAa6V6jSgqVjVijwCwxgKQ2WNAz4k8lFxDNgT57/Vjo5yBw9RQnfXdBV40iJX9nPcqgr4tVd4Par5ZY+PIab2StQEA5L47Mts0jr6n9VzXcNJ5j6F4AUgG2TG6Qmsb6l23WABwA/ymibNkuF6oo20YL/9h8BN4B29iQAVkxkqr/dsGWhuDiUixI4L5o2tFV/8SMYqMdiSMnRfWxqY9jVS1BqhEj95Hsz/bMLj1JVx0sg9qvdaTgGU7lNtGU+jE+5HjGO+JsjYQnjTEPXYZZB3dSRQRPMg6xCiOowc0wPBuA7JrsSaikChFwD+t14qck0G2DNKSzQImPX+0RxvuUwGwHdmH0d6lNuwgxvfsgdBrZYSqeQ247cwENlgKvB5iLCCpZIHkPyCl615/KNACwCBrFIBAzhQCUcyrfCdwQuuJ6HXm03vus2ekvT06TzmakbSxdvZ49vS5gDU7TFTN3Y4WBvwiFT4CZ/KIHAzqPwEavT/Szk2BfhPoNn+65EEymdBf5Az7k8FH18KEfvCvwVPrvtRvhWiPq0928GmQXPIPhw7zLGCC0+3Dp46m4nygiFQM2cqiQWcAkwC1AF+/q6hU6gUTxQp44ujFlFt4D0rSeqvmR45Fpqnqy0o4K2eD0vTyAiLv6IM5m+56jm5vbzWvqrXcDqSAsR8rzbb6VZ2Fjk8LGAXMcipwaqVHdtjZDrkMcPu2omk5mcBDALpyAGH96qAC/wIQ0n/WN4B/OydVe0RmAtJSz/bFi1utDcko6VwGbe6KF+Az3vfiBWAZ+515iHvtKAD/A1pCX6KznG3EoK11NAFZctwhavUnzfPT4jXkyLsCgAGon98SFgrYRESa1yn9056JjKh/P3z/vd9dc/DmTdX0RbbjiNXAFPc4hXDS6/ocABAHMEVKaeZbgHVkFDzQi1B1P6vPTr9MWnDXGmat3lQtZfrypgBgnhWw3fuaz3V25pBskDOKdVmnQrbcoD2nne9yFexz1KGvPcKRqnbUi33zxx9fCVyu1VgRwD8/+t/+6mnxXMm5R9WXnCuq3bcVXauSBXonjkTWL0hBfXvraE3XhW6nLoGjBneQc+Gjm7o3x55PlQaVmtHwKrz17JmBM6YfkPm2ouMI8JbOUfT46aeabznpeF08L6AWsmr9ySkF3oZ+pFA3AmVd1o5eANLUdvfeaL5FPmqvqj6SNvrJU+qwOqPVu6o3DAgMjztC22CwnVkMgKG+0JbOY70upIML9CkAtx2S4CcA4OiOP/zwg/hM0b+tNzCOwmgtk3qv/8TZpSJTtScAztZy1HfI07r5piJGP+JIQcYG9hP26+IHxkBEtB3yHWHKtkyaYyIsXQfbJYeSfpznOQZKH+o1AR0535NNSA5x4v+SkTU+apPHOY59H7A4paW8K7ivgITUqJXO1TxlOjBv6A+IS0dIB29FBbEMq334F9aqUxkDkMK+RJaSscDZBpKWv3Vm6NCOWd9V5LD4AH2GSHX0Vuhc8oR6xzsVu501LU1NfJ9X7fyVs6DXoO0NclBWJgz4wHJJupd0QwO1cRKApugKZsuS/TixkZ5czmV2AlN0ePMrWR1wPkCecL/26AZVtzOPaYvstX3HfEyWHkoSSS8U+O9zhjMK2A7hlMq2aeEUIhqxmNAJOuOLZGs17zPwTrMt1aztVHaKmoEKpgFztPbaVuX4m3GmPm/0Eu1LGoX5Gl7SGuUaqcJLLuTjAAGfYySHej9f52kB19tGKB1JZ61+STcUnYbn+eSn98je3rvtqU9l7zF/eO3r/vq5MxRuW5pKBUgn93v++g/sqXWOv3P2DdkRNHayAHiczIOkB3Yy6UOWqdNm/GAA2BwV8k0irIuLuP7lSKjTl6Oxh953v4V7BOetA+zN7zGkSiGVEeR+W9PYevlN56vXxn2+7/Pj++cBgHcfHwo0X6PJ5yKQJ/1jiLpHnaxaLR7T9HNtzucf0v61fpN7/sg/nqfwwa+NAN581ItwbVTHnkTgsEmcwVH1Q8LOG8bRMON+0r+8y8+XgOjDtt90Ak57/drLcFsA5towPa7x9fb2mXTK/Wln/lTfSX3E5jDmWb3r91wEgK9N2oXrZ2D3WkTkr3Ww+IquLN69BEA/pJ05nxs8/bycOfLAoGvTe4NXnr/7n7Nx8j6fzittJzvIUCnWw4CW+y8BwJMNJqudgeGL8riNfNd5dK/fh9D7Gr8vHm7Q59J9e/36nWc56n2mFUk2dR3idjTSlwDhc3sPBYAjKwKgfinid0bl5gBxUGIkE3fUTw6554jd0HsBuD3RoUFkwJQ3MioOGs05S//3XKP8tOxr7V8KNIc8ThvU4Oh0LIo4iR6Q2mun/ixFr9/v6Ku9FhIdGNAgfTtHDYY36GcAahm7+kAxeVUeyPAKBz7EMO9s9SCGgxiikYsHAEwGCvdR3saM9ySriQCWZ3w96xSu7rUMhANo9iEkEWqhqY0hPiTvvXDOz0GPWkZqp37ynmDP4cM89hyLPijkOZBK2c3a8cVErsyIrE+qC4ReZ2OX/mPcmvsNAAd4XbKnIk40N6MzSQHtCDNH8mSfjREzNXNT2kCvGns4B4AJ+p73z7PcWvpEvdNRCZ0+tQa/IoDb6Goa7jVxpv3UByZgser1Ime6fc873sg7cjKggYzoAOnNT+jqBz7VPHba39P6NJ8bED0cJPqQk3TLcyzpdyIep/FYvDjA8iOPbfmZ9py6fPQ3E8x6GiBwgHqMgxjQ5wcDn+WRZZsZzAb8yADWX1Jr25DpiEADWNUHvNIxwvW6EpjZFim6gReu05iaz2zESh1Gm8o0R4pAj5HA6zLOMib9PvRlDF5nljEbnEhKUNcQVsoqDowtA84OrnN+p3655y1RIzawJIU5dFJEmyJnTXyMOomuB2zTOkbmIOvE5zYoONqkgeKOSuHd4lntkQajaHuBzf2+BTS6g8uwLT6MLtlABHMSb+35fX4P/0y9lGsYouiAU1nuWqRJWevzo2XjktOt92S8AGQGWjH+8dP1E8+AfOg800Mn7SwgRfZR5F3MSaQH1lxhdmnjPr0Rj8nAZqP5cS2nvxh57Aih9up/GI+SYhRnFEcgEvXTNeCqbdWXU6Sl51qAgt7pmtXHFNvHc4UMUb1enQkJS4f3rcx55gSj8tx/J8AfWonXoWzLtGnMztowHyG7uNO0WMCjzKTb4CodrtiRWpmXwNdt1Cs5WiQJwM56SLS41kPrDrzHtTF/dsQeYFv9jlE1MhDdxNEKLdsUgbxrc6s2dGe8CA1YDxigBAADEiCPVjSCwWtFxpJivuUR1xR52XzBTuhIFuaoZY90IqdNtdwJGO36YgBrgACRMTLs9doLveOAw9y5VqoNczY6YQBeuZLbAOhxY8AzT7kvNkBiVEUGOOpEkYzMkcZkxwcbzfuadIrtqJV9xfsetQcBLLjXvSWjxNw3xVftkON90vsz8+co8uqRInq838Hr9FjzPZyu6OTP1Eikb8XH2V+sY+pJ0Vc1Q8sYHd0Qcx18wovelxHde5brGxqQJeq1oiwBrwqYgsYBOpFJ3IcxOpFkrOW9nmzMjs6x+I9WJcNsEITu1n13ykquK/3tONPZkSI6sh11Mo+iY/1tUFuowprXZFRR5K2AbxwFCtAEVNU+6fUinY9uKQ2w5Y8yI1Qfkk46jjSK4pbeb0enyGvJQeRb69Sq+V2fRHY6enrLb+aS/co1Y7NHudTDAkTrHo0dxwfVHvZadQSW+UIpbBs0JAqRyFg5BDVPGTiGt837AHyAf+wPSFPp54DhkvWiZtEeUKJkMemHBTCT2hXnCvZ9p3BGDwEcVqkCTbzTxwowrPe7NrqjylkHt88LyOx5XnKi0Tn2d+Sg9V1kO9GwThufDCrQRLK19wDAM3hdwLr2dqJwHW0uh5KWJwKsqu/S36sf2seiq7UDa9a2I9jjGOkIdvYmHB/4AB4BTttpgmver5derfd0tLkoaR2Mscm5pI3o5puSL0VwgFI+8ACpnAXA1H+us2tnKcmFoiVrCiBZ5JZyRbRcgbw1Rk+d58Ip170/KlU2KaohgnicZwvUo7ZrtUe0KqoCwM6jb8zT0c0tI73uHElPmucCoMUj7QxVNPNy/KVqB5O21tGYKluhjCad1ah1bctEP5955/kXL3G8cHReSgTFVsj99JeozW/JylTjYi9xPeq3clTR3vzkefHZz49un7599J//6vc1vn0Co+27twZ/td+yN9d4AKGJgpYTWy19AXjVmKLKGyBi2X5AhlTqc97/otJMA5YLxKlo+LsCWQEqn1d0NkCkAWynUZYDRUW/lrSr5+/saFPt4Uxg54qsO2jofn2oNn/88Y2dY+SkVECozhGflJJcJa3FA16xsl/V3P/041v1+/aFM+0ojX+1Ba3eV1phoi9tT9mlUaRvyRHG5wnWyYsXrD/vjgaIzDdEpZtX4at3j26/f7EcNd2j7hc6CvpsR1ISCfhdvRs2eVug+IcCpBX1XVThfY4YNX86bbuznZDyHZ4Sf0l3Q79H7gD4+l18RwAvMoszPv3lhCP+QlZUm1zTXoRDVZ8LBLhyriJyu2QC9osbak+3qVI6tc5hPX5ogb5Fz8NW7R+uDLXgjpoh2zC0tysCODXv2b+dqQpfNEXwarka9HcpB2encPmqnfZfc8266Rqy8BBzyFx7HZg+cuYpuS09g0lbqe+xg/tcY/2V7APWg5RaWw5rXs/8hDasKebBtdq9fTB+6+x2Lnaa+XLKwYEDx1nR2uORuOn9Dh4mNbXGQTvpHvpoMsdJz/L+2VtV9cf0liNanyttXzOWpu5qLmrNyHmvxkgnGnBkxkXhahR6oiNP1Snv0R4o20Vv3q0zrXGv/u6+pZ/SB5EP1UelBef1bYcyzRw8QVps7ot+YPpsWug7urtwFPZNnyGWfrwcNOL03Wugu53xpO2sde6yPgUfbOcj3hm9zS0dPw7Qsl4DZoUs+f/+7n05vDAH5fhU+iT8obIN1RhlHqRbIfORsZIr5hWlHz853D4cAD70K5Pkib/8mfdcuiPPPfS+K6+5eNltSkk9RRBa8djvnEa2r3nD9XF7c93GqM+P758TAP6t4K9mfxjdzvR7CEA7DaaZi39tAPDFhS8l0WvkbAjONQlVBJgk2hcA4H7JrwGAbVSy0fxL6+VsAE/yhwkAa5u5wjfn/j00AviS48dFqdPv/VPw/rX2fwsAPCMk59xfk03rQJuNvnnm3M7Squ41dASA59fZzNwPf5PNc96nTXR8EY9P8QpK2GwILuq2dNjsc/HnAOBl0FwA8NjEx3tjyL5kAL1Gv3lv7tEBfzgSHWmSNXnswz83AHzu75dSp++xWkHzHBtsiEK1FKUTAHyNlgce6IdD32lAPhupzw4ipv8G0M/vkwIpwDeK3zG9SVIOakwccfrAkfV05o+tJHstKFp0RiAM/s318Nqm3QaA3yvyw1HFy/CGUs5BA1mKwVVKtnlJ/esIwLWe66vpBBJjHNeUJobTDn2Nt1/dTzUPHaxJG1n3ZR7PoOx5P+FvG4FNz9TNujbPvh5eOeo3K01kjyvji+HFtT7dgpVx5tpCAIO5FPmqixUj+KazHQDmnphUn7R1jryto6V5egwi9VB8amkAWAcT0zJRJ36HwTrzgw+N3OYD246wnJFYE7zMuCefzJSvBsaSJspGu/mMDh0NjM7ritzRgdXrNvcFlJ6RvDMClXuVOrN4JFFked4p/yahTM8NlMXA6EOaO5offUBq5xYM1OYnr7uABxj98hGA1QCmwFEiYvp9C2yoNlSzEJ7u70yH3dHU0WFbCDg0RtH0ocaqU0CrX0QUyFGix9KGM/VVkZQsPAMBoWUA4EQKyrBX/ZDRsyPAc/9KPVnNzHW3+L8P16klhsd66JyDpnnR9E90j/vfNNe62QCzeFTGM4zKPqg7pSo868iAMwAcowj3uDakDaXbUWSn/44zU7IqIHNmvXHejvOUAAAgAElEQVQZSiFotUW01Iqoqv4rarpTn6aObhyKnJLbp/epr8Bae862MXSt/fo+RqTFoz1nM/VzPOmzBjNHk0cEGrTgk2yvl9MvolRMbwP34Z8AwHMPMdjlMRgABmiw0ZWlFYeJtDHfn2iypH7W2uy9c+6nrB9F2ctg4Zr1cWhRuwBHnb5xrVEvGI3PkWtlLGCuMYVizCnrigEFG2eSspSouIwPAy/jyd+a22rWqVHhNxucTCzzrPh3ZQJo2aFUkNAXWdr7Mj1RimwbOGYmgykH5ITFpl9tO/LLBjSvAd6Xc4kNLGwx06lEsgcZgUNG9tzqc/YeR1bbSXVnDvHcb0cSg5KeQxuYA1CJzPUf0XDQCYMOkRawFTzl2mht8G4gLbIR46HXeTtssG+3nqv+9nO0a3DSUclK64nhv2gQA4/4uIFcASo9B47MdaSAUhsqsqRTCKqcQeZO1i+NUfXWGojLXC49qvuiG4eDrwy6SpVtQ6PThhoUihwLIKm9vx017Cgjsau3A7RghN0pRqF5l4cgdWjRM3qVwMuOmEnqaehEZJ7Tc28jaGq1er207tW2mkTXl+a2ItQsP71vKJpCOlX/k84gq7iiOQFw4R/SIDtCznLXe4CjFOmfSpcQWSKV59Oj52Xo5zppGqGl0mjW88wR44IHAE4VwVPXkUviTIB98ZjfRV3Y1FOe+q4cdYYTmNcnfWsZUvuYs9947/CznrulP9QTMhJrvog8ZezIuwbHtG7ULa3x6CS+4qgzrrF235WxWjUva00qzXhHF6kmMjoszibVfKKzV7R0tUT6X2jHu5LyF8MuNTJnRpToSKohSvpsUhTXs3LaaMcZ8aj0E1ISGzAUH/Y+Zt0dBw7AgDJcA7gQpd3yMrIuOgVRmI7kLTCqwHNSwSI/FIWvrVFSU+uqRlnz7vMLUVbUpUy9+9hGlCqZrAPROd85Sh4Z5FStGO4dwZz9jRMG640oV9aT29wA8E2Bm6rxe5K1zBI8DEh6W9Gj4k9PXvFVpRGudiJDV1RxfadUywJLcw5zpB2Aux02iCDm/QZOkypzyibJD8kNO7gIhGkA2HLBEawAwFl7rCcDwHbc4ePUzwVgAkimHnLdA42i28jRhzqnNX5SOtMu/OX66V4HO7r4icBOgZtks0BPbccd1aDFwK6lVLWn6x5HZXOh05yrtjJAk3knmXkURQufE3mvdpxSlX0A3lK6b9KiImP7jBBd6/VrUj9XRGuleeasZHC2S1X0vkt6Yz6sCe5Bd3bq+Bojd/eZlE7oHUTcqpb9kwKWSUv8cwHiAPYdJtgATvZ7850jQaGb5TtZC24KYARktOPgm3/4+0f/XYGTf/VXFWFb7IB/hyJJ22nDjjuuEUoEKWmAH316/OiH31Hft0D5SoMsxw0Ca+urtwUcK8K76Aoo+fL74vtKfy/e/Vhz8BZHK2eiUR1ugGfOkkVT6U4V5cpa+FiAibPwAHgD5DptsLK5FD1Jd62yCPXsH//4U2crQFZ4/WufrzHe3LAWo3+wvm0jffUj9X1vKgrbMhJe//jRZWcA+qEXKcuRR/CQQP96lxyE2AOq2+yhRL17W2ajDCjH2a2jhut8Cz9/qLa+//6lxjM/70sGWQ81nV8SedxRo2+K3vjGfKo01pxXnhY9EVcLbNPctiNJXYR3bIuoBuoZ7iv/EOlxAmnrnyO3qdlsZzTtRUiB9gmCx/ng/A4tnAmh2mL+aw0SafoYMB4dV3PKmqj9rtpFlwJ0TsQq7/xZa6VtELSLflPOVFpPNaHUFUYWyNmurvlc4PUqUI8sLMqgYfrKWQC9Al0Y/UoIszOqiU9LhVSK7t4fVYO9Hr0thwNIAyC3s6m1vMfU0Q7sfkcDp0WbZ8+sW9jR37yhms3tUBDeQB4ih57fWv9hDBJ5gIjSfSxL7LSTLCOsF0fY82Grw9FM5bF7r1atdu25RMaSvcg6W4sR9Y37ETFcc8119ubOFAPA3m3L6apm+32XbMLpME4n39pzQOcDyczWL6EZ8xI8cp7/EgCATKfvjDdZd3w+Z1wOKGh1Hl+6pa/EgWbr8rZDwAu8xzYHFsy2JSADsoTol0tLdd9Fl6PtKXqnadaR+/WTdu/b3n2P99SvA4B/dloCy+p69m//5v2jV6+RhVDSmXBU2qCHQip49Cr1C35DrezzhTJlyXnMH+2n12sAr/tyuyfy3mcT8cKXD7h0qc352OfbPxq+L/dv3wMxtsHbRPC0nw0kv2acFwHPgbhfJEYD1P9YEYqXgLaHALMPmDgz0WcAYDPhl+b3oW863nct0vN6a5f5aEVIdD/PRtyH964PlFeGuwRVNxhBmzQDX3qPDAutULDYA6yuVKBZpWwovYmcKKb1m/Hlu/Pf27DlA5/XxhB+mu+9hi4ZvQ+rt/nbHiz7m4t8cYhg9r1fArLOUT/n/p7HOQ13X6L5r/me/vxaADh9P9DvzDhXOnV/HtqQE0Y7PDdl4FFzPPOD1vixQ/rrHN2rDZO9CmWAzS4A6ng2h1u1mXH1ffdA4gv9XiAiuv14R14xo25/zdzNZ+6tkxMgnHGaR6fDT/j2eO0aoPylfu41uKNww2Oi4+K33VL2tON4AhidTgpzfnpvnIDBom0EZV+Y+2gUnikn8tzmExsEzvdOYHiuVcatVH5SuG0Qi9zJPB+iitv78ry+S9VbhtBlvGvei6Es/V4AA7JWEdvm/ACEuX/eNw20ifBNSupEDIlHULx7LDmE24BrI3HAJxvP/N7je/ZEufbeNEj7O4xifGz024AuwNU1uZfrSbOl/nTqNPc7fBOv9+xz2eiO+hTPaN5iYNeYnQJJ7WHQxgjRUiVRBeoHyn7d6zTP0cv2+trrbL8z/U9NaHmmy2DTqW7oRxuJlB4nc3riZ8CViJysuQmCxmARw5oOEcOVlWeISJHRR8b8oz4QeYXBzAcGokltxIfe1/fhPe9JDRoAdfJHeFhACgcdHcp3u6HHJQB4yonw3YoqHrIt/T6vgzzDnEKzGPsD3s41ovWEYVypOF0HSHTo+cDgipEbOqWukdsNPX2Qj2Ff9bY6BedZ1dxRSsTW1PxifJAx3AaGpBlX/20HkMWVe1SjsL2IFdGiQ7AjMwUE6HCaQ/Mx2jf0vDSnmSengMU/usejg6mjf/lAs1XLlDntCOI9ph1Jrui/PsDTP9WM7b3Y0XS77q/Tydq5Ifwhfm3v9BhUZ98VCV3jxxDMdcm1lpHm6+PeNPlJcrzDJSQDe1wHYKKu7xqBGCXH+m5A6yy/xIsrpbsBsfCnsgTIO9201OEZ8Ax+W3PGhFu+KWIIuTHWi4EyyzjpmDJUG9RhHwrolLkKL2EgSY1uyULSc3XEi/uy91/oEjnodgxuBQwMvbQnyODrfYno8oA1yQREHxWx2Qbfbc5wRFQM9zdlTPIcBOxp8F16uusd2rBiPc6OEnsvjIxceyJnCgDcZUCCNtDLKU4dBdMRCZwjiJBUTU+nSwcASSrtGdnruppt3Jec9LqdayLRyUpdSRQP4JBALH5nMXuOn9Qc0Jf37Ok4lGBD6u0LQICahBnPcjZZkWnQoWS19rSSCYpUtU4AjXb6bhv8nTLbNJBjCnNVNIysi+FzrwUAdQMafKYeb4cMZ7mYjmzihxjye7EpBXsAau0xnr9Piuq2EY9oESJgkBHiozIm817obrnhDAhODW5nmKybvf5cO5KPU/YZCIHcBqZsMN1RnA1Q1w1x6Mk4vS7tjABVZcCsOcT5w45i/GsLZCkHivSTQcvReDxvPWfLa65532g5Cn9hIJXB0GMPv4rH6z/er/7yPXJCkeq99qW7bH0wdA89spZsbK7oKKVe3s40MsLhRKKIFt7PXoSB0WmEASC+ETic84LfxXOKrqyb7pQa1x+vCfoEAIwzB+sEh5lEzprvI9uj8/oU5xTGPO9Ivo5GK9pyPZHogFQGRB39GRojU0jDS7QrIAzrgTG5BiKIdnRF1qsdkAxAiitW5J+nFj2pnFb6PRiYk8UH+ZPyFe6TLN4Cx+k7hmtFHEruGJCOedV6jqNqiIyKsx5AqfikIyKXA0mD3tAV5zXWDAAOkV0CuAA/VVfXabrN84zH5SCobQ4NnpaBXXoFrKO6ptz0TQEDTlstedxpYwETnjwnApP24RucAEq2MEcFxCqFK3Kyouy+FagM4FaRktTiFL843Tl7KOOCJuhHqidb8syRY9bBiZKkdi38AmALaGodBBALWW9wTZkB+gxl/qpovAKpcj804RPQVWCrdIideYR5iiz3OmMfACxCtlmGugbzrkdsRwCvV3SupB62fDHvfF/plOcZLLV9LR+dKvum0oYDTAJskJI3OidRngZrCyCsFNnQOdkFcHChVriji0GzrDdE/3AddPQXdtmaS4HQ3uu8vRAp6j0OUJ8IWTKvkBJ2ZRERbxDt7prEXo8eK+2xPnAWsCOWZbTquDatVfe3I5zfUEO3aApQSypcsUvNAWmRX774XvPKemWOIDzjA/xUrXTAJu0lXuepe5nx4jADkCBQr5q2Q4d52ilqeZ+jG+Eb2nj79k2Ni4i+b4u3Xqi0wU+VCvo5Dhc1pg+Fwv3y6fWj//iXv6++FFABcFw8/0314/sChyXekY71C+lMmYfvf6j5qutv3lDPvejc59jXtY4+FkCqWqTFTo4AtowGvHvzyhHAtAlYxjrhHA4/yqFA9gTKvhAtWX2pPV8gH5imZB+6rcEyzqqsY0VZtp6OX96rnwAqKwK80h9r2SmNdqfPxjdF5wqAYtKWP+++kR2HM7DrnUpfkE5OfeE+c/Jc9QEgnHeSDlv6foGHP9fe9Pa1M5r8/t+xBlmn7h+A9wftg7wKucWY0KlwCKJ+dK1zHOlLBhBRLJ+XIq70pgKlcRb4ruQE0bwCOJVeGZlV6cSpG1vtqD6wAFtHz8LqH+udt3qG9WaHHNV0bpuJImvr7mftDMA60djEU8V5BX4+Vep6ddwftg/0slIt3tW7yZpi9c2laOwUYTaE5s7+VXSMHaH4khIHT+ofOOSbAkDRcQGUb4sf3tXvyWwmzq5xkir8mxqQ5lA1fE1H6cD1mzI8qfatI4bJAkMf7oj45YxVn+e1FgQwl2xGjsoyzxlSpR0Ynwcmx5v6TxlckB+Ash1BjbmFPictOu0+qTbsgGU72LkGMO+0Hcm2oKQUVv8KnDagbCCbval8f5b9SaOsPcUgMGsKfS1ld1rnpoSJfZrUFnLb5xBHwwL0OxvLDtSIXird3scVnbP5CU3eU+eXfaHez/kXftT5gv5rKdt2EMcCcUvvqcpKcMKaAsLGtiJnreJR6bnVbz+zM3lhBwuYGqcjTWLrx3mfLtW1BCWxd3A+htbtp+/zJfSo9llv8CN8L5uAnEE2v0a/tX7Tz8kBwu/Rv5MNGfr64zkuX49Hf/jrt0Wh2ter7bdkFeqxagm0/Z2fyMwAv3GyRG7GWRA9fdk8Hw4Ad3/u/RiL+Notn73eJ7Gr93y+/TMAbMXLh8DjxwqwP/cBkD8VADwPcHrVnykAfK+fv2ru2jjymWf/DQA2cbxJ708MKUkhco2Ec54uAcB5LgYNCcyLALDvPBslrxuefxsAvAwGjfpOAJjVl/ceAOyReiEGrNW/UyR/xn0GgK/x9Z+K349zuAGF2Z8/NQAcYX3mkXn9PL7IvxlFsp//OgD4/N4Nomym1saOQo+yw4Z+fogNinXAAat+rkipZWjZoLIkdBZI/T7BZm3MMjrufWPywNlQ/CvF2uLPtHfNmH8N2D1v6P/YAHDqYVjWbOpHaf7y/hb5YN6YXmw7Ampw0FJQfC1RX2dAdwLAlj9W3Cfv3gP/dbC34puPD/ttlGtQ4Bw5zL2zLRl5UAQXULAjODTGMYbJNwEMTMvN43ONnflCz2Bg60M2PMnhXcqpTtTue8btqAuceroWEOeEMa60v9+T+Wl6d8RwDlEMxanaHM0lI3SDawYYB0jTY1pKoBTZHTGc2kTHtbPBlIzD3x+zQvAejB82cDd43wCwDK5tgHVNIXHOOkQk3TOGIpsGMNT7kDzXTw49sy6uPCtbodahBgWcMUnBRkGvQ2PLJ8spj2ftm2P8AS6P47TRX7VjG6QJa/DTqdPa+14gynG+QstEYNgb2Eacz8nxOQcBHB0JtkGZyYt8l2jbREXT/gLEq8GZcjSGtTlWHeSKPgJy+iMW7vce+eL4lz1tk/7QhxtxSRtaRXMZwzDMD8C854M5g46qpSgHCRtYMfQ6GkYLRQYTr0enHLykX0He1Dczp3VnmH/4ax08dWZTbVCAIyKEU/uJewQo1PcCJtR/g8kCLFrU8i4OelG9znt2ZEeucwDWOm0Sn+XzBICT+p3hzrkzAAIw0jUvGaMO5gY89DmdPzI3nm/LVNp8ooglP59P+GpF5ndKToM7ThW4JphXiWc28BJwdcppxi8HDTmp7AjggDSKepMV3b1Aa5gRbJPbdmo3A04LqOFoLMPh0ELqvUnbG/kuEIJ+ANy000rqESeF3JaRjrYTSeGfATAveqm/3e96n4wjHQWWiO4t1210WTKx7pdBvaxkALlKZUZ7IgUGmPqOn1wwsth9MR9j4HQktyP8p+OkUhNjwawP4I1BYuSzoxb54Cjl+n6OQjR/YLDBYNipM2W88PgBYQLuesTZP1gvXYs+4IrkrxoUPwp86rmRITP1O9vYmu9m1BIGUz4TTKdNxiIQkxSP1bbS7JbRyfWUGVM7WgAAE9XN/lPtfIcMkeG+n08+w8VgjsCSLt9GakU7Aao0n1OXTzUJix4A/aJCG6nM811fuTMcpOmZip8xhL+XrsB8VL+T2s/POVMCH6WHFfjFtaRTrf0Eecmyx3isFIAGxAU21t8YxpTqFlC+bhMojSWyhWcA4PBR5P3UfQMQG1BoA173xRGQAJIYpUsu1boS2Kx0nJ2icNFXZBOPAYRAL9LOQj8ZzGhb/NO1UKFt0f3pEyKjAFC6XnfLEYOVriWr+rktmGnf+7JlgqM5PVdx+lLWCi7AL9CHdSu9zemodS/6hPhvZ8bgOucsHJYYJ6ChnHpwbioj8dp/McoVPRTlX+R2VIvl7JYHXWO2rgPgIJeI4hNoXc9jEM+7zZfmG4W+wKGkipTe0TzSDj5Tf/TaYQETIe16gFprShPo9RH9LfLUNLAOBq/GCQiWUbRy/QJ9FU2EfFzndDu6WZZ7r5bK1zwKWemqo5JKXmCwrmtOj0htTiEsg1v4lb2fyDBHJMHEyBL6SL+4W+m3AdpFR6LgdvT9y5cv9J2WvYi/7TKsFdWmrA+AJfe5drGdJNgfBToXUkCkbfhoZQWp9JrZbjCuZ40JHJFcr6eWk0D1uaIX0X/Y98T30LgIBMiFjEf83xTQZMAHoJmsFACLBl7iHIKu58hfeMz6ENHoMVSTcpZMDfSdKOUff3ql/hDx+bxoDMikSEJF6PWeg8G7GPUMADvzgWtKAwADlLEOVWO6aCSgkn22+Nf7uUFkReKzLxUg7z0YJ7KOAG8dBrqjt7uOtp3viAAl3TGAmvcaz5d1UcuUnGsAgJ3yGBDZThHMKWsS8JrIdMA/gVmsb+3fjrwmYpv5BaRT+YU2xqdGPQ5C8JkBgY467TUpWKf6BJj0vABUwCvqNPOh/9QItZyYepXnj9rAHz7e1ZxW/+rvZ9VPO8kwn44GZa7IqgJdcSZgnVNzmejTfD8BYOiWqGXWkvpQDgYAQe+K9oCyTtvNHu29wbLksbIXKKq2hsmWrCwErIMCzrU36az2y6OXDW7SN3gHx4LIVNYDaZYBpDk+/P3f/22Bj48f/fv/8H1FS5bMqZrloBO/AwBujtP2U+98W4Am/M0cAQDLcXHpxzgoud45/P/iJXuZlzH9JwM3YD59BKCmPi11fCWbyBpS/7Gun9U65X3LTtBnRkkX2RgYI20zrzVm9vOWfa9eFW9UmwCNH38G3Gaftgz8/neOBOUaqZ6td+CIUjy9HJqs+1i/6uhFWKrHrz4UnVNSSWuiomrvSPda9/3u99YX5UyjlOElK5WWv0C/klWscwBb+MH6a+uGVWv+xfcVoc1W3zL650ol++pVOdrWPYxHKZHhqfr7x5/KUULsyl7oCFwidD+xh1U/WEcvbtjLCniveZKOyj4Pj0BPHAlLFuBs+LTPA9DkHXThbFnvEgBcOlv2ll5WymL29h3p1P0deho6qxz84Mtqw44nPRZ6ia6FM5LATtfDVk1Zgrprf7mpKF2cE3CysD0AYJLMAtROrevFV89rDdJzZz4p3aXmHYcb6dtIMvYteKHG9+FjlTIQmLdBdwC3NxWZiex3hgv41IBpeJSfqntfTj7sg8wb0sRn2QDacuksBwWcFVoOoN8LhPeZgXUAb7rMQM4jXgt8h4xNzWbsTM9qrpTtvscOP/O7gcuU+JCLnNpgT5CTTK2hn2tftl0JvSl1nsUacohKtjjNK2dRHAa6T3LWa2de9Ccis1UTmtYobVB9+lg0Zt0xz+xd2H5i05LeqUxbBlh1+ICGfcqKbUDnn94TAICZV1qDR+Bfz19S7DcPcvZru0H2FFPQH+s7zJX5zHqyHcuOOv62RTuq3PKlVWrJq5RQgL4TAFYd6d5zxQP813ZyBZNwNq+sCPTlD3/4h5LDNd+VYh/tXfsr+xjnXPgfewkvtRIlXUN0aR1KeIBSd8NLwxb43yYAbIF0/AwpO77YB/Ao5Pegi777pIym+fPlAUx4Ne2N/9Sh5rQ2rJ68G/5UwOm1CN0/VfsXx/QVF68BeGliGuBns1+KPL7XhcEOEYRZpBYAviE/r733+tBa0Oc9/TNYzJkd8+6pGH6ObDJadT/twR4DkV8UNrRis3luRt3qvrx4CbrzOkkvju1HSzHd7/P0mW7r7wsRwDyd7y8DwJsSax0/AADW/J3X31fw4kNvPcuWSdPfGgE8+5D3JOoo83fp/ffpb45YQKo2gMz1nj/Xmtqfy4DxkTIBevsFa91oq21FKfO6+UB7uR+pf2cAWJ5LKBFsamy0J8CM52bEZyIJoxR8jjYPndcz7ee8TvouWTF47SyPHgoMh2e/JKcPAB40jgG4f78GAJ/HHmXnEiCca58DfyPHzgfagHGfA4Cj5JphWr6slHFHfo3hfaemaWW4eezSfG/+iSGDk4k9gXN/eOieAW6slcN6xjDTBqzQEqUrIEJSN0uPEN/auBqAIM9On5zQyBEhjkCZH55dqbrWF638NvCFwri8JVHmTyAv6099krzudE7yStwem6FBDO4B3Lw/7n3Bc3GUE/f56rx/cqD2wca0d0QIvUm0rthA/bRU+AUPZLu26lCg+Ww+4Rlqjhok97sSxZiIH9raaZtz0M/BBzNZR4hJQTc9OTC4TY8Ius7PBFG5DoCm9G1Kc7Xv1OF0pD92pJC/v6eK8h4ZGzZfct9MWxq9dPZlrYUeh/nd/U/ED206cqHH3XIi6zPtZX5dJ9E8nmg2HbxlrN4DZBoFHMWy2A2FjtecKTbI5+fziTE7hzh52LbqDZcs41T1KwAwrKyahad+xRA0aaUDnIyGPlSpvT44focBbOwvor3PmlqPpCLDAuLDeqWQI8Kw7kmkdtaVUsJysmxaa0wdPc97pwPIlCE87whgO0uxPr0O2tCg9WyZ4JrD5jXXALUB0vfu2sL7UJ/6U70XL+br9TT4Ml7KSRltXm1gvdadQUhHaAQYzXxxb9ItZ79wDVA7bsTwj1Fgpqi1c5wNZBMAFjiHXkv/MNJXPwJAwc8AIhx6fah1VCtEgx4Y0jHS8lFdSPhXNNv8y++JZoKeigTqe1ZUH/3u9yYCmINzHGm8JmWy0Zyr/fbq9vpt0FD1ITsCk4hLrXMDYanXaD0n+8gGYll309FDPNIRxALTqh1HdFtfWnpJ0RUjfPqQWsvhlUQYEqGIYZjxiZ4YeUUv5glgoCNFe84FSnTaRvFcL7YYjqY8Sb8C1s59JOuQFGRJocmzSUE9167o3XOEUZ+5j1OTIld7b5DxRGlRnTaxwlk0rndKD+h5SyQqcl1R5mV8K03CJRQw8NZjGDh3BD3gmCMivX/5vGN5BMhk0Cx1IuOQkfT+Ux5qjjAKqZ5cp+5vg9gGB7dT2lnPiEOR59iRZLRvwHE7eIUvHXCXPd7CVGBK8c+3nQrSUYt2VNJ6J0JI81oGx46AdM3VvTcF6Kcf2xkDIydpWx1Zz3w5esyZBVibjhrq7AMltx35vdOYP1VEVAFvFaHIEImE81pMlCeAXNawx8M8ycGs5hC9SenoFeVG9DyOQ53thMimRBR37V/tawXIAExrfwC4Lp5xFJd1JdQcRwyyxlkbfS7BLIu86f3P0R/c56gu02ZHhbPeDKR7b7YMMK/Cb3FA0/woqpRqjBgY3Ra0UOaJuh/gD4Ouo9SsnwD8ywmssxIk6wpjZH2dyw/QR0VOYWyVcdf0XL4k3U87D3n9keqUT5wNGK+AdoEqrBPXnUYMykGFtrv2fHhZek7LVO3HjZJqLgABiEJGDigFLHuW/wUkmXJB3K0+JAK4wc0CJFQyoNokzXGcZ6i3LCeKlpUG5GatY8tAwAo+SgXc8jUgMg4l8JydUQGpXX9XGV8KZPB+WHNdOoNSTNYY4EMM8Up73GCtwMSirOVErbV6Xo4RpJ2t+WJd8ey7AlSQrUSHPa9Iz18KvAEwAIxAhvEuReXVHEpeF71FP5y4SCksfiGNudcvNCZKLfMBmIqeSspewCgBwAVYSievyEK0ZEzsL16+1POvu+Yo9IB+RA8B8t3efq/vAYCJ3KT9REobJL4rmjxr5zz224C7jtpmVSMfnDKePaki3aumr8EL67DPKx017A6gSR1hRyGzDlOHmZHTBrzqdM4ac9GGlOjS5Yhka9mEQ47wKPZp+FIyHtmumdG8zExCrhntqGv2Tdph3cJTOp90enP6Q/Ss5ZYBdeZT8rraTbkAOQ0UP6jkSQPAllfQturr4vRQ6/BNAahyJgCiEvEAACAASURBVGRLq3eLDtVH2kXe4Mij/U7vA4QlqtVy8vb5S6XU/fDhruboRfW1opbr+osXLzVvfHdbAHLOc0SB+jxT9C4g8JeqQQw93hYfotvA12/fvBKPwXvMMYChQmfr8+qnn/Tzhx9+3/Xu7xq0e665e1PPwsukTP7v/8Nt9QN9soBQ0q63vi8ZJKDEDiGsHTsAkK2E6DfQaEffaf8tmQ24RmQjchY5ybsiZ53i2WUPfA3HTK8/oqcBBDXnJqF4Gp2fyG1H/Bdg3vQF9CLSVjXq+1z8tIBy+qgoVQCnAthevAQgAmDpKNl6HevKe4SBRfZGZD/OE1475sHQH9BaKmu2vPqJCKbUNaAudYVVRxs+rVfXslBUKtGdCdL+2E4stK/6w+xxtcYpNaDEPTWHv1Rk6JvX7AfF2wBxBYojArmPeWbuS+x5rxdQGcdtvrVj28uKqkX/BwBOdi9YQqCmHExcIoQIXI7rHwpI1JpkP30M4Of5pTYx85XoXJ3Rai+EpwWuV/+fFb1ZtxyJFNnq8EatG97HeoTO7FfMszKuIM7IuMCZQqxqx2TZZ8hMIx0S8MyOuOgi0McRuvCGyzcYBDQfCbRFTpPNQE6AtgdoL9N8uo+s3fAnvOqznZBx6UuA03LWy1lLc8U5E3mBjaP2E+a5+i4nhs7MkjOTeJqI4rpBYGfvmYwSgDy17lUyoNYB86ttB74a5g3WAH0OH/K8dUFo5r2GjBTWhRlr0vXbfOcsHOOsqkxKHU1ebbElz4w9H2piYl6BYjh7yL8J+rSzXWxa4t/Wv+U82zuTrvf6yHmDawQKkE2ILiMbAfB1LocfaR/5SdkbHdzcNnJj1bEOXbiXbhVdPqCXSWfbthypf4DvWqg7mIU+GPzdjrA+9zLvdjqdEcBKGS8+i3Ndl+SQzCcFveXNx/ffPvq//68fS27XmGqhi28mxhFQPLYk0az+daYieDZZetJfl/Dw5ytSQK9nTr/sQ/a1Oz5/fXDkxRs/3/7lCGAbMo4fc/80CuR7L8QceDZx7j8/rqT5U/fuAVD/BgB/dvr/VADwme73AZljNyyU57Uv8eH1YfiAEdCh7+vm/qkBYL+9vUH47cryyTq4v04yzn9ZAPA/BfB74JaTfAk9vwQAn+l9SR5NuaTZ5JA5mHUCdBLi0xDY950jgI/Rkv/4APCEi0QqNib2Xg5fKGW9PhY9GgBmPOfIzvx9jiQS7c6OM1fm5UzTz9Gde2M0MH2tpOS6fsqT6gjEHvhjALTn65fA4i8BwLON83utKLWSeervHvfe3yYQO+sTzuvhtxn9K52k98npKJA5nMaVCQiHfw/OBXHoOO2P07AtZVQK1TZmTik9+f5M41a56vkNBEThXkZztX0fEM21M79lrcnDTgZhK5yrjeZFKahtZFi8dGF7WWB0G1vnGALu5Hn0u9TXtTHdiqJritloKeNq811qADPrAVICOKSWYSJ9tSY7lVp0pHg2h1bIk2u6kyMU3ftpeIxe5fdiZPc6amzLB3D+oaSjbOvQY/mwwGnS3wnIM/BrwNN6nAyv9Z9AzLoeI4Df6wMWBwHV72Ot9jp2eh1PyGOAzu47z7uW55aPe/34/hhveG/m3VFVXUdKU+9NV0Dm0ivb0N6ArWnlCDHzuYHcXD+/N+/O9VnHdwNUpu9MzTTbnfwVUC7g4rn/ExCBVPADB+8zaJ02MwZFFAwZHFrkuYw3tFvXASJ6Xh2VZDBP7xbjeJLgIw54sHk8z9XGlCPMYx+IAqZJZvbh7FvSwxGhhTGAvRXAqb6Td3I1rPqaS+Y41SOGiKTNpR+k4eXjmlZJ+Vh/c1jtg31S3SaqhPuzTmFyDL2CE2WUz+ExaTM7eqq+D4hlw4ojGk0Lr7fw+5JbbaiXDG8Z6ui8eM933dvmVQENa/34UAv3poacjTrZP1zjjU9kIPuPUnZ3xoZMv9qpf4osw7Cu9JweN9/tKLMY6qy3ThAYPlUETNELY6YMr3VPInfnHhCHENPG7cS5hecUqYSXekfKJrI1tTazpr0GrXNh3Ep2hIwZY41TFHuNx2C39JSilx0oqLkUqwuRtGWAOB46NJcT7MfgG/Aha8vpmw3CYyCLY0HGqftqfgCAAzADXBiEz7mk5SdRdwJUXR8PIw7vE5iHFRFAgkjRumaHFqfGTruqYVhziKHUdYjtuQ4dZIjVOnY0m51Fwk+W3RgwO5B1GXimvJi6Le+FplpHgLJEdkD3lpkYV74hNbeiBusfUcBFJ+pgGdyjVrXTiyLX5QhGFjgM2V3LjOmhTwEetGdUxNReW9vhCNq4Nr3lLPfKGCdB5NmKvJP+U9cw+KsmJvueItuSvpD1tG0NRMR5HzZ/x7glwLsNSbTDdxisw/cxnDKf2jfTZu9/LUprvOyR7TBR62jJBWXO6ChpyUPmv9ZbHH2k/LLWW88Awaxxs8cQsSZDmYzmgJV2kODZqTdovjCUq+ardWaivgFumV9F+NFzZKlARe4GaHFtOy8wb97ixeoD/wyeWI6k3nCACebckegYXCstrurTFS8pGs7PAnbyLoykMswSbdz/ZQ5kDIUG7USkvRVjs8BsAHDmx8BsHEm89xiAjoOt65lWf2ueDG6aYVQ7EdBrOJ7xbkAI7mPuXZ/Shsik33bksaNRBXBVX6AjfQEMS9aI7BOMVYBFtUNEFemFlSKxxgWIpCjXMqAL2FBkj8EKKC/gqg3dtP+2gI1vvilelHHUIJXkhQB4Lw5FsrGvaq6QXZBwA8Dul1OlS/co8CVql0Rk62pTXC59EZmk/dtG6Y8FQkavAABmHphv5Bcf9wNA6FgCgPdBA/hd+gYOEPWfskdI9rcjQBPRkXlO2S7HB9I1a+9z6krvsTZ6wwPQFGAvgIKBIKKZKkqvonRZa8U9WstELQJavasoT2hP5Nzty5viyRqHanbCU5ZF26ZkPtMeVB+AEsmBuuyUqwaduA64QJ80vwUCPmsAuDxi5BhF+wCz3pObl2s9vnn9Rv2Epjc3FX2kFNNEpQJiWRbd3b0x2Fo0hudTSsER8QZb3gFgV9QhIOfT4us7AdFEeRpE4b2vXr3W/fBvHGqQke8KATMonHrH3gOUXl2pdXneQKv5gGhu1+h8TDYNhaRZfvHTWQX8rNdgzaciC/dZzimc4SvrWYBjdmjpUiDobIRNosfVLEJ3/t3e3i79m7WPQ45qUSNrak4NundtaOaj06gCChoEx3nAmZzgP1IJIwdY6wbv0UcL1K/IaMlOgb3J+OEMCYrYrT79UFG26OykAybiW3WGa10QlU0UMGo1okUpsIsWigTtSEsBwNX3Fy8qqrmiUNFB5OQAAEab7UggwKqIgkMA7SgdNECFok9JxftWZ7AnT6kR+/rRf/nf/6KiG4velaLXORUs3QFzATTfVfRnHDeVvhtHh+I39m6AMztg4UTjerh31Q7juX1h3ufDenlbaXChhXRv6j4rSp4SFxX5rjrXBpV+IVIUvYzIytaZ4KWbAnUFltZ/7+/s7IFMJV0yqX1fV8rpO8BP1kVF6j+/5eXwFU4g6HrMrbOh8HHqdErbOLuB9w7kdUflFa+8rLTWvd0uvmMxu74782N5y++8X9frb+bNEc8lt5czObIJaWV5gYOCQEDRodI8FwBManlHRjMmzlnW8Z0iuliiOrPsMdUPOfJonyuHgufIUxxE3tbfRFyXXn0DaOr14cxERPBWfyVb2eeqfzBFRYH/Qq3veuZlRY9zadkNOLvU3yo1gOyU3uQyEtIt4wDAGQ0ADR4mIrZ+Et2tvUeRrS5B8klrn/OVU7l/QNdgfmB8dKTS75lvSrhzjx1dLcui4ykDRz13U44T0uFK6WFWHRXsMk7iZTlR2aGfd8HTkvGAjX02gie0d2l/a6Wx2gIMdYpw66fURk4krfcaO4qwVthLOb/KKZD6vQ28C7isy06RDS9aD+ce70HWW/mEdvCI5qzk87JFDAD4G+wvqLf1L+mfka+k+yaC1jLEOoQcerouLxi99dZOi1y/cWaOHoBdjqwJ0YDtn4HOgENYZ5UTX9i2KR1LdiYpZNojl91DlDBYDr8wtmdd+zkAMAftAMA576nGcK2JOIda9/b51vYl+KrPkevM27ST6DIxN90sz7gumaw90Rl6tDc1GIMekTOQdP4EdbCncR4pOuLAwOdv/vDTo3/4O2hzU2UjhJevD+1D04NNpe1/OHZoDHyva1DI+zj8EGeZb6rI9ubC0Xh+/fy3Fx74jZeuATnXIqzyuuP3NpDyOT83Fcp9SLlv8NtU3oe0zw3tSxGp18Y1jdGz/WvXfyN5/9kf/7V0Onc87XwJ+PNB+fj08e+dwvJrieM5OvJH+Cvv+FKK5/Ocn8G9hwO4rnNy7fMlwOv62B/G/+eIxy8B8rwv90SA7fV6NI4Y4PIknscxwTC1qQNAK5ZncPBCO/P+Lz2/ZOJo5x5fTgFz6q8VivMTMaxm8/D3mfcto44P7ohCH1ZNm0vtH9935q+v4fmZejnrL4aoAKI2Qu9Wr+0f6Ssb9jnqOIZUKQM97EuRyboPBfP0PhnETwDsNBTPMX/NurjU7uSJQ7sXeG/zt/nY7fFzpue9PCM5iF6bLysvGxgwL/vuS1kGjlHlu17FObJ39i1tnR0Sko4kqWfnfau/FyL4rwH7eSZG5+lEo9p0od2JuTKXNrRY2dG/KG/Qu/95vQSUa4/wIWPSVvqo58Rrm9lco8U6hgyGfQLNPYoWwUA9eCH9X3xzZYHIEN2HR3vIHuXEPDxkzlQjT97PJ1nSwM8lANh06JR14pcGJDu1VYDU9DfrW9FRQkBs6MonADR/C2DjFhmYoY/sqOtgpbfJWOp77K3IOWrXWtHpQzy85f+MeuW7S+DpBCoFBjXAen9/ds+5zqvOEa55d94fngp46HlqZZs6XkECmiCz37MfkU+K5Dr1LcbgBURjhII2QZqatgdwGRO7whsGrWJgabr6O3fMESkGV7OeEnGmg5UAAw6bru9nED18siMcTbvsPzsi8Xw9YPc6LFHsiXE0gNnk0g8BAPWueF8DbE25lHVmXsKouVMzpx1mgn7J67vWoY3qqWNtg0PWrwEx7zU5WOIYAPMCqIRnVOd+yA/T0wfRjHfu10oFVidMUnkF2Ik8QjSEhw60Wp5RO5pVhsfuhKMhew7beK9+tEOS586ZBc5OY/TNkVoG1vIBWAp9HV9ruuYWAyZxNOnvMXy2nE3/D4BzN849jswzyMA4MCYqsrNThft97lveuaIK+jvRGH4UCAgwaZlLikUdovEuPznSzLWad5gPyhhafQhfiP9zmB96g8Ho0J5xz/lvAxN14vSBT/y91hTARyaq70gmChmfm5dUE3y9s6NFYb1W5TEgaz+rf4py0wIhxa8XMqDBlk0GW/hgZDrSw/3zere8i3e+wUYb82lV/NNyl7ZmWnD4WQZpUi2XgZxFEwcf9afnxel7t97OddVSHIavs25ro/5Jz9Ua8hwoBXbLrfO5SyC26sR1locIupYzeMQLmAHgJGU0VrP6hBYABnYkscMF/UgacBu+kolgR4mJpzBXdaYAybbee7kmeS/gxNHpAB4B+/Vu7iUSWX94HwuYTj/jFCKQoP7DcON9yjTCmC9wlf21I7IMKtU10gzqHa43mHIafC9DbAO6mbNEKmmfZl1qz/Z+gX7HmtV4BII4GlX6Rq9vzS/paDXnPr8pbV/pB07n75SykJ1APQDg7IcBsR0t7fefM6d5PrquH44O7BEtLBTZrbHutWSi0n/rdqvOtGrOun8C04iGEJhqQAiwQFHAdYdSSbeYPOsT4W2l+CVCv+c788r3ArPZN+XAxKLjHewXdkoTEF6GZYy7MQ5GzhuQdYpayRTtv9YxneUAGnn/NJ9RI5aI14pmk/F9p1mnTzH4OVW0+cipQq1fyWha/IX8f0sqSwGh6DZOM26d2qk3AS2IbHSKVBymANad6jY1YqX3ygHDjjDbHmdS/CzgnFTCz6R3YfCX7ip6O/rKc7TnWQBrAaIAa8g9gbcC/+1oIhoB3tbPRISLdtWGwUuvKVLFOmo7AIdlwXJmGel6ss/YocS0lgG8AA0mgDfb7rJtL8p2g5NJ8Q9GcmhAP5RpA6egkkVyilp2BDtdAFgRkSljfwGOt4CCNQdEJgIAmrcst/fe0s5nGiPgt/VYRXyrFizgD4AqUf0lsyXnvPcC6H0jAPi9ANPnNy/EA1qbnekgjhKsafjGapEj36WRKoLetWBlLK+xE4mLwRugjfvhUWVuIS08wGNdY/8gBTJ0JTU3tHz16qcCEmvMsY6j02ovch1VMjAkCi28kXOeFgOtaO54xkC15rVDxlxH1Hzt68wn0cnsl6RYxrEGR8x2ekB344yHc2H9g1ZKraqzrCRO773IPN93c3Mrhwyxb71GtS+LntCXcTuK2enWp6OpwWKAGEcdw2eAyThj8UH+EgHsVN8GzXW9dKHU25b8Yn1WemL0gNuK+vSz6A9EkgrVk4Pj84qCleOq3gm4jHyn0xmTAQNlX0mtVuQlV1tuwcsA2u+IAEdPqevfv6w600pRW393dLIIUbR7Tjru23eP/tf/+YcCgInKxTGjQTfYu55BB2GvZb2mNMTK9lZZHVwDuaJLi4w4Fbx5Dej8uMZqRws+AGaMVVkSGLjAfzsX/qw6wo5sRp6+fv1a8wnwk7WOPHPU5NalAJRvqDFL1GJ9VLNYAHCtu6Ll81tkuvW6nytdu+v+lmxs0A6wWg6I7K04sCrysnZqmA39VQ43ZBGwrp1zEnWTmRM7psJP8FXxFHtoZU2gHi9NKCK3s2+o3qccVcr5QKUIam1XH80yBvTuqv8fP9jJRU4YTyzrGQP3cAyhpi0OjNDVJTVcjuB9rcOnJddo5+2rd0odjm4HvQBvEcc8I/Ih6+XkxB7tqFml/W9dy7omGSBqvqC53oGu5Ews6B/QLeroL5+IokfWeZ1GR+EG75Hsx8XvXdPXoCHrpfuimt3Vh+oXMpz1hEx5TntEAOMkgUAofqCG8Ts5EkBbv4sP+gFAO3sd+7gd/HL2bskgmrkvH3U+9b4rHqzxaV+nn9I3H9f84BRCu17fdqzy+7T3CiAFicWhxCB2jUpj055XexOAMx/2TpwgrKP4TGAbmp0C+Ak98F/hb2ggWdljSASwnA2IopaNsh3elSrL9igDsNYT7Tzjfjv7Qu9XSunsNviQdvojADoODZpv24RUoUb6Jue70i1rv0K2x5FM64lb0E+lmxpsj60L0izbdo2Xdmvo0iess7iswJKd0jVsM8n+dLAxKUuDnYkWZiV9wbwUm6RkW/fLP01/bCb8oYjmoj1OCtwJHQTYS0/x/MLbqmnd/MUX+OT89V//segPb5n/AjVpC4J3sM2oT1QGDv/ZDkzmEJ9jXMJnfeQMAU/Y0etfPQB8yTi+qcWM9SwdLt7/49cCm5PpZqvXrn+hG3/2X1+iU4xXdP5LgG4GeAaAp0H8uCC9aGMPuE+go2H9IcByhKHfeeSPbBL7fRuwmP26NL8x9HDfAi0iFE4dz0Fxj/syAJz78vg1Ol1nnOv8vzbfMW/X6Begds7/JQBY/ZCy7UNZeOLaeki7c1zLIP0AAPg87sztNT67tEaPYNp5wo5/J7Vx2iF6YfKFxsvG3X0/G8nynH1RxSmrS3M+cjF9y3eXwNYzDc7G43z/pwCA762PGDL7i9k/pXyVUmBFatPMxmfWyFk8e61fB4CvAcP319OmSgASrqCoJw3ivB4+PdPyvB7uA+dHAPj8/Jf+nvQMrc40vhTZG/pt/tgKhPlx/z354cwb0BuvSBnW0SjFv4n68VyoPaXLOmbgmCDENo4PB44eiJXm+wDobG8pqBk8K6N/lx9va/BnOTHB4ay983pcILB4cfOhagvDh23sn7KW3/keIG1+zgDwfOe8zwbEjlytV0oZRmkdoIIVfBvmoHCASBuIbaDiJ112baMGxFu2bMBvH3430JP536CeD8ju5UMAYBm7O3I4Ubger9vwOt0A8DftPapIJs4j0Ja+Dy/H0CgRmoooFG12NGcAVc1VP5/7NbeAfSj3Av0SydtyJpFP/aKkZZ4GYOic9HHwVqJolZ5Xr9w8kv6GN9QPxseBdZ8iDo6KExi8FsGryJ1ed+aBjhzrKEuvOUfjLR47dWulSK7nDVQaYAoAHGNivFnhcxvkHIE2eTfGk/M1/k4Urg4tbQlOZBSsmhSj4qs6CCnNGbK9QRgMVuEZA6ihqudMB3Hxpv+pDxyMe60orSXySQCknzUo4EPqjIIOHQUAc1/2k35l1txe6+a7+YmxPh7bqrXUfD7ljfrL/q0DnfukGl30CS9gUkTK8BwHig3eWe7uNOLTASsgs/rKfNZ7BNaO+z1PPixipE4kigFmA8jus1PNK3JJB2IfwAXW9T02ZHdKtTbAT3AmkbkBJXRwJX2lDsc73bMM90kPgKGq6Roglkgzpg/AJVFWdrBxpNkELT0fO7ptymba4YCe8c33bCeqI3/Hg5pW3Zblo6LPdNZnHp0yTmAbp3zoI9m1DReSzJqLjpKspqZjh1Oq1hXRGvHZxg7RzPwqp7fWh5Ki2u+Hb7pfAP3tgDT1YRnI4Yd+v4wE1R+niMbI6PTYWQfmkx3dyN8bYHF/7ABkfsFAbkcAj1m/St46Wo+/XWt0673nffySPo2R9z0AdY9bKXO7Dfev02JqfrL3IQcs4zEwBvCWobVBmVnvUe00/0q+No/YQYTv3BYAqmJReq0wPjkmKHyjOU9rwv8wEKZ2vJwOWoA5c4XljNLBQqTuesbmGp/WXwC4zdWeW7cFKKN4lF7frhVN6j4+GP8UndvrjHaRe3ECmTLTvO1ocOYyclspbWts3hcM6LnPttqllrTB/8goDMROm03fAwDbuOsUqvtjpxVHfqD3bIcyp9X0qC0PnVpZNbsZpiJ5G0xWNE6AfcuqgD+pK0pL3P/kcdXbVA1A1hWGX+8lMs5Rm1DsufUn61HmWetmLW9K/hwyD7TTj+Wn9TKBwJonjyNzIUBbQKjXEdenMx1yOVGNAfwAu4lURU6oNaKiem9LP6BB0lFHl9hr2Cm5+afIPyJIo2cD+FLrlmhN+JbU6KW+Kqqp5JyyTZQB3p+mTa/zOPfwPgOUWEl9eINqkSc6I8jBhfuIVvZcv620t5A3eoEcAvUWnHN87uIDAAx/UCddfFztGMi0kdd6vmVP9Fue4345rhQPiX5dm1XGV/FidNu9l6s/AAodTeU6lJjyDWgqxXfLF1Iew2PoEs+fV33TYiAATtOFsRgM56Noxhq7M4pYXillsABg2jFgRQ1oIoNV15G09hjuSwbAv2v9YKCnT9VRAGMb0eHnD9KLkJuOEiswDFAYQ7T4t6PJi/9dJ7XSPr+g39QQJeLW9/BT+q7kYdWmlgwvfaHAE/rJUhUApDVrQOXNm0rpXiS9KQCYsTFHyBTr4+1k0fMDr+IE8Pr1W/H6s0L2fG7wvgHNUkP4zZsC6wBZlQlh8635BxmAc4+jKPnAH6xBO3cYxHpcIImyhyzgwgIXviOSjbHzsby6WVkxlA69jOqMzw6aBjz3uRUgDpAHoA362MkNvovjCryk6NOORmWufL5IFgDXXo58caSoZbJqFRdvsL8yvpWKv34nG4EBEeadlNDFdzVOQFE55dRcvC6gVFHeOKVAU6L22euQkdUjgC8ih9exccg794MI/zufE+SIRnRwpXmu/5ya2nom8wLfkXL6A7Wlkx0BwId60I9Jb/vm0f/0P74sgBDQqqLBa+4ANA1Gkk6dPcYZSWYKWSE6JTwAy6j4AZsQAc06wnGgMXHJcp9Z0DsAx9g7rRu9qYhV1gA8hzwATHPUH4Aic2rAFHriDOE9xCAN7dtxkzrXRNKXHKlniK69qT59863Pu4ooJ2K/+vuka/QyZ4BszhTA8wXok9uZCNTimZ36f+vevPt58xO88h3grMQu5RoCABPjWwBv0YxU1JkHVAzeCQCMXAJ8lPzSmYr5pg3bBmxvrXsKBGXMjAHwtoNktR7kw+RlNVxdCkimLnUR53nRH/GmE4NVTJ3dWR9v37im8MtyDoivOPREp5AcxHG6+kRqbdLeO6uIeVn7F2+M04VKO0Bz5IOWrtdrd05zxd5LGyqd4MjgbxscVckuZHE9yz2vK4IcfqPqD/sS64BIUeaD7AGUClEkL+/gXU1X6KH1VA2xp8guKB3UgHrUG5wR3peDDX9bntlxyme96knxA8A7/SaCtUI2fS6CZ2utxMZoHRlQmCjmjvKtSG7rknKNdMrtWk+8yw6gjgL2/s7M2EGEQbAeiMBluxRgS3+w0aGf8G5AVOpxN+jpfbIdXbiT6NlxEI/ZRHqsBtuOaUqt7Whq8Q4lP6BtyblnRVfRCj5R5DPAaPTKbde2s9Z2Bgt4Cv+us5t4zszw+JndIeVbWdejJ2jknJFwwmjGke7OubjtTfucmPcf9VTmgcj25aPUayI/WuVZZ+WY61KCR2dF1pL0FM9J3um0z5bH/8f/+cdaWzhlUWqh5kn7uokoB0/p3awN86bOi30OkRNp8ZgcE+r76XS6gwS7BNNvjQDOZnuiw2f/1DhzkLsA0syHPwcofc07zxPE33sSPtPSAwHgay18Dhi+CoDRt57sabj4NeP9c3vmQQDgAzodI67mUcKxV3s/u40KFgoRQOemE6H7EEA5c3KOnpttLwGwLtrzbBqZ6MP57wj6e0BHb3D3+51xWSjYkDCF1fkJ6LONlWf+uv78FsQTnD/P4zWga62zNU/u97V1fa9fMWC3vLhHhzbm5znT4viO+cwlB4PZl9nObGvOPdcneDXb3+v1Mt/dB2Azfxto0T097mXQPjFwPH7y7nx9bj/r4EtA1+TRaZCb12fb0GzKpmvyaraVtZE1K8NQXZy0zDt4DoU9IMQZOE+756jMvONL85j1Fv68v/5t0L7Ep9fGfuT1TaMSiwAAIABJREFUEZHbPDr5XoYN9kH92/eeUyxf47PMewzWmw8ClO70ZWdZM+XPea5nuwFyzzyUe1KPMn/HMJj5PazF9uqfCpYOCSjUMrJ4HfCu81qefBZ6ICfnHOZdk8+nwS6/c5BdhumlBO73z77PNnWowETJT/Yb+jp0mHgl8h7vD9uBRfRug/BhLL3GZ13PsyyR92a9DJ064HFSPU9aJeWfgRob+O7JygaAbSxwGrREBXMt3pSJMHL7LUsjU9vAlIgglNhtdN2blcEAH9xEbxlBO8oSY3Jp/pk/Dk/8/l0dXlgPsELKvPJ3jAAzUjaHzHWwqDZiZIxRW0pyjXGCxVmjAT/3HHutz/0h6QlFf6UQtfEMI898v+fHdD+AnToIeRbO8sgHiW3oznvp1wRf9hw6eoHPBI4TybV4AXo3XzEvcTCaEV/X5HYOCv4eQ1nSaju14Xo/NgwZezy4w7h7Qu6DcVv/sGx3hBJLCGOlUoQrGkurTHwzDeNzfxEvITv6dKUIsPSFA76+tNd86JI+2qnCEY4BtleaaE71DWBBap6V09Np7z3SL57WMY94xpzy3EY2PhgJ8lGf2Pswwp7SJiebggBgeBoDdxvJ3a5b0aF19CttZm8KSBv+hmFd8xVj2I4aFQQtQ68BxtQZ5d1ad4oE6tTyIqtBwtB1jsVrizVXkVltjeOd8I4A6pIVHL5VR6vXStpxGlmvBwNL8PvewxwR3FGRZe3JgX3tTcMxZq+ZDTwc+GccWiOnIge1PxhLlcEO45nG1UatPYkB47wWLO8dKa91UjQzvS2Hs94FniIbAwDXd4pwb+DEspTUfOyLNX6Axz4/mNbugeQiKU0lt+Fpe/onW0Tkv5wHVv9bDtcFp8xNBJ1ltcFgg2rhG6XzlNf6Tqnr1M92SIKUATlMy46i6n5pHluuJjqZiLN8AqQlsjSphi1fHBEbpw9WEOn1SGtGijMBFOy39V4oZqeEHT3DOxL1r6iIBk4wyqvO1mlNrn0Dems+2EcB8DDUAYjQIikpuxY6xqSug2rAONHgnO+875xlo9ZCr1voxhicjcDON05Xar51fbp2EEHnGM6iaWNniPK7lE6u9ZLoY6rJrOgRR+OnrnLmWxBdiy+3a5q6hq0BU/529FJHsTQAzbw5FSt9dpQDPAnA5rXdEcBK+dd1Tpn/NoIq/StzoXVigxgfRVEAOA7DXlu6xG+K5CyAQJGi3Xf2a69F1s4GgK1naNWINkTJAogp3Wnd93MZUlXPldfLcLl1UYzFMrAtmRH9uh2H2mjqNKz+LhHUqZvuNRowwW1L3rbOIq6qYQP4IW+jT/BOIhn9vYE+ZAoAeuQrrwxwTBuuYZgIGRv/p+yTlbvn105DmrEGklNf3CAxhm8iwlTrjzXXNW7nflj2w9ZXHOkSeQwA7HrJvVZklDTAzZxHR8WwmwwR9BsjtnhfMs3Rn3Z89J6DMZ3Uu0RlRVa5lnsMvU4RLlp19LTAst7nxAW999iRBWM6DmSO+O7ZEU3EN/ALqbal99mRIiC3IvulI5kGSjldDThjCc85jWkcwTKH9CG1pGXcrTk2fZ90dHKnipXjSGpkWn9grET2RnarrdanlWK9aIyuF0CJdWYHN++5rlsKWGH+Z98AhGF/TWkB1fSVvod8rVTvyhACnd4KLCEiiaECpD8r0EhAb40D8DRptwGzuY7sYB7spGXExu+zowiAL99TrzmZJBK1Dw3hKUdRYRh39LxB0REgUH0jLbmcBwF327EM2rAu5TiimpkiofZJO5kgLxAwBgehNe0gV4hw5x45S9R7byvCkmhcy0MDBmdHltQzZk0J6Ci+8k7OumAt/VLtdJS29gfr2dq3BLB4T2XNOHrZMhgeok937yodd93njA6dWhzQuTPbIAuIYqamOqASALD21wIkXxXwKQcCOWnzzpbZtQCIYGXf+UAtbXRAMgG0LOc670PXeFsODTMzi1JJV3ukrW4B2yl0PQ9EBzNfiv6ssbo2eQHyb189un32/tFf/affFxDbUZ6VZvmugKgnlcoY8DrOEr9wfztqEs3I+PmeCFA+6FGAqdDIGV3oSjuQFinflVwHVH5e8ydwqfjgzas78b+ck1HVALvaOU10kYOh9Y+bAskE1LcZlMhfO5oY3GQOSbEOIP1tpTb+hjNDPXtXkaOcYQCaFfHae1R4UOuJKNKOSLacs03DnwK1KwW2IhurzwLjxErwBVkMHNENd8opomiiqGaNxy2oKfQ5gU61lhR5y57iLBxyeuKMVAAyEaSKcFZ9+nqnfNsNNK0umV0bjIJfiw4dPSrwE1mIJBC9/Bxzj1yAH15WSnvp1pK1BR5X2nXSk8cxHZ5lLgBW6RvODt5rokPbwQA9jIjrqfLHSu1zm20IznbgaGHazYf3c9+74jki/0mB7WVBSl2Adde4977hsjXPiy/56GgNUNn0BR6iRjRgMzIOGlp/c2pk5lWphEVHg3s6J9Q9pLRvnyA5Mxic9fwpylQZQ9AlcahySnI5PtaYuB8gWPrRtzjToj+g67fDAnSQTmrQNmd6ZAEyjXew1zoydpFGMpT3wNNaE8OMJEe5Lj/CWLNmeH5lW4CHRSSXpIFgi394DfIT51TpKTsrl6ZZeteO6uV2ZkDp/KELE47855xT70xGLt+3cQpEO9P9yR4IAvS/hc+lQ1mPfdyOtTyrM3fLadlTRfNesE0anyuYWtZI+/dG8ex7Ylfc1DyeG9Ok5lQpIvweOc60zeLHH3959F///s2jH1+Rtr54vct5bH3GetHMihSdK++Vs5zO2kUIyUPrvfPMvkpq/WsDgE0kH0we9Pk3APhBZHroTTB6KC8FTwL7GBn20LY0k72q/qkA4PvAbRuCxgYv1U3pBthpPh8BvDxRdEi1R+EZ1LpEjygKe/xtgGppezz0WSlCKOf6+XsJhO7r8X1HADhzZUOjBVyiTzQfFxw7Inz4Pv3+cwGAH9qPeej9HH8G1NgRlMe758biA0AMCp5/HQZgm8OuudvIdTyzzhvN3FDOv6/NodfLef6nkdEKShSeGNbsyZ3PbwGAJy1tKz2OJdFFT6KUS9neb2fo4blrdDrP1/31sgH3S/y7wLEGU47A0F4TkUGZ9+3UcwSAzzzztQDwNIbPtiYAPPe0ef+lCKdLUcHndmW8a6OWDWvHeZoA8Jf4AQP5TN8cWXDJMSGKyjTIij8x3CidjA9fZyDr3MekoZz7BL8rckdK1x6xDuBjbcw9ac1tDV9tIsf60fDO9O7XV4pM2zLSxsxEmxpsDTkx2oUeh7VRNwQApmvcF8/1eaBcchjFUh6+MeDbOCWNNv0d+5TfGUD82CfXXjkCwPs9KJTdZx3oTI05H8vw+BkAOMCSFdZSrdt7laic7IvsWzJwDTAt/fA7fdhK2qwl55o/Eh2Ye7NfXarzewaKc8C0wt7Rq/U76a6WHJQsYm46gqu+yDvn/jgB5/C3wba9h55B6SPfGkA1jx/lT0Bj3Q+A2UbJAMBI7kR2Z02ljUmHAwDcQPI8OGQdKEVUG5kvpa+e/ckYHLFhnqIGsw/ytQ7rb6VGLAMCBmefi2zkUN0fgUxsiJu/pv7IQQ7DUtbDWvO1vlx3cRuT1UwbHgMAi55tXGdfAVgSBN3PTp427dyfmWZ9H+xMZ6051j8RJ3J0cLTuOoC10SURsekTI8fQxwd62EheBoo28EkGdPuRJZFlonP9SxQU8hiQQO/0JKy2ARrOctf0sKFW44T+JUdc8xSQxfohE4GRKJ+pRyRlt2quafFg/Dct9On0U05V3/NS72JMGKxXimgWdEc2bUCQsTji0JEM2wFh65Rei8zfutbyLg4Jut57urokmbnHLnp2/Sgir2YU2Ro0z7UBOuMXMIaM6qHSByJEEpkAX6qmWUf8rOc4zJdH+R1GJOjfspQUaYrOkcHb0ZHW0SxrBTgUGKIogrEvb37dYJSn3446BqNsJFI6Sc5jRX+idgzA20AUOWGgyjoahmHzqCMu81lOL9VHAdtKl+xII3l4cK6RAd7pfRc4UQ18p1qLAHLtAHLlWM6UBex8h0G4jVZyKMAoKYObL05dDWPxdMKARwV81n+utbjBtalvOMLc50sDwAYObPpz9FcMtjsitte+6G3GM8jktOty+khKatZ1yX8cNRTV2bUgPZ4h3zVXXQICZyuMUA1uaqxt+IIvaD+14gQ41vcY7PjImMlce1Bqc6cRNVAoAAIdBSMuwAK1UeujSD/A35aTAKiOeHF0BwIu9EhteoxXjuJ031kvzwpAkfGZSLP6IEdUUxowWGziaF+DvwZFdgSLWtK9XmfFN9ofzK9yNJMuYlBT/+i7UljaaEZ/2C/i2EJEHzyl9LKq5wofuQ72+rQcWvrg+I71RMQsgJPqDCdFO/NOlF2su+YE730yuDLY1jflQIfh2KB2zFJ7TzFPZ+/FWMlaXWu+a9YxB7vmrgFQ09GRiHY4sdxiXxAtdL6CT4mEq/nX5mt5/bgM3o58IjWu50vpmqVvuc8CF4puBj6dgl02Wu1dyb5g0MdRPH4O0C/jIfXzdvRylOazinqNrYL7sq8ghwyGkC7ZjhLiTzlquMan002bjwWSlhFUEXa9x0ADOyFZvvIMfIQ4U81m2aey/mBGUvhSU9zPfSASmhTKSoVPCnQb6WlLOlbrGNAfflBaZukN7mz4aP7kOmChHBaRt/UP0JO+R15Mu4EA4HpX6lDLwabfJ/1Pc9D7ZPXtTaW5fVI1f2kvTk0uv9A2B85VSglpPr2rYqwBI1gLzBe8+fHnO+laqgtf4AZg8jcCjiqqteb/uC8QOVfppKuv/KN/cVIlStd6hte6HUyaPvqZc4vXszUY+ui1DNAKEOmzkAF5gFsiBpPBQI1rb+efo0Fta4FvERTMmd8T8IR231dU2QfSp7IPtvwpKVr8UimAi/8Nvrk9A9lem3ZQSFmLBtbbeUrrnmjG+h4AOGc6na17PxeoXH9L16s2WRdZA3LEQZ8oYN57lOcpcgGAHn6Bf0gX/q6AYsBAatMqVXoBaqQWtxMPEbQ3FRFcNJfTdc1fRbBGX0PHQj/UHiE9ymuMMb9VrWADo3xYV/Ag+wG0pm/Itqx3+vWc6GHUAHyBi1dI8fzhTc1Tgc23z98/+l/+018IBEb/uat1hgxBh8JxS/NND0uWuD6veQMZrXrFzH9N0rsC33Dqkhxq+Sz+KrDmPUhZPUYt46T+JvXx3Rs7GH2Hg0SpPYD767xX7wEcVPQ7QDM8KJsDqFN1ARmoqEHv8YBlRKSynwAAE5kop5l6hn49rshcnmOPa5xHbWjO4R+t/5IrAFF9HnGdZpzNnC6Y/ZfIQ8tnQDH4oc/5pMxu4Jbv5QDBuzgDCexzpKVepH2h+LzA12S9UN3tWsJOke6o/4+A+lBb5Y1qnQAkhtfBlbZKr/sAvJ3m1qWrkKU699RLWP84gyAP8mFNMGaAVgFy+mdisFaIcI4Na5cyoX/IH9YRerqGY/2kOpSIVK6xfrxOAXifKgU2H5ac9KJ6LzKMfM6sf9dxL/nLvKD3q64wPGS96Zlob+BPRwjIifzqtngXDVuf8T6m1MptR8HJTdzCXtyArPQ//Gmki3uNiOY6Xrl29dY/u76u9HUyGAGUmx3QdZ4S9VrjsGNst1OdxGYUB3rrrR6HQWbrQtwOr85zFGtQJVtaFaLN2JakT8FTbcOyDPeNdmz2WV8OH7poWpn/rPeIV9A14XfpSnvvMx+2M1/dn7a3Y3ecMw2ky1Gy9XKNjf1PPGqHGteDtwPa0kE6s44ojd7AeaXPhXbmt5yNTLCzOHejF9kJIQ6noZvLBZn+kZuZi/m3s+d5kuwyaccUdPm/+X/fltMK9dC5boJpfotX5HDESKsxwPW893C29dTXx+te5G993/thdNum8fuPsay3pF8N+Jd5mDp81ZxxjkA6Pb46eb4ewty7Pgz9IvcFA7yvn5+89+YLN3wF8Jun/w0A/hKhH/y9NrushH4qqcwe3EjfmMikPHds1gdcv8t8fYnf/IyNIBu48YJMCt77fOvvdRAf7csb5QK/JqXfbGctSNrp/sm4I+HR0nuNcxizxiAjyNf4e51kTOdxH4FZlJPjep+GvCMQfAK75DV8enZcuwQAi55X1vU9+j5w/T+UX859vfa+w/hPN/HdMer7kqyMl7k3hqNRbjcInxy/2/N9bf55urYcNXLeWNLypSjPz9HofiQyYzpGFYnP29B5iDYaw7+3nnsD3Otv91l80MNdBlAOvX1xHoo5xDulrZW2BbxN420TI5uu2z+un7U+TnIn16/dfwaY47E1U12e32uwxBts9sXFfyfA/kiLDRbvfh3b4fpO2+fDc9qYUcPhre2AcLSoRgkKyE4bGDPO70XJsxHU6/08z8eoJNM8deb4/VrUMYdUe+oeI2RNMxsk8m8aZDX+ek7e7PU7UUCXPnmG77aX/ZEvHKFiI9l5/tOHCTAfnSN2P+f7D5Fy8KGMlTbOxxg3nQriceg53DJ+9meCvfEOn2mhUVxTJzhsP4HmPB9QyYc7nzIEBrR268gxK4dWeuuAkXlAER5gNe+RLG9Fch0E11qMUalPMzLMWtlUgCUKPSlAAag6iiOGUw6IMi6OfFPs8wZGYsS1Yn5QqDs6Nzwk/ouRkrEC+g09Mvt9DGcB7XSw4T3DW9h8R3qkLfTO9LBx02tATgqAGdC3o7d1eGoAefI3Sn3AixkN5PWIXDSHhW+YuwA4k/eUurn11BkBGjpZfiaScTshBLhJvxPBkpTD4U3zJyfVTptbpAiIZ14y3UJXA8B7z18HvQVkdnQpRkoZPb2mMH4BlHoekT9JH9q1hnD+6ENMnE8mABwDi0GrToFVbdHXp3WoVO1C2lXNxY4QE8BmQJE1/53qm9pznA8GIvF7/cnBTxEaGO3Xurbcw1Sl2lPVRuY4wIMMzQ3cykgmQ48P0WdA2bXYtnwKfTMXar8ZI/MUOcM9rBUd8qAnBm310zyk2lH1X2rv6njZuo3bbWO2wBLrxDL2dqSp+3zU4adhO5GRklFyEsBIymGf+nfWI2P4pf2A1wGAk2JcRn+M+PUvRnw0ZfFDrwkO4I788jxJbtevMT6iMQl8X3o6L9/7S57pYD89R+0v2mE+iZJGoTfYZUCU/k5HE72TY7sAJqJo9gGbburelpPQGYPoel8f/HVCqXYyb2tfzOInJaLSWh49+2WMKfn/y+DFgPfhFX4iU72Px2Gq6wTXiwPoCSDqfWHp74lorjknigN5ZgDY0UnLUaDnSjJEut8OJxBdFpDvda36rmqlz1HVviKl6t4YxHif5EmvscwVP1VvdRkxHDHr9dYATBvGST3M5wbQvYHLpLgPEGLAk1pz3ndifLWB1+llWfgCHFOXvN+NXjzBUkdFb30i+wHPOsIxjiMxyiDval6JFgOc6jAM8x8Wyb3f2PCWlOHu5xMZm1wXWfRc69fP8172fe2dxZh+125TvLP07tb7RUcbLz1mIsHcvtYvfIrRlr7WjSuak+d67JmfRL55zhxJ7UhCHFEAkko2rUglnkfPsKF9p++kv3YkcbTiLgVChDGgpspwLMBOyonkMzW4A6onYtjrwjYBp1jnzA0/8YXBIP4DMLKhGQO85SkAe1I12hHFHzsu2bED/gIIzifzEHkmWoAhtIMeOtiHSqvL8wYw/GwM5cyFIz0Bl7x+2KOlL1Xf1W61p7qRiy9dCzYfjO9OI+0rjMlAMfRnng2UKlJIe5vT0wv0k4Hd30tWKxVwGfoF/ltH+ZlUt2X89frtGrHVjGu2+rpqAHY7tEX/tK/ovdmL2WeokdlpSNcIzNuWj8ydgRrVSK692nu95zBZJJIqP1lm2AdEB507XApCuo90yxpPgVH8+aRAMyI1+RA1KItOGdutv9VcEM1FPcuaM2q96oxEKB3sUzcF8Mc4Kwedmiulzy2ar1TBQ84sx5l69g6QtHXHpW8BYXVJANtrbGMig0LmBJ0kqWtdP9jRgvAqfEOdZcAQ5gPgz1GtitNz5JN0aTto6OwEwAkYJaDCTEOqX4zj70gBLKcBdBjrOryPSE+e1zMjmgz+Rg4HAPZ6cT3m6I/hZ/VDc8ueatBfNJU+5jXos51lIWODj3AEcRvIUPQy6gyTpthAy5JfSlnqDATnPdyAlR1IiKB1emVqbSLnfJb7rjJAPC+glPERTctVOYD0GYa/nS67U2vKwdHWvfcFNBHhDH8DAHs9ANZW1HLri6oZWZ8nT0hND/8AIjIPpKJFvzbAjGybZwXmy/qc3+sU241SykbPAGosFV3LJ9G96JnRy+FXARq1tiXL+vxjh5g6cytVssE674nIWOr0OuJcDpzK8PBEssbjstOR0lMjtzmrynGw9qX6nhDNgmcfPXv88dFf/sffaYxyHMShAsCt2lJEaD3BmnOJBO8P4iFSGjd4plrgAN1KUW4d5Rd4T2UZHJF4c8u4LFTeF3j6+ifOFvAEDg61VkgTXJGUfD5VDd870svWnwZ6rD9BL9U7x4FM8+VSIkQt3xQAV6i2+vdRXkW2UbgWKHqoyxNIFxeMI+hQMhXnH/qpyHPp7ez/LXdIIQz/k4mEyPUuh4O8ZnwAzpLpSk9ff1ezRJYKZMKeV3MKf/OcHSeQzXaWcwYXO4x896TOPtIP0LPt1APQyhpj3pWeGKdW1pEcR5pfmYN6CkCPcwJ9ItX3Dbwgudx7QzvsONOby2vIkalebgcG27Sgj8uzAEBS65isF3Yw4GM5Rcppp7SW3r4izInsLDlFynxlGfFjtIPzhsSZxm4dFsDN52n2vdqXykmAF39gLwSQxblM8tF7Px/OMr9UVoSXL+teqVOu6a5sE7GpM4c1p0pjvaJ/LV/gTfQc+rmiztm7ykkD3YC5SKkPy2GcIpwmmvUDDwL84sTw80ccOm0LeUZK7PqpskAtg/mbgAnNgXRpO9PHaZJ30SfpXEXzuW8CWOss3udxTXc7AEseKcuC54S5kpMW5zU5K9R5u22KsSNZp9z3yyGaBzlX1ResIQB5HBYN6GbvM0/oUfqKTsSZVWui1h4OeDh94cgl2VD7RRGAiHjXpDavRT9nvdjZwE57zVaaY5fZ8Dlr2tF4tZwT6QelPGr+WAO2VbgFZ7eyfEughkfbdpCai+14y7kt30LAkq81p3/3D+9q/6n+Iztkc8I26zOVShQsDwH2dp8JmezluI9e27ZaO7raOXNmJhIZlz2uqPyvEwC28PLnC0jybwSA85ZLQNQEHWPIWEzTytf5+uj4v7hfAwBLqPbKWwflrMQHjurPGQCe3HXwJh5jC/Cd+WUPCgA4sdkcVC1kttS4BgD7FVZOsqFO8NV86O+XcEJITX47RALv9fE5cPfsqHEJJJ5TO78P2Db7c143Vx1RvsAv09h/vvUM+ofG0yFAfWLDqX/x5L30vYG1y8DXGgvK1wCAPZ3bWWHOfyJHMi+fA4DvR6XfJ8rs2yWSGThszlW6uLNc3H9PoPosnxbPSTE1v+baxfc2zSb/yRBTykGMsDw3AeCsLxmRu9EYOM6A3qb93HF9dQJvuW8ZxU7A57x+DeS9xKPh8wBIOgDo3wbbzVd7vbpvHuUCkqv7rinreTjP+f3Icj97bidtTwA46eTSL+4JAIxYPsidntcZQabDev2HEWuC0WpnyKzQWEpxjJEX9tcAKD7wN/hc740RRWMAuDm1PfuJsiVDYvd/8oWVfhulohjGWy5tTgA4NA8fBhCePBMAWHOjw9cGgC8Zsp3mbG96iQhOKuwZPWwD3uYHGfzaQGLwwdGO4efQwQc1H0LMS3s9zjTPvRoWv4k2vVwcgZP1YmVWSubq+mG3M2/qsNyAwwUAWIo3B6COpE0qXg6qAp+VZsgGKT4G7I5OCDHWWwfu6Fzxm9fHWnfrUGnvZCn6HZkTuRQAehnf4a8WKDn4632ntsU/bbh3iiYDTJMPF2C3aLgdHK4BwIrEazmxI/ANgBmg3uMMfe7rsR351AfEmSo6Y5lAdurNTh6yF33zTI9tAhXzYLHBTqeX42x32F+rmcedyvgToCqgVNOKdwIUAcRsQ7ZlfsA39bUOevLOZR45s9MmUTnU+I3+0v0NSGTwo9qVl7IN7Lw30bd4yHse24Bba4YIw2+WXDJ/w1UYZmL8d2otFgFZCbCU2xoVObwPlHv/o7/847C9DZqmryLo6AtG4AFsznUrPaSBJvUp4abNr+G7dZDXCd/tC4jC8aL+k4PCcIC5BCjbScfPzshU9RXat/zVWpJxwV7ddoAwjzqlt1PmHmR56Rf0ZaZqzLhiMJrey+xPGAExGOXETvuJUAyNAgDflYWE2l2Ldhy+ZQf1fijtt+UXtA5QzAFbtULbSOD5joe49wvGEXmRCMqMbYMRFVHRBhA5KmEYKRmMMfRJDCOt98Ww4HRzY69tOWsDhh08oguIbs1LpBFk/hR5oDmBv5GJO6VgHKHWvlVtGtBso3/PX/Yp87WBN34luiEAsA3wNjqavgapeDbnOwCi1KQKD1F7zQ4F5kXQctqsXu7IdKJG6oUYQqGH6oX2h3aQYTudqA367A2OiHQUyf/P3pvwWpYs13m3a576mRYlWjBMQRJg2P//5xgCDdqQJXmg9bq75qG9vrVi7cyz77l1bzefzCeC57FZVefsITMyIjIyVgzhz2VTmw8dtRA+5sNz29/XTt2RhcrJcUaCZw4HzwRyDXDaHsSdXwMWDJTV01W5c2b9jA0wl2xgMavtpUllrl7tfB9pLn7m7BtH4NbYAWS88G74i0tcinn4s/2NybDBZ0TmJgRoRYS9QkPPNC49zl45TmHz9NhoBneDhEzWbdYRxy36Dl4r/zGW8E/AOf4eEHWV+6OXZALQZj8ePYHXvD1KEwjRjBX6oQb4W7yZe3e6JQs0maZP5RFlvQnqSA9m6CluoywjNLS9hFihm+IQ5JrIY5z/lnX2qQE8yfTy+21c48ZzAAAgAElEQVS7B4hJKd3IkQNWCB5if5ksU9YT2Y+MhPdw6Hvvmv2Oa90rUGAij0/21OhU3Zf+tZMpPv1/HbTAfEe3BqTOGTW93xZwGjnNGI+qPdh12I7IM2etyaRH5g0OKEvMe5jWBke1K16Q1SRA4QPZO5ZnwDpAMs0d/aZxt8w364hjHB0K3fqpfmee0K/BiU9VMhiwkv21488cIp8BvQA9WL+U1GxFAp759Mlz82aBxTqXdzrkuqwXMoqNwjg/q5amQVPxGL12OaM/9R6W7H1sEAIasF++as7vP72zswZbrIEh6K1kEqXMNe8qwFHeqF5ibMjra5V4rbyRXXnYktZ9aw0b1ARvsl9Zj02FIcBOl9TWOOmDi8ywXpRqprIEFhyBBfyXYAIAyID32EMBb5MtHqA9GeqW/zBO9lyyBJshbeA3oBhAYoHAo5ci0Ip5C/tjBZxGFuj7/NzPculn8fMTzRUzojrSdpIZZlp1EORhowPbPf2iuealeh4DnDQAMjo4pU2Ry1acCWAZcMD7lvVTbCn2D/P+2DroTPZpdAEBc8wdOQvo9NLvfaeMeOQOcAwA3qc9ZJxAHmecJqCwpbP5zRmhQp8KAGM/0gPWa2EbI+XsGRrOfetUA7uA0wlWcD903mXQK0GEOTNN/19XF8j3BiIFOLu88WP6qrYSgvhB+nf5D6dk/JyHCxaZ/F56AXpaL3wxnLOcHSmgle0CQByQIfoiQRnwzvv36gFt+2qd2ThDtxz6V/EYAN0TgDBlVr9+/ejmL//5G+390d00hOVZAKM8CBkp6O2zAkElc+5tVjjWiAMDCIhAb3i/b7UFMnlXtSXA8GS/gu4CehPclgAkeOWrAGAybFmjLwL7nJGIfatJstr0qU0AFrzImeLbzZvXpBwmS1AayxmJXnHRhriebwLsvFPDoPgG+E97z2PJ6KtXKvU8/Ge6w3NzKTILfV0lbOwK2xeJTfB5wdmW6AVAW/32QsE7WX+NXevvvrCAiwS5GCiOXvUKGTCaMzx63Ho51VEc3Cj+Yg7IYoOwWzmA+5MFGvDZz9W96CSOJg7kUyAN8hh9n0xRgkJYo/T8fuk9w9OGdjM21pmg3ffKDG+FiYNGGu8r0bvtMwiuQL/lTJegF9uDrBtjNJ4e/+xHZT7Dw/nM+Ujrpp3x5jUlqjWPz+x9CvwxsOlxsY9ljFQIkIWqawGAJTuYEro+Z+HYzLYdXDYd65bveDe/k6lNJrf2jbHfvQrY2AZ1o6Nj60T38UGfu5qv6ZzM5WSIVm+Jxi/jp1ltZ2qfsx4EAoe2BGcQ8EF1RT4OhoFjCaBw4HPe2dYDTCa6MXOz7AGGT3B71i32kvXSAMCc58vHQ+wD8K6vgT3Q79IzWSNKZn+VzrJ/QmNNWxsCW+Lnjd/ZrO/Mf3Yon3lYRvgd1cEcOf+hG703znmI8zX7uJ+bIH90qIk2nyawOLs/Cixnh/nMV8e/HVDmMWQ/aaBeWmbk/pZqtm0+smK9xGu9xyaC4j/+p49TBUr2ocHfCTrmHnwvDvZl20ev6LeprMfcbVvqGWn1MJnUGlsCEyewfXwBnW7bY90NAGf8x0SOWfcvBom2Q/atCx72xZmodwE9twCliTS+OwN5LewayUyqQIfnd884/54AcBmhyusMfJXGFxvARvfz9w+j6p/jVTgILp2jB6iiRWjJx4eP/HJ9E6HSu1d50CjNu9d57/fD3YfDogDFaUAd8wLo8lIDKtyv+3aXeA/453Xs/X28M2Gs4KSotqndCQBPya/FP8jiOD7i7TpGHsdAfj8DwL0ofoURhhMAfC1Q4S6A9z4geCfn9wIgDjVzxzo8hE/uGve178+O+/Pzz3Jcunftzz0//b15cimYOuAugat1cD+cPRxWTnqpPQ6qr2af9vOvPzcz8PkNowr+3JTdLX5kM+pYOWjMYFY28wIoL/jzpGYjazHaFwgzmTcnUHUE59a4cj+RcnFyHTw6f90B4DNQ/hB9eW0tr613HLv5ZZ8X/242bmh8mWG4P+saAGzeGBtU5vAEFqys3r7v4jlj3KXX7CWwu4PJ+z23AdJdJywjx0aMDdLbz82BhlhJHSLIN7EuWeBrHIDXAeBzNnJkYpWkMW0m8+KQ9/0gZNqOfsVpgnEz+vEMwtaR2eecAeAzXS4A4JGLC15jT9ocuftvzhSczaYZOLv874ArTs5G3GVd65xuNmNKo+18VrktHxRYGIk+HGLhzx7ALvfWvmv/8zy/lk4sWJ0x4OzTMbcHFBvM4f86zZ3dOrKxgOlm/vrItMh9ZFSsiFEfZreIUB/I9L6URrudpWd6DL3z5MlOHLrZ8baBszsL8Xd0pZ1r3qADnh77lCbWDF7eHSfG4vNdV5j39T+A6zrMDqf74UDN1EOvlWW1075gQTLeFki/v8sZZjjanI0EXeLgjwM1chE5DOCKw92O6U0524EbfO6KHR+5SpR4/iuf7uWhd7qi03GY9ZC4y5THwkFuDkxErLsM+GSG2TG5OfHraLdO0Lx8YNw+dlj0ZNfvawvwvZ2QsfMMCmldcthJGcB+AI3bs9kZYTOeBgEUiHVAIV4L7LftAHjoMD1wZds3QzhZH/lMBlkdKy4txqiacb0mZ9COOduJlSj0BcADoKZEZT/lC6/TBBxYCtDXPH8OwtZX6EhnP0/fJGezhDYuZQk40gwo8+kqZbvLHuuW/rHJwEFHnHWus7AmUjwZhSxLIuo5YGc4un/KfbXHL88KUELWAYf0ACv8B3+lzGT4swfathBYvJfxOTORFzNvjZKxusT4yMHZfnDJZ3TAQdz0bCSTnGAAl2gd/dVM6bBbSpXDN93DUrLaronwqv7EaYz+AADGgeu+qPAce4Zko4f0VrCo4xcHXunjeePo0HPIOgu4M3sujv/JLLJcew2RlWSI9JPxBvDcbVs7Nsx7ycbFQXEEjw0dy892Zuk5lBpk7cmSoexiWRAdisP7AHVGPm0NFPAtiHi0OQhYiVy676D0WzNfrH82sLFBGtZv1qdTEo/yqO6pKqeRQSQy+NJb1BoNZ0/1GdH6ZH4NsFeeOuzbuW6nkVmPBciBLtI9tof7BnM+whU8PNvyzly3l3DGoWR7hQ2odo4ztAIehjexay51n8so17E6+iE8EAeWPwPUYpM9nVLNuw3E2FKak/LCAhS8zwWgSOby2kNKk5S0XXs3+iRZHQEWmvHs6zU+8z8abmxCvoM/cMY6M1COR9YivZcXGNA+zfyZ3tLJZkAWHBzIvmXAHNnCECFrI+dX7/0e4wC1yJWDKgJipUqA6KTMEDtDdT2AE2vhTOz29Ua/EUxFdtQB2kd+rO84XzsgJzYxYyRTrNQ5dLLmmUoMkUOADejk8rwDIPJdr0/58bgqGnjgtaEcKPs3+97wmvcel4gOCMR8ANNdScDXrHNE+1mTrcZ8vf4GBDKnJ8qYti00jtpDj9o+SH9Oj0frDAhq+XCpXEBNQDUa3ymIyAEXZHolS9ofrvN5Lb02uZcyqNDOoINLJobHz/YUfOJS9pseBbg0i89ebb7UdfAGoAJrn6y2ALSsTQMgU1Uia9b9jn/DgwVneXZse5VadOaaeirLqe2AH/3vE4Cdsmn3vs3I3XNl0JoGoo+zWmePdLCKeSBZVi7rLvokAAPAE7AgdoqrbNjhTo/UF15zdDBgoDP6LEP0GXxhGgf8JTBpSp/r2qxr9DjgqUE4gR6UZGbMnotsrWagcnpL38hU0IgtnH0kwGvGGwA3AQEpFZ4KNdFzjoiY8bOQ2SVr/6cEe8Bv7+OzvzsrUfc548p7BWMmo03yaXqQlZo58MDKBnzDfByc4IC1VaWKzFgypgtMOCSQPY093OD1yFYYzgEDT7Q/oCdhQ9uH+DjMI9AWPRlehgbwekD8gKnwDjZMWwckwA7gDkAYC2+yQ/UIk1bvpLdpz5gGEul5KVl6/UZgn/fNBHYxL/gnfUexzzb9q+8BWxIotFqBQKWjLyb6U/TkfgJIGjzLOOBnbN+cl7rGrFs8KC2Vzt+dBWk/QP47SvmLnwAUA1Tnve4xTNbrgKroaeacwKPYmWQM18/GnAA504YgYNG7X1SmWutB5iw9TJ8/A0RVsIiei5ZlnZ4AAHG+MVBPcIO1QtZaf3MvdAU0EOD0rBmJ9mHpmgmQYusF6AGI8x6SLdcAL8AdgUD0sXYPX9SYbVMBuwIe0y9X9qjLKwc450NVkaeWw2Sd4zf7kRLTyhL3C5TRV9cB2opOE58E2FEO+AfrSc2XrE6yHsnus12Ysrm2CXiMxkLWLT2Q4RUl6pm2bquAfY3ut1wOSDjnLgceHX6L2ELsW543ZvJxXIEfi+FML3SqDznlMCWUa0/xRQJdmN5kZs5qjBqaf43PExLbXgEUS6Zr2TplnxMQxlzfqLoA4mgTiTnZMca4swck4GcBarXnydh3AJD3s+x1DiaiJYL3NPbM6ELzuvUee82U8qWfNNaB9x3uU7l+lYmGRcg6vvkV+S+wrYxSZZCb+2yKsv/k7EXVaq6LLCfwx3v5nAdLmASH52xDcA7AMWsy5rh0YTKfAa+Rkdis3QvmHK/vfV4T336gRDlBHbYhRWfJ0RPxXzK7Iyf5pBJEWCJlt5Gw2NYJ6ENXp1oGOqFniLFJHTgy/40vgftcJN+XxnfVAOsji3YKoaxKqjkf5SyVsbH/OAudp+iHnm/Nd3MNRxpah9gMhNa69pN4gsCGVPTCdmm1tMgf5z/YyFnz+oY9Dv5tyfauiW0RPbP+urTGQOYnc90TzDkjcx0+8nmOtRh96UCWBMOh65nHYRN7fHulqvjRPvEOfDwq9/x3fwf4y3wIONRzCYzU0Opj85h8XhCNEBZ4aQ5hqeoHIBzAl/c2WKa+GO5PVbpkobvEOxUV0F13ZgCPoqjBVqIdf24A8K3fti/2A3gIWA1URru8+x8bAHymzTUA+Br9dkP5e/T9r+e3Px8AuMI8Ij2CvQwvH64s9Jc82gO/lddxeRTlGQAeH+UYmred89xfh1ufdw0A7nVcc+HM2gDg4zcrcB4cA97ydjgos1H8XgD4zI+/BQDewcCdX38PAHzXs67K0Mz9wrmD8jxo8nDpuSaPhxPAh48VKbQ/9ZyZWUB1ZXAuvivPXcuQ3wHgOhvKdzvQt54b3u21e/bkzkv7vemfFT6xz207jNSpbiPtuuo+pm05OYG9+3cXvHwABLm9PL6vWcfY95IV08/jkdHz+ty5b52WvDJ41z61j6e3ZvNfYR53BSG1dGuAzhhKHfr6M8/ZM4D36/bh7iWgj7HgNDL/ZVF2/tod9jEmFsDba60jLtY5RuVa7wGK7Qwaw23Ti/cBwPx+9JFkfBtwUwB4H8OZ3j3McF+d1c4A5OB9Gvf+HDs1NrBkpyPz6+HcBvX2nF5XZ2p/P8vYNQC4ZGkvwhymUxK4QEbARQ6bKXdWGe2fOQjdDpSKkRq+58CIkRqeWY7VPs9jHrnafz+vtQ9bs65Zb9aXZy4AOO8L37bHj41uG5QZ0Z5N3Eyl8vQhJtzTqNO85vgUwG1vQxuxzpIKuBWgLAeUORccOhweagbaDux6rnbQRe5M15Pe7x6W8mJzkHbkbk4vzbLpQHtwwalCVHRCvqKzssbroJCDWIChgoxcxxgLou4AcMtMdxytcIIDIjKQwI9o51PJUPcdaumiS3kOuE92bSJJy6P2YQFEuD9aDpbJSJ6slyF0+adAc8Hx0rI0LHi8ImYnI+oAweVsnH6c4c8EChxyvG0qPJufXVJyeM/71zg2qooc+OLDDKXj6vSbZ+r73JNellxrGg8PVM90Tc3zyGMBq9EJnSfyPwHLpqcdstiJOnjlwFdZjv5sKckGVyRwZ+TIxA/fFACGJs1Q5rqCgQ3c2g92e2BN9xhHL6MLRku0bKJBTL87Zd14Ht9x2N2f3XXofc74tPOQuca5z8dzPQ7wk7E/FQZMMjuCOdzPctkhGBoV0Cv/Wk/qnn7P83cAuDrTAJ9LrQY84QOt4rhY9wPgOroaYHmckuZfHBjsfT4445yJA7E6gj+fCYS2a5Qs4NN+YOe0KNsMLdas5UZTDrnR18mOBRxgf8DhnD0qDjuX6hsmcjbJ7FHN2Oa3AsSgOwasRi+1969L687eB580iIB3tLcg86E6GRkhfKqDuuf5O9YHAExjqL4NTzboLvvBNQA4tIgNVGeHeWPGgyh8m3680TmujxF66x7zGk4JDeITPQHJuLd8yTEF8Kf7U743IHEA3QZOxUHPVsW7ud/7kcGK6sAFsNrxY0BjByDZV+J8shOKzIAJJGjQTnR5sqTt6Jt1i62QTDOkDZ4oXzQDOfPMeLuXo1+ixzl/1EGK3kh57QZ8MBacctAS/iATuLKJbBwtk3q2kX2RDNdm0Sw5TRlHMmFW9rEDErZxEfzgihwa1KH/63ybvQt+brDNfu57PsBW26M4I0f30qvS+pvMVV2TUv77oaHBnTj2AWeSmcc6tbwxey8lYWMrxVnoc4n3jjjeMw/WHmdmgBrewprjBGT+v9oRnIw+6Pp1+j5DR+ud6aVWu6U9SSkx3QA51pe1dWau96OM0zwyJVjroHRPWf3G+AEoAYLsltS1KVGb/Wi3c8ND2RNxJsdRF3oFQAOcDIDGs+lpONun19cOywla4nrKDsMP1eXRQQGSEhiZsqIOShlwo/2tyc5LcIJfr2cHBIPHAMvpqdlS1YFq5qxnuVaGk7ICXWJUAHBARpya0ocaD5lgsRVTPjcAeBywycqi3CyBHNEVLV3vTHP0qtaO7Ce/h+xAy2f2VDKbkCOqI1SvOnDBdnImE1D+sTMU4Rkc9oC9n5QBzG845t03UOP+8Paj6ZQqNVofAECASnr6YnPqN0Bb7APkCwDKAJjle/Yhr2fK6mb/lRy57zqDjmM+4CTO/gTLrf6/zwP+OtuTAAp6tQZw7L+Z0/Pnr/wcZIw+uPAF/N+el1lF9GgzvFoyMnsN4wv4FH3vkthklRskeKHnR6cSfGA7mXO9dSlOe9Y+tE12fGxs5mDwept/dDD7ZLLBa+/wnifS3bUF+S1+CHoR03M2rRMWABxAKGWwk30OOaO7AC6TvejsW/0PsAkbt6Wh7Yw338YGg8bJnGbswyeS84C9rD8VTCgpm57wOUMTuBJey96azD2yqXkPc3urLGF0ADROCe5kAL9583IyhZNB7PUkIxZdZXt8nbGhlUv+QlNndAXMjR0ZO525sx/C/+/Vu9ll0SGLHvPytQJfHCwGfyQzt5UXTGeDHQFgDGIjl9n4wmOaB/sqASU5uwA8CWgWEEp/WoDX2ACxvRNkSFbnU2VJh2cbcPTmzRvThfGyF/7ys/pS08vbgQrAZejMrzf//b987bYrj5BbgqbmlNXKAIDP0OO51gfAz34qjf8Pyt6MzzWliJ9ozOxHDoRTlrgrMTuQKFmBb98GiMYuI+AEANg9VCWH9Mf9/AnaEFAaABj5fvvhnd/tDGAAYDLEbUOpTLp6EjsgxXPm7BhQldX8SNUJAD72K9ZMWbGvdD18hP2C3LC2Kf2fsv4ijcGgL270+tRBeNxvOgM+zrmq9shjB2wgx+irLeiUs8TETjg4wfsmQWMp/x9+podvghfJXE3rqJQ9JuOV5714iZxmD2OMn0RTA4PDM8tPk7N29IUCJnUPdgLDQq8jB25NIX3lDHq3FUhJ6pwtU+0s50nOfxl8yvUuP1czixMgkHGlxc0EtejFzwSw86n96P7UU7o7Z7jMBf1OBjg9s59oTlT1f/eW1i+cHWLvvdCaZw+PrJD5zJ/wRfawVJ/g42oLh3sw5z73llc2udvLaA2/0n84Gkp/IuMItW+3ny37eQLhCBSA9rE9fFsyhvUf2yntCsg+py+22xoQ+DZ6ZAHAebgDnKTLoK8rYbA/T2WsvHxORgQqYitqeAnSoxpI7Rg9g7VCp4993zYHz1zqWzR8n7NdAeCeQQpMo9/J8Iae9t/M2R66Io+fCcCAD/BLoFdnWJCVYAgCrgIAp3d1Z8cMvpLJ7sAADcXnJ8q056xTW7XnQu6vv64ZwK64BCX041dlghtA3Xwn6XM+ARnoRfP2+Jl8LsoeWN+Cz9tbIAJL854qYKL1//N/fhCv4X+SjkZPIFEOMM35w+8dzML62r8jx7HjXbnHq0Z1k5zpj+x93V//q0vA2z45BYIKTS/bDfdd/+Mu59lvAWSuPfmhYMwZcPruYK/8uICxGDrLgb95Iq8O8J7fHziQ741/p8Fu+H9/Qf4043rg8H/HZfuBb92OwO0R+Pet/13ATo36KPBRjBaavKtcHWNpASP9vSOy3cv1dwBRZ7DrDCx9vxRzxlPDeL3zNm3OdDje02xcO9bWfXWse1MYsK3zuAbO/knkZ+OChzzv2treBRz/DgY70eNSjR1ydIfTf4HP1/n0WKstg/eqehjH77p+XUUpqW54fLuDdMmwW+/e/94n9OC+nEibHB0GRr47A8v7+/r75fjjjOBzMY7ZbK6VWE+AwvdX6hooF3mcLXrj1fvWvI6vHjjznJmvndK36XfIG8b2vOsMVuzvxYmXg93laHjP+bv9/XW857u1GKsqBs7s69m9a32v33umS9+FM+OyJMkl+LsD0XtW8BlQ7PN3UHPx7zhqcVJ2zbZFj1M0i2AAwVGymf/Ru2y7t2vfA2QNowJGixbDH6d37feRNdRPIhC1eif5dt+xWbg9GGIHyesMriP0gh+2RY+zMYxhA75OV32/8ybX7f1665ysbPWRcWKHVnH2r8hY09MH/fxeh3jH1ijFne/W8xOh2U8zoHan9y2e0uWJSudEzvuSkp7S1AEH/PwdNHRfrfRMJALzeB+Gvv/jUB2HWw36dRCZXqm8d4xkbmr/Mr/LPVTsbnNkb9en0aqM10bvjM0ZURzkNiff8ds4eOIUxPCPYR46x3jH4LdtsBnrLks66fkY7rvuaEadAeDJOu4YdlodJY4GYCmg3ECAOjaTQbgyp8/vy3oULMXBkgAdO4zlHOg7G9AAWTjgBrDr4TeBAzg7dxXH3T5wA66YpnVMZy1zKCvvp+RsfLcBhVKueBwSBtk53LecFDyVYJNmJuWwkiwRzpgp4QyPhe96XrUd5qN1nN58WiJ8OSqXXXWABroupTNz4M6azmkZNz2H7i0gpIFDHLW8T7AOEwAx4fWX4xqZz165Ob3IaLDc5hkFdJdsLKdF96b2A+aaXQ+6jBh0EbF7mCsP7ADweQ9gwjynFQtaMr49EMsfvBdHigHROVF37z9AphlDejYtZy3nTPcKd7R9eWqV3D3mK9mxk9EAYw6gOPfjrCSTAEA6Wfaf7cBF3xGgMLJvh3SyGHBO4Hw9SveScSwHA6v6AQewnsGcDRqMsy/9RpPZ4DLIWq4+bwflLDssyFSviB5s9YHo4J4JcPAnAOLS+OE7HNF80huu/MqYNY+Z0y5H0NXro3HaAY+zgHHyH/sIjpHJ6AyAk0xd5A961THggJhN55f+CG908fTA1j9wtKbPe3VJZM99rAArCKCoh0UPMvg2W22A9gQxdX7lyRWsMlHven6zHrGrDufQPHtVK8hoq9scia65uF/gyC+6Hset5zjZsywXTij3u9O7okcjQwF+BqyYUnbl6a41Y+ualu/P4Hh1xOE/k6zHGQqIk/LUx/MGPO++Yv1dHmG9cFDbiTdOmnGscn/3HAD+lt+to6fAHWOjNG6vbwZ0aWe+sx2Bgwz9peeKltgVyZaccnp2pibjL701l3MKoMSl1fUpUNUs3GTtwcs487P37DajHZ6izRHAcGSJCYgafU8pW2QT3q3t09LjdtZPRjUZetHbU6r7qAgRZ3TKELMHRR+kp6S85A6kC7MCGO1AfUpiJlO563wEi03WVfoyhh7Lpovu4N+YY4BIOKPdk9IZoAHME2CW+5uVC/98FBgTnkk2ZKsGtJy0Aa2xdTA1Uqp0ArFG/jqnI8NrAgFc1hrHuoGm6DDvl5OthH4AhD0CTSS7Hr/oYMBeH973wSAOGZFj5+k50MbVWRhD5d8VGZIBiL5gn6PEIi0csn9HZ4ZX2d+TzWzgQFlWnAnISmR+ZHqiEj8CnALcG+ylzKuAJX2XgLk4NXkfgCnzeimggLmmukICXRxsQSsJ1m50pzNFXQUg9otLh+rDXpo9gkxbgF1lygrY4hkur4qunhLQOJYNyAkUhOcfT9sKB5kxR+hASU3Go+cjOzz3ieS0mb+UlHZFAleKoZQvcqP5EEihOT59ovkAttLzE3PIeotsr1QMMI/aaa31Qn+gtxxuEtssej/8mgBOstY+JuvSdI1MNKMw4OHLBIDZrkavVt573phzH7af14/5rt7TJiRv1b3ZczOu6Mv0qGwlB/ghupnfKIWcXrGZJ3yBbahWGwBO9q8MEGk7JjYnY7QeEqEpQdzvKZVt+RGP8DvPoNQnWWLpXQuAw9hTAvuXn9/nfIod4DLwAa7gy8hl7BADsMdZD9qhR1XSXKBQss/RcwlK8nnJGX6MFMCFkvbplcy/AeJZW3TWY+m/Tyo5bKBdIATBGfAMPIg8ll+bsHEAFJPtx5m3dgu/uboC83GFgmTCUUocU/fTlJROwN1XAZXZT78p+/fje/atyuic4aE3PITsu1rICpJqViU/p9JDeCEBMtKzWu9Xr19rPO/9HfzNtZ6XMoa7lwWcS6WHZNMCkj9Rr8tk/QPsulKO/vyiQJEfXz2++bf/5seb18pm/CYQliTd0oD1TWn39Ld0JQJXl0HnMcbYplziMt5afwejURlC00O2yBzlw3Rhz5ROpboJf+JPIeBCYwYABugB5HPlE42Z0tYEqWgO6FgAYBd7NkA2QUp613uNCwAr2agpwZ79DX2Qnq7wZkr+U1UmfeSRIej+7q0ym/XM5wJdAYGhF2LG3PRXn4ugA4ErJOa7egx61ufj8OSRgeqArwCq2LEAyszhpQI2EjPKGTelrN8RREP1IWyp0aP0OgOTmIwAACAASURBVHaJaY3t+QtkNtm21knsbaOUCBKI3HYPj66jAgJ6DB5yv3Kf/9PSKee5XI+dT49xj1PP9nnVv4VHG1DNO6ApfJ/KHdFLAI4fNTcHgrBPj98CMN6VUDy22MK2I7zvNlMTnSw982ICOsR0v/xM6wd0LXYAQSiq/sAzEL3Jrm0LBPQ7+uIA8G3D5P6sbQIybwTUEhhKiV9sBAdYWBelRLtXbnxrnO8Pu3IyeGP/JLvVFR2mNTK8Z30M/uuzOft0dL2Df7xfZm9eAG904uF/yDF8PtGj0MdZszO3VubwXqxAEOvS8QPB29kH8wjWlHvru82+BQH9q//BfJhDEzW43+4B8SVBGH6+roaulIuP/znVRaClnxX15dwUt4Wr38Ml3rOPFAD2cY/5EEzP/x8eqcnOe3smQb/nLDnnerfQGP7mjLX5HQMQhy/LI8x/r2zkMtbe34II/KzYpv/wn365+fyRQCda7GhvwmfS55I44kN37F/okJ16ne34O/qnAZ6h+wrQ7nm1AaYHQNxKJKzJ9wDgM7B0wSLdqE8O2P0a/v6nAnx2FPz8jof8+x8KAH4IUBamiXPhHzsAbCYlwuvSl3LnElYJ9sB+/rc1gIUij7B/7vRvb0ocUvTj2Dvrfb1+AOAzULADwNcAg3Ov1PN6V2ncB3R3QDuAlgktQ/8uAPga8c50OF/zPVDs2vPuCgD5nuwtkHVltP199cEOZl3S45Kh7gKAb9HhBOCef28fmR0k3a/5Xi/q8GTU9jlLcweA92fvfw+/xdDvRloeP9p2zLTvymLsWG//HqAsYM3Kiu7fr83Lbt8RtLM8XufBlXGWzXhtnN/Ti8spPQfekdFDlpDnAmXexOeCbRD9/dZ6npymyeJoKZylP5Y8fo/Dq2u6NXN/HSoxbJrBuOum87N3ADnXjVU7F14DmHeAtxm7u8zbwbgB03nuJZ3qoN8zdI/MXwy4WetdJ7WMSN9/BoAPI8nO5mXE3parLXNVNzUbjeuqZwtgHrxfm+OQqkTwLnom8q7z2jOguWYPeKjhe+bnna9jDC75w+IsH1/j/443YHEBqDW+3SHNtyl1Wh5af5Zut/YC02bxatfUBuLG1313x9jye/sawLHOXsPhbhnitJOD0XJ+BwgOYBTjuUZz6x1AD0TxAFfGkVoAeJ8zWah86IEaRxAWaBxb/sxpTi65RH9b/yVTh72EqGEbs3Nd+bsBCAc9cAVoPtzjiG9Ao32MXtcA0nx2YKT8x597RpfHPQfJHQD2O0WflvTcbYRm56WkZPo0QZdmHPN7M2qhUxzwS+cNecJzlsdkHqTET2zGvVdqnDk8cy+9HN20Z6iWTw/H0thGyUjZMtcGxGmUaR40ug6+WEvmMabkaJYyPMWBpplaS1Cd/Ve7jdLCXs9xQI7O+FXr3KhZHJt1qJdVKjcBgJPNUfrFybd0aA+CzvgbOaFHVwaaP3wNezV8h2PE4w7Pd9+Koz3zB8QMGJk1yfrcBnvPW5NtUT2jPca7FjyzgHwAx+jEjC1jaBT80W8a4HmCFRiswTMAD/GZD9We05wrzFjI6pz0e72+bs/hs36CFpH5HMoLAOMY4LOD137PzC06qjyQbKk4YXMfoBDjxIkQ+yjR2ZlrxudIeXo32zkbB47vNWjw+Oad+wEHULZc2Vk0QKTXJ5n2DL7jPHTU2FP+fu4JkHL66DrWZA/UuLyijiky15K5lw/O8PRj67u7nnHcke0Cf6fkbssod8925g+OMGdoJWJ77/sefU8GXRznR+arnm2A3zokKw97u6fgZH4uOk/GIes/AGX1KdlxmCDwNFmVzVbDW9ryYvvezIzLu94zJzDH45ygrcok3/V9rfJgimm+sUPWWQHnfnz30SW8P9lhAZwCnOfe/JdS6oBrzf7byyvvz/Yyae44dvcWAHyd4Jbu+6FjShIz/2Qr21Hp9VlOogYUlUeS1TVg1cyxezL3GSTRM1OSPXa4aak5NEiE9xa8bPadnenQaZ7Z9zUYxr1s9b9mgMMQ8F9LRfvd3csEpvTv5fNmZDMfZ7OjT9jDTIc6wjJuPtW/7oHGvyd7zLTU+uwZryb77Pmsf3RawBb3s9Q6UyLfOQ3Oio2+zHqxLskE4jsyWn+AVx2IIQBRhkiCJXCGUnpeGaNar2S9Vb+sILxWFSn/7HZ33+m+l1MSOj3N8+79/MJ6AUrhhPec68sZ5c8cQ6c4TV+olHABWpf3pDS/aJFzSHVc+LJZoIBFOEIzV5WkHed1sjq6T2H7JhuztgvPd7ay5l8HIICp4Jaj126DIj5+IqM1pP7VjlLJB2VaVep1tiJ/R9bsF7Kt/GXoyj4BUEImVTImYzunf2EqJrDuPAugp1UhXr58dQTipQdh5twM5mZ4s54AKcglWYNfXTKbsuSxH2znAV6gFwD19L6C/fxGOXKAPhzvCM7jAYA/kq1FaX/AOvdmZKwCuCbzDKCYNaHvbHn36ZSAdc/GyYTC6R47IbYHlEl/1mTa8SeADx8yuCnJi2zFSRx7ItUfCN4A5MeBD/jw+ObHH39MFque0UCFrBKfOIiZF88H0KE3K3+iJ5GBAOHjfXepY/bNZHW7QsnYed6LvedPP0YCPr0/r2Bq8wQ9hgXmFLg2QCqgh/fsVYgYF316A7RCkZyfvLYCs5h7gzehR30lCTRJBlozpGuDIueAMQ32+/iRvREAJPNKeW6NQ4AlfNIALcaSwDj0T4IIAA0f/UDZVvr6vh0wu/aWShL/+CbACbaYaIJ8cH0AfexwSj0LhBuAhMxXPr+ovDE6gW0VsD8Bczcqg5xMZweJMEYHp1AePCCe5YhzoytSRE9Sytj8pIHD0wFeYs+/lB6h9OdhJwj0Qdc6W1R676XAVJ794R1gVIKJfOa0yEbQ4b0+fw/yCUBPWd0pvTwBOdz7Tems3ENPZAI6KOGOHKUfbfjKwVD6H5Y+fEzgBbKfUqzw6+g7Z3ym9LmrtHx7cvOH1x9v/sd//cZlod9r7PS9bBZdsu1ir3+kP6zmmrNTZIPeqOhG9khnZLvnbQI2Y99MNRDGRVU2B7HS/xt5ze/0AP4qkAnzMYBrTgv4gh0conUgC9hg9wQXsb2YNgpaeyuw3RmegEb6zr3ADQanzDPy+fIVgQIpPw4PhM+iR3/+SXqCveypAjd07TMNjuO5EsntOycjFLMKffZNZ2kDZJonwFiq6mj8ljX9N5Uyah+lItGvN6/F+wZxNWXknbV/J1raxur5mvUcoxi6s98mWAnejk1B5uFxHjdf5sxR7Ajdl96o6QdfE7n7Sc+7ztiUPocHEuAXWyg8RPBF9k/0gOc/e+vxPH7HTiZoeMxw1tzgu4HmPK+mBEd/Fy7yQBg0QTINFleG+C/IDIeY9GqmhQLC1LOkA8B83oHSgPgKiLA8TCYo73bVAHrRJnsaEUJLvRXY7gAbMtJ1PYFRCehAN2aMx5nJo4a3ejoZq55zqp6NWoWXMMU8k+0Qc1Qt0HupvhadEj7rpz6ms7+Xh5HlHSA6QUzYFfFdtCQx9n34IOWqkw3bD/Mw4GqdmwpaHh/4D7qN86jWoAHxXEOgFjbMUYlHEyQD+KkAX1jCaypw+Asp9aZLJoMcs1cfiRgOdOK/OXOKZ+B7JxHwoNF7zew1TebcNBQ3DxcEPuiz0dd2rPVWnl1fAvzKux30SOCkf0dW4qeDD/7mf3vn3uA30nfp586Akr3twtV18I9/G7uEBAlnhs9ZjnFSuQr92nXveb8+4QDkDXJPuyPo7WQEpnwNAP5TAjf3AT4PAUgfMp7Fdtf/dgkAL8a4774zwHfv9b/xgjNQ9Y8dAA6jzikDBty10Xdodxt4GsEfZbZvKDzm1gYzXywQ4FCBF8qwjjm+tJLaHOu7c7c3HX1w5otzZEintyvmu6Z5FSQ+kL4Blo7AixhvhwNzHKel50Pk6jey6u+6/CHAcQ+gVuQnftidNjtQeR7MGSy5i6/WdQuou3M9hld3x+5a9zFQvpMBHD5cvL6/55xZfn7uwZ3z/LOY1B6wEYKhtznO9ij9w8C6xYDfzwAefHUDzZKrtQOvD2GIrsND12fR4dKYCW90U9emqnnb8NiMmdA7O/Q1WTqMBT8obzroUx/T6Xn3zfHYeGeddwDYkfrjnLz2nPO9a+6LN2vE7NmsXNdSUTYshjlq3PHenZ923Vnnqw3/ccrjOCkwcBgOpuHirTgaWiIqpepK7z6/GXses+51KZqNL3eZPPTUjP0Y4za33XnOu2y3cUgKAS7mWPBi57MdQLmkUwyyMwDW+WRsWYNVsi7lpOoYvKanCs4aGBIN9qxdFHUzQWoQtv/rmTfOwHnGmfnyd5yluyPomq7b96oCnYsnQsPPcp74iI4RKwPbB1gOYklE9GGhWae7rHgM0M/jyZhihG6BPvDlZMD1vU3g9gEHHsUw3h7syiAAmBzS+1xdDCBRcOKif++sx94jKI/jqSnr6es35Rm6sBoLINz3lXPQRAgxM5i/s757Bm6ibldW1WHwG7RYwHFBDvOVD5CLnw5e7+Eb/h56dHxHXy4/dztpmU8n83qAWQ4CATYK+FWnJPLaDnZshunrXX145kX+fRzKNKb0/ouD/ewwb3/aazZIIlMh4OgRskcm++uZMoySXQAvZbwAwC0FmezRAYG6FHMAb1ZCHAwBA5h3nKnRQ5ZFZ6ok2t88MvqfkmHdA3BirlLeAZiOjMBxiMO7LBElQlPWKyUc7aDrwap8fYWYkZnv65GCAwz8uB7aD3jbDFGDMp0H/Kd/rNLNAziMbZC5xxHT9/MnfFcgx+s2JZy5npJUHOChGfqBvSwgU5xozbjp/sNYEtCwKlM4i3fbjwz24uTRnhPnbOQzgVLJwoYn+QB6pNf29MG1sy7AKdH+jMVZAD3Mjpw3C9jrXPmv3axBFvBzVpsP6/ZQHKA7/+5cuXYHgHddsvfbokRaHWEpEYbTZM+ggu9wKmZupTt8iUw52wrN54zk2DYAdnHAoMtyYG+gSUsT43TFwebMOjlscNg6k8yynXkApNuZMTJgvaw5+lmOuseRlIxhPgbWBgC2LI7OZG0ahOD1L2jrecVRVP7KuuDyQEbi1Pa8RydXNOpYOTJYBXRAANbGWXxyOLZ0LXRJSdq1fztLY/6d8raUXE2FBpfinczJfd/u3r8/Z98v83sBndCxPUrtzHLpxAme1J+8pyVB7UscoSzwEoD3Ul+3nC8RbCl7OyDJ3FvbxaWjsXMBBgZYzL5wxVDdvmsf8ALFPCe9xZOZ3Ew+gKLLsUXnVbeTVcT4A6ohC8kmjhJFegNAzj9xn4eHteaR8YAFrX5ReY+TL70dvZ+QPeJMx9hcBeALAEdnpW+4S/75pVoHenuKX53FPPqM/bIAu2V5WiQsnotMrUAh9kSylJoNzPoGeHY/29Ff/s7gTFpSxPEpmSNASXN8QZnk8YCOSvFGU0C/mdIAwJRKRI9WV0Qnxb5NVnfWBZq/f//ONHqhcr/pxZhSqwBoyAYf+vZCD5ywAK4JFEulk9WWIzrIa0VGygTAJcNZ+yY6oME2Y9+TfdfS4NUFjAXgLeVJJ3CBTFWAOONYgJ3oiuhrSj8nSIBSm5TWDfAfZydZkZRvnVL05okJCtNQHYDCE8WnzS5M9t/HA+BlPQw0DwDstadnNQEiwxMNnKtOeAyo4nlMD0TsC2jLHiY+ezEySzlJMstjD4ev4B147uh3y9oZbKAnadpooH+sl/XMBmCSLRndzj6adcH5i54nCwz+qH3/6fP7o4IAmZbo1pQABlAq0BpgJNl/AtlUAphPSiYHbDSf0K94xh+9wZrFXmrpUsbpM4/2/5TkXmVXsaUzroCUAAGPnBmHHkjwRYIY1pkMGrCuBjhFHPZKeADxICOY57mEL+sz9EgWfPj7GT2Q9W/KhzszbGwsv2PWlAolkRl0aOw49wKlz6fm2GoAKTsN4JYABwAdzqoJbEgp3/eT/RjnemxpyjVn7yzwJ/qSYU2WofQpZZUTLEOpaDKdAbieCrQcYB8aWzel7/GzZwHKHz9KT993b98aiOc3ZJsP80vG4lQkcAn77B3vARbJeCWwVfxLL1psUbKiE+wAGPTiAgC2XEsOkUeARNYZmtY/0h7DPqdY9lOanLmxNuktTGl9dFICOgAn4BEAYFeb0NpSgtrBNnof6+49hbO6A1wiw69fkxkML4huYJxkCBLEMcENlG3++EH0/vrh5p//xZebf/3XCg4hU1b8ntLoPFtZ2Qo0Yd0pW0xJattSZJfqHR8ELJNVCA+xHsQcu6Sr/ahoHvQkvc6RP+lxPQdA8ZmyP1kf+6ZVjpXStywDrGNwt74H9nf9O60+3t+8fA4N1l5sQMsBktKB9JId2cm5MjYSfPVKoB2s/AHeYJB+fs6m795lnUk6dfUK6T6mwBq6P6hASYJt6mcoCBqQlLHpOgcO6B7aMWDDO4s055RHKrVNCWqWiOuRdQcTire/wP8+N2X9KcXt9mWmgXjeAS6x0/lQrvu5ZJVr4YGjIqZbU1DiG1sTXxC90FNFwnYDADYVXmxHFlgNnXP4v7RvoKntLLLy1dPYGZ+6rKd4Hmv/5PyHvWKbaQIErQvYv2nd5LVIFYCe7dvLGVmEzoCMjOEZ79LL+I63NeuX8cNfjDUVSaa1jucY/mDMBCohvzznV+lMZ3ITQEWAALyn9/Ec5h17YM6/txzEKLqMqTZUbFT1In894CocxmM3l7PHrVsot4zs8bkNAue+fnwMZO8VDezn0Hs5x70QzySgLHra6082NmXn9Whkxd/2fmfn98HouSTb8HkmItn+84BzDm2VjZxHxsYWOQDQHytDuz6Cr1RjiKF9PL9nWfYJ73G2lQE+Y69XjnmnWXqeH1srfMcdh12pL1xNbfa0MwBs+/8Af3Pf7qOFP7i1wZShO4GpNzf/8f96d/Pxi/wLE3z061ZZgvE4YEQPgJYtJc67XOkHC5vA0dq6Pr+GprH1sy7RV6lOUP8cvx/VteascCcA3IW75szhBQ/NaPxTAcD3jWex7/W//RMAfB+F/tS/XyrwPj0Cdum8f8ibz+u/Mlpyd/VMz8D7v8/CacCMyAwL8HJa8472jYsQrSy1vGMpnI75TwkAV65WtM9OmeWwXtctGu+17T32Hbieud5H5z3j/75rv/f7QyoH7Pd/DwB+6DjWRpM7zk7/28/5LwMAn9+TEkfhnYs5bw7Jft9N6XLsS6Gv64YXiXoahu+9CVpY8uC42NPmlI3qEgDu/byjkVb8vZlax/db5u1D1qbOtiUv1/VCaXTsN2NEnN9x6AGMPw7kY5iXvP19z3DvMy/WAKN2G0rPrv3urEfumutpWS+emRKVObzdpZfWmm5W23x5ZOOOQ52vu941TNLfMeVWe30zFZOFl0kedBnD5whs4vB6BwAcIPJYOVuW1p1k7REae/q4x4uzNuIwaFTzfhn3XwMvOz47cWcxHGE6jiH3btRUmG/LOp0zeq/O07RfZarPY27wRJ0XcWrHsdFDX54bx+Reovkunmg0byO/e+BwpmDpPzfHsZnDYcqkRS91r9nlp4YeDs27AOBbesZGX3iwADZRxKz53tM3IE8OpTnAxlF1sXasq8cZRxlOz11X+exmQ3rfJ2PIwkaOWvYBrIZonl57/QtGO3TmgGh6B/Sqo80g0WQRn2l/lkMiq3u4s4OJKOcBXXNYSG/FZAMs53z1Rq8NMJVytKYhJQjdVzI28AoqyW97Oequd7NfTNMtIKRy2jU/68rjUIN8638+aEoO3LtH47fDfORzBYSkB1KiV5tdywLwDA4PzZK6pCDPsWQXoJpn40Q9A8ANiPIhZXRMnP5zaNv0Tt9SHRXgPBkoXiPKfdmRFwAYj2Z0TJ7NXAJcIhMpQVf9ct7jCwDHyRsnkR3gc0+eF4cDB0TTewOAybopzbsWa09OFPmS35wYcS65Ny1AgBxoR+m0sTE7f89o1r4y3/Loe3WOlDUL0GodUEf87FXQDfDgi8vaJduRn/yMkZn0A54yZDhsRo/ufYVLEwM1LoXZ7PqUUuRMyfMNKhvwiB6xg3J6+iK30c+ZZeRk6dvYdSvbOfo6OoUSb3Yk1GOAi5EsLLhDTrJEKQdAbd9AB0DoXc540V9SunZlyFiviDbtAVn73bqy0Se6oxn5XF/7Jv38ogf8/axBM4D3srwFEyhl3z0oZeBCh0Z0IzdxaqMbjFRm7qZTAAvGiHOMEoFMru/hOu5vGTXuXfIex5n1o8bQzH0cpSwF+651CvrN67L2L7u+ho9577FfWFZQ6gGACwoHeIzTxA5KZNdgHdUCxvHQ3wcYbW9h5rAHulRH8H2qSgRw6MeyNaUvXd0A3tL/CnwcGd4jWxn7BBDMWY31amZuwZ4G1+wOm2ZWn4Fhj234FNoV/FsAZujAJQFikt3o9RqwufNJqcT0k+x+TdxOdaYd2y6TFxmKbokt0HE8UbZ8K4rUOchvrRzBQAoQIy8Goo+sawKTJqNg5O6LdFyfE/um9unlOePIGHfpYwBqOeId+BF7pYEe5wB59hjej8wir7UlqlfRxw32MBg49k8yyBP8YL45yDD2kBlX/8+OyNCz/F8Q1DuLeLKZsw3+cFCjz1tTTet4RwIZkVHsWTIzKd+7Z/BaJLQ+BZMAZ6BbevxmT2CdDZ6gD+XU6ydOwtGBW+BHM6LTWxkOD8+9Uk/NVA2KLi0fwl+AkIAwrXiQ3n0JPOCDzvG+SnlR2yrZQyAb84tdTslO7AOyXVdWlEt8w3tklmOf6fanDnAKb8MLKTOeoMYGvwG6XFSXMQthGAFckx2ZTJO0OplSogA1OKIl99Ct+hEA3joHG2D2lfJ16JmxZD0yd3875wOXqZyS0nYmm/eUSTtAALqULCiO4w6g1EtwBr9/p2xNbDr2Gs2PHpAOynAFkji8XWlgAhoAWb2vWS+lt28CMtlXPvg5CUThDYCFlFpNGdiUfIVICTSwnhyAnd6mrQpBgEOAf8rr0nNUJX4BpQXswgcAfvRUZX0/KJuM63nvV2VFAfaic1gD3MG7fmLfcbUPeIJyvG4OmlLTK1AQoJSetWQ+CpQmMx0HtejREuLYUOwd3Btdss6Z1Q3oQoBAwFj3PrbBjDMfwINMrfSujg5KJQuXrVdgAR8AKwPF7N2mcfTTH396m3XnHh8EKXcrQMwlaql0AXhDmeScX3h+9o9H7jvb/eulsnF5IoETHzRfZ4w+exWeFB0NNAoURPax6/IfvaMFatMj2DYTfXV1r8j49GnspCcqtR0bFanWIOY85SCyR9PD28EHj5x1HGAFHR89ByBC33BXj7CPBmBSJWI1L5dndw9pyqLT+xk+/3bz88+/eJ68H53qXpK6/uXrnL0ANOnJCw2sx7Ue6K4XQhg5y8N36EyydNkP0KfJtgc9aaA0gGoCmWKfpbQvPA4PuLy41hP+ql1T/mX9uA/g85H6/QK82pTTXAk4KXD8TIExxAR+/qDrf/1w888EAv+r/+G11kVrAMjtCg8JWEwQCEDafIcuAvB0tnV6lhroMd0oS43eERhNBqPAX2jkvcg8SXZjAGDGSt/PL2QXCzx7IuDO/T11nUsLh+XEM/RCFr30D2j5WsA7K+6gQD3/q99BYB+/58zBGrGmb15T3j42Gf+x9P5PtOFD/2GORpSkJgEJXvmm6yl5vQBg5APdP5mUoidxSm4/pPVw5rASS8kQdtY4gRXuF488fb358c3KAMaMTr9zzlx6D1VUMM04O9jGspBafukDbz4lE9i/q/y2+Je1xB6qnQO4WmAzupFzfEoEYzaiNiih73LP7jeQs1ldDofdC/vqHehBKosAACPrXwDD57wJ7Z7w/8gSpTQy/Nk2IJwPbBMlgIF1rI9j4kJij7DullmA2/AQH2SbDRG+su52yX160APq+hI/j0z1Zifzu9/vPTfBSVTGIJvYwbAKAPHzxGdMPT1+09M2LRhCc8+PE4qI3OojDm61WI7N6IoY8NfYPlN22Zmw6DcD18lip08wc2Suuz1rUPcI0p2zHv4hBwDHh8DzAWJhA1T/4NQaYypT+H3mGfg4/JRgzWVjxm9RuQ+QzMXoQPamBorYvzQBgV+RQQf35GzQ4ECC1aza2Ed17xHcSmUkXuKfQ0MHh6W9tu93BasxNG3b9eyWLeagf1tPef4EYuqxtdeSKDNiAX82OBPOmd+4/mNbcjEnreV/+D9+uflFgSsK75Ae8WnXIZSHH0l0jL+ofkDOjrOG7JueQ/59jHbOQ/ZvNMCdufM/B5pxfptgOMaBnTWH9jtLQN+XuXcvADyZi3uWQBcsNM4EH5qpeN94Lihy5R87IADR78rMu3XrdkC97x2/5/c7M4A3hvrec++j373r9J2H787kHGbiTPO6wf0P+KxnsN4BEPbP7sT/3uPuAnx7T4fTxxd4a/aMD5rzYx1rPaBFYBNVsjsEHjbP5cAwW2/rloN+Rnia9m02szN5p83lc2dPmPsSmbyv/TUA+KGZ8w+97r7lvvac8z138et9fFo+uovvzsDH7kzPuoee58j577GxHXeT1XB+73rO5Trt/B2+inK/pr/6XZ33uD88bpxjc9A9Iq2QnvISdshkJCXSaT4DKmeskdNmuOzRSXlfHAydh38/7q9xSoTm/vgp1buJ/vf0QNekQMl9a3cJqJz0y1368ASk9x3LUT/jH2M7RnfA0m7gXNE9tfzwEPVWA757yR5Z1/cs/dQNvfoz7991QzOndpk58/2+Xkt3Lh7cyyru9J7ksePRdY5zALSzWwMOv65xpgfTlLacfRCjopmty0mVx8aIXpmNKVnXKLxcU4D4zAue5xa0soNMqxziAhwrM+f9Y1//nY6hc/aAs67w+o88tT+d52MnNYeqlAy7BgAvgCiHvJbkZG05RGNrnAH60v4Y0yxO393npNxk5rzzQRwmyUTgcwA7doouga1zrE66r+NsZQ0NAONEaDdVlAAAIABJREFU07rawPZtKZXlx45DYtfXR2DB7JerfHT3t9VHr3zocjbmjYCoLe3D2AqUV44uZAGHEF6CmV/35Zb4ub22+aYy5UjPzVBeuihC5+w0xjRG/I51ezzz/mT/3d6/E1DIhTwg9lBB147N+hVn5ByuGE9lJtk9AWBYi3hq8nEpNMvZlAbyvBI8kH5beq4cIPsBxEY+5RAvggiq53i4nB/zPhw82RfyPqYymKidOB6DDlI4UHkuDq+jv6wOEi35WWCxgMZFRvDsP7s+wWaJ3EKXlhMfRzV8t9lnXneclaPaPuPE3tZz7/0NnZ+6JG7KkzLP9CSLTecMLYewy2lrx30c0nwAgPnw7JaiSmn2VSEgfNUMT3hm9sGRp2c4irUuODSOgJ8TCE7UbsuT2okOOL9tMmf9y4Hy4swiOW1/xIJkjKvrYpfB6IWOvdmaPvAPKHjsixp7y1dy2I7DZQJQOGSSyVD+ow2JHTTmjCOb+qgmMYFBBFPmPeGr9A4NHVNCNx/rQ2fQTRYITgWytp3tEBvc5d4G3LDjQPe0528c7MhHyopmIZGZZO64XJ0dzCkb5qx1O/Yp5Zcsh8NhMDJQJ1HHWPDBGYfyFCX4YmXvFqCPHdXAhzgVWTdHW0/Az372MAXNS/QGY4yZO07EpxNY0soZKSeasrr8PT3GLj/Glce+3Ms8JxJ+6UM70SrvQzKXncUJM9/vADAyWgdI+30DeCz9m7NNHCrR09C+vXi9JCPPrY5QfvRvDWywfZGAFre7sTJdIJ57Z1mup4KG5mvwwbZ57NjQdNkG5QmyB5sVWCdVqddANHRDM7wXf+ZsBajnbFjsAOuTyexGXrzXxtY539fx5PuMy/3RBXx5XaZ6gu0DA58DZuDw9xmQEsMzr5aAnkz40rWBMAVbWyUh5Y6TaUHmSaoGpFxgMhqovAEwQaYoeotMGfgX4Z62MICWUyYPOieoZZ1lU6Z3es0fOizne1jLpZAt25SoTCAS74c3WsIO5qF3ZXiBCg3piwnYAb3SA5qAnJT2xo74RilGAIABgO0wlKMdMCDljfNO9E57naNrCorb+dh9ie5poi06xM5Yy1eyaSn1ypXIfRx+yeSDXvBLS+ixL7L+fHfyyfk5zINnBpCOrgpAkr0cANilgx3sQElXSuOHn7gWp3l0bOwmAADciAS5AHDkvIBxMn2Y5WDmOQ5+si06nEkWKxmzcnwiBy7ROsEulN1s+Wmupg+d+9y2JK373CbQIf18k9mL/JCJhe3oqhHYhDN21pprAIA9F3zzR2Zy5PvQDWLPdwI684w8J2XG17r1GQbhRIPKQN+JHCbTOJmZvM+9zV1eHF6OrMKXBjZExSe6zo57ZxIHaPOeQ29TgznZfxOSBDtEx7MHdS/gudCp/Z/t8EYMyKIly9HVCJ4bCHG/YGq4oq/mLJoMYYAJ9SYWwMWSMHdkGhvG49E7X6iMcmQg5YX5CwArwKVBLLLwBEgANDM3017gGHNKQFmm0KoU2Q8DYDNm1sKZy3o/NPmgHrbIGxmy6CGCCz4KNHQG4TiUA1hix3xx6dMCmDzLDvnJIGUeCRaJTyL8l4oHqE5XUxhAnGd/EI14ZgAkgM8VcMD16HTeAb0AmHO+SIDCc2WopZcm/BmdmyAJbLZUlGj7AHjBe6LW3qWoxddPFYTAp/LVkqmsY/q5U353zg3QRXR+9/ajZfH5C3KzmLvAHUBaETLyHvCAl7VChh3wmqPL62t9ANDQv9xvIJw9FZrTI9nZyHR6zPnS9r/u/4N1Z6olkdmcYKcAJ9CROb9Umd+2M3j37oN5kTEQxMAzXimwoCVcCWaDXt1r6WO8er0S8KJxwofwyARUNsCV9UWPQs8VjEZwS/Zn7mUPTeY4Zhi8wzg1X2d2JjDiueTO/cA11ke695Wu/8v/9vHNX/13zOXRzX/+O94ttHKeYU3pdwIIo2gCeCHrr1X+Ou1noksB2r5Z7yhjnR7Xkg+2RkoJk6TOuqL+2UMopfxRIE3uJXgQWy6BXCTW09+c9fH50kEM0LttSBJUFPsmPl1+p+wz00atArj+/FNaa3D0g3cAAfnP5xLpT7Y263s9Bv2hQhkqAY0+YDyiFT3LKU2tiXGt5+P3gg5+dXlz9DMfdPXXz1Q7ICOVfUj0eYO8Y8CRwY9OH38hz0RXE3iLDeQzgPiPM6LLaXvYzrS2fhr6piQ5Mjh2obMs8x9DYl1iy7GXtUc4Yw0/o5dTCYFAMyoQxC6DTyLDBK7EoE2wWHQaM4RGrKHbpHAKOJ7PIAIAIz/YQ97WWGNt8Z7bZCQnqDE8ZL1gnVVfEUyfqhYGDDUshmZwmH3Ceim2a0uRv1MVgPDAVKcgeEAlzbPXSxeJh+AjwldaJts91XdDQmP3uYyzsveG+tdiwEOD+CHm3+6jneDVRwQi+TzITgb4zvkodhvv994j4jkjmb7i2Lns4T4/cRbhvJxzoIOAsdPn+LEDwLHZ0xaAZ6XqCGOKLim2EpA987COc7Yzy5N37gBwfCTj3zBW29YYi58p2R09Un/lVDTCbnCrjgClyIQrREwJbMuD3g+P5Lfsq6t09fJhHeWY+V3jbOUZi9icrfgTmu9+t5w14zvkgxyzz//7f/9/S07f6BymvcOBh9AuwaS28xwIEXof88KGZs0IanEJ9bGzx8+XZK2cl9JuI0FdDvaYhAcH8ZEJP3zi8z66Ebv/rh7A9wGu9wE2rWH9DwEA70BClmAEBfm2k/kfDwDc+f2X+PPa4fb3A8DfH+HhyGF1xtje7/hTAsB5bh0H68BVADhZhVGqewbk9RmMlJ/4jH/+XgDYDr6ifTNOO2nGcYOALxqNAjwBZNdAx47pPI9kaiw63HXdtft2gODac873nK8/B0Bcu/4hz/0eALyv963nHzS9vbo2Xk4A8BlALh/17msA8Pc4fweljCWI7x4CADvQenM+HV585IfNZyykOoMLFDc7po6pawBwM/Au5BDDBYMCo2ij2S63t/hjxncN2N35zYbW8O85QOB4/h0AcGl217tj1Fjl2xDdSdZNnHtrd43YH4/j3+d7agD0+x0AvtRZK1JrB0IsXwNA9/oYy6t0pse0v3guPAPAR2bdbOi77F7o1HHE932HsTdOmz1AYH8m1xtkmNKgsFWjBQtmlS/WXOLErwGYMeXX9tTcx8HfzQPDV/Bv+aPRfY7AHQPVz9kM5X7f6NM+r06J0Hsypua+W/zWgLSNAQoAt6dQAbg+b//ziPCNGvXHAPphnJ/06/aePejIBvgA4Y0E3Ndxf14OKCm12Dknqn72tlqg41jAKPW6++AHDacHMGMZIzJ8wQm7Qr72t5TsXfM7MoRHvtqv3o5AAJnK/5waiU604e2TS/t2XcrXCopJCSfGkwzgHMgbjcoofP6e9QwvZmw5uK8S3KVNfs18yuMt92YDfPQvZOOxR5aJwcMBGeyEydh2PvO66bo9A9hvwxk2h6vOpwdL5KOg8J5t3b0bAHzJQda4awuItZdFzhJOedTNJCkAj+MMp3h6acmRwT5joGqVENrphLMvDvhk4MVplewuetv0cw7uORy7c0HH2Azf0oCDuPuDahw4ICCnD4iMa/iG8liQ3oDgRLDyWFc90Bo3sMG61PohLw2wGV5nL0ugQ/YB5o3T2u/AEVDbp/pX7yKLorToWsXJszJEAxZzyFUpSE0GfXRkZMF/lbUr8m9nIs5CZM18m7XYbaH198v1QXB3njeP2cm7AkX6e7NOIzMDRA0v7mudQ3BAiQaWHL3PcT7Mvm+lsQXSJUN3sx0HvCrY1mxWQAtJ++IZZNk9ChGq3M+15ksc2ID9E3wUp/Nl2VUelIwTnBnjSJ5NvnvxM4AWHEKssbOVEB72sTBKgzIaINd16FwbFFV+6ztD7wEr9PeUTo5hEQAEsC0ACU4W70HjjNhpxXXIVQDUywxS659ZCweDzP0un+d5sCbhxVwXXu6aVof3+uy5qaDBCjJmO2T0omRMio+3/SjOIeR8+k7rHQWA+o4EjURWrwHA5SVfP4Or0yHPSPncArc4pVDBfubweHunds+rTPnZOKEHAF5VVtbmtAfe1NapTMXlM44T8RpAn0uljS7o39PD9zKAs3pgtcxYGej7fpp9PA4q9H8BYMrM/sB+zf5LkBKyoIU5Yn+n3J7Lnup+9yw71narsiC+gJ68sxmwXZv8SZla9rRkXAEK8Sy38bCvKfX6WoY1pabHRiHjxCVkY5f5PWS7azrNAGNMrYYSr2nWGTbye+dTxxigIMAsz2umfSqTdC3SDxSQonQDWHWvPJyPGg8OfLJ8ABJYf+sAHFsa2Av30szeDBhRBy7vSgnZ6L+VOcp8M072RtYHQBcQkWucsUSWH3pez3QfWQNSlGglYzD6BR4FyDFUaHlaBmD3Wgf84MGHG8YpylXpvbzuSanllAZ2yW1KPKu8pu0fQHLNy2USndGErZGxhdeS3cUqOOMcWqBDqarAXu5MMAErusLliwmQgS/lFG6ZQpe2JhOXdRlZMNipd77QugA44LgFXGRANhNta0QGHNBn2w/bgfKs0y7CZSIj32QMcaZm3RP4oUxIAcDwJ/MgYCM6nGeybtnnnYlJz1zAAH8/oDNrOv3WDQDPPgdYAr89cn3HBNlYh+n5BvAn05Hr4GOAXPMTuTn091Q5U4PG7psq/TDLunoCEqCQHrUJjEl/zwJ0OLddMp2MNTluAVDT8x6aBZhNz9gEAjiAY+wL6ADNXc1A74bvCnwzpxcvXjr7j+xTSuCiTFYJYtaIsrkrgPD1G5Xk1dw/DogJvVzmWgAqn5bgfSGQCtLzzMwdoDZZysgivMD6A1tUpzLkp2rhAfgI63MN44Xo795pXRtEZoA/Gf7oB9bKmY3Ds9kbeAY6T6Cq+2YCjGsdCZTZ9ifvB3oQ43e1B704pawDfhI4Wzvl7duUTwfAw66DTh0nNHV/UFkdyX5NNm4DAF1ynnOR9wj62tI3Vn143boCUPSp7oMfE/zwiKoHuh7glgEaLJJ8UMXhq9YtunGyh8m4lTwCXJPZbUDRBio2cfZ33uPAEdHkudMV00+W9f7DawEJ6Ahnr1PGmhLMqQCCvYWMp8Rt+kDzcvoxu1+vSna3sgkloyEIZ1xnhA+dv4i3oUkCkkbHit72/4wvxtn7/rXnMmA2QKrVBgD9TI9TnyXMa+hZAnYIrNV8DUDFlnNAAvaIAyWk5yV738QLz198uvmf/ue/9LMBZtOGJmd671sGvLgFPrBmVdZwSpV3f3HME2XLRZuPDk7BZpNecnYgcjaVk8zD0WFv36rqgkrPpioH5afD1+kj3sNG7Ndd7x/2iu378MELgns8f8BasofRoY+V3Y9+SEZ+9BxXxUL5oDF+RJ6s/1NpogCwt3YCyvTbZ8k6ZXFj33I7Pel5Z3QfMk2/4U96HoCjAeDX8DN7SMBjA3cAc9ZnBCllv2dfCaC4zulQA3vAWeVjh6GTX0lvvniJXZd3xkaInQAfLFC154hyD4ia5FnyiR1OABYBo4yD/R+epwfvc9E/+/uA0pxLfAbgTJfqAnUiGbjUbwa/OTsSjCMgnaAWjh0sKWJMRnj8LQkQYrtYyYGx570mc73tDewnAGDTZPwAY+dlnbJ3sIrf3GIjmZkEeFpP2O7gOvE6pfNFy4wtQSkJIkpGdyrEEFibs7ePrfCyz+0ruCmtHnI2BDx1IJR5Kft0wEvsCn4H4E0AFGvjylXsm5Z17N3c672UkervzJXnoFoDhEfu69cjkztBgQ3CnXsYh6nY67PmCdTR22aujKt7nN87vqtHshuPRAeCE1CP8zAvy2Q8l2ZjTubZpmHOCt4DTH+POsGQGsM6W7SaU65N1Q+IXV/aAoD9hHXUuAoA48uM+U8QhXr+/ru/094Jf71yFj+VHrxPjV+dPeJXMtjnfIrOTz94GDk4FPZp9B4BRkNHaMAeBQBMEIMVA5w3/k4nQmzZv/Vh1N9+FwA863X8cRcgfCcQ/MAM4PN7Hvrva5mEHcsOXNybYTvjvPO9f88M4PsydPves0P6XoB9brwAga5Mogx+P13h6HV4OcbFAXi4/S5Q8XvP/i3jO5yHHBJ3CbPARRB7vurPd/+7h9k41/ZxBFvN80i/72+uK6/Pgb36903Sr0x0AbX58TaAlTHft565L5uJn3PMf6KudgBs49lzCep1f/7Wd9/Hh/cFfOxTf4icXSHVQZ9r9991/fn78uBZxr+nn7K+m1f8oS9jRdpDkSdUDjbePHoDzDNvZ7gPH574uTxn5y9OFjbzMWoN1IwotheZHZWdAn8Oq3h9kVFPcXjVZ4gly37Xxj+hXZwfF1lIGIuMRd/jEGTIx2PuAGAXUHSbqDFQ4ny8FgjU776nyw+n3aaazsa2nbabmPa9lcceGDvCjTTHoO/SI3uliIK27lFl+iye6nXnAIAlj9/nv+9VpGh22DW27SG6WTo7LatDnJk7mE3l5rwvcNg1PzhaOsTcQeHbAHBBhejqvScxTMO95e0YkwPIjC4+v99rOvzLWu5rXP4u0GszlYya4VUOrvy9GcvWe3qPD/ebzMZhOgb7FnAQ/kimCZ9GLvM1B4ICwP0tTszL9Ww/37tKRN/i2c6VaMTJdN0zgHnXyrjNu+p06Tj3nsSe8xxGKgvOBsXYnefT79Ef1njkKdmEuoaSXxaC9Bhecj2G+mkPg8964Dj4kmhQ1tp6LO8qD8ShlwNwQKbJmqsDuCG9nofoy0Fo5LrAW51JLWntclc+0GDcDwhu8CXBB+WDY3z55tijDbBy9rQsd56r19lekuigvWhaQMm9ER39mQOsHcA44zSWfT/qXJ1VYoUd8H2nT8e7gOCWeF20gs+rkymBZJERodwfaxynAbbToydjHsc3zuPpj2kH5BxyWiL5zJ8uC2yeSO85ntO+Snb2V8Y1iThgFgDJ3GtLMQaXUiRzaBraBCAMWEAm6GcAYM9FEdQuLxjaxHGf1fukA86uu7o/HrIw93Sd2kOygQjVZcmS4OCYw2qzIqNHU8KuTmTeiwMuzuMEIgSUaU9aDvmJMO96O8vNzszwWfnK/R81Yda5mZDJTFtgCe+zTPkQHZr6AG8bobJUQDu9Q8tDO49bTlgXO6XD1xz4oWv7UJovGN8Av7Uzjj3DgQ7NWGe9M+fzPln+8jgOFCsOHsvv6NsGItjpAKiCvACEiQ/4VLYpUepyVSPXllj0geZCic9e22xcZ9gYBF77jR360HocGVlHwA5oi4t/wAZ0hjMV9nNP9ofjrDN2kLP05znZ21IG1muGLOCI0pfp5Rk5ty7cxl2HVPqlZ10KVDoafcB2DvHmAa9PgPKU8GJduS5ybX1PlgBEPSp0tGQbvBVnXHpFJxvaENHMtzy924emtXVGHDrV1axnsv3Qrwmw6NpEp8WBFJ5OiVADLSPAjLl7Zuyz3p8/oZUDOpwBvgJf+hs6H0CF8TRLCccVJzScyWsNIy/dd8onfsl8joAIePwINAA4aQ/OgGl2tiP3LnWZT/XOwdfzrrXP5bo4Jqf1AHIDRIgTriY6ewWABzsGTiCzIH+Pvi3okj6X4c/wVfgTnu++3t+SqVEnMhkqqRrw7VsAOcwAnL9kC0I37q8uw+EK3yWrHvsmDvpmtOOITLbOsn2sM4kJs47hWjlnpS+T3Zd9zrTQ3ynxG8A29sWRTe+4K+zHgCbtfQtgHEdqAEsDozxLzm0ctQYvrWdzfqIE5L6Hrz02fOUMO12fbIhkwZSPuM/6gf6cEzjSZwWEluMdwA6gb/iwtqWfOeWfPQ8HW+R81dLZsdOg9fA19hGa13ZCzlkrcxsHdxzy4SF+CxCHXH2gYeOQ1s5Pveu5Srk6g4aynFNpgmov5lc7n3EI0ytUQLX3suz/zXx3KwYC9gQo0FPZVqDt6YCQBU6Rf+Tl44cAnU+fRw8641XXxk4ImJQytFn3lgJlPNELWWue+5w6mnpGHN3ZLwysWs5T2ji9xJOZzXtC1wATdfCXtuwztgW9d+Ys28oethPZvwFf2J+95ydQh2f+8u5n7w0AsykFTHncZ+7PmjMRdh7ZOPC3gCBdg25tlifzAaAGQExwH/oap28c9wZgx+6zLWFgNZm+5mGXeyfLFCA2uoD3MP6j6ooWEiCPEqQARG/f0vc3oI37bWp0AYDho4z3xzevvE4FgFNqXX1AlQHaCgAAo/wPh3ntXmfgOfuRfW7KbM65qfsbawqgyCJWR5PZD/+/Vybnh6M3Nc5pDgAEFAa0CyAUHRG5ZJ8Pr9tO8xkjLWlamYa1JWDAdqXLkidgAFqnV3kqB0BL9BlZ19mHBLAI4GYMcZiTCSt+sgM+QQFc/0oAEWsaOUaPM0DASYFbAhRpE8J9gNzOdgU0o3QrGZSOYBq7ynIg3tA4XQVAuox3vJy+yPxGtnOChMe20AuxUQDnGkTzRTa4rYAGS/z8zrzy+vVLA770G3b1DPES+gmOh6eSoS/ZGpDKgCv0lI6gV2uCi5O5B0DrICTTO8EH7cNtwMUga4MbZt9OlkzkYXRJ9gCekfLilEimzC26E3AnlQaQ/egkywCcSHASNY6htG2Z7CmMmSCcXwW6q+L5zV/9ldYUPY6tb/twndlrL9qaFu1fK2MYsnwdGwm7kh6s8J3LTAs0xXYnzonzIiCs7SobSASVSLZEWzbmtgkCLGfvQI4sD9j0A+D0/bUkj8xHgFS927IEqDP25lfNF34CmINt2Jvp8Uz59uj8AOPv9S4CBOAjZxLyZs3rlcBdqjewT757C7jO2TDZfwDDlHmmEvwTvhPQ/OXzaoP0w6PPAwBHvgBZA5zjNyE4U3ssICf2g/S3AWB+HBAYU4Dx0dv6/S8KKiLQweWj4csGjvGsJAukElrsHcbn1gHYP/C7eSLZwaxH9RGAObQ5gGnbDdgEs4e64g92ZAJKkpV7eZaKXkHWRZ9xgL1xNQXGAsBOAHD0tc8jAKXeZ+NLOXxHBtMAyuO/eEQQmsouE+xhepvnZE8hN/Mfap7gIXaLVB3gGs7paS2Qd8CHBWBlXwgAnuPa6MTso86mlT5ML/DYqXOsGtuQEfDbtFHyUga5gMbwgdlPv7sFl+xB23bWbdknLcpeZAWVYCNwdnGbrPAnQS5tDYT+WP6v2F1tkZUWUwF/nUmu+z4xB/cSbjBX3hXbIWYiQPweSJrzhP6zKyDnYLcICr7pG1d/3vj66guArlyTllzwYc5n7gUMCCzaJGsXkUxmst+CveG/NZN5/sHScQ7Yen3vR0aeU/+CbSdGi04RX2kLvPnf//aP2rNEy8cEXUSf8CGQ0OC/9hbbCxoz9p17S5Ml7FTrOSfaP0kLj8hlzx88x/vZ8KurflhnJjiAPc3nbeR6O+aWz+7MAF5Tz9/+3ADgju+cUdjD0iG842i9E2D9JwB4SDnSeFr43dC7CwDer+ntl06VTZB2DXflXRegw/b77wWAzbsb59epbG2E0PtQvQA4C9Qc0q3YNqHps8pbkYu6BjLYfygAuGTtVM//Psvz9+T7t4LF+7wfAnTvgPxOy/vGuP9+5rmz3N9+1hiup/W8/52DtFZKTvx7DQDeMyK7uRz6au7fx7vzn+lxAoDDp94T/DFQPPPoevN7WdHGzHhfDt6/BeBOZNM2nwJvOwAcnkco7iBcQec7CNmKAbf4bQOFfw8A7N5A4/TZAeDOt070wwl/Zfj7hniX3JwBYOsHHz4wMuKETSZNjMbDEBhn3DWyXAPDd5D3cO7ez5zhBxtRy+mc71bgTkrBlP9DCOs2vq/+O7IHU47l/OH+AsPJAL4NAPeZdWp2HPt46pzt83ewuc7RMwBc/q+j3UYth02twzdAI2eILgC4Oig9rvKpcylOw8UMiz/iYOOTw38ccxicyX7Jv/vZeSfPr9NsOaBrkOa33NmMmB3EvQsAbqntfQ7VlzHozrop64YT4cis0r9z2Nf4TwCwvyMakSwjDtUoGNlDBmYOub7UmwvYyqjMewB+9gRn7hwWfOBjnQDHPPkVUJJS2is72j16z3Oxgy6BHS3t2/LRKWtHBG0cZ8k+WQAN4+o9R2lvr+0swkR0t0+QgTbmrp/bc5h3cwA/7EhoZZmJYW4HBeWhTd+JvPVhIpnNXe/d7iwfeP+bQxfj6/NMO+bmk1jAG0dvcorRc+Hz8mBkhAO2SmU1mn4YBWe6DyXWUwHCcFzbmTs6i57acdKHZ3ZAg3fhpAcARhUkwILM2pSLzcF98R4yzPPNe4CjXDz80/6BjAMnWeXNiTkQz6UXI2dMm9EkyyQya8cAh7lZvo6T8Wed48SFf6t728M7DDr9dOFIjckyrvVnnJ7PEagQwPUc2IEzi6wbPs1sKSjmNR6ltYCZZHZmP0juY4CbCWrUZJKRHEfvOdDRJSYNOFS/hg7lQ/drM0AauS7fly4GFJtROoC1ySAaeR6j96u/YSyvJzrO+mCAW2cfXTpUdju6c7JMzH7R0tQuETu96g6wbYKlHPTM+EdfAop1fraDNpCacfObAxwAZuxUn76DUzqu5e+H9dcfOjgXLOyX9IN0WfPR4753HHLVI61cZbqwv+i/lvjc3+EM4kMnlIYpLe1+wgOwQ1OAmdoJlm0zfkANdFrKJ8bJwSeZDOOUAIhDlvRvSiWa5+3siI6BjykXTkZbjjQThOMsswBSKcUdmYzfdgVkhfYJCKoOtt4mo5D1mEAJ+C1Aho3B2R+XTcHv6a+dTEDGUrDN6+h9Os7BlAQOzRooFIeFnm3dvFc4imPGZbhFJ8A2l7A1EAe9U/qv8tb5G3C2Dk9mafct02+c6c30LX0DKKe8Kuto4E+6L3o3c8XuNlg4QE6f5fnO/QefoLcm8M57hZYIR02AsTjhDr07W5PlBV1JpgslFu0QznfNsPAYAR+sw8Oju+5rIFkCMuCdZgCz51LhAMfeyNI4+9mHXBYVu2LW1+vTFg5TotvZgtb3AVC9T+lebAij9FOGAAAgAElEQVT2HVRBAeDyVmhHKVkAj1SU6F7eEpAAA9UVzrSjh+KAlS19TrUGwjjSCxs+SWCMP2MvHAGRlkNsgl6wgB+clLPB5HeXMWyv2gBg6UlLZhHgufiOrESBStU3Cc6J/JU30PZkeUaXJPOzpjRBE84UnnFmP0ceZv+qTcr+4AoRSx/MBO1kpwwn+2P72MGbAJbo25R5xqGN43nu0mOSwRUdQsYRc4aPoVXKpzIGvVflVb9oP3M5TGSAQKLZD7C3bSuSAazynwZOVa4zAQGxvVK6mExX7ITYMNjROK6d0eN3JvM/vahTdjelhnkC+kaggoAxg/R6HuBj+ckAsHQpmWDllSUrtIhIWVc+ZDFbRpCVcYg66IB9UKU3fZ4WL/EcZ/aJNj+/V09W3ZdS13GEs7/DC786e16yI9AmZZBZ+5Svjc5J2erO94myldjnDFByrW4AXIhsJcALmYVfDITqmX6PQB0AwwSSZl+2fA9/wJMG/AdUiw2VFjXJgmRPSc/KBIJxQdp4wCssg/cE8XMDXfmONYI/CwTlPcpaxJnfKLy8aj5zRhRNAEQNOo5ee/Xqtdce2v2kLEo2WUBr92V1r9EVvFLZoV9sSnImMzpgztlpTaBB+mE7ptUGdWyUV+rpi15D9iiNTRYbn7QxgT7KtBXAAoF8DdnklG53hlp0ITR4o+ew7u+V3ejg0Dn3BQCYrHtd6/LJIgF6jIxRZ/DidfHeqmxGgc0OItD74W+QCMowo5vfvHltOQDQc7Ywzn30O5RSn04DwAZ7NH8DQARG5oz7UXNDdsh+Rhe//YVyzuJXzQs+hjcIK2Jc1ucaC7IUewVAkMCB994X+aBT6AXMuN6pH7ZBkTmfYPe3+o/BG9EAvRPbL5zVEsfsV/AeFQsCmFJamExOBVMYdI4NzYe5p4WdgDQD/ulfbb0w7SS4zhW4nlKd5I1avHDfzzf/8l/8QVmzWgeyk72HJYMzwU+BvZjTSwVIGAy3DAhsJhhQfZoDACP/2c/JoP705UOAWFSUyASvML+3KrcO/8NKr1XmHP5lmqwb4A2fZwJ1eD/7EOzYAPDY0tzLHprMdusB821KFiuR3x9oDrj47hftO7TnEUj0Upm0rOEvWu9n0ufPxHsu78vO4DORgj7M7/Sf1d5CT+MxbLn/6zeylDV3+21ke/xK8GSuvwEAVg9gZ7sapKWNwVTJsYRIXgEjuRT0cPtYJ4pQrb700/9LX+ynN6/U1zh+zOw8ARA5KyfgIHZEzsxkJx/7oi6n/Hjs5FQeSHDPlGvOtmXeiv8n56n2ZmedAPXIdvb6odcBaesr1a1utTDBV29eIrdUI+F7AoC1n0jfxM+g8Zm2Aemqm9Bj70RjbBx8IwQvw2P0fHe7C9Zw9HR8gdHbDnpz0HNAUVdQg2fQxaUB9Bc/tmXH7nqjMlZ6WrPW7EsLAHZAHmSxrUFGPYAp/Bca5JyVv1PZHuCRv0NrgjL6sa0/gG3dQ4Ds2W9y7kxgJjRNMAOyfNDGfkD296xh/JgByXMNeg4gM3JgUNk+hdmvTDvxvwOtU9Gpz7ZfyJVBMjcel+BE3pMEkNIgNstUS3LGL3yd/ZdPAj0DABtctR7TD/a35Dm8F8Da15/83bZ55zh80HGAZQeMz3kDPkoCAgFXj27+9m8+KrAMm1n86SCJBvURnPTBdAYAhle+iBc/SBGkWkBkh/3S5zVX0MBugx9WIOhhe3aPHn9Ovs9e62oxnCfst41vrEHuDwaAD45ZrDPEv+6ENMcw1LuAg9sP/Ht9UxDh/6/3/b0Ge+XmMwjyW+YRxRsmPjuUlqCeX5r1uf45rLzj57tAmt0ptD9r4aJL2UTIclWB1e9lvs2V/qP3nce7yq+uTMprdLjIsNweYmPEBs2a806zu+aXMeVg+1s+D8u0vZSpRYf9+9t0zeY3yuweYO4WHTmY/oZ79izeRYvblIiTJ4u+y2jpejd/Xj5rv35/Zq86r9OhGPd6xRePPOutM//U+bmuK6/0z50/787SvLaW5R32okv+W+NeG+g+7Bqaa9636XSm6f08PGcp+Gdbr11O+XvBwq53dY3PYSeV0e84mOzOt2PcJz7dr9npu4DutUnzjI7zrO9iIPJf6H5kGec8aj1S8ITrfGaesV+bx5mje80O9qanV67ce/AmGyPOqjN/XAOBO977deLdGudWBvoR07bWzwbFGGulZenZ38Zfb2O6a29+0H3uUTgGT5x8deauPWWPUAtduh55d9zffuDFZM66uD/yDr/3eM44ATkcbwCwy37qmj0TpnPkzzh1Zq8kQ27ow3vbkzZOl1xTo7LjuEtv9fv00xt9Z36bXh8zzfJJgSvTdqNNeCAO+vZTWc8b43RKA4f22QcMMAwICrDVXrCMq710s7YrU6aHd0dKDhBiI3h6kWRda3gH6PSBY8CNTDPPX/K4np8snxwW9+jMHQBuxus6OGY+cgWkdI8dLzmExtEdcNuZlC7jEwcsh0bGw6G5xq0jP/cD6WSF9FkBNPMsH9LtOEmZZGdz0FyJGYwTNOBNgA0AkoP2jO3IkEq0/KHHBxx3NuKV/TXZCMw1HMa7GriQEkCXGcDlQw5AvhfHFeX0GBgl9gyshC7t7Rj6L3uhzve1T8Dvl3KYntdkUk5py+Gxg8813sh0MgACACdTsTwc+NMscthYcZTixJjMTfQyjrZNPnZwOfyW8kv2KepaO18nYKUlppNFk0Ndgg7WfNwP0pHMcUqgG9zzF4cDB+BZmxWsMMMeu5DruB86R9aWvVinS8ss8SzKM3YfYp2qIy8DaEbOO/HNwE3p5JygEvW8gNgjYEYXuDTayHyittNnswCwQRoDiHVWx8kDH1K+sMFZ2TMCOMRZzuE6JSAhYw684Tf3ZUandYKsfQFgBkwGp3i2WfLNbFsZqqFfDrHIKn1/eV57O07WqR2Eo9+wSUZ2anc26CMBLOE5l0izcz4MBYDBm5otxpgtF9YZy9Hg8aAH7ERJJmMzFJztO2veddz1sYMB+N1O+uxx7fUMbxLVvrKVcaiyPitIiNKszdANb6VMZOyMOGHC1znjMRaAjTqtE3wTx8kzg+mBkSuHiHUCDobf0IHQFTnZMqfbL4rvvH+MIytOpMlwLhhkh0Lnmox27J6CoQVkI5NZG0fXDx+vrNxkfeSDUyaZBZf2dQJQHNjg4AgFPfBv21XogjiEDKiPfVeUor0Kj/eNSmhmeN5Txz6lWCntm+w9ggVMM6LuD/6OnWNn92TH43WuTLqUq9aC5x5BdOzRGh2gHON11q0cPXqLA0DoZbZ/kkEVejOAVQkgZ7sGi7knHo6wkTU7nOe/lphND+eAU+7LSkYBGcBT4j7BRbELaxM5iENvdgCHBp5MY0rdzx7MfqS9+ekTlV8l0EnXfnGQQPrLMYb02ktJ3aeTScycWlI7wB4VCSLz2G/OeJ0shlaz8P4HDezUBzSWHuZ/LlG8gIiW+Gtfz6NH5WQiW18ffqiUQkybgJSSbCYwf7K0zjxGN2ku9DclyIoMtjhKVabezulkpAMyBMwPnZLpFnmEzrWhGIMBYPYz8VODhBrQ4r2coBtKc/MZ2zFyPz0PH38z8MOe7yBFzYnSzOh3g3feN1L+9dCDhAPOHkrpYEQQ3QwAREUB5AhAtZUpPgi0eSIH9VP1Mi0/dUANNggAjJ5DpwCcASBZS6J5HJjRrC+3xUDfsuegX7HVpsqHs7mUjQTgCSgA7+Esdua99LFtOt3DnsMnY0651gIFTwVuAMbwrAAtlZ1kRH6bqgTYDYzXYJ0y18wTP7Ae0BS6PFI27VuP8elzZYnpfamAEpsS/mbslFN2ZnRYd4Kw6LU6MiL5dQbP7D8Zd5zVgIKP5ACGb1xlZ2S9WfaA5wak5QBOsEAyusKX2X8LAFsfUvbYmZ3laekvZ8SiS5GVOJETSAFA+MLOZj58B1DqLGfxdYIWw2du/6DlZF3MA+wXWlv4JkGP+pfVVuw7AJ5Wd3FZZphM9AQo4B2sF32VG2DLtZ90D/Ny1rjGCd/ZQT2ZTi8FxO5BddWRKQmbdUl1l+xrb9681HuyV6and+yAZCdH/5JxyZj5nkwryuZaPrkWe0dgTsqwiu56Rnr0PhEY90LPVJ/d6it6lRJkAXCnLFwAae0ifo+rV4jWbwQQe++XLnnzo5A+0RO5gadevab09pTVJm62fDt20asfRStt0AC9XAe9nlKxQGtNqWd4gWxU1osM5+4r6Ngff/wx6zWgRHVfekxL70g3vHsvoHd4MAEgyoDWMyltHNsp597Yf9k001s7AVUEbUA3B8oYsEkgKnsGdMGOwl4HaGbM6AAARsqgJ9CNZQjvAFinVDN7TjKPI/+zWRtMf3Xz2MjKZwGTH2/++q/fuMcywBmwuQOEvB+kQkX66pK5ymsEbCtDlvHSn5bB0n+Vs7J1Pfr6BrvYniq/9/kz6QMD5QXbnwoATqUCPswX8weVxzPQv7yL8zGgXa4JMGn73SB8Sg5DI+yTF+r7S4I2+oj+sYBy6D7bHwCa+t10dQYrz+QMRPZoxpD9IfZhy/KStexAOwWfEJzj4Ko5glFVwVUSvon3KBGtP9BTCU7J/u/KS/orWNIT7eHQl0AkeOg52cB6N7LF3J7a7qEnec7p6SlMwMVXZU6/c/CI9SCUJeBE9zn+Bj1s3hy7bo42kJZAgfZw553OOjWIHnaxrYde1XOgSyoIJAiJ56F3YuMH1HUlBtgGOZ2Ah1Tt4v6cX9kDTUvNFP3AegHsknn/F//NG+KFBLCzX0IbMp0TWOn+yjybfQR7wsF6/LbaBzFP2iDwQZ7aEqdgpXvVWhZqu4Wf6OlNP2X7WwheIeBTgGr9Aumf2ypJAfOQNwP6ehxmHqrKtp3miP4FADbvcxQ4fKRhDsBYtiPbzwxJX+P6cFUD7wM5G/JBh6B//Xe9F/5a56JMB3O5z+Iu1t4Bbd7vxmcgGroSBE/2emJLpW9wA7ih/RwzDts++n6YOmLgD3/uVfjqv0tVopxX6qewLTZVJfYKVuHLPNEBX/577ou/Iu/y0Xds9AQ0xvdkaJb903v8Dzd/+79+dK/s57InEBaCHHOGix1pm419h+Bm7FvxEBV0nmGPOUs5ldw8dtbJUfPYg83oDR1ywmDtdv8edmaCglkntzMY3wzvOoK2H1oCeui8/ZGX35WF0qX5LUDm7Xfc/c3ZEftPAHDW4x8CAL4Gfq0SgJdZBGNPJALTQx6E4c6ljtT1vrEbtn+vDbdOktLhDIYEAKrKyAvrbCg/9bt9OPtvdXSv6/58AeBrwNtdZL4E4A777LsiuYPAZ7r2xgt6bU68a0DKfu35xfsanNfovO6X9961Ptf5bvFy+W5tNtF3l/9uAMBlBudOv7znHKBxAAQPAIBh2b52f/3+ff9+puvt8V5SZzkz847zGpwz4M9AXmXzTJaO51o2p+n4GwDgu2Rz13X1R5/5hnEkgpryZgPIbmcQDhIXIPF5eb3muWZXHaFVSgrXQeGDmMt25SEtEdnrSus46y758ryP3hXQ0/kdTjuMk5NOu+C3DQA+82Hf4UMihonHFf1oes2/d7D4GgDcMeX6/Ku8dNaXe8aL31WdMGPY1++sUwLeritMMz2jAHBK4dZZ0izLDigGksdYOTaT5oDDf+n9lLE3wjJlseI0qCM+IxijayaceTKc2w7s0OOU1XQEB9SOWqDhDg6f5Tdl4cbwGz7qHubebfq0bJ+/x11r4zrP3wHgBg0WAObegEhxpJkP5hAB7eJISk+5RsZz2CrI2ucXPDAINAf+FXWYQ2LH43tMi7XHI8tEhJd3lhxlndLDEgdsMnEPMGjW7tCFA74ueUzvOK+vM0ajm3l+7UdnVdqzucrSHnQbXjUwPHxTXsi6Z2wcFDImgMDV45Nr9/515osBqY9S0qwBBysb7QkcwRHIIRA945KdHncOh/L3uoyiZUUH/mY8VwaZSA9Du2x5rQ/ZY66X+2EPWW2B0YynPqMONoC7HpCQrOqNloTm/bzG6l7jduYShyoftlIS1eEg2x63+uwtxz0H7/RYbp+j8HOB/+4/8GMyA1MqFidwwF70WQ7TLh3JdwMcmhbN6GoItWV28SQDTC/qKSc1cg8f9jvzkjOtJ0uVZ3ConQxsxst7yYSrvVA6dM0tc8zRwNscun3ybCmxOF64BqdGAGCcN3GAl2+41+Uz3Vs1PY9W/0t4M6DLAuPCv6anNn2cOgbCLN/hwehIOUkIvhggdeepAJ8QLeXrAgjNFRNoYSeJ135KChaInUpMldX2cDYgW0BsHpbsgjwY8Al6WrZG/1kW9W87XHzgJuMipexK32ZWdfzOAMQhYdrGuRIH09LPkZnlJDA4hw42Pw3QSXbp7Jvov2YINuDBa4UTdegIAIzjs31R3W9wnOzWrUN386Id8akwQOaT+Y41hD76Mz3/4JuVDY98NfO/znz2CVwv3Tda2r26PXTDy8F8A/i3DGv3wwLAjMF6WGM7Z9YmUzaZnZHTWbPZx+OwSOaIHeL0fpvodGht+ut/yHAZCXoGWM6zskewrslU4Fv2rzj1Al4gyLy6dNp5NlkdCQYwYCnaOwjisGOyrgZ9oT0ywftta6T0ZrNdyGAJ8JIggD1wI8DKZOvqdzLdAT/gWcvq9HBNSeb2dY29Gr0xZec1F2d0DghpkMO9AZl/aMyc2U8AP8K+yQLCSQht4owMb5lKXpfuw/mufaORPQOTqpUZHc2/mWP6eEKnAsDdZ5rBDlhD5hXP4z73zh27J2PE4ZcMzIAL6WOW98fJiIMse7IyJAS2WOZwws5e456f1pc42ij7mszoBqjUXmgVDXgCYCu9kaPXHFBhGqRM5sdP7w0KsU+RuRiHG5NPFhAkNWiCw9qOTIC9ZBGS0RmgLjwf+Y0uhz/4LpmYCTBb17K3QPvsuO0dyVdka9oZKN3qDD/RzGOHH+c5CXJKhk2yZsk2DcDBe6FDgNZkSr1/Tz9dMrMCcqPDCsB8kt6yhkCXsUdb/zOoyKltBYA6OaVx4rqspG3orAH3AGY4C0pjcSY9TmqX/sUhC/AQHmyQwkvxgEvf6xUA8DzTFTfEF+k9i1NfoIIAupaXd+Ct1gtwi3X78Uf1RdXap0dr1oW+0dlzyaJCbgSiCRO0DflIYLfW8aUctOjAn38GANY+z7/1zmfqbcvzACfdh15zAMR1SWY9z2XSyWJ0xq6AK5c4Tx9r/mPcBLUAHgCaAbRTAvqDxleZy3nm0c1f/MVzZT6nTC5ABLuWeWec9dlP6RParMxk0TZjCrAQuqWHNuBWAAOuQQ+k1DBA6etjr4HGgFzoBZz88DIqwfaY/g4gU3AS57UBYJfbt2hYHwD+BwAegFzAJ8DGW4EYzvoUn7wUeJZM0lT+IRP2M8E2oieZtA5Y0EQBjlz6k4x8g3cECyR7nKx/dATPhC4OwBSPfnQQAfaxsjQFzuPopm8w2fqpfJH1p4e4AWDzsPSD+ZX9Ivtoxp/sPH/G5mB9vY6TOY/8vhQg6QxueE/fI18Fyw2iCwB4Ltp7HxXdka/YnMt2NLCmf7/TfFxpQHRl7VnnF/Rn1fxZUwAGZ2WbrxSMojVDtl1WXdcYUBS3YAsSEFA74vUfVDOZX9ATMz9ozzjfC5gtANz+1T1Lc0/tJAe0EOzAfgQEIQIBYLNe0Ar60psYm+6b9vlkK6YCSPYazoqjWzVMMvsbMAnIhqxHLtBJk76OfQSYRtCSxv3BQS0UOFYPdvHoyxe8493Nv/lX/8xr/0REeK2MYJIj0WspfY/QRH+TqPvTTylTrEruntvjR88lg2Sui0+cVZnzMXQEwIa2dCTgd9aArP/XknvbFIddEDbZz62AipRxro8jZXuxA6TrhGmnYpVXRf9Lz+UG8iTQKnYU8gJPo9cAitgn3YLAoCZ7Q94dZ0gA0VaFgG7PVJ544jyO8Lrwnt4roNn7gva4VyojXvM88lZ7KgEggJf0ezUoroxqB+kMDVo4FVPuF5WB5nfrLT3kp59+MZ+53+52xiTLOcFDBRbVA1mlunk34/gkwJme2lm/lPv1MwZCaJA0Waz83eWjXWmIgWfPzLkpQeAEkTwncBhKzVkOUBsAk2x97mFvtw3pAJln5ltkkMBn9CX6M71pp9e0ba+cF8nmtI2n+7Fzfd6ailI935W+AJnwtbOAfW6N3ce4Kv+M0/aFN9vx19iOGLrPujPntjVA3tKaqGWe47PhSNTgTfjwkYLHfDYcED56IaPjCAmNmUr54L2yVrnWwXqA/wbZE9hGWWpLiwYP6Zt9XK6sXLCon8Wc6CzsfD7xq8XGhAbPBT7ziSmKX6c2+3D4EJDf+S+ZuXMuxt6Z/8qXXHOUkhbvMbaWp+74oDkmzGUAdNahfZZRTvGrBgjeKwByfzO+kb2WHk8MvXhB9/3N//KT5CLZ/ATUNVgzgbLw9jMDwIbGbbsLAAYg1u9P6VU/9mT2fzJ/Ewjmsw2jgqEwSW0Hwvfh+T0w1OswyQjxd5yr9+j3/1oB4J3ZMtGK2tr0wojr+/M9f07/PmeH/Fbg/Owo7tzW/KGDd5/5fI8u+3W5/Dw+s/qAODlkne6p1j4ROYdICdtxeYCGa586BnZw7QyMtEfrBRg0Y6kD+RB8b153zXtFuexjOdP1eCbG48ZzD+Wlh2UAW8TveeQlgLQbJteA2fvG+nsA4J0HHjr/769zoq53uT2AiBN/7dft/Hc7AGIyBbb7D8Wud+3Pv7z3YQDwt9lEb7/34Dr/5TyPOgmbeNXfy5/dnM8G586PZ8DtGt9+T4+UJ/qc3QBMZFdkNeuRv98FTN7KPJ2BnxLLDlq0RPOhW9AlI091TJonrWdS7nnnC4zS+Srj8ka5wNzSgmEcTm4DgPSCif459/Ld55s1iwwextxY3rw3tFrX9H07HQr0FhRemSQtYQddV4bwziflg7vA3TqWC2rWYc4zzoDtXbLZjO5dT5b2BXL8vCE0zzWgiBE7YOolfVYk48H9Z/7hQD6Gox04oqUPJjaip9yJ3hOe3Pb0+f2Qo3HIwpjtDdl5NPvxkh8wBEObJWMxglsaJU75fW0X3zcbtzxxW14LoC+93Gu7xufS3gE+C0Azrhr9a951qsbBxn9rX1iBC6MzC2JhVFp+7waA4yjO4iwAmAjWHKSP99nBGud35a8ZwAEv40guAHDIwQzzAPxPdF/8kYyYPas4crXeGTr1oBCH8J7hWWdr5TJyFPukmW3MJ5m9U7KyoaVk8Azga3qhc3ZbEuPbikEPnWUJv7TcUGjYzFb3fRujG2fSGQCOkzbzjUOhWSvJWCy9GliEHeAMXo3xKAftF45u0l/T/yan5GaismQttblKkS+9s9Yz/ftw7KRk5vowNnK8rtnWLa3kyNKR2+qC9CoeXcs5ZTNVnD1T2eWGGXcif5Nxjn4o8GVQ0+W7Q/yCcgdYOWuCgyqZ5c0+TdlYIuEDYsyh0bSf8trO9Ge9rtuEDTDYM4QNDGoO0Cp80bK4WUvmSrYD87QD2llmTHM50+uU5K18X+dpezJaF+qQb7nbny++MkAFoDuOzfJPdVjAeDL+CuhkTAaMNa5GCafMbZxCzdxrZP4eYU2PvCOL0wfMzWE64Czvq25Y8o8zMwEa/aSns4BWO3UDWh5BOXNd9epFaxUfdC3Vx7N6nXtuDT8hJy0zzO8GWMaASfQ3Dhp0YjKi/YyjZFYO16FVoqV3u7Kz2E852UsoNUo2dcp6Hn2Q9WwAAT6ha2hX/jEgwn12WKRE8a/ItO5rafD0E0v23P6JTYCSRlamgoxutaNmnDg8xw7HWXuL2ji1zGfoweEhz1NrUVDaJdu4vvv+gJxdyvKM7/N+Htk6+v0iX/M91C7AVl5Nid1k9RrAm/XrcwqAN2PiqHAw8h9wvisxysUZg50/6xqHDsJnvaJ70XEtfVzHCWNIpH2eB414X6vF8KDO01VPdJkBNUps4o2lJODQyU4W9zgM7XbezzpPQJTXOVUxyDpDnxhQBNyeLLPyjUE40b9Z1uUD3mn9AmApRxLrace8BuggPTnjW1Ix74LeKfOczPjuW+nJ20AL93sU2dCXAArOBsQBTwAS4KpuawCLgVRd3ACzBtRU/zMO+jvi7O9nt734DpkpaOgtkXe7DHx64aZCUh1+rC/OzrEFBujFScsYGc8BADs1K3x4gPbs5aJbAgpia1YHpKxmsqkAENMPHgBqesIDREqenJnpca8eugWNAjSmpO/av7OfxeEaGcu+gIM/Jd2hLY47/gzvdK8LeFX+/Kj1eP7ytfu5Vxf+IEZ1ZizznOcwpzosyQoL8JAzVPROWmiQoQdfvlZGImBY9nLmT1/Z4S/mRLYkJj86zHydEuJR+9Gj6Dr+dBlNMgR1HQAGQBw0c6ahez+ioABpA4YHNE/m5zNnpmMwRD74EACQzFBACK2vHefp/2xjgVLhCgyAv18pc5Zx0hf3OA/ZdojjGjPPekAZwA4+eErQDFnaoccvv7y1/AD8eo/S98mMbI9egJX0i3UPQb3Le475afXOtX0gPm31B9NF47NesV6WvFoXo8NjJxk0FyjzUkATQAr8Rc/mBK7ljMTHAQl6cfZ7eDDgGXvI58+at+jmIAH6TU7lHNah1UK4v0FiBAE4a1MVSwooBhD1sPQ85C4gy4dP76ZUMOA+zTB9MhfvvPGcXN59stIcUEOgpa4BrHklQAubBRoxTgDgrwD6QqmYL/rtj//5j0eQkO2fMf9tg07QZvZPXObIkXhBAPx7ZRi7Io8c7QDA8Dm6Dx5t5aNUcKHnbDL4LPe1G10dIf7LZtxaBn1+AnCYIKyRX3oLP6d2r21Kzcd91JORjNjCHwZLknxlOhX8IPs7+wn7UexQAMusZfqvJ6AcEI+S3AC1bZcDryATsRteKEPQQDnP0GM/CHDPc8InT10OGiBxznh6Ljo/wRkKQLC+5BkBl9pSgb/bjtV76HX7XpB0s7QAACAASURBVMEDPpOMvxOejw7vno8+JWBKdBdQBk3ofck+44CPAcQAtnhv22mQyWw+0rPa0oEghCQYQJu0FXjnMqmx/8nEpkSvUHXd8/Xmr/6F5FTljHk/uMhz8QmxcbIOYjfT6uXrYwUWUEpVIP0rjYtsQP32Sd8J+3B2ZOwu9nNldlO2XySjBDh07n4MDaC5gWTFpcCfQ1qDsgEkWYf0jEcO4YPXykxP2dwGjSSYy7zsfcHLFZn8lQokj5wxbnnX/7GkppM+6D+qvOTsl3X7Rja9A16mn7yeS3npZnQC91Lu3Pc7oz924x9/kq7T3yn/bYCQdd/OabAa28A70YH3oJp/GLDO5yHYCjq9D8/xPrJW+3zjU5x7Zk/n/W+VLez279zhYCGCB1Ilh/mnhD9z42bG+1QgbmxkZ70C+LqUMM+l33euz36X6kdun4Aw6qIXkqEXvAN/38yNdfrpjwro2fCJXv9Sete90Dlv2K5KoJ/38m1PStuKVOrxWV5/X5VfoljGnPTfxy3jv9ft4DnNPnLN7+y+v846zT7rMWHvc46bc0XkMNfw1wRd5DrWLlskQc9U3Iof4euX5bewHsImwu+k3125RfM3SC6gniAt3mGaSHdhX9vygC8lAM56dqsL9s+s6/FhvJwtCVDAjptM8h8GuLQuc/WQ1SZjD7CAtzzfztvypgkZ4G9CTnxmDvwcfZ6qcPveWH01PKDrCFRxo5Pt/Me4U8klM2iAg2ljXycT39che7Kzc7vA5oMfbv7d3/wk+nHexJ6JXck8fM7WPa+lx6DLB+2/KYWv301XXpDy0ezdrkJ1BCGHx839PnflXLU+TSDJBLDJ2f9C31Rhsc3jpIRU+vI8fx8A3MNXFuNi3Q8tMoJQLXnijz/1P/8JAF5r4oUtJ+8SOYfZ/DaK7vK2ufryyzrW71qz3VFyXDMK9pzpV0V2EWFxa6x5Sg7ll5rlNgB1yX/ct2cdbtUC5lA/En5rMrzn8ll1CuyXHrT4MwOAL8Y4gMrOB2f5uBZwcL7G998Dcv/WQIVrPBT+iVH55wAAx+kQPtmdoYsnt1kMwnkXAHwts7OZ6GeAa1+v+wDg3lvR2Q2Oq+O8Q3jPeqL8fQaAM7ZEYF3TB2dZOZ5rWt5WMr8FAN7p0rlxQKnREcNoGQZ7xi5jrmOqPVCxPTBkXPJGn73H0ZlM1wC3lKTJnFpydS/Fuz+D7wugLd6+DcTs2bgGie7QiWzeOSycdDSGxHbPvkbnZ+069Fa5VYwMDibz/D6z4ACGxw4A35nZvo0vztBlwBZ4TjnRMaQ4oNoYzdwDINWYXuPp+9r/DkdTy5KW7nVsB1iusRjHkx0KwziZZzIMXOJ1SrnwHNv926cgybHuXf+xf85g7DUZPByO23M7T963A8DnrM04RXBs5OaDVttBBqeLx85hDiBzLjZgqv+19GVfX6DSDhBFBid7dZzosg9KnzroW67ZPVRxxGxgabO/4gQnc2CVWOV951LP+xz6ew1t2+Wn0pg7byeTcWWw+ZCy8dLBNxsAzDtq9BYQrCPDBvoseLPBbOyP7vLvE1kMHZ0hxlkEkGNArDhIyqcpU40DJD04V38l8/fw36Ln/8femzfblSXXfa8wT1XdLYoRssODwlKEIhQevv9nMU3SQVn+T1QXZqCA8vqtlevsfc+7D0ANasoK3mYRwL1n2ENm7sxcOVgbs3FYZ3b3KJm/9NYL8FhjgrOyvfGQBNboZh62zUUELnc1nrTQWZ66VzwIIBsj99EYFKjsRKMfdMKYR9wsuTCAJiUmxwhvVQIDWDNH91ucsTFIHDs4liqTPh2euOzPLqsOmTG81sCWgHhTFnf2zSWNTXvpw4rjyZlGmFqz5r2/Di3TIDG4m42SaN9xPrPeE5FcQMdO/snkMj+P3N1lVRyCcVLWkjzLsr7DYx75Q5++yggcHntf7I7R9OByjQHf+uE8tRNCXyTbdXrEHoEOA0Cx0wYBVm+vgO3MRbQwDkSDyHZQxfhPxmFkwp6lGDDgEEq+O1le9yfDLY4A87idNAAdlzpBzzSuCS3GPvH+zFnkLH2fIZn3texc9g4AmPE0Qn6X16aDcapA7wVlsobLiUCJ20aHx4EyYCVzd3ZsQLbw1Aq+SBZNxw/InCzG/b0e//DkDgBn3nHSuNSbnh0waSLQZ40LJrlUHvw+axJHUHpYJZMrdHof0G7O1sprAiP2sv1d54JdFwAwPLt5d8x7QwPX9Lo9WAj5hoN1l90BwKdPMo4JOWE9TgMu2XPTCVkzZAjKY4iTsmNcoDXAwDjz0f9wDE5p+dpxZ55LUAZZYhmDg4MMnOLYHU7SNnjvJXPJOkNCdP3w5HGuvocGtIcuLd7SyKOXId9Ms8yjfKG/4xh3gI95KoBQy8oxrsjq2TPTaGSQwSHGofsaUFDaOwPABnwmiAAQpAE9WYcADgFhmp2fIEoycB10A60NXa1AnZGFznITkCOnKhkxyFkABPPhpgeUl+MY1fkHEE1GrUbgkpgucRzQP1nzAQAyX4IgEnDmvpXTWqLZzg0YyML4cvN5M4ALAKe/ewI4mDsBgnXkW1dAtrlgXz4538O3zhBVuhb0hGplnpj9wNGOM77OZmRNsqMjK/k0aMGlvA8bYZN/OOid+RWAnl9a2tFOP/NX5DqACQBR9RtnfLr8qgft+f/cs3for7LPVUG0pO8mI20u17PTDiFOW0pmclYuXQoHKkAY4zeAROYy5/X00ku2JT0HU6be/kgNl/KuyTBZtBsH5BPLMbLFAdNCK+GR8B0ZVwGB4ZrvHlCSOWWKXaHCvaVzPj2lrKvB76wPywsADh21VcsrgYvZywToOxDKDlUAwNiClGnlXHdGsHsjZ/6UgMbDTLlgzm7GRiAEvfrYKzI53S8ZeUOAlrNu4sA2wOr50PMwpW7Rz1jL6PL0qeS5ygwlMAqWBiAF4DWvCPAViEepZOwQ3veWjFjp0YC20TmyZ+nVm8AystbgywSCUEIyPVFpQwE9RVarp63LijL+lEGm5y7BAYBhAFuAWtYL5fR/IwCdFXSJetM0c1D5XY2NfX8n/v8o4IdnA0oB5PB36KRl3ofis5YAC5xJcJ3W/+0brY/GmexfSu0KENa/H6t8tPs+IoOxL9BJBjR2mwP9/RG6t89Zradoi6TTN2+UuQ0ApYw/xB8gM3LGwQUKPoH3kbfc85SMTILfbF/kDK+sZewJpqBEf3QV1NMGC/G8R8rcekwqqddVshSdac6SgAXRcQGCXbpVD3j142SkqwRxAiAiU+PQj9xjf1iDBp1wPwDwTy6dG322ADC03HLinF/IY/c5xX6z7SROMg2IlqZqzcHn+t4BGdbnQgusC3M00Kjfe6ZRkQE7IGV2OT/Ivg+YyMe+MdEwwQPwdwCt6DCm1QncbECSz7mhKc7CAJOTRam/ec0cgR1djL2gVDebQCAJwQJkFBL08d3P7wSufrz56796dvNI+ukTgVTPDHBOYI8lKwA79n0yT5+9CMDjrGoB6wTgJLg2gS1PlMUK7cHP9OPlfS13i3xp4Ab8gk3GtW8nmM0iGzBK+5Re99CXgh+UzY0tDJDqrEHaP2ht0GmohOVs08nsA2gjgKYtk9BJXr/67IxtxkTwAiXWmSPv9vmgyaVFUtresD48g57YkNpPksvwF9UHDj2KcQsAJ4Pa5Yw1b2y/QjfYrAR+vn+Xik2RJwkYT7ZhMhJtp9vvluoK7nU9gYlvVDaZtUb/Swle0bjWoIEE8P0zZW6/0zuoNOC2FHqYA/usQwXQ5Dq+i84RYM9loUWL0BhT54zz2an5vn7NNUQppEfyE+T4gNCMh3X7839WQJppM5+e3U8tnxOE/F7PpCR6novsyLtpv8CHsuUOEtK1PB/Z4CBP/d26HvqNzg6CFwCWvW6HXz4+KKr/rGStNR5kkkH5Dbj2+a13USUnATzlwQEY/e8AqmTev38bGoEmnIWq/7x/arnwSfyTDNboPtz3UMEXzRoH1P+sawCA+bj3r+5nbVI5KJnK0C72nysP9TNgdccXG4tg5siLQz6NP6G6/sQQW8SN2pRzwGpaqq6YnkSk/J65QSsJ8KuqXZ2Ru1zRjz0DPLZtzFpFn6ivzP5buAcZMDRhvdG+owwy6lbe0ffwfgc8eT3i70F3/b/+z7cKWlGQyFNSql9qrZ97vE1KcblnZ4on0/ynsSXj74//DT3J7UYA//XM+nVCT0NHGrXBXSoo8T/GzDitS2S+9U3xzAbdMp89WPy79x9+AUJbWHxtd5SGY5lyWP5TfH5rBu0/xZj3d/7W8e/GeJh6OfwsqGdb4rxYzmHGEEMpisj+6TOvZfftmX25P9Grx2fo4AwAnx18feft8UPMCKFR9Ec+dh5mTAvFlUG8Z1Mez9sc4UdmnK390O3Z+Zf1iHFYAzL/mOvHIPP7vwiORkLvzo8+M2t0+/2XC/jr/tUxnfmwEd7ned11/XL0roPp143orrsun7vvK4Lw7nXL8/bf7VSbB9wGYu/KAC795Hm+f/azh+38cjGB83tpzr5nqPfiPmPPUG+/3338dfheA3x72PRZ4ePFu/09e3q5ztecc9d2ou9voEScS7nSBy3GxPZOGxej7OzPa2/WY/7jwNqd2AfwwDqPfDjvs3nUfH0IrOz3AL4cvHaWzrGzzp+O+Xa/3e7vDsAyR5fNxADcFrIRsZ1H1ryZxXHG7vvX+KcO9xpgnLW8zE7es4uv7Uv2oTJnSsFC55q7DUupYrtcPu/3JZ1kjjvIHAcM0c9sRRSLzss0oWnu4LAl5uypDeoxnnc5cchf6zJxdLJeKGhcD7jgHi3QjxX8ZGSmrO2i66MEFUoM187+HJk2J2JPVsKlPLGCRuThPLdRcFyHYXGUmUUBjPV2KLJR2EbDns3hOYk0zHuyXlHGDpofZW3RTn4zz2xRi77/yGDK1e7ZNM92KeE5i9f7LgEh2+0Y6y4dlVKZdb5xj50Jo1XvGZe7U5y/p3xSQH+X9iMCkayj2euj1OY47kojBWDstNP/mm3gbGJp7TZiJuOtIJrXYluvABW35dkquX25tjuf7IDysccTbMH74BGW070Fx4Ho+W48lbnkHXXyLzqqA75AeOg5Tq8AdQaZsDUdIZpnx8EKv8W5iJHfEql1NnV/XE5P/+M5Ln1q59cC0O141ndsI0Yw5dD6jNIiuop7Yw+dN/Oz+xTayxzjlF8OL75udDnPTRm7rDLzqnzc17303OfVcNt5zRl8enZ65wWUxHRsAMYRXqvvcdDsOmKB1n3cnRtyBKPLJdINEBiVN+8kozX9XfOpXdLz4HZ2c+Yyzfw6SeQD0bHIQOTtONb7s6OZL4Jek8mzA7rldWd0aSESuJGF9TNx6DGXLdsPALsljNPXM85yPs4w8/2RhaWflBNLJLqBtAmvJ9Kf8bjkmJ7V8rsYx3u/TNZxzUt06B6AGh+ZKpYJepf+zf2ANymb2ij8ZPMeNgI9KdGbdU0c+7EHnEk4ARuuwGAH4+ohG0AvjvSWeg9IFrm870F7WXNeuWyynYWUlp2sS/aOsrpTPqtBKmfbopnWjA8x33MqY0m/3P2zyjtO6TUbJZPBNRfHmdIbV1T4AsdyDlaf4vlkpuIgIiIdcAcHIOc0IFQA3GTVNdPANOnvJS8crBSAo/RVcMSycTwwzsRingdfJOCtPOUgApMmzquU4Y1sjwxrkBBXHLqi7bJLfSG/jx49Dg/GA4jqgKCh2wLTkY8pSZezNWdOAd70og7/NdLdpX0vAloCwDcggDHgqOV97tMKkG75xx9MMlH0BpbHmYJzC+d1K3GYJgDV9B7TCX1DySrh2eyfnV+sUWxmSvAmgIrs2gDS9EPkbaWzZuunjHoyjhPIQd+vBIt47iMb4nRM1D5jDwCc3q3eKZ+tyoBj/cZx74yyidI5yvdPCfhLap4et+ZreLSAaID4OJMB9OjzG2CHfUUeoZO4qoTudZlOxjxlnCNjUgo9+4m8FW3qOZR+Rn6kHGa+Z97NZHkE+qR7cPb7OQZoo+vCoFl7ZOCA81kFr00qkJBPAe8LIITeNb6UzE2gQbPOEviT1Wi2YssrNvAEuoEHWh0oZZC5CbpKX9WcwcnCTe/X/N1noF7h0sW8w3SS33tPZRHAUfaxARrRQdlr7mF9+LiNgXvPRyd3ZpLWid7KlueAqmMXcr0D76wXRrZXh2854OrTRwa+bu4YC95VFwJsaMWH6IfJoA8QmbYCXJtAqwBIPDcVWqJ3PFE55ZYb99ytX8L76b0cuyRVMwisuC8A+LGAVtMOz9c7nYmqe58+U+/PQR5ih4neXH46oMeNSlKzxR+P0tOSF8hKB9UgD1KG+6MAYMBGtxnRej558oydFEgD4Lp0AgA0l1MmE1GAKc8IDcMXc56PLQygCr+wNgRqVFZy1leHgC4c9OPzCwd6+rnyffgC/gEchoZz1rv/q0AMnt+9CCAbhzzADk7g9+/pLxt58d09lZEWeIXYIMjZvRz1AXDtuD5pDAAnrK3Ltz7NeYIeQVbtz/rToCm652eBVOJfgD7THYAa79Pasx9kLAO28KEn7V55w3JpAHjLNf0bemhZ8PI5463sQR4mEC2aY0p8C9wQH0DW0BE0RqY25yf8DwDFvDlPUkp+tXGBbunr6j611oeQW/Fj0K+3ZZDNY8omh4/pwxi5Gz5y72F65Gps1odUUt+6kM8oxiSA8bnoyPp/+BbagX5fq0Suy1kb1In+3WDe+wLI+e7NG7K/IzdsO02Q3AdliUEDzJ39NfgGMKS9dwsBveeVSpe/UPlz8zsAu2iF99Lb+qHuQ/426OqB+JffXX2CilcT3AaNUoLbMpIzW/czz8dHNnxtXr8m49T/yEAFFCagJEFMsXXdh1rfsw/OfPc+5ZxDHyTIxvSs/7HvHwTUQ3upYkBG+2Tyia89DgduUXKbcuzTakay75l4+l//j49u/vT9ZwHAjyUTtR4uX0vgjmSnYse47y1BLMpyfCZaJfMd2mFd4BcyTaNb6f0aHzESPlvwjQzQ9EiVhF4JFO7ZWl0ZHdNVZ3Q/zwFI8we7lv8BCGpeAJg5AygaErsOVYZseOQK2bPNLHXfXwHUrCeBMZBynhufA2v7QXsILXM2uNIULR/Ej/YriN8AY6H3m59zpvdMir8H0BT7At0Q3ZvrqZCQxAT3MqZUM9UVWB+V6HaJeEoeaw4Gcges+o4AGGwQeg4P7XJQvXpVWzU6P3TRljBkh1POmw+qO3KEjHeCZThX01YgWba2UWxLpoQ45zPX2kcwwZH8jk8HsJ6eysjFo91FDVp0h/E19Kx/CI8tE8h7ncqAAaut5muMyD3eybq6egFnPJWYpmKH7UE9m3HzOgKakqkcWy3ztPfLf0fPjn8C3Qu5hY7JeTDKic5I6AGy8nnGWlh/jq/E1ZMQ6dZ/eEv0W3SRlGNWkIfoBrzcFU9cuju2IntO7/O0BIiNhnwG/GW9bTpg+2uLkTf+Hfuaa7TH1vGZrm17/HaMJ2Axpe9tB4tnx+UQwJf/0VbCegODxTGTVklOhuK9vIdsfNZ/AgN9Amht0Rfgy1FpwpP0ONZfdLpFjvmd0Tnq57RvTPtiO9lrFB0L2vC+MAwrVaxB5jYe18Gdss72TZqXs5fsBYEAqUKC7pNM27/5m5c3L5Xl/kCLeV88Gd9CzgkCM+xjQb9mvfTvJAakJVIqwMR2IYDEGieBF/YhANgT1MhiZuz3JctaUbA2rMFwB7pFb6+N57mjszf9Xv+uT+BXAsAsZB1k5aAqREPEXqq/3Oe3Aqh/uZFef9NvHf/ZyRGDOwdZ/+PNOwBcUHAnlH10h3On3Dw/FqTptbn/1wHABXDP44+xYJPoYsH2oUS2BmSAwBGxVnD5fpy1vdmROjY2/JeDfu8CgDuewyH83wAAXEGwL+g/A8BrNQpg7cENKDr75wARD6M74El7JR70Nrx3DQDm+X2OxPkI6ypQeYLJP18dfNzv93csHryUK7fo92sCbhx6Oxh6zkr1oVLHYk/jee5vAYDrFOdRKO12WpbRR2krMM3XKESfiSazjLuUD3u2bQ9InruD9AV5zyWgzyDtkp9nADiZErv8uyhZ6f0L3fRdJxHq3/eghR3M3YHq7PkCgG2koBRM4EFl91mGn/e/z6wDOo7lbQ5D5seeD+0toDTy+ABhNuX2cCbPPZavI38ZL84nMhUo54Zm47g5gC2UYBtacXasrKo4tZv91HUu0HvtrLt9fiRKEaWqfNM+WBjinddeYhUFnn3a+0PWcR2n5spkLm8GYMy5U0CldNOIz30vcp6kxOv50zLnsNYZAG45M/PIAE4orSxpM3yPs2oe7CwN7CfORowl80s2aQHrK+tnzxR2dPo4NwLKLXmEonnoBoO3HSWIHeXcvoqRY+GD/HmWa4uH1mqktM5lENYOoDVqtM9kn+2McCBDCNlR1eMgL6CR+ZceqkAHLLAF4gHGYDG2aOfe0mvrwCCq2UAtPdLGoZMI+dGJt8Cw9v3Zr+se8l3oPE7irHciN2Ms8czwKHMlWtTruUUv39MXdmQcQHrASJ6XqNOVWV8aXeD+AoB5R/q0xQiLoZdIcI/X68L+xbA4sgltTC0ZfAQ6aBvI9F3nAte0j2zK5vLBpnHG7LzH75qMq76rAJezGfQ/Srm6zNMQwAEaW47EiUFkcugtWXctw8csVgZnxpTrlrw++sDx6ya4bXBOFl/2MD3zAqxnv8oni7vjON8BuGaiFwB2AAWZq+gCjA+gqxn2AKpbRnXGGhAZZzbvxIHJ8F2G046I9NRL5layfe1MHgCYZ+BgzPftUUm2hJw/vJe5EWA0zi+X73RJkETBx/aDdhNl7kw+G6Zc07KaoYk4ZHEYxREcByh0vuRQetfRGzMZR74Ph4YBsPBEPw1iKMhhsGQCILwnsx78HYN3Dy5oAIcdGlPCuw4DnJJ7NlzlTYNseN5+FiT2YDPCKQl6OHhyrXUZ7JGhof2MW7YVWRqZ3wM5xUyHWsv0sk5mA9kRdnhBxziPmS/riBNRb8Wh3goInLsGPyu3kP+cachIjSU9qC6rMwR0HYcKwQl2UCegqCWtudfy1aH8AZHLd5ZtPVdmv3C6GMR1CdGV8RseSvZt5NvqMWzHyjiWKv+8j1PiNnQx/VWnNO8hj7Y1bi/fozSv5dUK6DA9Ahxzj0CjZsN7PKOPABy5RKb4BD5iEZkPQTg4fwn8TBn/nOf4elxGVf/G8YrcS2/YnBUHEAdA5ow0HOQpbXvoTyOrAwgl06/0Wdu1wB4gFM5D9snZXyn7ERrVJJIxn2c7MGDsV8gCOVFdiNGn0kVKOz+lH6y+o2RlHGsAiuG+9/QNJjiN9cR55zUPEN4KEc7UMw+mtC69JpN5jcyH7kYuoLcAlFk+ARr+pMwJ1S0EmBA492DoCRlj4NHrxOvIzNVzDTTwRebsIIlxFtcfwPpSahSAubql93jsCwAdr9WAIMgoaJPztFWDEgjBHMlyS7ndVsFJr+bIW8aY8y4Z1Q2mcrCGwaCM33rD8G/4I9+RDcefDwEt5EDkHOCG77x3lT2Spc2UlXxOgA9OxOgFkS9ZYztdrRPEprITVev/E6AMcp+5WnYGIGRNAupHd0IOBZTMeXOs8Zxxni897CQHXdZ6qo3wDM4lP4OzyFmI4+xlspMhH96fM0DPZyxvVG72O/EjmbLQDnth4ADZCg04iCw9sK2XEaRkECDO93s4UOEhB2YIVBIgQE9J9MDHlKV9mADUlF1ulQhmSJWVBwIYAgBDU9AvfMj82BfPFVBMz3ksUHuNPbLP8x7g1+ey7QE5dV02NfsC2EZAIOvJ+rX0KUA7NkkrFvG793bG6kARrUVA/GResU/wagIWlCkpWgYY8rvIiGy2NGCqg01Tbt77mSVwBiE6JecsMsKOaMpes+4DGidTCgAywTTf+dxGpnGwIGs4D9LPdESh+aD9re3sNimzpipLrAx25AcyvfpPe1MvJTw2ovlCvIicgIafP1P/4tkhaNZyTCAV4NgTgVQ44ilDTDBB1lTrxZP0nAd6r+WkzlpO6kdTueEDoPCciaHJZFbhxPfZYj8Oc2adRQMjzyzvsMHHbuBel/s1gJIzEhp+L1AVQMh6D/3CJ+j5k4C5T/TzFbDJer4VyJ3sekodSwaP7H6rsuSUnSYznOcwBgdMC9AhMOCJymvTc/X777/P3uo3elZ/Iutea8AwW2ECIBY/VaoYpMQo2WZ8GP8bZRwThIHs4GxjDQOOi9+8hwO6HTak9mnK9+otQwPZIWf1u5T89B4HwB35DQBN2XZ0G+geeZSe9en9zePTAl6yQEELZJnzd+bN/Fu61rqdStp+//TNzf/+7/+kXt6UoX6oeaCnZBwPUjzE/ORgBQFrbwHbyaTV92SzU1nAAY76IE6J33klIKf6fDKaycblvIq+6x6i2q8PmgcgLLwOnz6dPrnGuSLCLb9h5cjisa0sV3gP5fHpV4s9lLlToYB3PXr41PoT4OvjJ7VVpk+9MsYD4AOYEqgpcFL3+aOHpP2DggBEyy4pPwau9TyNh+AP6C4VftgjKlYl6JLgjg/vYgXcs7wDsIw9+Alw0/p+7IQ//MAYM5cQCfMtAJzgqerS0Br0z1w8Dj3mnYBm9oY2BJTAzlmV8yd6Kc+EmXKGOJjH/pvohUyLowCgD5lAYBx9hefoirxA/9XvtAZAl06J/dkfb9TskwkAkJezON+hZ0AzBYAB2am0AO+w7/R0Z20xyaFPBzgQnEpm5uikCVBkHaK7EC/GmkTvgPci+dh3+IbrnJUtWmIczn520GD6aqcyDZ/5kzUferP9qa/hH/wiyByX35/fXVUDn4N+j88ma5Us4QQscD6AFRL00oBy1nyS9/MyXWPdzNciM8iARbJGzh2yHDpBd9Y3nKn4TvyB/gGaDeRHBiFLP6O7oMdav55gF/Z4Knkc1Rp5P1U4XLGj1aFc9P9I1AAAIABJREFUY2L4FtpOgO8ZAIYGqtMuy7IrOovpf45+onEarN5sDKdcYKPqHGTc//AP/0n0SPa1ZO7o/DPN4/1tf8T5h15qvbCv83kR300DI7mfihfOLvY5XnsT2gygb35jpD5ns9YJUovfqNUboFdkQspxDzjMfb8uA5hlG2fX4fwZItscORnaX+bzWwHUv8wo737Lbx3/2QG+K1M9hOrkbBTTnhV618j25/Ya25qjBPT3MwBSQKyO7N57G2AKC9ZAC9FeOul41eYDuhhq58I9BYANsI3C0ot3ADhjGEOUg8A0u3PTWSwwqFxfY4jr/ZhRAG+vX55xdsqv9Zzn/YX45S76+i8NAF+sV88rg0NZuCGj0/ItIbwcZbtgXgBqFeW7MoCPQ/IbGLyZp9ZlDif+JS3sAHDoYQhAc1rA3VIoAIBL2z7gUGqGf/z9cXhfrsf4o4+Das6e4xA609ah0GyHVOn1rqnvtNmD6Ch7MXSJo7H8uWev3E3XedsBNHXgM4gjg3bbzjq0/Z4rALCfNxnA/N0R4UNL54y+S+d+DE8+ZwC4AsW65QnAOK/Xundl8e78lKyz83lIJOHKMOYdNTTj5OcAv8w+3t97Bod3ORwnYLKoyl+3M6G7D1noXe52PawsjgCr4ndk/daBjCzehe8wbOV7HbDe77nHRvEdALDHOw4cg03OYlvgb6JFJ0t4jGDTcYHkQ6mOvG5U5A7U+JfJam0vtBgRlTdbpCBG/MyvgDivSEZjaOeIltP9iXAex5r3Idd6jeff7jPb+W/0vwDYBQCzFqWf41weY7QOTTsMR9MzWGTHYYwtn3upk2NF0Q5yWwAwjdbVyYyZ486z/Xf3r9m6PKvO4wBGeW4jJP0il5kMfTlLcDtPC3TF4bWMKN+mdamcyt23Pz7rnUXcCN+hX9YWg0zz8/gql/h6DLUdAI5TL+uRMdVo2mSTrbxkojPWAslxLiZ74tBzxlAOn0XRLjDZa4793+QJ7y/AmVJjC2y23BvaK2DbFbEzF/4YgMA0N4YfVHm/YLOGmh5/AYcC8kb53zNxSnvJRgpNJNp7ZQ/HkMr3JVtX5JpzquNt+X4DadMXqtd/N38BIKmB2EzOrpPLnE02xOfRqwqSFLArCHz0eGLtjky4lN07zhIT1drf0GVKVTIR+HPPMARwZJh7GeRWfTHgx/rpgsM2GznkPQcA3uQhcqYAmHsxFQyzXhlecQAC5z7P1H9HZmBQxGRhUDqOgIJDr14BQgbbAE/1mwNXLFsGuNUoI5/kuJ2ssfBYaCE9khJcAKiYuIoYyqt/EoYnZREB/GMgUkIRfuA+7ieOBscyJj49HgMe4GiLDIqhCY8znjzPb8LInwzgBEHwPNZmKc6VM8n09ODNr8kEzlzbM6p/uo8l2UmU89sAYIgbMIK5N6OtmdWWg3Z2TzY47xmBxHwKqDfQqL2Ne1abt4bHJj7F7+ExDViCjnDoLXk3dgbHHPLPDnqAfvYzwE0y3PS7wA87icgAnghxwH9n0QLUWB4FoGGxLe90I/yfcsTJyLRzifJhnKVDxa2EUPniABk7gAr8zpmocaZnbypCBBBKMFB7WhYUr+6dSgXZzz14x/Q3DsAVdHKpT5QOcA5VFtlh1PkYfKGXc85i6CFgxQKgw+/hVv5s9hLOstGqNa4APn2fM3igryNrNiAiJeZcapmMM5zfOButC3DtBEnYmTwg+ugZyD2AO5aUTNGOAb7OmsDb4XVoCBkSp/TqydVWAc1YdTn7Bpwg/wG2KOlt4kvZxmYAEzCRPdCeEdwB2DQZqQb8Zn8gB5eKlQz0WSYgobpjyuARiEJQUWRR+597bfWfu6cNve9ysHYM8wyADQ2TwQldSaeYco41mBm3S3+bn+KFBewhSDA9wuMMO4ICnN0YuRBgMryTfrnJrovDOAA0NOJyv/ShpbKFGTLZzu3ZRknnOFbjMGtlCcoZ12lYvcFZaJ4X65fgDORTHMHJ3CuAAc+w5lRi2AOwjrLm3Kvxu8ywxmmA0X0jKeGK45dqCAlQcGsk6wJZuQ9kZjFH60IBqPiQPdXsX+gsJf2HV0YfSJZMHIfh/fTpxdFb/oR+ei5WrjaIaDkVw4fOstZY0jqF56X/KvIcHY0/ybwEnOMT53ayyasHOXse4EtjfKtS4QRk7BnbqXDAZJOZVvkJDRDgc08OWJJqWDMcxx+m5cRD8SJg+TuyxnBeU41gymoyVtOSeJesR/7+SJmYBW4BoAkcc7a7fNPVHx0kJN424K29dTUj0XeDkl69emVaLqsReNAAVNtrk80cR23OJ+iK3qYA2O9Ej4BjfHjmE93vzLHRwZLZEzDa5dg1cejwvfu0AhTlDEA2JHM4oFSDVNl/VJcEEEEzWr8pk0nGPyL2kc52ZyK5r3j6qrOXzujU3qITw3L34WeuYzwCnxmvezQ7uAiASWAe+6x95TwGVPE6CwgsSOJ9N7CQ0r18YsqQmSvwVM/9qIzoBFpQqlrllwfRI6Dp9es3yqxi75VBqZK33AdABWDsSiDQvY9Kzs9keANgO4tQoGqqxlAeG+A/QBUAv3tdijct86l64iy7BMQRsWj9EdubtWzQFwC1ehAnWEAld13WXvJZchQadFlpva97lExh8QU6PlVAlAFrYEl79Py5QDWVanWfTc4i7T9BB5WT0I2rAAAAim6c4TwyyBUTOCt0j0uMknlncFJBKQTJaN8ZT2wxdPT0D2dsyPwPc041W73nxkPd2Ex+n/vIO2WKEyhA725ASIIYG3SSIBkCAaAB5h1ZyF5A4w5cEZ0Q9PdE9F858Oolfclz1kFPZDBHngUgZk7IFGjT5/Rnndk3H2/++Ozjzf/yr38w8GsbAhBJc3WrBrdMQcYwRgAWBZroEgdPiH4AgB+TDYocBZjijJTssK2pdUpgbGx/5hQAeKrTWJZOuW9dS+AS9EhsfXpopyxwgV+LHf7TT9DTO/UX5z3PBADHfYC9oCxmlw3HzgUMJKAqvwGMuUqL/qMkPXOCH3kWvMDR+E6Tevf+jeUDwOrFZ4BnzjCPAzvZe4eeF9NemJD7wBIMEnDQZOpr3B/WLXzIKPxw8+J5Ag9q8sL7ZC+/V591ZAZBpc+fw38JRHis9QfY7Bq8UbY23z9/QQ16ghNTcaFtHaggxN5ZN9OiMibeQbZs2jzE9xH/EDwdsNoyGH3L9oTKPv+Z8v6Zx1OtCeer1zMXWu6gVrEf8W+wGdyrLEyV8yVe+TO2nL6nJzxngkv+ez/hN0A9AnPS+qkBx0fAl/0kSVaLfZSqFB1T90iqh/mENTIN63/IZgDD8GQDwjPu+u1YT+SHy+2TyT0+dmf+OmCndkoqLmXRYpsYJNaaHf2PNVbONSoTeW/RP/Sdq0AMn/h2bBfxRDJWAW6tfZpma6dFHiggycEeaanwiPHp/lTGiS/UprDN+OyLx8V7NUH4x/w6gSg22cYtj63K+ALIDthMYonXJgkSBoprR+p72iOEXhlnFKiYD7EhiovVDwRvmdaoPGB1LImE1oP1xd//3X+S7FSghAN3tNZY10O3P1u/h+6ohqQgBgX+pOpP9Bx+jM0yY9c16DXRI6zRmQy5lzPNlc8mSPbAUCjRjc5ruzK2U3XhrmP1aQetTA9pz/VrPYD3yPxVuu02ANwNCWX95T+/FUD9y4/4+hvvAuTOV9fgXQ6jEK83dYRa/23i5r8xFs59Ta+NpM+/9ttlhmSvmIN3/vl7AMAh3gj8MOjV0Rxf7hmcBbSOdcJYrGbuO8YxY2HSxZmXXCl1fnYwWvhGBn9xXLvTnQvXuub9F/x116N+xfdn+qjzPWNY7/2lAPD5uV8bmg/HWagqCT2cuPdiS46HReHbP3cBvHVC/VIA+Hw94+C4s5Obcf1CAPiI5DnNaWUW5fDYAWDmt4C0ENLhpynuPPR1jR932iqPfEku7OvZDK68kwM+v34NAL5rv++SF+YsH8SX+2nWOW1+vysQ7zHOC1sJIIo4KkIDLCZrZq47A8Ch95YBXcxah9Vo3ce0kgW0XTfALRckE2A5d3uTS1xKTt19X42tZKN1zXt/szruovcCB94n/dcx4Bzos3YA2AbBsdwFLAE21rwKZHbfdgetecCGzcwVhWcDEL1vA3CaZvpbQWOMSxQ7niOFxQAbSrbleJ59OGwnM7VBEnxfELrz9T36by8BnTJQzP86KN/M3gIldVD5maMwZb3jXOfTkj4tQdz9SMm7GFkF3VtOpuBK96HybueHOjCs0E1W6oYh2SHDOApm17lvBZgywhMhyTtWVu+s5f6g8goG+mQYu5yrmUD/ad3b781feV2jgO5yo6Uf3U9lDlX/PueiQYEji2yy9ceYaPlnJJsdRQWBIUgeYXB8lfL0DtjRG5DZ9DQAMO/kXc2sbX+XXcEtOM+z9/4v7L+vk6Mlc1u03LlXBsYZuXq7do2IHr34jByxmTNj3nte9iyqXEuGWAzfOsuXozWOxYB0MARrtUpv8+/0Qsw+lW98LUbkOM5jDKc0aOmLd9TB3mzT3SA43jk0sNN5nELpC+x7RgI/nJ6VoaWptOK9w4G70Q/8S/YfmX2M0eDR0t+SHRHHnwMlTsBtgeDOh3UIcB5DyAYd8mbm653VIlBmbV9j/m6QUFtAWbDuE3vtEopjgBmMwxkDnYwzujRqo2qc5+0JGz1qV/oK8MVRwVzjEO45kXG5FOTI/u5J5+j9AijdSrx2TwwqY+BSmhjewImGHDFonEATMtaQbym9vMpvmWU3/aEAMAa6HUfwFvP3WRED3oChI5sxYjN2O0YhZcmST8p4eKjyeTw2zuTsPRk2Xmv3PGzZU/Y+mUUOrnCGsGfhd67MozF6bewmC8FyB94ojRpoZ2xxjBQAdqnAAcm6LoBfjBtwg2dYjrKXk/XLM1MBImdHgC4yMuntugJlmsFrh/kmI9PrcQIpeJb3Dh4fsGsCePYzoBVD+pxFQ+klaFrQ+jI2Z3fqHXWY8h0yxJl1ogcDAfrS453f0k4hGZd+lh1O9lcfnzhuk7HA/yHnIyuSARzWToWRId/D7grQyN6mKkJlsrOgoMkJTsEJU75JFgeAU0qT5fkrIzpyNnzi7B7RcRwZLTObZ+PoTRBEHVuZVM6H8Npux7SSRSLnW146JeJbQq3AWRz8OBOTRU1AGuus1XR5VeQUDhtnk7M3csIk029KVo98ZhaAMhEXCfqxrqCFdqlRfZvylinpz7iQ2/AYjnn2PIE8AZ7N85OtweFg8HfKBiK/Woo34AHrEweygzcEovHBoY/qcJQQZ2Q4ig0MAPoliCLPDR+kJ1p6XadU4nZuIq+1Xsdec45TyhhnJkFZBkkC1uQMN0KiOVGtAYAcgIpymaE13oFjzc46eJRMYJ897fUXINf0KT6PM5F1Tx90z3foG/mejNTIxzrL4GGXyNyCJXk/4JJbCLCnehDAuvlqgM11ToeGwhcB2ABCWm2B/cKR90RABdN9rRKR5XtXvrGtTRnz9v5FLgkAQfbovXEasi+RdR/FY4dNa89hApL4j8ASyhc7G9SBXAjwLEABffOCn5c15tPqLzhgycrz2ag1AfR0Rqkcx+Frsv6SbRrQjIy79O9lvQGxcs7mjLMewQvI/MFJ6hK7CYR29uyce5ZlAmYMNFtuJQPepY4tL+SU1zq8U1nYnwZ4zRrA5PxJhhU90VPtgQlaXpN9qP8BMDtQQ/e+0zv4PH36LBnA49DH5ezSoHbOB/yG79+472+yel2aFvDQ+6bSzAKCKT1u+2D0lA8fKZ8LTanEKgEL0i38P2iTTDqDbMm24fcXL17MGZtqL+Yn01MAYL57psxWeMS9cHveitYAgJNllD1PKXBACrIGOR/i9P+kdQcAJ2vMwTsqS8m8mb/3331qEwwQ/UDPZCSw9n0C6Qgei43OV95rjctZXzjLRWdvXhM0MgFMDuCLbk4vXfa19gUlLgH1oEFn6GqPoDWy80yT1csn0Ixepey1+273HEI3gE5wVEuWVY+Bfp+6LLd4TXT7+jX0EuCbMrUGCjVPn/vzeShw0pWmNDMAYAJSXJZY+orLr2uelPdmAuw7z7L8Y3xRhTzuONtzoMJrP7yg3DPwb/gvlbEIDAHU5/zi+QIeXapU5Wvfvta4p88quj0AEtmbU2o6GeEC3fU/AgcYrwOApgcwcs9nP8EWeudrgcw+F+jhSuWJ6ptj+LviFsEBU8ofcKxBpvQb5jxnHVyhjnOUgBM9z4Ep9AMlmMn8GZ0GgMvtYhrwpN8ASb9zAAYyKvaHbRoxuasYSMYBIvUM5rc+kzOy/W9/+OF7y7/uKXTgkuBUWgLBJ7DEfeujVxIwwbveSlYCdN77pNLmes+f/nBz89f/8qnmJX549Em0on7V+r5np4F9PQ5aI0M6+0sABpnpKUX/6k3Ww/9D5msuzRiF16ny4h7zWhO3LqEsvOi91VF+5jyXbHjEOSE6SXlob5Wfn9LuIc7ah0eLBGXaIh8o0fvmNZoDUgtZDUAHvwUAdvUwPceZjGMTvSUwiPFqPAQHcIaS8c3YmSfBNyMMzGfW93mM/gRsdBXsOU4AgMkAPnQ1+um6xPe0bvE70ZPUh1kAcM83ns943r1FTkfOkGH/TFnqvMtj0h5AX9aVtef0Cga0ffYc/TDjskyTzKIEtUvsElQprAzgDmAVlZIs5VSIi+xNsAtyzI8QDdC3dvyrevePPxLkwZwFQiujF9ka31HGCbCNHIt/yLtjfvez3SseXoP90QfTdsb+Pusk4lkCkqwzpfcw+hx00mAX877kk8+AaZMDPVolNcCdEscAwK7o4xLZBOMnmIc9Q/67MhT7bEUTPT5BuPBZWzCkF3NEMqWCfTZrzKKiCeQPwG7MDnvVGe4Bzn2fAeAEhzeQF3nCx/s3AC7/dib2BPg6AY+gF6Si7bfobNiYzyy3kIPaS4PUSaJgDugM+DLRiQoA18/JJWQwmzNs0GSM/aC/plJZgppNi86sTqUX8511k+WjsO/B2djQ1wRF4e+YdlAJjo0/qoEaAWhzbjIY/oSf/9//+Oebf/xHnqcgLmWec8VnjRPZEFgpQfy15aBrB/oR4GIA2EqOp4OcQr+MXTC+3aEvy1TOBQJzWSsbdpzNrG/kd222vSpWbdu23GAcLTFt/e1uAHizHLcFL6BRheiacz+zOXvP8pAjwwCFdyThGby93OLLf/2XAsy+9M79t853d5jyex2/nuMVwONbn/8t1+2Ohbuu79oeGYpXLszyL2P6fMmeVWXFsQ5+CaAqPnR33D+Ho6yn3IkOLp1nh/3yhWnHAO2nj63ht4PR/a3Xxvga5joAvRxSvf8WMLVdd21QO3D2LXt1HtN+z11j+JbnfpFH+uC56Bqf3dqnb3jpNbo77+e2U8ca73vn9bACcZYvoyUNL31tOOf33s0Tt+nHik/XyA7d9bbT0t2iu522zmO8ttc1Xs7PrbyAezqeqxnEM7ZLZ+Jyoh17e1x3GlUNgisT23v5LnnRwygPvJY5ev4+QN8cWD2F2ObTgtiYGEfDMcpxqNe3u3gizm4+e1S1da5Dgb1+xvSe/Jn1PWcC35UpvN/bMV6UG+XQRLdpNIMuSobmmu8O0q4AgGQAl+8WTyRij0+AiKy/nfvz9/NZ4z3R/6Gg+doaf1ZmT0CpDbiJbnZkYN58gOzzjoJCxzmG4maZP9cPHbVn7w4Yo0zufXgNVs172atmZHmO25x6TdY8Tp297/BOe9abN3riuQVc7OAbEOosB87Zh+xb+1BmPJcZvOf7Pa5TCZ19HpyfOIS+dCY34jJgjmfr6/PfKnOU8zVAcB3U9Mxy9tOcoxjtKLA7MJg9u3Ta44Dd+2/vNNRM4dJgx9J5YcDySQnh0Ng+v2ayxpivYytP269r9lB4NplZ3euL543Tv9uLUXFkM0owNCOlGa3LiRCa4D87aU6yLpmW8FTWeKefXV+zsi86x1kS+kjU6S4yeXSc24m4rkxKUM8mX8bg6e/INUcxm16XbL0mz3k2RqwdKfCo7okT/nJd+XczWpnfngHcMuTlhwIkNQq6/vy5g9ExfBNc4uym4S8DPBp3nOoC+TYedAn9cRIR8GG+n3mSoexnHn2SYkynRGichwByQMyJTqYX2JQG22SW53ronVmTylrGMseO9zkZdQFKtmPI+xPaCRiSv6e08riwHQGNk6TZS82kb79axteyzC7tugXTmFdkIDqDUf+zAxSwZBwUdYz1PFt8weGUdbJhxvgNrkX2p0x++Ku07fLqNk7TX5USVDiQ4iBIPznTS4/Gkd/M/aMzdqc/Nwa/gaI4+q2Wsf+UOiTwYzKbQqdxWqH18/9tYMsRQ0+iPC8ABXKS/bXjlucd5cvHRvDGQctxYpg+nKEzfcx3HjHwIeeP5nGUz+5hNAAwg2omst+ncXoN7BSgx6HAGMvTVE14OEBXMrcSlGG5CZgyqFR7mB7nIWfgOANdilb/xrnpyPtRYdOblquyTy0xG4mYz1nfhSYDiM+i+KrIiAJ2O3/inHJp+AGDiGhPBuU6ewyWDdDVg1sUbTrq+RBaTDBBAK20PchZvEX8T/BK1wU5BADsfYPGtopIa68Zfxzb8Ac82LOlcigyLXufMz9gfbOLel2yfAOC8l62p+vCWrIXBjHFAy0dvtvd7Ab/5/5yc57t8vc4a0ZmsSatxsF4AK1cct5ADUBlzi7e9Z5edXo2GTZLv8O5toLm4jgiSybl3+EvwAiLQ+85vMMewqg4d1IaNdeSqSrAGnlpUCHlmAEncNj3nZYjBgqGl8zEySLnqZ/o4eeMyGTIxgFJxoaeMedK+C8BEg02sawg24+Sz3bqeUR29LsMo5yVOOVaor00aTqCX/VOBz3h6Jo+g9C2s3hoSwFP6VoHFGjMZDKblfT/4E1XzmHUyHIjCxPkpJs4M9hHvscpXTPSgTA4zuBRn99bNYxlWnouLjesMqAEihx6mF7OPOyUs70Q5o5+U0dxHM0Ba5IBjJ5mMFT/w+HOngKMhE9ED7PX0SPDqz2LvK66l3eWXnF+22F42FPRcXhH+2NyfjqjSjTb9WHM5inzZgJ4KmN3HnT2oIAc9sLv1XiOfskaH2VfyZDrXtLbD3DNbVNGzjnTaeR9K4q0rytrlqzPyMjIbjnHLb/ibM+6Dg+ob+thO1jHFZ0ItCAT39e2ko/ojWdUhwyvcBayZ4B8lF5P/zxAjcdkV2vN3gqQ97lLAIIABJfRdLAKvUgDELt3r9YDXklFCXnhtZY//PDc/LU7ZBm1gRf9+VZAfvvrQqSALcgjZEuycpXZp2zO7AdjyDnDexgn4+WsB6wGVHTv4AhT0yY9iLmt+9Oy1PANPOs1FxACXz97ztlv0rXsoJwo59+Y0F7z6L9VCPSn7YwEWzQrmn0ho9MAsPjrsatBCGxTRm/7mJrGjsoJqRRh+hs54pLOuo+1J9vUgTUHT/X93KIvDbAFQOPdlvWc2UgwvQYdJ/peFBq3DlFQWUoGR08lACBBbdGd+R4aTr9QaDdz4FqAEjvPtSesO7KUvp58OLMAU9trHrkawDxgmOUWfKVznjEDuFveQrXIPhupPDs2hMsZa9hko+f8v3fzUv16DbuZ79MPElC39hFb1AAFgNqURM7G8l7uITPWejBggv6X7F/GFznlzFgHZmk8gGj+v4D/0APl5g0uZhnyGTnsEq2Oh0WPmd+2PxxY4DL00c+wTxkz52fADXpCUwI/VRGQdQDR8GtbIjiAyVnqoj29I+czwFqAGtbnhbKpAd2cdev+qfne4Col5ckydX952jNoFMdB8P7mf/3fngsM1h2uqiD+I+ub88o0yqjQgyP3WA/Wm+zlnDM69+gpPvpgKj8kQYJy8pHBWS/rj8hBzlZ9RVYtgRKco7zPe6nvQz/RyRP0y0ASaEdpb4ImXWZa5yt7DYD6QRm036nPNGN9oNL1VG93NRX7262Mu3wya8HKvHqV8vXPfxBNa6LvrdOLNhy4o562BI044z12bIK/kn2Ozcn0sYEYM+TzQWOIDhOQFbpAXlo3Qv934FjOJOiUNXws+edAQfrPapzH/ejfPseTlW1dxM9GrlBC+57kV+ZavYB90MhMp9pcAc3wODdlDg7s0ceg71Q74N8BhQOYMycqUfGsBMMkoL5gdtBEQFj1GVdJbO5NpZL0UHUPZM0n+0IgS4NxPVTPlQANA+9UPCFASnyQTF2qayDLsEWR55FjAYnTYiC2M+udcsAEyMES/t2lxKH6+HpiV9sJZl8CepBLOztwnSCurF3kRwKEvdYEPFDdQYzewEy2wr5IbHFsNOvh2OMRBpFFPE/36PwfU8D31E+3iQTPiyMAXdU2G+SJzTq2AscFa2d9nC4f6MmA84DqtpM1xgk2dpYvtoOFfvjG+g/rjRRw4kfkXP6DwRLkFF9fKjyxBm2LA70kcSOynHMylaoi4Hi/y+pPQklLNQerzPNt63Ix+qDuJ/P5P/zDj9r/x9H3GIt7T4tGrLfnfSxs9S/fbn7y38yDHQPfWP/WnynfnvMuchjQHd0isiTnU+bP/dBcg0a53xWIRuY64IrgYL80gaT10fjfvxcAvBtXM/KdRo6//zMAfHVZRiGuknb9mgumGwMlxhRUevmps/NLALAJzEx2+34zxvb9GQCm9EsYc0Vfh5mGcMcYqVOho+u4+u89c/LarF0CCeYwp0fA7cOlbF2zW/tbBWGvu8x2zFv23/b3/pJghK/v0rdd8XsHNVhIzAQDRs3abYEJt/j1G4Z6fm72oxrkLQq82Kfu3az+lbeNJPfeXI7/Yn/ueN9dNHwYPPOQ0sjvDQCfh9V/H3R2YrHDATrf18l+XpgGOPT6/n7ev/19F9eeQJElFwLGHnw5DpPz+8t3Z1lwBirPAHCBXssIDA8rwXUYlx7HuMMRshsjZlAyH1s+e4H4nudcbKV6PN09V475bABt+D3ZPkcA00EPefae+buDu7yvAO9BWHDzAAAgAElEQVTKiOWOVeqrmQQ7aLuDwGvPGnm3iCGZHEvRuAYAZ/wLwLoLAO51iQ5c8rvKBMpJQWbk90GDJ+K1EjakgZ93dyaxn8x3z1o2qLPJmfKvFR/RX0rLLtBzH9tOx+dgg/1sa8/IzjFKVZTeHQAu2LrvYfefP1cmzaL0OEnz2ccTx9vlubNnO+4yp8oov+8flO6u/3kcO5Dp3zjbhuHL98RA93OAUtMXblcsO98zEL6DvQcN2Zlwt87QrMcdAN7nxBnZEpw23CeD+rx+dQ7yvcsBD4DitbJ5mjFERqxKH8kcGfokq2Ic+C2R2bHEGMEJzBqtvkHeF/1fFN8aNTiUyDTO3ZeBBhN9e5TQbfnJyA2XNwK4sOEcR3mfk0CK0k77tCwwFU48+k2zxyf6OAcUxhGj6GHTYvZ+p7nOPf2oI4MKALMeBb0rG6vwc1/Xv/u0jKhF585emZLSoZdkYDHJZD4ufcIOzCPsNJl0PcXrQGnZ6kTgZk8D0MawwRqD/zBYeL7Lo85ZUdowpWiN+30d4l6biQjmuwDArEEcauU7y6PJTEvZvxinyI2QSuilPWNxgHqfZ29bLaHAOPRIpL3X0b7P9LSrAxLjH4MxpZ5S+m9nt13HdJEnzkeDYAsAztwBemM0OkMDGsRQHRA41+CMCWjf0uipsJLsyDr4vD5XAGAcqc2YDB+qFCCGPCVmJxMR0CkZzKxvnLD0CEbV9/c40ezQTAg5xrgzxez8D7+wzsk2XoEQBY25B1pKdsQEMQFODm0c0dDmcTwCnClY8QsATqR5y4dm79lPhuAMPwDgoYv2Qo78nky24aXK1I4jicih+Y4DELAOlMpUO+aIeB9hcNZHd76/lUWOc9nnbEpmllddZnRotT3j7dTQtUT0lz/4s5mJ+3fl84Kq0CnvaCYOToVD1pdfOn5WxvNOGV5oDscy93iPTQ8Qf/Sn9Atm78KQARbzW3TOCsnhUwP87GfOgvKqaZZxDujGM+t4LABsEI/yvtMjN30KV4Zw+YtnIh8yDnuUPJ6OiWFhP/o6gFU72aJnNejIpdWn9HaWBueqnLycL16/rQIGMs30i7hMoBDBPz639G8c/Q6SGAA+Ef/p5crYDC5qXQExXYoZXUvv4veHKn0amo8cbcYXzm3/Pg7sBDBQqjBZmRlL+hPjQouuI6cnZx2shFPZ52jt+DgKAR6Qad/ZmZbec1wDeHBf46TUK2ODD5I561Wde5PFy/weUuaU0on6d7PUua6gFt706ocubzd01SocCwBOUIlLCw+47EAMZNZkekCfqaZCWdgAEJadQ4fNXCb7l31u2VRkT3qAJ1iRzG8HGWjMAHyeh+bMmKuLJJCBXpxjr2rsPN9Avh2KORvto9UY23/tMsAnGSWmt3EINxs3/fkguAQFFICC/x0IgKN9AjICDqcsdjKr/DfPH/rMs+JETmb6ZVnW9JBOcAlr8lEAaM7V8D/XA+rEqQnAn/thp1bTcbnt4UfGQgakSx6aB1NSnLOF/UNuk0Hmdd+CTlIBR3unDK30gJ5sN+bh7OWUO66uC52T+R6QLz21KT0cCk/GDOARc3Pmrx3ua02dAarfKCkLb3A+AhQ0iIXMQJzrzCt96smMBPhLpvhLlXyGx1oGPK0FyPB+73voM0qQWdcdAOYegR0GL9/6fOLe589fuG9rytWmXycgWQCzZJaxrwmgCHDWMpBP6EfsYLQE0TSDGVAsgHKCAph3bLbSQuShtVvbKKYQ0wA9L5FRPO+5MrO5zSWUVXKZuxyoa50sMt1nm4YQIB0ZR+lj3a9xQs+WD3Mf70lQY8563k/2d9sm/ON//tF04p7D2Ahk7DnzaWwI5JLL07dqQcaN0zuBvdi4AnRcAldZ1M7iToBZKDp/ZxwEbDAF5uXKAVbqAzY+kPwN3URHtC5nMIaxJ8iGks+VLbstxnvQfwB2qIQD78Q+UeYuNDO6GSXiP+o8zrmWbC5GiOx1v2GN03NnfwyQBKRwr1llVVY/BdxDR2aRWFNo78kTZcUaPgttAEYR3ME+EsBxnIWAGdonguOeCoyEzziz3qssdjPdWfvoQylzz9hYf0DeJ/Q/dz9mwGq+vxF4+8PQVPR6A876gZLF7InllvYIWqaHboI6UHQbIALg98x0x160PGraaxDAKeCWijLWG+ZcR3/Rv6kC8OLZ+5v/49//9Y3iPezHYEyRiTYB/Vyr/PrvrYA/xphy3LElnck4dhrjhg+VkGydvmCvx4bN4MC/yNqP7tEc6ZNsShN7bBfGYV04Z6mzqrXf7Ikr5jgwJediAL8EwOTsIZCI1g4BgFm7BBUnCSD2TXQXyhs7aNXjIegmwUq8mzMRmkkp3pyNrjzBsw3MJkOU+5wYflT/Cu+w96zH9wKZnyjbkXuQjy9VtttBDw0YIPiAwHWvfXSu6KDIjMyVH3m+s11FBw4yIqBVk3L7jPbopoqJ1pCAANvDDmxg31IpA5/WUQmPtdH/UKEpm02VAjKm37wiEAbdJPrXI3oaW2bGPnFLB2UAW8bSM1mEE7tQsuEd+4ndT1Z67MLBpD2vd2/jq4gdkaAJB6aNnOP8gX6RAdCOZQnzc5Yq53MCj1lzxudqFwZiCaCbMvETzHHGUmKnYmfmv9UGZGyWAVcqp7vHB9A7Orb3ZwIWPCkod3RHt3j3OZ/1SABBdRJoLtXbADrRE+zL5LxBZ7aJluzitEUDAE5GMPO2KTGmweGCg1f19RQU6nDMxwVyOSdbnWmNty1NFjiMrlE+zX5EB7L81sQSEIEdk8Aef8bxGbpNxaHaiDCPn6Of/v7vf1SAk6oUaBLoiejboNSeG7aifWJZi4MHbEel13LXkN9agYfXt/oaf3egt3Xz+AjYxwZH0hc+vgGCTOHvZdtwZtZXQia6bTbOT7KYfbalhZptnTt7AB8LsZzvDOpaBrC/Pzm2viUD2Os9AuLY6a/85QzQ/d7g2dfG8V9DBvC1MdahuYDSEsQijPN90d9ul0fdr7sAJLZH9XDofuzZN3aY1EO6ObCvjftrAHABvJ1MXE5unp9DPQPzQY/gFi2e6aT3j8560OvX6Om3AsLnrKSd5veI9a/R3S/9/eyAKp/d9f2Xnt97ziDgJf+OJD8elD3pel+u/yqzd9d7dyBmv+bafjSziOtug0iX8qs0QnS9HVtWbvOGOEsW0NZrS1v7OM7zOmiv58j2zDz78rkF2M50eQnciztPz+l79pKU+z7YEJm57ePd12V3sPeaOH9X1ul5X3a66WG033umq31MjTxFUW4Gkn/HsBmQYz2r+7X27bjEEa4LeF17lu/bYzffRynPOLZnnb5f+7auv6C3iZhq79H+dgaS+32B/H0f9zHYGeAMh5QD7MF9LnvcIRew7fO7j45DLkg2RFQe38HZHTThGdkLKZwX63AZRIRidKRW4IBtNJ+VkR2MX6Dufo7bIIEOh+YLGlmBsWI4Dkc9r+A5iv34vg9lh/F2PZfTJwpoHBa+4kKHWBlccdp1jfY9jcK1+D3Ge3i0gQKl384hgBsKWuYVo2syQkdBS4+1S8A8tNiMp7wTZ9Kh+Zo+UZDxmMdYt+poe55/RwDY4Tho1yq/nFnl+QWkmvkbCI7H2uE/YZyVDwsAjjHKpyUQXfpG77fj8VxzZxYyJScvZbzHgnGAQesI42SB4SDAyXDQJ856nEgDZmWtaz1mPn0W43QGuZ7T6/t7e6nm2gzMe4SSXotikxnJNMkelN/2c6YydZfVvN9g9UbP7Snqvba5svb4LCfN4VdUsCMQcptrn+OoUAMLS45B8+0tzXUYGQZ37SCJE6COYL9vzqEY1Fum7hgSKyghABgf86kdG4t3y2fJZo2D39cPL6e/lv5p40JGHfJZfxoM9hhzrvArdODV1AVE/0IfGE4uIciciIh1+cUBZcZ50vcaYB36411cV2DMzsQBeffzifHG6Y3R2H524XMAYPSAOPdmwbwOBQVNUXZOOspajicuiwGboBY+AZDikEJONCo92Sx7tjbKxgI5cxau53g+OPgGZDMdHpk2ocE6Mo99mIyevbKEeyPa8AbMTaQ8oCVzwJHobJlmAEvu4kw6wPIBj204uqxw5JnXUGWonTWKvMOAxIEDGDN1ht2TDkeCHT05n3xee8+Hh6BYeFVLEfGR84SxYbgmgyrrH8A7Tuk6qV35QNT0SCXSLNsMYKccHM4QZ3XbkRr55Uh2jRNnfp0Q5n0bDiaiCz5bsjoy2VHnJx5v0AmyrplLQ5b+o0BD6aPOBPdE1bv5d2RIAceMt87kOvMKzvIb4EeclgRipGe012TkBzzWUvB+VgFY0ytrHAHZvUZ+2xFXOWFwaAFNrJ3PSft24jGFT5PNtQdXJENpOcLrZBkn1Cb8epzhcEUO9EzKubOEJLzp8nMNgBi+8L/tSExQFfxoW8/nZ7KZu447b0bviKO9a2tepQQf5635MGXvvDeUOHXAxdoTvk+WsmhNP7De3WfWLcAczqAApzgwAYScDYscmywkdOAEKwBqJUAp9IXjcvbTNJkMLsaWssYpfdyevWt+KYuLkzq6xWTuDG8VnCHLBucc2TCAE3GMRxacHVTRoVhJjcnlXJPBA62TLQfwHToIwO4rucGyPr3Mqx8/Meid4JWdvlvuGqpsyb7QZwDsZv82m74gQN4Vp2v4KIEdzBMQrfTAehQoZq+P7HGNkx6/fAog+71aw/ThpRJFejp6PSVbktElsGLKAzejkH8TLLMdHQaAGXOCpjinkX9UadDzNT5oq3qL5dtE6BiIdL9Lzk6ynyoD28szmVfsYQJZEviFcz88kUwjdCRn23RPZn2btcygAipEvjPHgPF6js/HAF7tP8hz4jwlKCNO8mZ892xKGwiCFVi/6HxkjCdwLfouMjulW+PUxBkLkKQElPhqIB/0C4J7pgdy5Xf2T8ARmfjQOoiIPoDq7Bcgmc9yzR3wlQCkyIH03ct6s3+AkqtdRm0pgBF0YLJcuZW9B+TFUUu/xwDkGUPKBJMt/NPNK5WPhgYpJ4pDlg/X8l8CJHNOshrJ2sreRZeFHhSIoF+fKROVs2i3jZkb9GknsvlhgSUrSC4yljWADto/OOdlMrYB4vnwPs5Gy3Ldk/LrkTyUB+b6t/TLlj5HsAhyC5p8ZFAoZzTAIWctOh+l2g2QjnOZ96NjpH+8QBVl2CegLgFjqVxkj7Xnk7L+6SGcUqlUN4hexnP/9Mc/OsvvJwGEz55pfXi/S0rnvCEIgo/PMC0eY4Ovq5+4NLCue2YgEXAC8DTBh8uuir21KhOlxK1bmBDksjnKeXdkteQngAtgoPbXwZq2R1kPD8k83PdRCvgJALcDGBQkoT7X0YkCVjHnBE4uO4FrGDOlwZ0lPJ/KwJx3qdyCrE0A7mZkWG+MLoo+zm8JyOEdCXpgzmTEg7tSMpvrDcRrP6G9N69nnKPDV9+N7ZpqDnxHKxrmmszGnHuPBWrygcbQ66ADngtgjjwwXwNyE7gkmcf7AUIZp8vr0+PaGfziNzJ3NV7oAp7EMOYM+k7/NqhGcCEv46zUXN9ojX+SXvDDk883//2/fHzzL74X7QmYAWz38Vn3BTTItbrPZao5Dw3KSWcGUBm9IjR2X6ByqknZnjXgN4CM/urzUn/6XBU6hAWPfmpNVXSCbHBlAvZa97ZPq0v5T2lczjH3TJaexznAO9+pNPlj8S/BEA65kM10X4Ed0PErgZpUCHhDlilVErz9efZTjRUAmsrmtBRIy4q0qHgqEJPYKLJ83wnczH6OrkZWpGSH58E5KB4IKB/9CR0UvnihagOIplERhk/jT42eKdoUgM0aHQG6rvoU/w/zeWi5GHsnQTrIobRY4FxJsEzOuAQWYfsRvBGFtQF6/D0ijTMkFYjcc1Z9e12mXqzx1j177Q3J+UswkN0tZNSKL99iH5LhjIwGPOZsDGD4XsCwg9ekP6VMM7I8v+EmUxXsOecyLnQqVwaYTyoiJRisoK+HGnXJY8esTOWPECfnzo0yjtsrHhluGbVMVPNrx0NfdsqGJxgzQqi2d+z5OsvgW+gp4/dnnlm+qLrO+Ng7ZrK5T0Pn2oMG2qGpNPA5wHarHxDMHF2DSj4NmE6WP3PEVmOeeU/9NctOTPDaJCWbPmq/rvmx8bWnVzut6tGtHIZZwDt5RmQ0PkgmnvLY5v19kizLrJkDQ0xjepf+T6Ry8//8x9cKKuAsSCD48j2wqRStn/Lq2M0ToBKbOWvp6jmc2TCh7Y3QS+fus8O+N9Y/a+T3j03t/vaHDV7bfFUJqw3LuV2bKX6p2Y/jDNSjfw8A+CoI+w0loDvpg1u+4S9fA+y+4RG/6ZLfAwDeHYy/ZTA7+Pp7A8C7E+0ANXYdYwz2LwHAEXTXgZXO+9cAwB+3yBXT0AE2w8wjiLfvQmcj70bg3XXdtQyd37JH/xQA8O6E7thr5J9/6/dfmqMdPuNoOvZtFnTdnwN9fbLgve1y/b8NAL42trsA4I7xawAwY2rWVsfUMTPWnTd7UO/0s1+7f99rr813BxnOdH+mS49PDwlolrHu4+iaXgOA7bgf+j+AwhmQHY+62b0C9MB9P/c5n4HivI/nblkHfLf9e5cVOx31e//pieD8Oj3nTsJbQKPHYJ17AcD7mlSZinM1910DgM/ruO//AkQyoD0j23Sh/6Ecd39tqB77tMZ6ZO3NhV1r9xmdcSWzeWUnFsyt0lYg5pj3jId/93l1ZIYGJ5pLf8ZRt/Ph5QIXjIkTPFroWSasTOfwcEFaO9wKAM1jr8mafUyln13+9O92umoccZZF8T/zb5wCVdJi1Ob5GX4z/Y7IvmMt4iSowVBQi3vPvX535+SZdrzmVwDeGqWX9NZ9iEJ57KejALNgjOOdM37m3xOs9ICI9unB4j57Uxq2a+XSdFOGsgDwoSx7G4fuh/8NSFm5jKMgTsKMI0Z4wIdUCAl45fJf/VgxX86R4+s5VwsAn2Um1zVTt46KZmZ2PZyFqTExnzqFCwR5jWZNnMmIMd2SujhMJxiB65Kh2IUc4NfzipP9GLMuinNzAcBeAzsWLnll7wG6FqNguNbZz1iK0AEY8b7JBtvlPUBtM3B2lcSyHUPSFsmS2wZ4TgAwQ1zrFNnmKmLac/rmdE0C2MX46AihA5wqyQQKuGbHuPkOw3tZo9CVI9xnfgb4W3Z3FmPPnE7vc7uucraY3pLpQIlRj8XnV0bj0qPoCIyDflb6Os63gMZ2+tvp0Kj/TcbqHjsFZhGh3zhUsh6OrB1Qdud1l1DGUTYZPMjdjrHlneOsG4Cbs3GAPaszGlhLzB4A8Mggy1rWcZP1KeuUwBYcL4mMD/DsPdwA4A/uWbkb61mnOjdK/wV7DzlvisnnbLjinIrDJ5kLXgtfh9M3e265wD4D1OKgnWj7rlsdse0FfsjuCQZx1oWe67KRerYd/Aa1JsPBIPCiI/P0oZuIow1wRA+5AIApVzyydsm2KZ9mmZUgkGYAp3pRMmYi4wKOlj3TJxLn5GcDwDbU9RwM78qi9Z4J7Bn6quEc+7u67JIVzGcHtPb2DpZv9XzNPkF3iGicXXzKZzynPch9Ho5nZgH8WTscROYzjc9ZiMzDzvAAiKx/+8s3+Nq4Le9qZJU3Ihm2Lktq/okMbKaZx7NlTDGX6FVZWz6m+falJ+th9pp54Gjbe/A6wE/OQNPGOPeScbPkqAFtnIVznjfTnntSSvEyQ7hZlHtp1tJRgYYAtNGf+RAIYABUAFF1PdM1YN2cKWTdJjAkIDeO0CU321N3BTJV9qcFRkrRxilPoAQZk82yTalFNq3l7p0Jg1xwiUZoIrqr1xK56VJ3oeus/6oUsJx2yaRwtukoDzzfGUzQxejcPJt3AeywDji+sbvhl++cnTG6Cn/qXZR0ZL8NJAHqDP0gcwHJKNsd3W13OmWfkuFc7yI94wI0lm7o1WbdiRlvgYXhCWTC0In3L5vH9dD6EXyorw0ys+4AfG4BkkzNnvvO/iRT0rp2ygGWDyyX9bGcHVlepxvn6j5+skOYP2AHgCVE1YxEl1r1PEaPkGwHaDj6cTKHKWFswJPxyYnP/XG04+RN5kwzPN3ncVMU6J2bDNTQWLJdE5xAQManaXoYmZ1AP/pn7vqCgbMJEkhwTEHFZg4zZ3TS/hb9OvIjQCJO6sobSmKiSxlYQ5qIZ6LjaOw4/l0JIb0Sk6kqx7CWGhkcb1DKMJN55Wxs9n6CYeElzk/2JlVjoivzLrJz7+msot8yuirz4j0AspX5lGMEUIoOloA2fqckNXwJQHyp8qUVBACeM8mcqa+MP5XZLQBBVnHGDACcNTP9jv5outI+LvA32avIs0MPY15aA2Q3oA+0TYAYYyJT2MHQ5vMGPgWwhYdTOSMAaGRO3s21AbeznzyvGUSsF3z3QN5+yp1zH2WL2zsaemA9P2ncAZwit7m/a8ce81+zyOG51wKeXL7UtkLAHpeklCxAlrXdz2fOXe29y4X7zAL8Ew+7jGqCtuyz0TwY36OH6oU9wSjRYdlvAYS6/pnohs9LlblNT3NAjCnFC9VqoQGvk6Wd0uaAQKX56nsOZOPMBJAwUGHu9bOX/TF95zVu5tl7E8wH6DhZtLQLofzrBDmYU9CFLbvh4QlMEj2RhZwAFTIoY+smuFbXEyQ7OqnJiH0WqmQgT4Asn7ON4gxQgh2UBdkgu0VpMx14MZiFx428qO2fPswAtcmSbLBKzoH7BlhtlkxVJVdjM8iMjGb9sa0nG9I8kD3QWyZQKfTqnssCiwAqW7kEmqDksfvB2n6bjGAzJaWf1QucM1pyD9DvkcYXkD8Bm59FO5xPVAigFHY/ACVgfB8/afyvAGI/3Dx//Pbmf/4fJCt+FiD8/fPICclXMERkJ3IEMOvtm/exWaF3wDbsgckwzpyVFS+efaqsVxiasuv2ibAu4jtsYT6ucmR7RvqmS7KPDHRwIzybrEjG4d7q0JfNnVRBItiEkvtPnhG4QCCVMrdfCQwX+OisVAI3oR2y+13yV0F5GovlrXf6880Pf6DqAL2MATUlcyTE0ts8tjbVDsiAZbrOBG9FEYA6Al90vljGaDGRV67IrQ98R6YqegPH5lONkbVIRR8CMCILXARBe/OGzOq5OaWic/17AdbItRezlpFrAN/Rv5H9yHb4zqWXNSdKfatggmml7ZpCnzmnUk44/866KNgIEJwgY9HlR5d4jqyDSimbzRpACz+7+pRuVK9hziMC7ABwKefPO94xL2xAAfqsR2QWgUHJmgdktB2vuTpYT3ucEtPReQiKgqaMH44+zvVp/RGedGUmvrSuED31nnr3OvjeGcHKenef9crc0CR8yPwdgELgwZacYFDWQSAFPpG34WEHz4xdgy3QQMbykvdf/0gJ++ioqEmsc/SOJPLw+ZmA5wbLGQCOnkrAWyrq4HtJFmszf3mGfW6UgN5swK5Peh6HHqggk4ApfLKzBsYWG1S8dI+0JquttnyDBmmh4QF70XPY+wauwZyQ+S5nG9RMj3DLckcMKPP3717f/PiSzRQtPqRVRGQYerPXAxloPTrvbx5Cggjj4xyV8/A/7f6kfQ9sP0zAA3tZOW25iZ0w2kXpLvS0/I7REVayg/076PQdAKt4dwnoDOVLgNg567OD/9KfdwGo33Iv1/z/GQAuge3gwrXNv2stzopAFI6kr98FAMfBEcWinyrLs8OjVMZ5fc5cW/9eUS32GY6Tts8895Rd+/RlABjW3N8bIg4TZ202hp73Hk7XK8DvMccKghMgfNAsUSAX75nV6EKdHJ937cm3ZgjfxUdXgye+lRlO112jr7XnNUV+3cNv094Oel3SFgL7dq9Trt+I8Mow9necnex3zaPr3/fdlXnJ/ZfA7+2x1AH6RbqYgdTxWl4qjx20yQFrBSnRTXZIYdwNfS0av1wIXz/Gna+f5+xXWZl0FOKSh82NOgO7e+9JwF8+daQ0S/NaL+B9rLujBgOnTtPFo9c2s3Jn8f8BTkyGUByy3YcNfNoe1zV0lNaOT10hZx617wePuczojOKxaOnynQUSct+ij9JDQPkoaecM16zFzhMLGIhCVYf3OpD7nmv0dgZCTb8zphrOhxNbv5Vm7Fga5ez83B2MKa13Hjagyp/ITsnNAN5rHWIgZvVC71HS9vNsp4mdTvqcxddrAw3mVE7zgjGSL/eBd8ch21JZHceecdLnM76Whj7v594nteCZX7s5pc/7n7XumbQA1Eu+HCVw6LBgxuHIHLpqxHn2NArjKvOynKdR8rIH0G17sASc2DNmOY89yzhiyGyavoAGgKeHUrNy/V6iOC9AUtZ2SszQ05PIar0XkNZrMYB097cBDc2AO/97l6U7wB6nVYxMZ3nhRNwcxos3KXU1ALBL4cXAOcajC1P2MB87CJ3JkjJhZNAYp9qcdM3i9vxR0G28hr4PIGjTF/qdaUqXYexbfrAv3mP9OYYKPNBSlu8NcMRAsaPdztKUjebxVVua3bXzDH83fWqPW868oHSzI9lsHDLOUtIzm7nX7A6v9zCqM840toApKZMdfsmcYsCzfnFuRo6sNdmBeS7cAWDvjwMNMGwCJCBHCjAXPOJpyBLWhfcEeGQBCTzg3tAA6+UoaRvFZJYuXkjPwdAk2RTQd8pLLpneSOTsb7LQDKpoPU1jM/4AaJMVgsFNycJG/GpEyRLi+2RZOoNN9xY48L66dH/pOCUacVyUJg22Dr3kOTjMhlgnOJZ9cvYzC4STQZ6bY8+RrbNGyba4zOoKTabs1/GA2fO3kwlT+mPNvL7aIxwVlqMau41ifb8HUkALZN205D6PbJaPJYwWnL3hnatn6MrS4HdKKxaQStDXGOPej7wTRyOAfnkMZ8MBzGEk00tqzs2HcgTZyYKjWffiEMxZvCKpA9TYq3Ho9R6DriFaPbpHwIz06os+tpf8eiAAz5mJ8KkBbVPnIZuZv0GvOfeOcsgOpEhWYvU/y6SJwAp4piUAACAASURBVO595XOufSinUMY/jtWRty0t7b0bguEUaPBBnFEB9tsnvQAwju/KtI4x2XrQSojvOB/1d5cIHH2I61JKLM6rBgjtgF6dB3b2yhlTGzBj9YwdZAD/L8A4mbXwPddwbX4PP5fv4WkcYV4rHGnD+854pAznyNnOAb7eAWDOxJx9ydDjScn6XWeE3TM+d0jbSElVHKer/HhK1+IU531kBiWzMvLQurnL3AUU5/04vFhr+IletjwfUIu9a2lLQEGekIzeOrfIxkjGSwJx0j4gPQYZc77fAWAci+yPy3hPlm7lgjM0R0/wTmi9E2DF9R9vnskJD9/g6MZZiyOdtS3A7nUdenO2EpVaRDb3nSm6HNzv1XcwZwaAT0rqpgzgyhRqDzUewIgDWGq9kOkIA73H5/6W1RIQMb3OWmHDGqJ5MXKywYcpeT9ZnpwZzoilzOm7ACK6zb1sAbSc+ZgSqz4HoT9oy87RZgPmHaVH71sDmJAr8WorcC+Zw84YNT3oefqLz4tRk8ke4mzw74loGFkqutB4eIdLHBMkpNs+CuSKDppylpw7jLfOvQD2ucYOfMBPn3+RhQEto3Am8EBgAaWHpzciYwSY5EOAAlvs/uEEAYhGcLLz3ARSBtDi2YD81qM0wfSNjg4KgAX9fWen9sBL+nfLa84RhIJp+QLgk+ADPYsSmDiQLY9T2pixQyVeY3hTZ48DyVydIH0+nWXpgCpKJqvsrICfgkJMnfe4H6neA3iVdhP5L0FBKpmre9AXKIXbbM70fmftspfpsR75wbOc9U1mrQDKnHXVu7kOoDGypc5uQMhk+lc3zy5CBvAZAGUzpJDh1VfTt56+tgDlCiIZ2oaonHHrwLcEckLjPD8yNGV1G3gF4FY6JzAw4DDARvoRc5/7JTNvzffVS/HLAOiAG8gUQFdokI+DK8jydBoWvUkp/5sy1czdGdIGeRPQg/5IxqYr03DW6x7AXXQ06x76jiCAB7qXYEDONHo1v9W4AYiTpR9Wevln3YeMFvDy4oUygPXlG6U0OnjF86ZHrFfXY2XPM0+VwRX9F8hjK1pO3e/0+ClfjOzq+bfOxugdgGMpYe++pqILeMiyRQNEzps2nJ2YPrKA0uGH0F0yJ7P50CugJr+5HLRLnTN2yRT6lktOmwYM9KdlQPXOVlPx2YsOQ4CP+R5QT3qneBN5lOd1Humr/k6o2SOX+9W5o21F5lsXFIAIHdLb9qHOunwCKERHElhNz1jtB1mj6f+cYJc//PFFeAUwBd6t3uzzPHpT5GxaGxAk8+L5cz//jZ7p4C6BbJivlHnWSNx/1bJAsuWPf3pheXePwD7psfCFAxTQlfQU5o5++1T0wpwdlKOPM9WnpuxbgX2sy1NlGD55+Prmr/70082/+AEZ8L3l/nvRwBsBpOhEj0UHgK3wFnv+ANtgeo/Si/cnyRbOaQDYRwLMWeaWovdcxV8A9YzXFQk0SHgdwBiR9oGS25KdnIHwAqD1Y53j8DUZ2LiM3HP3HfSbM+3BAwG53ye4+c0bZB6BFclOBcTk3OCZBtfpnastNH3p+h9+SLAEcjB6fYJrwx/iU+1N9BeTo0DztJyoDveH7xN0gCrmwEoAKB9moVcHLWifvteaAeCFFgCAY18wJ/OPsosJ2GBP6NHdqhRvJHMILOC6J7OeZpf+Z3AuAOTB35rzyx+papSgHDKYOaLf6x35Nzoi5+3NzevXyZx9/kJZyq7In/G903q9dcCGdAPtuTtmBKXT/+Gwhp+5VustnuBcjI3JtQqcIflc82UxUB8AgFl/KnyYe0b/YR7pM5xga54HXyYgxxrN7EVkj2UEfDQV0AxyuzqW9put9TWA+IwtvGo5KxlmccPZZV6MT6Pnr8cBaKv1Ybz8F11/bOq5kBEd+j7LNfZAcAnseexn5mOXhPeFdUrAGP7p6H7wjH3cDuTifZxd8ZdYCxx7DRZ1CyNn40dOnn3pXnfOcEZg1WaCGb3QDXwKzf2k9cVurm+HoRRAPvyfG07EI/hnAtAPg/wSr9DvH5GZzoSnkbRsGs3i7//2pQIrGJBWxRW0ErxTAN0AuwO2WHv0QAWFTbC919JnUatWwF8J6GIdWwY6QctkT4+f+fDd5XsDyQ6UXOvGnBy4pT+PShvsJQF0R0BX7PgjYRP9CAzvnwFg89Q3f35LBvDuVO4Ll0P860OwsB0jxrwAEQwAfH722dFuOpvPoaT736OwzG9nZ/6vAYAvQdEFuOzOkY7l1wDAAcUiTMvCXwNYb2Uq/04A8LGmJyFz3s1r4/ul4O+19dvfg8jsIXEGkL6Fzr70/Nv0dQkA71mr1wHg7Ne1T9+70/ddtH2ex7UM9P0dOyhXADhEM0r4BoLUaDwOjo1RvjT/iz2ILe4Pf8J3LmM4B+DXAGDuw0C3UwnD3LR+uWo+7E8A8Pjs50DZFJIBQLKel05Ar4IPgoLJC9xNtFENlVH25xmHE3ETKrfoiwyTeW5HX4cBwzjAzM7NCmY+u6y6Ri/n9bhOU33WOBU7R5wLA551f1a5jxy6zgzkcAToQam58sJzyeZ97Fx+BuLPmXTnMX8Lfx7riDG0nQP9vvrM0RNllNJjvxgXCq9uaEBC6FQKFo7J2YKOHUVjL4V00MtGF3x3ZBKNFyyA5srwqXPT63woninDbHDFSvrQoJXJKI189h68a43XmcIJEGdgypvstNlMX49x4/M9E7a/9T39987vkQvrnft71pjCK/2vju2Ox2swz7jnLLU4h/xs/Xmcg3ayZSP6rIK/a/8L5q0eQM324R6Mg/38j9O5GcFZ96x5y+aigKIUrxKgx7x0TdYinpkCZXE6jZODeRgUuMyoPc7oEy2grFsuOjsHB/zK8mhpm9BMwJYdoHIZwgKx3tfsS0E83tnycLwDY8DlhUxrcRR7Lzd96ABW/bwYSFn7yMse7fBHM5h8zTzDPOIsh2Qfvpfhc2Ty2SBML5nKkxiGqYawn7k9f1pGL6XFFm94LA6ASNZaAWC+T3bt0ou6f+mrl0xwZwzbeURvuJT2s+Pe+wcNTN/1OdpTMveyQkDpus/vWnls7DNjGce+e/3aqZTzjN6Z3l8D3IxVhjYl6fRbgyKSQRKwb2WSB8TlUyepOYSxM764JSJaOHMBC2UYci3lIOM0T5ZYy9iml1T26dzz1yWFdX8c0Y06T1Rzx1kAmLV1xoKeleysAZw0pxjegMNZLcbnM7AOQNNPgKu+qyXGumbIQoDSPfinzur2YM1zs67gfO/IFKp+wFmhAbg09/BhDPbIn5bG3cu5fxDQ4SxOzYHsYPeinUlQotOlHdFPDC7G8c7HoJloKwEYrUQxrQq6Bpz9BYDH4cujGzSQyPWsl68TUPCIwAStJb0p/T7oEj1L17hnnXsbw1/I082wP0DPyIlklh6cMWBb1gLQC7ns3ERkm+kp8tFGt98WJ3l5uxnS0bvX+RBAZZzok9EcAmi/xTG+fY6v63ZwueeP10P/a3/qykOG4wzCkbtc48CGnvFHVmIzysdRM9PnzIyjAf1m6fL8bMBMY0tpY7JN4vz1ue7S1aznKjsf2g4QiBwKeB7nfc4A5FXOOj4GJiV/cDwZNNH30ExKyKXHKXwaXkvpW64p0MEz2XNKLUeOZO4Fjl3ufMb3GR4ewJEsN+eA4KgRvXifDLK0jDmONRzxzCWZDimduXST9EVERq2S0KZ9eGUyA02XAOpT6aOlnq17DdDGwA1UIyemGkbtwTj/KcUbUJj7EqAzrRPoOSa5kioucS46oGf0VYObOODp5Sc7l3UBAMaRl8w/zZrzSk7YT8qOItEgVQpE56IFyx4HzMSBPaR/7KNpQc/C8Wq5ZD7LmjHngmcGzOzgoxylgDnOOw7TCawgAyr0KvnvvvMJ2gsQEQa3bqq/Zy1nL5E3vMv0keGxBun5PQCwnPLcQ/YTgCjze6cxuDQ0zj2ckMhDdDGeYeQp44i8XJnLLacL8MAyP8QDPfqkHXbwoWVagts4G+zE1HcA6dlXnKUABqI7Mui0v4Cj4WHxgzKQ0psPfSfgBusGSGieGvp3/3nLvAS1AIBk3VImsrzE/fzG2rIO8JcBYNjX2ZWAYWQ8ARSG3noemt6YP+W7HUAQZ25L9PPcew54eHzz/lN6lfKfnY8eN/ZEHNwBrZ8GAAVgBNDmfp375m+/X++6l4CYVgE6yvgDAgpsNjipDDnW2jLC4HRoBxmCLsb3rGmyyEcHJsDLQRUJAOA56UEKeECgI+cxSkN0EPfJHFqIfKAcY3QKfmcd3AqBTGTRFQF2PivN25TxBowb3TiCwc83fWovyQKFHtjj9sWm9yr3N6ihGdvRVaEpzd+lstObFkDRoLPl5py9+jsAkzPnkEPQqVELOaGnjCpjeGRATWPUsN68Fm1JjiDT01c6wGLkbDKWfraczPq8Ef/Ad8k+Cz3xHoDIt+/I9pyS0ZRz9vmHbEBOkP2rEtMf3jgDmBLBvN8gmLLtAJYfuud5zgeAXMAdAycCQ75X9qbXzz2O4ZmUG2aMAOABgZOJzHsBbBgTQLplPvuoPUzp9gSjGHjTe1LOd/wi8J50RfTFBBwhe1iT1YeW8QFoWXZal07p51aJcSCo36MsTGVLE0jy5EmyWhmnyUH7SFlr9o9yw63Y4rMSGUJfSc8xwTZ8Bw2737PmUgC4rQgWeBwdhcewl2/Vxxf5w5mG/EH2sF8AwPAnPU0Tq0DGGnodlVlSsSi0SUCcSmtPb2+u/MMf/uB3vFb5c8voiT/JXvFL7EwHUnEGIk8J7kFPhmb15zNl+T50mVtsM7IzJdvZB0r3ApYLuCbD95HohoxR5vtUc3hAf3W9853kxwvxTIDYAMCSPAHqtHYEebAnj58Czogm7//55t/8Tz8okxwZcO/mNdmgU4kFuqdcsGNv9Dk6B4Xkb968jG36SYEp9IZvIIdbMhCAYD5B3hEkQyAK+qv0iBErBlL1/whwe/1a549shMdTYQRZ5r6/Oo8//QR9Z/3u31fPWNHXixcEhGZckLh1WHRsHkpJZL3++Yva0gGAkgEZu632eUWcgUsB3963qUyEfDvoT2P+4w/KxNcjWB7zGkFBjcPlLIc+eO8zgodYo/gMuBa6bgUAyPa9QG1O6CcKNJBI8OfdawJqUpKaYIhnes4xR5ZzV0UtD6LjvHoluS9QDRkEjbzQvN+qnyyy3H17JUeYH89G5wFEfUYpZwfTaXz67aXmTqDoIwGxZJajn1pvEcj7QWC/AWWCTw0AD4ipCXAmPFIwgTOGNV9XubFuSADYJj9s16UNTrKSU2XAbOLgogQQtCpRbZXDt+Qg+wDA3E8gAGv68SNBlAleJduWjHCr1V/4tPIdc0dGNYAstBCb0L5NzgtnpmJvRaeqfcbj0Qf3PeG6VB2JzYlO4+c4AHz5v/idoDF0jAMANm2ybsqKZg8IoHLWc2yNyI3Qs9tFofOMHYadX/su8j6Vp3IOJWindJTs/Oi0/cT/skBqvs+xnzPn/MHXg+wiAOCzdLO/+9tXCmChPYUq+0Bh9IrQvY/tr0DgRrZShsDrMS16SBpowL39HZZ7WbNWfslaMncCXWltA6iNrrb8r8yFIJycXXkH74/+nbnWr83zYqNG9+DT6mjWSeFpdHz995sAYB78S0GsHbA8HJ1fAc/2zfml77u6u7/hy7sBYDYlxNRrDuI7Edlyzu4DifJ/7VMivQ0eBQDmEyEdpr4k6jDBDkjs2Yd7ydJrQEfHk0yD9Ymrj/M/Y64j83ZG7HIK787OrsHXAOCUqMz4bUbh/NGfCCUY3iJ8c+53hPseXLx31uvcUP2475Csy6l1dVPmy671L6HlIwsZBvyaJJ+17Rrs2dH7Pvc550zw2/O6PZudvi6zry+vteMRoewxXx5CY+f4BgvqK3tyfvO195qWZo92Wm6p8C9lXJ+zBPK+RbcWibPm5dW7xnRet/NBkUzQdfe1bezvGCb0Stk//deJrXxJAWDP3zbB7dP+1sE1610wN46cgH07/S/+KH3nMF38O/LCB8is4Lz/DCDXEWqVc+Z37NmUM1nvXoqEeXcOoLWEt+lpw9w8kC3p8Rjb+fyec9FzL4ATR1oMLz47AMy/69SPo3FF9FeB2OXi7ojPQb+AopboPa9bFrjZEnNGHD1PF+DX99hRuE2saxqn0CUgfVwHXQ8gV9qwI297Dnzl79gvr8MG0lJqsGQ2/GdHgHWI3FfFMU4+Qvhyg+UCzgqULNtEcb40SytKBw9aHJC9HUUmu6v/shaJDIwTBVpJ+TtctzGCcLqsdUhkvJ8269O37KAu3x3BMVag1lh4fu/3SPR7SmvtfNdzru+JUr9/uL5gSN+XTPoYARj7NvBwEhLRHb0x756/VDFvhikXnQFgjDCXGR0n48G79pguIyrjD90VkIhzLMCt+2Miz3EYu2zrzNmlkqJYLvqJXCjPxznCuxLdbCduHbKzbgefbesdoCbr3zI7BT7O+xdHZEoQ8dl5fe8H3DHu0Y/dl4BDOPuG/2adA4YxhmRieb88X60J3891uADNB4Cu+h4XiceC8mEnkeYztJ2yaDGeGbsBDQNvlpAHzRUAPkqPDqiCwwpnSbKgMI5iPKzgqsUvnrO3N/Nyb+pxai76z2+hy3zbkoyEHCTbNucY8zW9OMK2ZV0n03aA+NDc4rVGvp55oHLHPDr0jVGGM8GBJ7x3jDPonO/QWwBsufwA0GbDm2Fso2lorBnBdmzhIygIPAcrxmHpEQcZ8oN3NIv36Kk5g8fwZPpEvLsnsLJDABtjWEVOIvfay5r7A4DiiLgNAOOI+UjZdhvfDQ5JuSoybJvRsWfW12HgzA77/eJU22UKa8u8ug/pnR5w/57oCH28DmTm3evRs6Ej90Kbs5rfXFrVpbOhp5QjLgBsuiFz8zCkWevIjDr3GV+CL7LRCaCATnMGsF+pSNGs3eGZMZAZS0CQ0t4KYEn51pwz2ffwqgMZxtoPGJIgj9WTckBKl8+q3MKhms22zDOtB1CCP3+SQ9nni75u2d840rI+D5DDOPmm3PWuhx66/8g996sc0HSVgktlAkfku1xcMsSPoDjkSxUe+NH6S9bRtOQy11kDwB6vG0DgnH3MK8EhY5dxnhvkSsQ4z6l+YRmgMfh9tBsYANj8aqfVJVicfq2VIzg44xjvp+/kcQBL8CJONGd0zbz8Pus10RMCaMpZ67KmUy6efbEDOgBfeTqZrAE0+i62f5VEDYjN9R0nMtx0OvpzzpE4unEQUhrR+sw4yOL0Sq9QcBPkYQBg5tlApGSS1tHF8xkDshq+aLnhZINlH1ya/OSI2uVleSYZ19lz9ply1JWLXOP9c1lR9jhAQjKEW7KbczW0bCyYfnk41chewFFGNh8TA/wDXEcW4DT1MwDiAB7S99LvQx6jt5H5J4AtvqShI70HB6kDzQBeLA+gazKG5Nyb3pnWZeaMNI+jzw0wwLMBgCE9Mp8MOOvTXr3ITdbTVWj0fcq2834PJHzMGK0jDOi4KQjIPmQ1csMZcroesCCVGFLtxmNQuWTTvUEPPY+seO3DIwe2NNgBmavzBDo1L4XPKjuskyJ/hl8ZW/qSa/3Zp5F/gF9kuLJP0QuXfk6paGgc2mcNKl8Bw9rn3vvCvThh9Uxfp2Uju+oo/655xeEY4DcgYngxQFEyigC1yFT/rAAAwCjfb6c/8y+YTe/WKa895a7REw0SulzoU63JlBK2jk+gc6jboRW8V6XQWzKbNX+nACEcq/CE6U7rk4xUeB75g8Od967Aw7YpSfBNqpeQEZWKGZEpkAS0wvrCf/C3+S9Gv+UVdHRUSbFBOPbU6FC7vt9At8pnHNIEN7lyjrPDA8wm45GX5PyBbxtwUpu4/J4AED3HpZqTJfmzMvB++L5ZldGN3Vua8syjdyWDNQGGAMAEXrxDzlpJ6Lkb3YazwcEw2P76HcDIwVUAENoziu0DrJFgDV29/ylZs/AFNI7j2b1W9ViyNz+PI94VTuS8hjZYfwccWa8KEPXu3VsHeVj2j2x3gJF4xSW4CVCghKdtjalqBL8iO5D7Zmv2I1m6lByfmSnDMmBiewUDwNOjFjvwubJL+zzTnTPLockAqG5rY1mp7GOBhg40cvBTMutj/0yQFcFrLvUrmaCVYngOPJhM29hSAKcC8QQCB4hIz3PrSbZRc56yNfRkJoN0P1+fk80MXWpPkEcE7a1Ax9h1KX8eMN70xTZr3cg0pQpEz2PojpLJZLzyvPQfj734+pXeTca5xgUA76Am8T4M9vpVyr0DAPMsB1vrJ+R5ZHfkkgNoJiCmOr3BW43v5cvXls/fqVRz7ALWIvZwdEKqayzfgAMC9SZkKH1oAdFZK/gYUI+h8eFsRl48V5AAZhW6NaWRHYA3usnPOv+eEeBD6eDJouMcIrucPXr7VmNjPQS836fcsZ7/7OFPN//u3/5V9Art6YMB2ZB7Dx0Im/fH7Atd5pwB7EuWu2lFc6OkN++z2jT2xgeV42avnhDU5JknsBaZ2iDTN5oL9Fj5nfMenQlbkmAwznjpm3rEY133TOtUD4SrRZApzBlLqX+N3xVBxP/Q7PHxGZhxO5Naf3NFA+tD8PT4uyRvCR5hTs5iR1d0UBeAOH2QkRt6CoE7lHMnaAZbY/y+MZnl1ySLmYVQz1rKJ1se3LAGlEmOzuhW5nwzY0gQx7QrEB1gJyWIhgx5bN/owhkf54jA85dpc4Ftgj5GVQDO/lZCADwjkC16N4Efn5Sl/NTnANjFa1Uu+WBZht2bLOKWgfd9bwCAU6L74SNlj7P2+sePL5OFDsBMVm6CnTRzdHirz97l4+xPZZuUsU4scMbf4J76KtISBHqLlPPHgXTYczsAHPCX85p7nqh0NmqJbV5IdOivj7HM8hhXRaU+vgGUbARnRypL4OvqOKP3WofWcy3TXI0vtg/fJ/t0gEfd9kBnEbIUnbT+m56ZlPWGv+vTi9/Dmte0QxCtSH5wFradBro09AztMkECReG1Y4kcUjByRoyUAGTGHboGQLf+C0laD45Px1VB9F6Cycj+ri0YmgzP8Pf6QM2beghBGX/7N+9u/vxSdEFvZ/QS0a6D2TklxC8OemOcPnOzr+h/lJg3kGwZxV4lqcvZ05z9fu/yZRL4H72+/kit7+EnptJIWhf1Y30CPVBn69FikFlic+u/6NLji62fCB2KoMQhmP/qAeACSedMv8U1f9m/fQ0APgzQLnCNlY3R2cTb15lUj+/3WdmQnft3MOLSQQ1hRJj0+gJ1Zu/t/ZdAb4htzyjr+PYxfA0A7rV17q7XxRA4CG7Wo2Ovg/A6QJ2SJB2f2fQKAPwlCrgzM3gcGIfz4rRfPdm/BmTemlc1iS8M6jpQmRvOz9v3k79/DQDu/cd+bALjPKSdlq8FF5yvP9PV/uhDX/IecUBtB9sda9GxnrMZvwQA73R2wSMFQG/x3SYwR9hnzy9Bnz7rrvU7Du7j+QUlFog/ftXZxxzQ/ZzpvBklPdv2a4/oHJ9gOZj4fR/bWS6eM4D7vmYdno3RW3uLs2abQMtvHs7NcYIf89GgkunVA/4S4D58mfO7HcC9xNkiuc+OOu9dHPBrrsMPNn7y9/5WurOyg0KBYuLx5RlZq+sA8Ll0Bs9tv772+G1JN/ijzz0HylzKyzqZA2Acsu3isF6ZcFGUcs/KPl50ygT2DONdzttZpf92eVn5GmN2OYHNr+MA8loPAGya0kAvHGfag70EdJW5ZgB3vwxGDqBWedS1sCPQZbIWUM1ziGhz5OiAKV7z8R9X2bkLAC5ghYNiBViNM1pzteNxgNgouHNefEX+7OBwAeQqrtmXMO/lGbu+x3Dse8/XXPJWgFKeBwBmgG0ci11j798syOEsYH/sEVwA8J6pFYdIMho6Tvf/GOf8kakrxbQ0HtopINk+NCn1nT4nkYkBE5fw8jgnI5vfk+lbHWYyn6CfbSxcVwfqnsVq+txkWumzNHyArePA4t+rzGWMxo7Bf46ybBlgUD2/92wjwj/6DHJmZP5xRgfgadaplW+uswxJthaOzOMDvUHJI8iQsTY6xmiyA0avp/WRnW84hvTulJo8yUc93yA2hhiKfwF0XX+UAdU1ZG94LaHtARKOnoPQ6czFEb+sAdmiw4N1noeeU4rx6KsnY5NSfs6JG/o0HYs+CxY7yEnjIjPAzl390ACFs5wpv+zgomWG7vd5hhwaEfcdRuTIqfYKLtiBUyfnwFqvlTmdfr57xmwDa7pHlVPMo5HtT7D2R+cmI6yZc0SSWz7pnemfDPgSh6mznaA9g+Rx5hR4jfM/YBT/NUCDvW+51Ox/HCIFgGOUcm7SCy6LkR5/AXETVDOgsQmxzoDJZvI+Mr5kReST4AQyuO4Bhur3lpZsqWA7oIgu1m/tEX9kuks+ALAl2CL9KQFxsp+MsefyOq/Kz16H9sGas6bjCqhMubpkma4SxLUF1v7iYLFDhTXXM5NJnzOujofw9OrznCzk8IUdlaJ/QAPLjyFgg8JjQLtsqffrci0PXZxsFN6noQZQX3trJ4PWYs/+9fh67sz1rBn02Z6kHjO0M7K0pYxblqt86lLE8MjoRIcx772O/PG+k40qSiwAbPBuyoVatp8AYK5f5cNHbk5m/V6i2/du8qW8ZLrXe+u86nWmDYDjkYOHLmdQtjJtsqK0ngfAP/OIrE6ZVUpgxm4NP1CisOsWIFiA5Tg+AhjWxsXBmeyfXs+frSAxHRbtLOWDY5vegygeLmmHIwjHtd7dII1UiNC1KrfIMFwq2cE90NYAc5ZlAWq4yJmYABqW3wEdUjIwWdTViSo3G1yQzN4ES0QWHlMZYHsClJCfTkHMGe25uPxcAIdkcqecpSsA4ABifadEPazgPqoGcLBZyEQEGEqvOkCZ8EAyMQ0AM69x/N+Xt6wZYDjXXM5+MltYR3jMfOCs11RiaeUVywnLUr6jBPDUwGNtyXLQfnrNLelXmQAAIABJREFUoHGvc3g/NJfsjsiQBCRlzVYwgnl0aDBrtPQz5FidoOYBvRvgDYDTchE5zDsoxwxwSOly66mRKUBlbp+hOR19aAl0M7GlmogzJD1uvXf4NIFwgHNcRyY2axu6fChnN1lw9ALegyS5394f3VsAnHsAHQG7oEnz3PBGy8YD7LAmrFlpiEteCxwr0NmAp5R8JTuV8QC+pjQ05xylWLmffaDkMraxA7V8JuFYTynB0F5k+kcNypm7OkO7X8647H6YJnEyk0ms8uPosXr3GwHaBz8itwmSI4BCGXBhZLJCBWK6Nza2BnKWraUaQTKrfla5TkoBpycwAGMyeVM2Mb3gV+BP9D4czNA4++Ce42MvVv8M4J5AgJyx6WFoGvTaRP4ylgRoIA9UacB92NG7VrBqzw5nnI7ds7fEYhyUELXdofk+eRpgsvabsya15wQ9mLUIXjEQn7LEzcxkls/VazTjZS8HQGAdBCQl4A0QfFXSgc+sa2hcZGDpKtOj+zpS7tQlxFNS0yCpwDPjzKLRp8/Qb0PPlMdFd3GWuNk6md3MCxAWWnPgiHYuILBAeYFFH6Gj0Z/4LRnsBA7Efg/ok9K3AdpDc7yfdSeblvVuueeAmwS1RM4f+sAEZDx9lvWhPPYP3yvQQXQFoPJBYA80YbDG+mgy5RhTdD72AxCLIAkYEP0De/OdgUbWjjGxbj6HtPaA0ehm0B577x7P8PrmxC8AjGwyHYkW8aNY9lj3j+6zggsTMIGMIOCCd0IH7A/r4vK2At8DAD/22Mgyf6+15zd6eLL29ES9EYCFWHr5Iw1VA5i+Vpnen5Xh9lB0D/CfbMDokAaoLZZXNbeHBgifOgMY+fno3tOU29cYPwqcY60B0AvEsyduzSD6pQLER+lpZF5CS+wjuvFbeg4DCFp2JMAt/rHIX+iQAJmIVOk/ktmP6dWrsyNl1wPiPxUfmTaVje4AV/bokbLJX0tovP9OWas3N//dv3p486fvBfI/wbSGgyIr4q9KUEjbXiRIE95ijMwPG0hBBwIfD1+BhmwfhKuIcI4lgJYNcxUjB1UECLJ4m+y/6GXx+UeWYTRq1sr+JcCDgEP+nHQn0Ycy+ZWh+gEgULz9WFnLlFHmjGD8ZCT67DKolzE5cEHj4px9qrPHMkWk1IBMslrhXUr6pjc2FXzUX5ky+IDpBNpoDi5t3SCmcVgCoMODVM3x+aF1uXcP/kFnE+2L9V+rwgByP/2sqXCRNWCPar7wfgLAHLTkfUxJc1dj0H1kitLf9u0bziQAYECwyH3Og4BqPFiyDJCcYJef6R0u2QgdEhAgmeSgbALb2Qit33O3YfA2ee/fKsM4fYwJ7LlRlnrswddvE7BDljgBc4w9Ja9zPrQEdOwe2tCkhDg0HjMkAUpkwx5+TnwtUxa5dnOCfUZ+u/wzz4rv4pP6WrvCl/Yjut9UQLIeMusJGIiNbfpLEGG0xQRGVZ6El3O+uS2DZdjo+Nbr47chGIT9Av/FtsI+c+APuvAEMVgm61nIfQcDQNM+VxkUfBh6aOazV8OHSc5yB2SSTe2M9uwFMiIgaZJGyPrGR9Hkn6xXfBGjamRPtPytaIR/jedzj/Fr9EknO6BIcMasgAmuia+b68dHaq6k1/jPN//h/5b8+ECgFrZ1AgDRjTnHUDMeicYIMrD8sB4dRocvrcuaF8eXpBuwBzgjkI98rDuM7tJKR87QHdsSuz08k+Djyh2vo94PjcIvvmb2Iok4qYp0+BlGd6wdeeAHXysBPTR09Y9fmsnoCddBOxP8svP0S2//p/mtjsUm/1zPmk0GVx3s3UAzwHx/hA5dnUYzoeI8YNNuA7TLYoQRzbvzlZ2Xs+G78rG/CiMxe7E5OE2QmyVqwltjCMEidFdmh8vqjoPjMio+byvAUUF3bb/r/Ojz9z/vXqdx5o6T4ryMe4bmYbB/A8lcm8tdt12j/3Ogwl0Zq9cA0q7R/r4zA/e3u/hmX+c9C/rimRtIvc/h/Ozcv+60oD3oN/Q2ZHZcdCIfKOCLq76P98hA3Ohw/31fnyMj2Pt/Oca7Xnhkb2rcXb9JjBpavT2/Pqtz77/PIFx4Pb+e16W86fJv8N1c2HvOz97fsT9vBwX3tdhp4a71OtPRbT5fi7j3Dd6dLPu4mUd7h2SM61ANz9fBWz69DYA4YvaQWWvt9jW/5IVLOcdvK1pqgb/H/UO7F1F2jKzE43EnyjBlu0aZH1DZhthEOA+2dUFaDnQ4A82jgHGhzwYrdfkkWj0gbTNU/P3GU74PBQhlbjtD6mS9Ux4YvFhGcAwHdPgp98JcqzHlh2NcvKv9fu+qIHAGnO0MNh2nf5jPqAMATBaRSyOJrGpYN3sG5SyKtAcy92c4l/NMlgbXBkTLXM5A76KBU4bktlvX6P987jTT7lZJ6u05+/hSIjd8c5vnJ4PBMnQMwgEh2Iaeo6t3uaFFz7POtpYYbZYDhtmZvwsmYFDgEOgathwz33eedUxlLWMg2llhoz/KfZ156z2RkOWFLsUB9jJm+iBatoXmdhDW48Hg2HqRGOjSkqBk98OexrG2QFz3vdSHeYcnFtjd+zrOOs92kHwHqo+S+SN7A5THKEtJT9HjnGc5T/Ku85mcbCf4JYr5Z3q0zAEUYCYyimvi4MOBlWvzvHWgFrxhbpUNnm/7QBoATtZswRePjAjfKvQ42ICFeK6dF3Kcku2hv+OcYyoAuDYW2Gf9G4PegC6Gix32KcXkfq2syZxRlJviNTgMClYlUy5gdOiJzKGN/2cMLWXMeuwgVrL9wstdt/R0TUDCLkNyTXpLdf7QiEEXy+sYmxnzOmfa/zDOggBmlW929DtSOOUavYcjk/139g1nBHQ9VqflNecdskj/s3PcmZVxHB3GGUR0nBlAdexJ7j32X3SFAXgAk2yNf09fp/QfjePF8SKT8RaH/MgZnoxDw0Yg74x8LOBPViWOnwKRlivaY1dR8LsI1qjcIsI/oHgNUTadNTnoQnfsuiRrYEeDnmdZBk2O88HPx8fi3+DzrAnP9E8AOThpeN8AtYAhjKF0l9K4C3BPD2UmnxJ3RFTHKR26cIaTz906G3K2Jas4VRlYx54dLe3oM+vQ2ZaTEyDNmajQ9oAG3v/RC3i25dGRoTW8oHssw8w3Xb9EbrcEV+meNXTmj434WUTWGb41WJ/s0XVGTeS4rkkvz4zNcmOM0WT6jgNi+AQAp0EJjLtlxOpo3s8z88VmG9jpXaV25lz5w58JmkgFDutOPuvpSyge12848LoPXuvhA8szA6gNQsqzAvhEdwQ4Qya577ozuQPMp7xf1qz7zm8pnZfzr8ElCdjI2RtAQw5qnEcGFVJmF8dpHGfRSbjX5yh05SzO6Iv/H3tv3mNXkmT5BXcyGLlU9QJoIAEj/aHv/4UGA2iEGS3T6kySweCWTJ3fOXau+7uMyMyqrm5Ig3lZrIh479173c3Nzczt2OKsXg15r87j6+lZSpaJ5X1AC8ubcTIxV5cjHdqytg7k0cOS6U/WSwAyno9sduCQnXAJekN+hm9Kn1YFoK9mSsk1I7TVCuCvZJpG8uT5kS3pNRiwxfvC6iH86goFrp6QLFD8B9HdAZ7JoLCDPOrG3wUE895G17lqQuSWZQFrqOtTmjZlrd/Lac8Oa6sG+OCjgBR+wtuutCAa0OeTfV5d1WyvBDMBROMwj06zVBvdlfYIAVKcBTjyg2AqZ3bqu0+VmepesBqrM+4mY37Z67VLlz6sHoCoKY0YwDHO31VpJWZ2MkQzhszf/Ksxvn1/K+dhgKYXSo+qTExlA7IfA4YgB0PXzJA1aTZJAihwtAMmAxak9CT0unv/MSCKnvnx0wdfg75xBun0cy0AzEhfK1OK8SMbnPVlp3p6Kzswa7LYHCTI38gWKiZocM8U9Pb8+auDN6MCyRr/aL7lPgGek9nqIB/4SGOnlCQZs5SLffsGsBC58NlzSSsFAJS0t2D+9FVk/OxpKg1g18BTZI05qEEgqMvgwwdcvek0ysLyfp2lzZxhX7S/qVtFDBBLoIHtY9YJPht5Bd+jqwCYKK3L79A/vZRxJic4MnogJbSx5yzLyUwjEEUgewNlnJmt8ePkZq3QlwbddR/kjyuzYP+EOuSTmS7N+Azoxf6PXdgesWlHoaAHMgYpH815HPlFwMacoa4FHiPb2FcfBLDwcgaxgCVeLv2t8rzIJGjA9wHAAEDubqf/tICgF+rlGZmZkr45S6vn6a1KEGNbae2vxWMt5/tVz7wWzySDL711bU/reu4DP717pyxOy4Ab/a3+scqw/CT6AAA7UA+bBdkMEC86fwBxsqjH/kUeRUbwXD6A95IBLzqLz8MP7FGyk5u9G32LvnH1B8e3ExRHEIOqVaikMsBQzxotfetM4hxms1c1j5sbZXVvDq137975M0DigELIRmSu+FWvN2/e+Ccv7s+8G+xo+UKFAM3V1eREI6oisRcABQDaHUioZXv9mmxydBqyXvtfIAzPZe0407iPNKWKBwD2Pp0sPc4Lrl6i91ppxzIfAJNAjck0fSxeZ09av4pOzqomMDMpkVc/fP+9eY150Pc8cjKgCLx4JZ4BnAuAHf0GbwDW154LD6UiiHu0aq0I3qFkOeAx/MLcDdBbSUTOkMHaLE0CIn8hEFSy4qvG+0S//+lPv179D//4+urHa7IPU06cPfWKihHa7wRyAHyTbe2+tYA2TEsjgWcizwMKPxLQSUbmM/Gnl99zji4O0BXwzf7yCTysDKfqQkyr9P799FE0UjbkoyfIP65BR+kfvio95+4dAYo5M714Cbgzil13QGajL63j3XqlviPNn5Bl3Yty/fR8JlYBudI+tSTID5Y0NieyKb3KLS/M/y+0xvEFt/ALGcXcFxkMAAjoD0+i98EDP9Ar1UHj4Qnk4ysyKOf10z8neO9aPYx5FmAx603wD/d4p8AEA8cqEw1/vFdvX+6HjgPcbVBIes/CX9FTfBeZAh9gf2JnuNKBeI/gA/Qc9T/cN5jzFmumIX4U+OtS5ANYKmYpclufkf19ox7SLXf9VetkMA4e5X7MeSqUEBiMbnQmMz2DkYnYtdpjjA9+TxDgCjaCDg7O1hR9rkN2UWEFgFtMQoa0r/dCzb7w2TcA+JjV1sHwRyoiTGLMAf6WP5kvtnjOUgmyIbig/dBZ1wSiwGN8Lz15zap+2b5jrWgBMudff2ib3bPJXiduRTxCUFHjuVNyXzLDdlfWzfzouWA4EeAAj+J3kJwSsN+y0KhgxlObNpZ9AGqfmV25JDTHzvYeiZj1/nCFMYPY0D4B3JwnGngSlyhJSY+vfv756up/+0+S2dp7XGNRPgHIqRwR/Z5y/9mXKT3NvkkiTGxerq99GLnQIOm2ZIqdnaDO6OhUfQslc3aJXZ6g9Nq1qVKSoEGelQoly7/k50ue11/i2ZmfklTgv38LAEZAlbmOK7Zf/i0A4DpP9oPofWP5t3rv9wDgLFw2Yhe2Y788BI+RNQQukByDqVl1cR7vTvl1ryiAMyDHe38UADYDbGBIGWSn5R8FgM9AZ5RbxpKfYejzOu7OsfvWsI6ybz/bDK57Fz8D+C3+/S2e7mf3AbgFlP81AODdSbLT60ynCp2dt/b5RDmEf/rzvAYXTr2NUL3nXwMAn2n6UKnlfm8f0w4AX/LgAk37/SOD1ipgrfOZfmfwz98d3vT+HMdF73Hffto/u4+PCwan/8a3rxzio/wttAeIa7Q0V3SPH3w3SiEH6hhpCHLzxFx//i5/n+dbOcRnZ9C61+/vd3490PR5lWW9JspuLALGNADwAjgWAHxf9hv38QFg1q63qtxY/JHfljw5y7ccOPudfb8Xa/mGB6anW2mSawueLSBhH4vPa6Nba8zct9bNTtvvye9cW5CHQ4GhhBnseXw+NGy6d9/73ffn99irO8hlByrPPfHKsT4DTPuwgsNk9FX3/q6PfJ+T/F6VCFLCJZH0i3YFgLm2wDTWDffnMJF7Lt521uk2jtBvD6oI2Fqwd/FHAKW+Ov7z985ysnTsdZeg8mT+zBh2Whfw79j2jLdEDndd4+yzNeClwMgbHTiOtBpypS9riMPoyLYYwLdziWG/9tzOfzw3gHueX7C0Ds1el3UJf2F4Gz6cQ5SjIbWO7f8ZmnVvTZaYwb+V1Vy6uhSpvr5nGHf/4FDZAeC1thNgYed3MmbjhA4g2hKGvJcMrkTJ93r3p9vsi/1vxhEazDpMkEKv3WnXiFDHgc6+q97aAVtkdMCCHCTtpHRW0nKedbvxVg1tMowHb7uwh/ZMXsZT3ZMobpweCwCu4c/3EuW8DP3F++nRyVrQcoADOQ5AHBrO1pnDikv72TkafjJwZMdB+v8U/OP7HheHlpl36dEMJl/nvb9AWK4P0MH6BuRpbznvgznEwC92aJHto5850Cx+C8/mgFoQuJkTjCsZisl664s5cfBnPxhIoa+xAd8calm3AG/J1Nv5qfsw/L8yN896wH9zP2e5biBk5d/M0SD5ySYAgDIfmy8LPCUjkqhxDpYFgN33j7OAgZw8h2e7egFzd2AFTt98B4cGQ/hEphJ7yRl9Szb6kGoP/9xnU2TeayM7zBPcz/TZQ+SGysgXgx45PwSIXkE6OVAfXLlvNY+faGwOuQWJd1C469R1Zkx13HIjrsNR3pLGlYlZ4wDA3UsB0FknDsItvUe2wyoXbT0M/fQ997dFz3MLHDWbXjnkqZd+yenKuwRhGBpPVq7mGQCPXmiz3ybz3feFDgOWrv0bmz0AcDIUw5P8H87/BD4ka2kF3FVfmJ4DWkM/A1yyy9zTFyes5tSseMvZZjDOAHhe9mBkbDP+u19L6z2zsuAGU0rv08hD6Nr+lGcd5Pvrf84amsytHZBmERJVD0CPYyx2r9fVRfgDsnKf2k57ievQbErh4n+cPYgjBudaA9fyPd7jl6SD8F/4NwEB7NfnbtkQnZRrVnWZ7M/YXg5MqOyzno2zBvnrlhI41gaMtP41wB/QufcubQvGshIBxxeAHrA5svqLncIZD4AhgJgdZRMA6MAIZjNgMN9Lf+UpIWleTzUfg6WARlN1wraCMhUC4Mahaj4/ViOgUwDgjCEZwuyRnvf3wFCVAFa22ic965kccAa+xsYIoBBbrg4wyzuvR8BTMridtTI+C8Ni95y5GqSV671hvZ+c6T1BZJax5qtU4IguzsQMxE7QQfRPzhjdFwQl9PzpAKWZQ23KZmwamB+bIX3oQ793HwCAk3nYwNPuMdah8qI8Xmcx3z/6vAL+CtgI0FgAOLwJUJFe1pGF7iM8mapHVgjZjeJLaAXQ7hLzzoBMRifBTQaLJyupOpD7G8RQ6WDrV/EcAQw9+fYcyGd3Au1YnqculQywoEAY3fO5nPyUJCe72SU51f/3rUptohMfPVGZVM2zwQ8GgOmRKToabAHU4Sw1gVPmV5f9xA5otYEJRrTumOzvCaSrbOAn44Y3oAP6Dtqss9hy1OagwhWRoQBu8OrzZ/QADq8DArH+AEr0lHRlDAB4bC+yoAkImSAk7G6cyACpyEiyWJ3NSM9Wza12yn7msuPaWZDoXfQtYKIyWg3oh3cdHIetZUd3MvyfCUDhftjgPI/nRj8JHB0Q7qPk1icBAH6e5vASwBMgHFmneXa+gIgGgvTs9wDAyG6BHGTHtbchNksAv+yv2gkvX14n4EXyAt1ARqfX4iqlX5MRNXa09gr8SOZk6JaMQXp4A8ZAW5faZB+azmmRUJnjc7b4jV7DBoE8nmxul/K2/Zu9Dn/Q2zWJNinjn/7B9eFSijd0hg7XAh8tI+xbSwWG9HVe/kj3msRmdZBA2gEAAPMCWHSVHZ9dqCyR4NAdAM7I6o8wh3lvAFqQPYcEjuyMPecSvrZhyL5VmWiBX/AY8AEllANKIEfhgS9Xr5TBiguE+cDz75WBy6vVM7gfkopxU+74JSXFOVNgV0NbjSHuH0rmEygRcM6j1qMMclPpypo6+4I1ocSuS+Prv5fOCh37W+NzlRyPD72dvuK2s5z9B9ACTwjs1mdkqJNpCf3SL1pyxsBdspgTBExwVLLm2H+eo4EhBX7qOf/+3/2gstCSm8+pTKT9K/1CH+sffnht+cncuVcC9U0+v8KHyOhkpD5WqWHkJboXPq1ZhoxkzpxtYq4nQYFNhb0RvcT/DQD8gTHru08HALadP7pb7394B5RL/1eticRW+Zc7WN85aCFVEdBxyEfLUMuHvAwGOagE0J4MYsrX0qs6GZzoWPQUYwfEtK9Gf79SgIdzCxA7sLmuYbVtHnNM1XzggdiLyZZm5crDrlxAZi/I7dgPAPcmgZ5BdrqDlAc36VmS8SOLmFf8UwlacybxTCu2cdaH3x04o7HzLJ+TZp8DACeYmvVIawx6EDtmHptf/27Vn7iBb7zpc5DWFTo5hpugNgdWzFqa+Ad5/QvrQlDFdzdUncoXInsImgNIjRxCv9puEIOxZ2zGMFxAbLcZaAlfZNlUo+E+GwAcf+Jkts4wWIMEf+WN4yi22CAfWF9QvYB+vKnyEWA440tPWsDL6JbaPp0t59SWnO/eCH1SZttBF/TD1X0AYu3O4Jm2q2ixAQ0YVIJaHCcwlR7gKftPJvO/dI2NuSaSc1jOk5ZFhwGX7zngzb4G6JqA21RKqz+hQezcU/uGNcJX9fXp1X/4D2/FdwTExEdiT5m+Bm1Z3wLAsecT4OKEhQGAbctobPERMGcb2hc6sT4UL4fPDZTfj3+i54HgE8nm5VVZGlsD/Rp96PfnjLGqYaZqFYEtrSzDWOPzHX21A8B7VmIcLl3u4RloN56s41BVz9blVx/8q9edMzL+4OXb1zq4sdr/8hv8VVc8CABnj89rZQB30XZn/34ANXNr8R3HCqPy+28AwL2fBek+dRglen5KPGQoD2UA7yUpdkJ862CO0bsbo45oGqEbN9ASwN9m0P51AHCj586C5xjrgDgPfj4G1O8t8kP8fAY8zmDp+bnn/XAAKrOPGsX+EBjbcZ7pf9/87gMB6rwrf9RhuPPdTos9O53320tp5y9+v+Cxba0veWb9dQazDtDjLEzuWZij/j77aOTKeR16GYbhQ+PrdzqW8z3uz9rP3uu6Ze/syia02O/Ztbnvfvt0iXpCKN93/8Nw2S0676c8e88Svg8A3r935gEbUjiAxgrod3+Px3qdeaHXOoK4/Z9R0Av4CM/cnwG8Ow7OS25n/xgGC1iLLLFPeQM59gzdOjwLoNfRYfuo1+yZt2OAHb4iyY5zoAD8XweO72sjYRn+MS7HONIAdxC4Y7cRMvc5+GfGse8LAxfHvJds5ZqCQHbm4o8WHfZ+tF3DgsnHftgOuXn2KIczAHHo6xg/O7jj0n4+KO6Hzxgn5/HvFRaaAVzDvc6yOuPL4+k1db9d8W0/3ThGw1tLDqVXXg7rO1jE9/o8fj9/z85A6D4Cbd/nvH8uHb3LDJc2nAzJzm3dJyeiZHjEgMwr+hlyN3KT0kKJ6J+AFhumU86GtZ5Lm1G579OMccAu7rs5HOpATvDBZKLUWO4+8FhWP1vbKh5bNHhK6iQitHImtI8cKr3yvbUufNaeVHEY4wBeAHHWagH3Z1ncfoG837KPHZfHoTG2l4l7HpKNBB858h9g9dK+WDIG/l5AFGu425wpY1lwa7I7OVDgmARUc7+YiRIdfuuhPnQJHci0Nb85G6VZPnHup69SnLwMk3uWN/jrDADnszgPKWfrbFWNZYF/2a+W82GxZZeN8Xn0LbcsBL7Id90DczITOfSxfwD4UjIqB6Jk1CUyOKV9VxBD17EARZxbkwWti8oTAScI/S1AGp5vKbRdtoQvcFSS8RIe2fktgYyJ0LUTk8Nl5dfMPZl76xSe7wZ4iz7IfRuYk16P04doA9HqgDeQ4whZwIxVHrkgYfdE98Mq2TllIwcecUQvBzONB/2fCOfNvph9WdANANgZk+gmDqsurdpSTlMSGQfCABUZb/Y0Pc2SjdtM5WTs0e9338PMy4dEjyXACi/TpyCbPoM+7uM315srt7PgZSBbgAOenZ7Di+5rL2YdKhnrbMXxYB8NcshO60Wf/u71nO8lyyHZYNEXyVpkj6WsHby79JqdwsSQux9XgFPGjrMKnrHcnHlVvnKP8gzjZH9Xvlp/sDc2ADdOiNCxesQZ9mQnjQ5nX5Vf/N7hlWHeSzZmXRLBzz60fDiiIuNACA/RQyvlRfdzYDJNwhOH8118ZtAH2e4snXGsjrzvRmlwVXT97OfqmaFRKzHU9vN8nYEZfjLtOCuOR65raFkwWXAwSGnNmlHm1PwFSE/m92SyvLCzkAyU7O/YGFlz/3Ov3lVZITwaDkM+hq4TpGAZHU9f5GOy6ys34vQLPVMifPjVCnkyKnAPGXyfbPVZ75R+zRl5r17A7wXpU5KdzC10Rkqjh8+gM3ZzgPnKv3wPoJaMI+0rHPDW93GC8r3cU3zlAI3Q6LmySReQTlnFZGlWZyfjPtcnuCT8hpPLWZU4itAR+hY6wucag/rMfTLPqbjguWefJ3CHtYnTMOBsgXMCGZYORi+47LBo9VwpNu7P6ayRtLOg1+MeMGNbwRkbuQdOU2ctDwDs4PjZBQaBAJBxQuq7ZAg+l/Mam9D7XfsomWHhEe7dnva7LQiLuVS7z07cqw5cX6b3oXUAbw8PO8GlD5Pd7Cwf04s9nIoRXZPaRzgKE7yU0sopJ501d0acAbpl17BOlXOHjaSx4Ghv4B99G8k4imxuX9MVHMU9kUuIHmjvoF/r6lTYqO5PpmHLjLPI61zHmqdyBMEOlA0W0CyQ5KVK07YlSOw7rksWMGzLM82+014CxztL+quAgRwAn9n5jqx+9EQlSAnE4eWMUvEG6li3BABOmwY5Pd3LOZWSALIAiGpDcimy5bWy7LqPmOv19SvP+Z0yU6EnADBrnN7QyDJsnvSIZt0tXfV/n6gIonnlbPRUYNKtaE0vXpXbFchNvoPJAAAgAElEQVQNmJAAmNowWUv+3d4CsgEiCMBSZpplv2hDuVEy0smopRcrfM6ey9qhwxJYl4ztBiusikOMk70A2Fd9RYZsZG6y4VzqWXqi/MdcPlD62ACXgE1lXKIXGYeDDpgjdoPWlMx06Ox+vPQw1CiSVYecBFhMhjLZ3JRGBZQB6LlTFh2lhemJiDwB5Id/6QXtFgoGQJIlHV6JbRZwCFqrOoCrOQB2KYhhZHd46Ff3tk0JdMpMJ4uU+8ADLXH/8eOdZd9LAYzoPgdU6b/yI5NhjZsVTOapy91qL1CSOn2mExj5QtnIzPdWa84L0L18xp55JXA4fycDM/s2e3f3sTXAP6XZEzhDSWf0EGDYc/ouI19qA4tH0uIgsg++CwjA/hZI6P7tCewADI1N84uDOZCTlIB2+XQNJWVpeSb6gO9cmyfoUcw4yKpmrRpIwfMMjLFukqsvFaBgMS0+9+wMAEc+PtO9sd0oxczLWde6Pxn08e8UAJ6sfWUy8hk876A8y/ZVYefLZBY3yBb1AcnYu7QmkUEwoHrk0q2A3QDQnN2yB+F79BL8Q+tC+I9gFErQUwL8iUoEf68s23/39y+u/uHP6dVKDMl7lbX+7jvRjz6uI/Y+T0ZdALvoPHCet2+075FXKid8cyPQ1JmU9C8f+4KsZa9nAEHmSF9Z8zH8V3ta/EIgz0eVmwVYfHUD2ENwQABRny8FSBEgw74g65IM4P3F/aKLAwSz5gR6sK9cCcNDqR6e7GDOrvC35pVqDdPyZoLDDUBSOloZuuwXi2qojOnlx2svSo46oEH3ppXE3XsAMKeHJotZP51xLtkCaO+rsC99hsm6+J6Aw5NdnrNj7ByDtUbPAY+jl+om7VocAclzHkJu55wf+ZPvp9+tedZBZpzNWCsqNLCooR/rEBsBuzug3hON6+i7ixQ5DgyhwaP5+zDpR/0hZ011n0fRG5y7PNsEq0D/uWjIcPAXz3f7EdtuObek3RdOhPAhsi428fgUxl6o3mmG9HHvZYYdfMn8wpvxZ7A2bWHD2iR4Jzq3r4xnfEn2G4Qf+hxTxfyXahDMF/14rSACYgIyrwSAOLNVY8CmeOzS3MgWT9Evrx2A+FSt8IJgs87zbE9NVRWfX5CNkAiAnyAst3oZsNe8x71iI8XWjo42Lw1jSyRe/Zf/8/bq/TtVfPgkPnmGvy6+X4JBXhGQoKAa+M5tWAjw8LkbfSJ7B/vS7XFSQtwyyTI/NERWJrCXAAyqMsSut984CzF0T/UASuPzchKEAfn4GQrOO+AMPtz8P6uF0PiK4CPbI2nfkrNKQPNHKr1ji3gHppaDIETrywbvOGD+OwAcqtwH/nydUno+6G70Kx0j+BaAW6f/ovRlpMO5LOf5+nXf/Fan7hloXvfPRgu/XQ6wDtr13fsB4OHVgz8OgXzijxpDve8Z0Dy/37//vwYArz0Qep3nsdP2WI8RnNbhBzCQT/d5XxxA9w13ek6/FyfNAuOy5ssJar6zoFyAx7fA7FLAvX5l9YU/M85vZ7YL+/N3/tYA8L109b56eHy95m8FAHe+NrI2gix6fUunnUbtQ9l1L+/s4O59GcB8f39Gymfk9RD/xXER0LfR/+2Jt/Nwv+PIVfhk+Mff5QDcfdznDQDsP4ev2/Mk41mOgmYf+KsHUL/GztKds3Z/CwC2ISTlVZq2p9EyoJZD7dgX3wDAGy2XPvZ0nLVyATbHCsGAyNxCBEcFb7T3Hh7Dq2PxOm6LLzPH117siwFBy0qHo3S+170b45cDR0o6eSyHTLk8BFwGKwzYUGcs97WxOJlONjy3jIZxnmdpl9zYQfIzYH4fAHzwdfnDzqgAODV+S8/OZ5VdXhkYF3w6RMrY80n7dC2e6TpN1s7Mk+/u37kEl1ZVgcrJ0mffW3EUkDGIg2g95/ydPEuOAINLyGbK6ma8OfBxfeXE2gvo6pZ6Lh80srPPCO9PhsH0YrODYnvf/ElfknGW2olvL1ujHWcsHBDtUF+OzToYCwAbIBu6F1TadU8dmdADx0dKRmWMBXRbvqxO7Tr9a5x2DD6w+BSRDAau5zMDjSPvWuKmwEYjHZ0ltc13D0qJAT5R6bq3I9c5pAMAWFzMfiCrYoIKsIl4Vgz0lWUWozvlOhskQQaCHd4+k6QvXoEq5BPzv+Qn5rgATO+JbS8vcHNlaEPbIyhq9n8BKUpf9mXAY/ZweaY0Kt27t/kujh72Rfsk5iAUBxjLzroGpAoAVSCbe3RddwDYhxDoYAAqJT8DmM4I9QvRrRxKAbU71gI7KcGd+SynQGwmnKa82ruPW84Ze3g0gVWZX/ZawMTsfTuJh4/qCC0A3EMT+7WlWdmnlIWtfOyePOziZq7MQYz7p09gZKzLfSHz7EzO2NIHN/T0XDhEuwRVdE/6NKYkakFiZ9WZx5LZC10MCrsX02aDTi9Wr9mmd9pCABDCAD9063XWP3FAML7uUTvB9X4ikMkYCEDLa9jPfzM2VgHnEpnU7b3kEq8DyNuZsOmV2qylOffEURyZMwEY2C4juwOeJs+OaUXOxHFdYG19t4EcGWv3FXozjvBUGzFAgnPcTuiR/+OE2cvXt9evgS9N3PM0f2kgk9Xp+YzNVFspB33sBLKRpxzzlCP7BiD1/exl9dyONXD2ZMa4y9xGlhvQkpN8HfKjF3DmRZbm/Fd5wjic2axXAeA90CKldHPGu08/In+OQC5cnnoW13vM6BHPIItkPepSpwiR8JxppPdfCWxxhtpkoLvvugbrYBR9h7XGCf4LGVrysL4UADG39U/b3gas4pxnHY9yyrM27ilYO3Yy11OaMgFcBmmcTRp7rLLE/e/szCI7BJvLXiTvTf40YOpgjDi4UyI+L5zYR+n0eQ9aIhNdGhObwCXLp9fXOPDivEpgB6/MjSxIAdvOuApgZxlNYI7u4wAenE0jY8yT0nOmBwCzM85ZnziPm0lgcN0AY4JoQpOsNw7EACkpFbcci3HCsrrwTfZ4ys1Fp6Q9QJ/tntyHvRkQhLEDlNW++jCAA/wGsGJn7Tg1C8y2KlBoonEKMGCvBgCVbLI8C0gWns4+TBAIJTDHttIYmzXhMr1kz809o+dS/rU9GVPpYKpG6F7WZ7AC5oLpxDha7Sb1ENETzbgpvyTwIoBEnYTQtPYRY/jsnsaR/cgo7pv+rglWAWjbzwRcE3t7KkiNfEgpQpyMgHDYO/Q6hdcix2MzRh4SUMZ4U/5zBU8wN9u33gw47JNRlCBFPQ9HvZ3koTelq3MeC++TQuYS6A4cpO8sG5UxkbGXXvXV7QStAFrSAsG9eu1Mlo6Rs/5WJT4Bqp480x7QmOjZyotsIvfGdGUPqM5zPhkQggdw6AIAuXe1aZuqCdgUtis0xMjXGYfG/k4gIq9kfqbHZewTaBggP7I9Mjhlt4chRAf/qlGTZW3eU9sGdLTNzeGTBmMDWDIOaPTh422ypuhl6bLwZKEJ1NG/gLbYvNA98hp6xiaYcwfcPexNyWsAvceU7R3b++7ubfqay/EOXZyp5nY7mYcDJsbWZZ9BQ9tklssJYEHjMhfkcoICEuCQbGnEInYJZYLJAmePJysRJ3/olYCglGJNoAQv+CG2Vex6Sh8bvDX6AmCQbHTrI+SLeMP8RBlxvZdss2Sz393dem+TOR0eSTWjVPIRoKWsUHiCnvEBjxQcoP/IIHbAhNaYrMP3kkcEa6Tcr2S1s4MLhDVQKb1TWUfzf0TioZ/J8MSO4U33bjSwED/BDgBHh7C3stf5m/ED6NFPOQBw7O20T4luNM2xaXUtYKv7UQv4dZWbr7GNnz195QxXZ/cCAI9sxE6z059gAp+pIpsA4xpg8NNPP1lOv3r12s+LPLq6uhEozlqx1ygf7IocdWbLjjqAsLEb3r4NQE7AAfRclTZS+cL3Es+aJ0VD+JrvwO+Y584Mh/8pR215hW6kBC/2A20SkiEOd1mP+bqvV3dk0k/QhM9UyuTje1yGzYGggn5kQsMD199hc+o+X+6uXjz5cvW//vu/dz9gyha/FaAJYAQIzMsgqgMjKR0fAN7qWvf7p/+aigXY3T/8+PTq55/urr7/IT2aedVeJkDkTlUvXr641nOSVV88KL8TmKAs8tuAlo+fKmDEJceRAVNpQkE4AMA5y4sWGgtl1/0c2ycpA213kf5xf44U71VWGf5B97QdBzyyV7N5bWCWc1ZCqejpat8ClRocmKtPAYycEZx1Q7e8f6dADT3wGSCW94PmoLle/crfKrX952REv/mZXtKfr/70I1nhZNmGZymjzCvnYKoIJNs0Z6HYkthClZGRMYyl880Z0/4+bCm3p0gAbUB3Al0AxwK+Ir8c6KYAAypdIdMCkiL36DFMdYrY7w5YFvgHrz6WvlJ8hGkK/5BhjYyhEoKTJM8AMHMzP2es3oPKEicwAD1NuXWCatrGxcG2Bt2TGGAdL/mNjeD+zmTSs4buAb8SCynXHrs1DJeqK8iWvJfqW9H/vHqWYGzMpXokGfdTWdJ2XYLsAkLHVsjZKbzVVwKVsia2MbbPDAArQ54AFD9bVR5eSU88mcpc2JMG9HW9/ZLY2fhJ6xeF1mNb/jr2XXRYdIl5A7vMfsXIS9sC3gcBaglTdL9i3RYejixeQRy89wv+AdHJNrNvfHX1H//jz+JR1v619xBr58xmxqPPAYAtl3X/VqaJLUqgIQFe6U0cey12+3HuzuCjIwwAp1/0Ifvm7MvXKsOhTa+vPdsgwNh30dvocJ8DOQPaNl/0ymMH7J7kk55dH334GGRqd2jG4Lg8EIaJdgAiJZp25lrs8fBvf30G8MZhF7fvUeyPPP1f/p2VARxaLKcL0eSLPgddtuHtJV/7OT8DWkTgdy0Oh9NpyPs69aMeiHu97+1NGUPC96wnZy5awPQas6MvMPBRIh33GP6j93wfrkjx1sU35/Gu5y4e2b9/Xol+/8K5ZZ777fW9jx77vc/z/va540wb+uw8/VvzOz/3PO5vnrPNY3e0rPW/n797eH7oe/38PgC4Y9iFUN+z4LQAyXMxwnaw8Tx+8xRnO/Pq8NQ9Q/52uS755BjTQ9v59ODSlZJBu5K5b3zf0jzvfAterW92Tvu1D83v/N0/AgDbePehYE34HDRiJywH5THcuzb3zbFr+RD/tX9vlOSlUz1ruPZTv1vjoN7eKMq51oo4IxnM3YaK/8b43wZ5iAwOG9gu8JjPzVG+vZ5LIMdxXw7cw1cFC+0Xmvf5fhV4eDXO8cP4QamOovV7jYbbaO6SUaf3O8c4bHLo3vexnzkGTg5hyynbMWFMMm/vwxN9/Z3tvp1/nVd9Hs/k6JJyQyk30t4P3BNnAXRkJ1meDfC0xpDIba7jZWewxtMegtsSZU2O/TsGGvw39N/3d7MDLvQIRoaNpuGJ4Y+CLLzfnh0tDdjn75kv1VVxhC7aex1tV6RE6n2vRsIt0GuBYfddE35e/NLot/Yi3dc9vMnkoFP49BO9SbU/k+3nj2y49lWeSQRiVwGjXOswkcAYmnbudO+Y5jHucGTvr5SSWTr7DPTy3cOA2+bVccQeGNrh+LZzO2tmQ9ZA1fQpmgfjPEmm6irXXKDXzl34Y+TJAdrq2gNsmM/TAzBzdc8+ZISfnX9d7zrz+3712HJWxXHla3SITw9XZHnKu/Uzg3qWQmHI9qvNwTc97Eovivw4E9Ylh0fvSy4449ObOA5+SlT60C8QIoelGNgBSQLsmAb8M/8j7BYP2tHCQWRoe5b38P6u1yPzYrRbfAHCjazJAXBJ2dLrKTQ1r+YhlFay2wkacQ/9TH+6PWM7NOWQDU+1XHSyoQHCw1eheUqK1wlXQJ1ZtXdxygQmc7vrvPh4HVx8KPEhN2U4zZsbkJpI2ZS95jsBaHKngCfTV1PjTN+4OTT7G8xpDoSaN3QA4C4Y7YOhAyPi8E+JsFVStuOFb5PNl56N5a+sNYe2S4MlJQIrn5I5/mgy35cEQOUk+3kHCQPoJqAJx0ucTAGovP4GGhrZnXt7jacnKb8ftpt5tlHOi1cK7DoLbZx0sQl6EI4eYJ4pnwwokMOr+99t8s5R1XYMJWraTobhf5fQnYy3flY5FNBo5Ons5SMoT/ds9vQejFL9w16P4zx0R5dwwG4mnFfeh+yAhz3ebGLZzkzIyInlmRwQONvcz2nT47+G4H7twSQYMAXL+IxSYmT/mmY9K4wBE9oMADqy95DZZPTaKRD5YNrwvM0YcsCIHZ8rK9Pr7z2QXr/teQ2PNlOH9aycJ8MqWWi8tzJ9kzEwstHgVKsQzJxH/1q+TzYvvwO0NRtpzyCujdOM7axD7m/n9ICVCOsGXEBHg5oGOCZTW2vH+n9y39zwEw4RdpQzC61rCR+c4AB9kOoDGXcdf/7e6JboPWR87IfI2ABc3aquHAFwRWoBelw/7KSzDIwDpa/Y5TwXh33mGPqO/WubEyd75JdlgJ33kkGUZgMYw2mnf+UPy0Ccfs7oShDIzGjZ5ugCIv/ZMxoP2W0ww1M5W9GDHx2MNDJRdIyjOoF2BCs4iwYaeTNMv9wjICr807L4XTdoYkBUbyTAkk/QJ4seqUYRfe5+ZfNCLiFT0+t+Ml/G5hhSebyUfwYASbndONmbpezAkdE5caBNYATBJqLHS4BwZJWywNg6AXTjPHT7CWBE7Y3ID3g5/dc8i5E9oUn4a09kYE0rV2DPBDQl+2bZH/BRSp+mAgDAH7RBJq4Ai2TghkkdGCfQBoc+sifO6RiQ1oPoWu+ZqWyiZxIYQYbswYab2jE4aycn9gg8zYdxoBPcwvrRx5Cemem/jnZmvQDcQlMDUXhKGQX8gn6coAzr0pqNtnvJQEcmzVpPMCHq6Dn7iEw13yj9/lLNIkzhcvDwPXvfzvbYhYzp/d078ybAU/ZAAMuAjYCPqfxCZqrtYAEj0fHIWM5bZF4i79I3MVmQGwCs8ZCp6YA95gxPmo8TuAIQCN2cgaPPPzkDmP2YoBPPwxVcsn8CUsbGDI/HLkINMC+X4zV2gAXWYKvoJkr/cg3zpFytS9Sa5mQ80zv4VK2kdik8NYEOXgPdt/SlrDCZxV+GXoAyyJ73AkZbhp+FefKIErDtrR6ZgXysHofPvK/gJ8rHInc1TpYJEJNp00IkmfScTyP3fqEnqQAT+PFa83H5awPA2AkpM83+2Ssg8Ld7QetkC1+xXvT7dMY7wS5kP2s+ZJvyPKj9QQAO4DwvgG2+D5iTrOIAAD4v2FfAt5J1SJloAg2ZX+aac3tAbY3j6HNMwITKf2sfw08BjhJMQDuOvgDbAfF4JWsLcDDZ1ux9gMZ+vzbh2R+YUs3sWTLVB+HQLAlqeKS9S39r1hu+Argmgy5jJ3ORrDHOH9hMCqpRwIFj7+R7cBCVxkz2IvsIcLf7zOdk/uNMYJmEXIiNwT7FnqJ8NXvku5vvLRuhOeer775Tj2ZlypJoYXsJ6nIG43r9nmAbAsLSMsAtXgDqRfMgIHOOqK4cULZ2ke3OsQcIGgFIs+xk/ug57RkylAEKU1Jbc6aSi88RnJUIEgHQH5tXNEWH8R0y4Ql2oRQ1wRbIFWd/i76vFfTwRGWgP9y+u3otIPVawPKffgA09873uF0BIRtafyJrVDHBQDIZtRqPnvX2DfuF4IFnCqR4pEzkry6V/O4tZ0HJx5cToMG4Fezg843ep9dtzrgCk+hl7D6v4idlAKsCvF44Yj9e3QiE9rwV/AJPuqR37VTtgddaHx85dR9hONongF2A6ivDEdvF2kb3uVbAA/NqcHcyOeOd4vmMB9HtXqnYGgIcnREvugGeEqBBX1sAcmQpATv8dACD9oLPGSOrGefr15ToTvlZ/GZ/+hOZ8ikVzdo9l5zHrIm9Tlb64B9GeXPOhz9RTci3AKYZZ3RN2nnsfiQDlRP0zdqgR1LpIeeD6NSc73x+NnGyF24FaKOn0W0EHREDDAgLv9sjN60evCaimqsGzHJFFg0d9W2AZ2QG1TOss9TX3uX4AVbF5/gGUrGEPZ3AvfTJZYGTOduqKhAjdmxA9qxofHzR56lsZtt9znM5QyfQ0fSqUjatm3gYviv/xVfXSnApvxxbgD2VIFq+j4xIta4Esfn4xLi5FvtrbN2vn/hObC98CQDmMcfAyeY8QtUEV0PJ2d/VcA5/a+zMOgJih1TOZ9Url3xX2zvJFk7P3Jyn6n+OrA6GMF1nElObVVSP6Kur/+M/v796p3389RcCTNLOZgwQ69rS/ZnkBn+azpOt7tLRmgvyL4B01rcGVc77+MTQL21xkXMMfppWejv8SnPmp8R+qzalwsXoCKqo8J/mgMy0rYaVgF22+RPrJ/TKW/bzk9uMDdgM4KGDf9wHAJ8dqxbC/40DwPvBofTpAa8KfqdbfUQFUPfvuPvLcVDOIfFwHPvQElbsd84GBJ/dN56+30OpNwOC4Tg4THR3PSQzYAMKc1jqHP4SAPjIfJstdKbHXwIA+9rtoLnT9D46X/DqOkHvbx+//x4AfL6oPP3N+2PIHHxweu55vS4i/ufa3ZHbdbt30NubFepnEPN83Xn9f+vz8sg+nn8JAHwizenRI2hO9Nr9qQ/x9cU6G/Bb7/SZ9y2/DZFdWcyX7wN2bRzbIFsBL2dgt8/47XmusZ3H+dD99/k9lAHc75S/mrlrxwT7vAZ2f46HrA3mu9b8PAcCNOv3mPt4HZz1MYbGMUaU+dAfoyg6JAdCXnzUv+hWUsXdEvR25c31+9o/mqi2jqH9b+vo22m/6yA7du9ZfK/dKRCnc+9Y1/riaB8AlxljDPbBzMmGVPjO4Mg9fJKeTHl1/hcBNKUj8v6gn+T/OImOsdTHoPscALDLW8XhY3mNoTmyfcnvyU7g8BQL3KUUEfeO6lxL5DGewaizvtnlTAFgnEQLj4hx4zWfPWbH66bPcOLwSqbYQ69xGODcHid0ZV0cRws0NG2H9vzeLBXWruDu+k6ApwBlccLsAPDKdEy/uX3+lzKcw0TmiDGMIdUytHXM7DPz+PRd1o7DizNDB9AyH2lhcNr1gNJI+ERcLgCY+8Txtgc4NNJxsvqH75upVnCg1xyywnRYdhq8YdrgqtrA9b1v7w4OJyNi9SRJJm6BjLX/DXqX5jgFyFQq8LXpvo6vNLATYZtnD35ZSxwPU6525uuMEcuoBVLz3IDAAdTaE9X8KT7d+2nTe8rvkxXhEphxILEuBuoRHazTGPsFoFLaEfAh9Czv+3qcz+w5n5BCGwNH7q+cV8vSJtqZuSUbucZ5AeDyIs/CR+u/fZAJLxhIAVSAphMZutMvJtQKJMEpgxzv4TCOn3HQMxZ927Kl2cTObikIxUEq0dHexwa4EqxRwK5R5XyO4yCgK3flIJKM7oCMc1CsU4Xn4lTyITJZIPxefrNc8V0IqpmMEQUoENHsrCmcgvCNZxCaF8Bxv+lGwwIMctCeDHW+xwFxSWpuk+u9R6chVDJfkt1lPbuBQj7A2omefQ4vH2XU4cPpa1/9Z/4CCB1dCRDG7VKqHSc7Tm5mG0dXxxNQlQPeAvACuu3nBPRTxu/yfrifN5k27BfZabAh2Vq1GwoAp5xsAFee2RLwzXhoyeddPjYrlqN47h/ZsgemuFwzQImBqYLYiYpuZYLqo5btdgYdNgFgUzN/bOeQpUEpyji6dsdIAp4CeHHv2iJkk0bNUg6QLEh0OA6YAAHeV+M4OezsCYDAAcjzKVHsc5KXaPZh9bjnPYCYS/kmU8c0sK5OZkJ2ZfT0qs6UjEbz5AYAm9cofXoAwOFtB2w4CCbyCvpVJ0YGksmR59YplufuPbq3wKBhjvQUzn0JAiq45DWC913WfpUkRt5d6Exk7Aa0uWQZ9DLIl7J/OEIckAawOPRlQb1uOKnZTwaK5Fjh+8zdsjZBAt6PZEOwBMPfkWMB+ixDan80I34CdbxXzU8NLIOe3Dd24hdnW1DBIpktCbaIXX3s880m7J7ip2WlGKOVKlhPwBn4iswlA8f6XuRIstk/01+RbFZ662JXyIkf4Ja5wbviOXSHs+QS9OTy0JrvcxzRohE9O6Fzeq+Ofh7HV7JK8wyXkHPQU7KmcELbvqAn8eg4gNTsWRzvAjL0zJQKDn/tgTrh1ZR0DTga+4qvAWgBoLVqThyY4WM+Zy7peR27CLDfvDzeOJdetLNTAA3ZnbqGMqbwDM97BTgH4Mc9nUW4AO5fCawTHZrxWZ3YPb2f7Syjhg9t65BBO7IpgRoCBFXemHOJqzhsWdVkOCF/kVUvKCWKbhk6dk9E94gPyPgEwNK6wMMp7x8g0qAXHke9nsrpXMDYNo+eS/ld61hrQQD86HACWpK9rTW1MQc94ng1gK9nkLXzWc5XMujdzgBb5BeyagFFX1rOex3snMyZArqNmRZdbeFFZmjKuDY71dmJgL+a+1OBUIgv9DgZlYypwJ8n1sQB9ycWoIMdoLcJZqB8NOvA+88mi/OjeJbSvS8kx+BDngvo8MEgcOQTN3AAJSUlBZ5gD6A+mYqzt+DP6QdMFiLBYwyS+dDj03tJ9DOYpz8M+CJrp8LPS5czhe/g/2TnyxLzunGkRB4hZwNipuTtc+1B7AbmZNOHoy/Kaoy/97oXGd2vNCd/x3o+jnSvt3W2ABGDN+n/zPuuiECWl22kZJN/FCDyxKDLSzmxA+Sy/vk88vtOQAahgC/Vn9jLMHs1bQkINOBskTHCl5QwZsU/KXCAUsQBFujBPkFtBpeRr9gXnOwFSAIAK5MPGxfglCzg6N/wAAAsdpflkx7GmjM+/kYW8Tf8QunhJzir0YvY19bd8PJTl411Vj9AvM+DZJzLcU7Z1rHT0iIBfZuS684A1Ci51j2atbcAgbmY+ROAQgYe9HuuMrqsxaePqdZASWLoCLANn9P71hlelgdfBfC9taX5XGWbzYMA6chzAT2+nzM2o//rI/Ybc1ZGHr5X4EECgjkE4GtA3iF7Bbgqe9TnGnqVjmyw3h3ZxFneQavaC+gKMuYs5scAACAASURBVGIfP2E9P169+Ukg7hUZ1gGm0COAZ6t3fM4byJObmxvrSsaZvsSxT54KWH4luUt/W/j0u+8BuGKFu280QeiSCaw393aJba0ffp1blU52n2sAd80XgCe7MecL+J0MYu/fOXOxt9mfDVZ/TkUcdpbtBoJwlalPVvHmF4ZWTwCSnA0ZQB/6pD92gmfYa+yTj5rDK0rAz7mJEtXwCq0l0IuYZQmcIvv/89X//L/8vfuPs4Hzec5B9OUGAKYPclozRCe+fcte5YwQIJf1fal9cPsWkknu/vLWmf2UIffZkLc193fK5LUoE0/Cm7GFGftTA46UqoYfbr57bbp9UnZ4q55wj+jXAMC8JF5MB1cYkWxqcLv9SwR/59EuuUsp4zlKr5/jH+E7kPpOoCkyCB71+VE3eKn5f9Legc+TNBLb+IP2CuP+qMoGsFHO4OGn+M2QS6m28eOPGa85inM64yamAkcJgLYAYIcwj9xM8F14luCPyKBkNhtY4162vbHTYkPl/IhtlTkL2wo/Ieb94Lm5nnPhT9N936udAuv7SpnIvDw+ZIPHH/8GL8BMeJ59ZrvH/Ym/uJx+5rcBwNqTj9D5Clpi/PACPJ4gswQ2Y6dBw65LRr695jDDlFvdIvIw47GPY1oe+fnI0LlZzmPN7g0jrBLWDRaeQAAHBwSY5nLGmOoqyIaAt/Aj8iln6PWsVpFlLrb3sPEJ6JtpsB4cT5JxnaAxaGd7xvZk/VupVuDz//inEPWHf8LXjQ2FvvFRA/ndYPPoVlfEsI61MoZKPnN3Hzq4ns81wk9keitT+f/+v26vflJZ9ydPKMuPjRZ99ogEH58/E+zJefG5gmx+BSS2/M65wrJFWeqxm3MG5IwZmTGtwaQ/ySB3WXZGNfeFa+xn8LrlX9eQgRBgYxk6oD9+AIKkeBY+X/sBdV8ujy+VxYrqwb7zudhBjQSJYi/mPMn3H+09gC/4bg65fa8bYH0nX3gIMPuGkeeNv30G8DHChx75B9+fnTaMzUV7NlQX5Dz+3WF+ShK4eG4jEc70PAN7++bdn/lQZmo34g4AxuhY6e5nAjRzrwL0GBMMAVPCPLN7DyAXusCaKHguaDZdv7cJngj+MtASFr5sk3QXjurJlDvz12FJP7CKfynA+3vMcObnGnP3l+EOPfZ9sDvJznvmzEO9bhfaD41vv1fWehyfY6g89Kx7+YOrZx0Wv60Nf1ZGVcod21423IeY7QtngKnOqH3dvbcs5MM8980/7pL1WvyU9+qTqW82SmM+0y/fjuN+yhbUu69X7n5FsgzyjNKH3/e5u5/EPa/z9/qV/Z7lr4Kyzd69735VFmfw9/zd0nynxYWcGNofc+cgiTLj8LfR33RlG49hxTHQdvBmPC7pOWuLk8KEiqOISysS7LrDcYTROsSsrG2U1j6XI4Jt3rQJfE8GsOk5Y6wBcR+N9tLRqyRVIrHTHyL7ywoVmdh7igZnoP4CbK7hhaO9ExhHLQ5N5u/x8PnGq3wVgMCZe/NQPk9/i9knc71l61yfTJI46nAIRtLq9lMylN85CNy3F3a62GHGGA6DJM8MCNHeoQFfPNZZ1zxtAa6Hkex9cP9eONZ1A+ntQNXX7bCsTMCAZB9rfi1N7PmMnlnPOiid0TizdYClHeQcI6z9P3b+8rzHkXfIImc7kD07xh/8Zmdvy+Mla3J/eX1n2rs8tsNU/wCiek0dsHF4XALAcbxhEOb+u+zkOh+Ux2mfcrZhpj1TeD1/MjxmoLusLRC7z2GVP41D3lmTOB2dbZBxOtp7Dlz83aji0D8l23hO/10QSX/YSLWDLRnEnWd6r+KQpARmMj1r/MdxzAEFR/0CgBdPYGTnnukd3EPFBqqZ50Ir9g5AUvqSEWBxWks7eunxkgVN79E429IzcjKUexDj4HIAeESyB4yqbI2sJ+MDp1YyQqN7cDjk4MrnnK2gG45uJtOMK+QBTr/nACY+2F3KTzuFtV6OhNVUeL57DWq+6cscfj3sE9ZqDtnLYbX4Daeysz40jDidE0gRfswBsX1V2QZkjbqf4WQ75mC+APx9P5gvNvntUp++PzJv7zkYh7OzUafELeKB6O46PM2PPkzH6UA0seXZLCeiiEjwZBlmLbMWK6gin4UvkrmdTAQc6gG3Fg/5O4AVLtELr6v/Vx0S3F7jbcZuaDWA6shOO0rm2ZZ36BQ7c+tgCKCFlW2HqHmgNhYHyzn4zz3K/3tG5jdyafZiS8T2Gk8Y+rn/KDTrITSOArKBsPUKyh7Z/BodoEEMoQGAtV/ijOWO/Izzx2XicCJzWAUUO4HYzNsBHJa1GQ+tLo7qDgN+8r4rIyDbZy8FJEFvZN973+BIHvAQR1WyBVfJNuwaHB04zQoAH5lEs6+8T72fuekEooRxPDdL3Nk7XePHZIDOHJvdhxw75NdULShQyX53yUqcSM5iLEAfgNJU9OE/2bDNcDN3zv6JfI3NhiM1fJhedEdGABkHyLpdboxePc56Y7d4rBqLezcil5D38IRuGIeGnKXQmj0wa0mGWUpvZrwuWca+x/FGhQA9qw67Zoq7RBnyyjokG9WyAnuH8+UY99HLA9aPcYN8SADYBL7p2srDI/uUMet7dpyOk81gGYDsZI3gKIZOX5VhE560hap/sXzZe7k+UfUOBvPYVluLALSzd9HxBxgtGm5VBtLfsjQsgB6LOdUMsuapnEJGl/SrnVYJcnGmlGTkU0pQaiCmicbmss5jZ9WexDogUMIZIKYT5eYyB/c/J/jB820552T9PFK21zMy/cgg3itHiC7Ih9q9LTG4B95hpBIMw/j34Bvv5ek1fO7RilPZ677ZLzizoG8ASWXdKQPM8g9gHQKNZ/cDpeBHvyfIkF6JlMKN05oAryUDcRzjzUugBnuzLSXQVwD1lj9aetbTQCZ98QCiyfabgINf9V0Ag6/qSdveqzgvf3Wm5DjUNBKADfYNvG9QU3rR9o5L9eEQjL5oQCFzSuBBWk/UZqoj32Ay+1/joB0CNmTOXegwwDh+ChAVgMX83ctTzyTDGl18K0AB0O+pGOT6tcpuiw5kYaXPcFg+zmx4r5UvKKeII1t89CyOewAovstWJ1vxKWVg9X2cqdhy7Bv3d55DXlpgDPhNqUPzOiBvSnwCfgDAImecHem1TtCIyx77LIZsTA/eHBdaGePz1fUN/WHTa/DLZ2y1ZP/dCWT76tKTAX4Zjmk4WTeMA3vh7v2dbTFoFxuULDOc+JTkTUuL2MoMF1kV27N9vFOyOwEyAE7IM+9HreMnZcT5PCPHPADjr9pbfT1+lHLBAXViHwCspBfvO9OQZ+Io99mH3sbIIPddDX0BUmNjCFTUGmGLsW8A/aPLU37dchvbBXvC+oq+oPS4Df8YgKU8su7/QZmJPBsdBh+Zt1k/ygOrrPDXX1P2EgD4i0DIOwFZXxRowBkVAIN/gGWRrwFy3X9XIFikWOjJnk5v85x7nB05DvEAk6lYQHZn6JvgAlpf+KWxWd+gG5Cx6FXsQ80DPqbMNgBlxoDQBixNVha8kbKqAVDhv0+fAN4+2nnP+tHD2BW39H0D1k8Eemnc79//lDlIX1wpo4/gSPbYFwEBH1Re+Ln4AJnGTN8nldOvXwF+Bgi3PiNAQ/zMHOGPtwLs4a/v1Ec2dhMBCFOpA0bwfKc/sOhOwAz8dP1aQRXPkSlatzt977Pmqj0MkG2bDV1nO0oyawJOGQ/AAVnWWaFHV2/evElFHPEtPYkJHiGb+dU1tAvYA9D3C2PWeBJYkfMf8wLMZ17PNRew7U9aj488m+xJ76Gc5wjgAZivbu+4vGfIdNe8rfMkRwhUuSODk8CMOctfC3iGrmT2JsA8NvljB4hp7yFDsTU5ewLssKfRlfomPGd9Rzao5umAXP3HuYC9+vXr3dU//sOrqx//TElu7EV91/tSPC155R7hmsd339+kFLV+fycAmMxcaER5fQfgaX18hNV63nyn9dX6xK5fwOubN+99pjqAuOGTGwG6mAmsf/YKPd61fs7MDNAEf8ALLvevYWDuvVep3VQ6wD7BhonNSOa2y9k7Ep0+zgPijb84jyVQvQGmoojISrD7Hb2nLXMC4rG+CUjE/iELXuspMJmjiFSAbZOuK3zhth4GuAnyglzJuoedUePMDxH5QWO3rFMfZYDXxILMIaD7x2es2ogEgSZz/PDTu/oEPbHRGwkiqO4AUE//3ZgO7sM7ch1xQiATDEJcBWXYEamc+biedQRsToJHzzU5/1Ouuq6fL9I/BAPd3FzPGSSO0ndvCRBKtQcAYMaR1g4BsLE5c04loJVs6QSuxoaco9XQANKzL23L6ftpQTLnRX2Z7OjDOXtInvhBGpyYsy9nhT34f9GW7O7ondyAZ37SM5GXBM+6UoHGldYD4euuS/sNIysIcOTV1nckC6Ez6SVOOe1w3XCf9VbG2Wok5hGOIX6+AgwIthPvVh+nD7JoZX9ASmq7NRK+EXjMjmnsPXiV+SZAn/syD/sS2RLIKgIubn+9+s//5SfJFfav1kG2Q/w74YNPn1PBI1Un8bFK1xBU9AuBReMPMWUlA18wj2auT0Z8g3eROeLVTy7bnflHP8VWDXZQ33N8RQ2wtB9HX03LEmzmBA5AB2ceW1dnnzbZoL5LLnCVLgcCZM3CX6nQ8kgGnDkp/79eHeTuuDl9w3/+twwAX9LjUjCFZiFawYvfA4Av6TebYO7xLSC3Ijn2iLLDgdcFmnH8pQCwpTdM2JMj9/FG+ZcDwJlZHaq/DwCHkWYzjRdo+e5PjHki4r8UAIaM5f06Z+pwvy+Lt48/f6fZSuf1Of99Hu8f3T/7PrwPAL6Pt/b3zvt4BxXCy4u/N9bK0nwjG9YbBYAX/+ap65odNFojWvlR2Ufn8VwCkDGi9tcZAO5nZ4Dz94DgM0DYcTQbdP/7ENzDM8zxIQC48y9/ncflHbIRegeisy/XfHfalFa9Nk78lNC773s7zQ4wa1vQfX4F5VmxMwCP1oZFuJSo6IqNAxRgzedhBjIPJ970z+PzGhf6fZUCvJSrvZ9pMB+152/n4t6FI2wL+hovGcMpxsIqK70DHblvblwaogiTYZPovACdDwPAF/y6ZxvboIsF02DDQ44NgGtnJV/Z9pSNPw6/+ulSQ/rcJYjm5YMwvDaGjOU0hiTleobOjw3cjwzVobEOsGaexaCI09Rj4FkY9nP9HlHo/btHGBrQi2FU+q1MtF0WBBSpc/DoHfit6ty4JZOsk7jjbOb4sa9nPB7bzOH4Lo7SeUYNxQC9GS+m1l5muo7lZK+EHr3XQfQC9/M8DlM7ALxn2jUjGhXmYxprhXE1NB/cYDIXjyfYkMP5iCOqfMJY2su363W5bpGne1nRmeLagBvfQI+9FPiuB9p7tyMqLUqPw/EAb+KAdrZWMtDqwAmQuei4A8D7uHde9hgGYOfwbPtG76X/T8qsQY84C2cFcYhxeLSRO73EABxYvwnYcHYlMoo1mOhQsiqOlzZRwR72uLOSDBYT8DKBFLMv2P/mGSJ+ta92HVgHljnr4EvkRfgIGpBpePRVx8C3Qz5RzI7+Nd9VN8I42Z8+2ev1ZZy8OwD8kUy6tVjZw3OgNV2m1xzzd6ljDlYAQnw22dzd8y5xaB6FphO1Ch3G4b0DwAFhVnlhj0+HrkSbDnAIODLlC80/Gth5X1nuTIZEAXrGzQHnyPbeQEhnHE8GZbLYsskBFZifHaQuU50yYzla4pxOlsiIYjuJdx73us3BK1HNE2Vvt1hKZ6EH+OmSj6cy3Fxf+4MDdfmWB9IGJnRZ0fAG5goAL24c+iRYovaBHbAufzvbefsspW39dNF3RXQvYHU5Bfb59v44YRw17H0Tmrh3owN9krV/2KeAGg5ASmZObOPJitM9DA7CZ/RzHLplv+fACf2gW3s/7/aPy72yS0fuHg4evVUQOL2p5GikXPs4hp0lPnbOroPrNO7e5lkBIGCHyXB1b7gEnHHIb/UI7l+As/La7uqRLS5LZkIlgMvO1XGodgyRqVtAgYSPe1YDwA3t3Cpi6Ft5ZRAd+bwBwNlPGb+duBqHe8RvDh8H2NjBEX7vK3w4JQxnv7PP4L+CtLsO9z6Y7MLsCRaUwBGcxji4KcmcXnulMXYJ83UpdjJnXR50ZRnDonUG4tzl2cjY9sl15itOftHYwRXxyMU2QXaXAcrpek4csGPbGCRKbzrzn52BsfWabc74AHR4jstC6jmAXulVj5wFME9gG3YkssSBJ/qdZ1mWaDyAePYeAV7ZyZI94PvP+jb7rgE2jAkHXcPxrCddki10Q3Zxv/JOZDB2XwJYXE1Bzm9me9gYprf0LyVUrYuyHjzH2UoTfMCzyXB05o7eTwb/BHXCGbqH11/3awlBnuES2QIJCwAXRIqdvEDdC9th9EScxIETACj5ToHwlDeOA7ABTsliARyKA4uJ2k7z73HauTzuOOmrn6BHsxkbgMV8nXXqAAfApOmj6rlOCdL2SJ55s6deCfgikMq9T1lL7YFPAoeQu+5LSZAd+w55qcw4XoBn6EBQDniHUpi+ngxr5OHY3rf0kTTgoR64AJtkeTsiKxlGLYv8xLrNix6g3pm5Ac8ghW0qjQH9xv3Yd9hdlBnMgOBB0RCAUGN+pVKc0YWfUsZWO+yZ+k6+o/elnH8vXd4S2Zzywzhqkc3sNxz6ywZIFhZnkXdv3+mz15HpTF3/KPdLSc0nctqTEUovWMrPc33bO3D9nXr4Ahe+ulYZVtsGZIeSCUp50JtDl4dfAzy/UoYUASYWilb1qfzgfW4eoU0Fe4FSiwGVXYrYPZWTAQ1QBUgQyHEalXnLAegLmBdAxnVv3rz1OjujS59TWvepEJiPoheAM3LKZRwtaOgnq3KxAtDzChgMjwFgs+aMH7v1pe5DSVQC1lg3ANq3b9+4VK4drwIFHsGTdmQDutBDV0EBAiE/f74bOUvGePq0/iq6ErRx9/FdyoTq6a/JbDS/pWfnncoYI+vcJxeaEURhpzXjm56QuvAJemVAfmTItdbmFwGaDOX259vYk7pr9xE048zpEqzOjEOqia+1B+7eKIvX/blBVjjPQnMO4c1qjQ+D3rbeRxbuV1f//PNPCfQd/cqhHZAKIIrPOfetjHTGO1mkdh5IfqKDB9hF8jz+NaA4PMVZ4p2AWuyJOOwFQgmwdJlr7T+AQECh4Sh/9vUXgfRkMisj2HJa4/n5pzeeB3Lii/od4zxHVYN2fRwAFh396uVr7UlKFQvsoZqR5vvDD5RSpt+wQGCmrLFwnxo2Spz3HoiOUhYlJXF162fiQ+hL8MFzAbR3yqpFchDQY16xXkTWYwsAajA3AAGy1JTZ/yFyAyDHQVX6460yfHMeTzB59hRAiIBtumRaH30Rj75XwBJ2qzKmJTMIpHis/e3+tJITVD54jCzS/Cw7XaI7gdn06o7oDh98hfbIAkB4ztAaOsEjAMAElMTqXEG/DprVl546MzrVfgiIQE3ajjCdAJsjo1yieewj8zemGn2NxWPYdk41wK/h6eo/AjSs02ODvCBA1NnIsQ/5jACZZ4DHmvf/+D9du1/rDXxLv3L2hoIRfhWdyAo3UKaR3r5L2W3AXmjs9hXwCkC83vvT39GTHrsCJjDTmi/oP95zEiWC0xpCe1f765WyYK1yCVYD3H1HYCDAJOBS9j571LaUtiPnGsfOE6QvcdjqG2TgA0z6/ESZfvHtK6oJuJR4bAMHbgjohw/yCgCMffIBwEnrAUf6PD/nLAKObt9+ciYrhQNc9hkQT//S1ibgHeMi255yuICe3AgwkT35+jog6J1KXqfHLBmJXIf8Dz1syg2v8tP6cPxyDnYZ+5tnuXe3dN5LB6/Ff5dS4rGP4T+yxp/rs6cq/V379KP2PNU9qAzB+ACjHfAi/ebWAsoMJXiL8xx0bfZo/AYpi8yLvtboZII/OC/G76h98Y4glNg98AOlshvsiH4JAKx5Y+/re64Go/E+ddA91VtGTuguzv7XfHqutn9hFCP2FwG2Pguvo4Bl+m4nVd66B7efWxqHTowNfuczruVfAGDkBTaCRaP5sr4A9ASAcMvf8zwqBbgSDovKuvnMRGCGfnKWx7Zgp+N2wZ4e7osvNjLGv+qfwWbRCv3TtnIEgJgOAKv2SxaUTsA25fE9frqojY/YYkP8RWUBaGSNrvX/IFn+v/+nf1J2O2e1G+87gsvdk1c3dkDjL7LnxFvoYNvP2kvYEb9+ITAo+5GfL2jz8CrBAlQy6R7PEEgAyUQBkX3OlLyxT8bBy9o7PsNg14/dync4q1p+KigMXnfAaYKkog2ZayqoEeDlNlvc9/AdY4GFzj5joAdsizMS5qpArIcygGddjh9nB/H58/3vAmme+uzkvxb4OrTWgw8sC/3WiO77LCvC4mWcs0D+m41/ec0Orph8c91+KOoVZwf/fqdvAaoK4MtxrGvW/O57Vp2sdjgyjzlAtx/xDjRcrlEmeF6X0mGnzQ5SPgS4/pHvPLRC94GgZ9D7zEf3Zeru979cz42au5Nru+C3MqxDi6zDmQ86zn1tusEbfVOw5XztxXqc7r87uPL8S4bsPeHVv+R1HsMCci7v0n1x+e56loEqOwUvx/Ut/ywg7jzOfS+cgdry9e7g+qPX975nUHrn6UW/7H2MtdKmmbm81zWPA3rJi9LnoWfdR7+CvDsf7UDuzmf38Rrv3QdoNwOpUVS/V0664KtB5pPD7UzjQ4mOIbZn1i76xil1uf/qsPuWr+zAsvMy+8n3MSCEglzfbzIYxsI+JxQzxiRO1j0LOfcbw4mzwzimeP8AOlGUYykVPMbh5/Udo6slTnZ+QOPWedpx12nZdTtk1GyCs0zY13eXJ3bQjxOzTuhSIXy3Ikh3vsJRm5KKYwQwSP0vJXGXzDLfzJzrnO39C6TbqJhn7eM0sCTrZWVG58qzfOp+7fu97n45sta465VSXxnDnhHbz49eP3PpHnHKd0r70HIHf+eA5AypHNZaCrF0t1WqV5w6yXrmfi4P7sy4VSbzMqMzBm757qAp722yo2Nz6T3WyyBXyuU0qq/XQq8LIAZaD8h60J3j9xzKeliCBu5lyGFQB545O89a5cCQ6FgyimJE73yx+KGO0wkiYDw2NGuYhtdKf/Zg71ceKBBjnjuuzxN4L9knuV97PTKeljiyA1lGccsdHvtwspgQWZx/ACBKkxi2U4rODpYpezbzjNM+pRTJ2ikuvK+HszIY4xjf3g86FJ1lTADgKUs4BzFHsts5j4EesMAyat5nvV1uED6vrg9Fjjm4HCBGPIdSDtc4VsbR7v4xBngS6OESS/Nsy16Nx5mQgOkDiCPncSE1WIADGy8OcDg9DPY24M4HGQiHHGwkaejMYSbrn33hvXFEfadEYQMsavPsZZsu9uY9QGicu5eGeORxbONEta7TbbK22UeJmPY+BkRj7+JiNbDWSNeVMVwe9351tvYcspwp0cw+DpvJHrRTGcfGqMn0LBudNTIZB6UDFay/JmMX0MmnzuzdvYTbeZ9FdqzAHNNK/wCf0nt49I4dX9AD+bUOt7UpONA6kEjfwOHKy9l1Ws9GTTcTZi/NX8eAedIHxaHJJrihaXsawec4p1mtZh33/in5m2oKjdJnXxpowKkzvFmeY//GVk6Wnp1bBrToE8X9W+51jAIOsAOs74FNZNp5rZytHd0ESNtAMRymkanMcXpC61cHtDh4aJwrM3c7JibDtMBO1p29FwDRjjR7acKXKWGZceJITn/KVSlg15d9XkFZAJD0rqJCQCO7Wz43cqsZ0cyf66AngRPt98Q6uywpMgM5OWXzfK3LMEYuBPzPOof+43ByebY4frz01qHJdoan4GFnNI+M6/p2Dkd1EEfgNJI9wYJ2IuK8Hj5Ar7LAOE2RUA2UaSnpBBBGHjDWI8ACWUC1hOPsET0fmZt9ZOe/9RsOv9EJGjPlJsn0wulvU2j0gYHs6a0KiAj4CkDGXkuZtThBk9ma3ct6xeGWIIkEo7Bns+92/WqIfgAPB+IYQAf0imPXLINzxg6hgD3c3yUd7RnNQwNmJ6PE9rPmw/4je4T9DqAOz7tfJLJa12S/p+Swqxb4H85awYMOJoncJuOVMVvmaD6AXgtADVAObZ0pvNm2tktNx61UOnOcUn8wI47N6N3JvkBu+zuZV3L440gzvxmUJc+wPT/Dky0F6xJ8BG2MbP0sh7Uz0wVeGIznn5X7lO/HLuKetv0E0uGoUyYI+9lBJnPuSyUVPVdjS5/UVCZw/vToHvQgQBUBaLxlwFt0BDzM2UV8Mhn7zJHvU8oUHY9N5vdw/nLeGMCBp1JC2ftZYBBrEscjGaXpjbvKaWqEMw/4/vlzMjgT/IhNRm/LXyh161LVyF1lbgLg6z3mbLsTOawLsAVc2lV/O1Of/0aPZt8JVLsRbzgTSpkrctbDm9AeAPiZnsVTcaLavgBs9Z7NfV4C8Ov3WwGqBiJw2IqPosuRl+xrlUQ0gqF10d5JpZ8E7DkrEJ7b7DbTDzluERO5SLYke+mF5vD999G5rO0n0QC+Rg7yctlxgTc4dm1Pa60AjTxidLgAgC+iP870l3LW//TPt97PAMbo2zuVxk0AGgRESEp+6X4fyJgTAAgNfvzhhcDgAKDfvZL9Cj87UCW2iPF+DYfysdABuwEn+3OBJDc3AZY8FpkTjkvUYz6g11V++Qf1KcUJ7wBlfYYIc3yk7vfqGr1GWcipjMAeN/9dXf3TT+o7LIc1GYkBoQLQYJ+grm8F4L/QeoK0UhqbfUJP25cTnOSqw/r35o2yZCn3rMT9JxrYT8pkvKZU+/TK/Sjg0naL6EcAyWcxDmDZY9qtoF+/KiNezwo1wh+s461b6yo7/Sa0vX3D2SjBd4+fCFwX/9iuN4gm/nsi8H9AEmSBKGmacBSAHqhPJ8R5J+X/YAEwUY4dpoF+kFF3p0oLvwhBxF40wKH3qYpMv0j25QAAIABJREFU3I+SngVuEgzFmgEwS54Kxz3AETIv3RM2Nneqbk6AD7pI93rpvr4ZCxmuZJMCgTp4wWIPiYOsUcazwD4ySAGW/u7P6CsMb8p+p5rRS03sBSDxRIKzL+8oD/yJIAfxLraJ6POP/yhwF5DDn+ufAeavV3/+02QYm31XtRVwV/ODFpoAA5f+jpDw+gAKfhStbhmPA/oi/wJImW2cSUsZcPbQK+xlyIx8MBhGYIQ+ey8AVfzAp3zOWpER/JTqMLrntEYf+SR7gWBUyb+fxVe2F/mfBuShGeTgLYH1b9O3l5L0rwQuPqcHsMbx2LIauxV5pS/rQnoAfxEtxVKGPTlmed308f/zX1NuGqCQks6vleHK/HL+ST93vtdMydt36c2ZwGiVOFaP23fK5v78AWDol6vvf0hADrxpOavsfTLpCYiKPU3pZO0TyVayil9q7NiVyKU70So9ZIPSAWy9fh25yZpzT1fl0S8AvLxulEGODKd0NXN++88AkJJRmgvyKNUR0A0pXQ9P39xIfxBgYvslAC4BS7EZkqmYamoawwScvhPwzZno9evsR86SyCPbrfA516DLNOf2bIYfkWe2eRwEjc5OMFqqKuAHyLmTMQdgzLkPuld3B7hn/aNj0JMJXoq84PVJvEyfZYJICPQ0bD4ALCKN3fJZ0QGUdU95fYJekNW2VgyCYlNDZ9bisfqosyeRlRy/bRtOeWvG7Yo3GkvaRWVPU9odfZkzQwLDkfEdYwI+qUDUz8ULBEfw/TmPcJYB9LeMcFBcqoo5yJwACJ/tMmd05s0NgVYB4JGFAKWc/1JpgADIlPV2NQnsVpdSx64kA3n2ukjFPR2vbD2Tc5Bb85I9raAQwGpkoAFZ65L4cpDJPJOxuBw89hj395EoAHNf6S+cMxe2PjRnnuldPuM3XQHsU1GuAPdRGQqetF0amQyfGOAdmxpZ/1WVQbz8ohf7vNngtrWwowDDkdrY+DaHQ1+ucWADYxQPsU4MH1lo94W+4thV/V2AFV6zTal/7IGJ7Ys+R4egz7zeoYIrWaNbTZ2oCXiMtTM/817cZ1EhyFrTmwSJ3D92VD4zoB8yei69P/ced0Dk2e6mZ6q/BwD/HtB2rOr2y/9fAeAYlqF2Hbtn4K9/N0Nud/KXBPcBwHX6ne93znQqg/ReZ2DlTO86E/4tAOB/abbtfbxyzHMO/P37XwMAvi+IYedvCyQOFrMIPez+1rh3x8p+3Q4M/5F73sdn+/PPQOsa076jf2uk+ew8pz8KAIcko3EsnCay/K8EgL8NhBjJeJoCfM3rPuDzfI9+r05RG4yzlnZ0zvwfyoQt8Bs6Jctpv4b360CzQuKQNVp4B5tjOC5a7VM6r7OpOt/dHZEPreT+3T7zDADvf99X2honi2mF83zW8vy8ZvyU/i0Xu8ujFdjQDLI15zhRo0zLdxfrsdHnDACXdhiFVpIovwEhuBeKvoBE1yrKLcarwZ8xMHb5XN7f98DOVwWAk02W1/G5lS0leGLIWNnzUDucVkZHryu/7WBSDer71rZjwvHTa8obdbqWjr0+/SPnQGTHSoi9Awr8vTt993tkbsswq/6zHLSjZWXdrXmNo2iA0n1tdzosR2GjFUPTVUY2DrFm9SULIKZQelFWF+fJPYiUJqxFs3Hyjd5vz4RPdF4OCBwm8gxn9Z1ejhCeqP48Y7KChoF9sNHwaoCWQ/hpR6gNd/gi4AOlyeyIl1Xmcpz6ryC77y/+dO/ZWbeUQU55I16RL7lvHPcBEwKAXNLGa6zrKA/I9+1It8GYe/V+5YujZ+PctzTNemSs56xexuBSmI4eXkFrzkQaeVLw6HjORHAkEKOOv0Q5tnR6+74atJn7MJ48I2DxJXAUOnvOW0a6oym9Rqt07v6d9orkPR39DACXX7NOAf12XW1akBhmZ/yac4Dq6ceszwqodH0AnDhQcwDDeY5lDks4cv94zTwGQOLZX1hj1p2DjWUYIFaie3HiHPTBkTs1GuA/0256ZGbfsXcLhqUnYQMGeDy9d4gKLwBcHjSQ4tLGucZOYc9PF40uzUEstIgDJCC8gwsYFzw65WbPeq18thEh7qD7VX8OiMdBN/vaazZHpgbwdPyOlh8n82wjfz+lKTfbRfdJ6a0473zfMfjdfw8HmgHmFVXN9Xb4G53CaU7WEz0CQ88cwgI6fYYmc9JqX9FkpGy8MsBO5WFlPvyHfmZOBcwsGyfTLI6agIOJcL8knp37ADmMjb3gElE5bQIIMV/GW/nsgIPhIa8jNo0d5OFVywT2va5DfuK0wunCGjvAACf3oIYpO0mASbJDG6Vu5//sHztEcPRrjgmkiFzo8vAZmco4jVeQQeRhAr5mHbeTLAAwN+geZz4AKwYsR2+njC5OEZZK+3kyWMgQsUy4OBlHPns/D3NaZLGvALfGAZWeuRN8MAwXgDbjxPG36+7oVd/IvJcefSm5nEyQyBmc6IcNOWeSlpXmfuhHHCoAKF1HO0FOAHAzrQyQObsxz7fDSn+7FB3l3PTeKos7YPnYNLt9swPADRhIb1eckvBsSs2bnjgV+X0ikAlYOXjWBh1yQs57g/M5wzSr3GVL5zzIPXG6lRdd5v84eywAuKoOHjhaAHiPJRCAe/+ioBdedeDxPnwB6NsS997T07c1JdAj5xwQMnsrFQcCsjKHrB/gWAHgtXf2AEvvTet7xs3esvXgMXpfw1fYBVRE0OfeM7Zn4/ArAJye0cgi1k19VAk4wL4QET5rHaao25SBJTAgGSftdex9OnzNIyIfU37XOtR6NPus9lmcuEuGlo8oTWyalf9tC2Ue7dVrfph9WxuobVgoEXjsC+RQFtqAYp27jMX9GgH29RngEfugQVLRb1PSe2yo9K9D6SbbGdnrvUVFAZcw9PR4WOirf9YJ1gfQ25r1qELyVBlsbi+AnOE7ejzlQ+FxrzvLyHXaC+2lbTnqcsT6yKUodZ32eZ5PGb/INfcD9RknZ050M2NPVlXoG7WOXRkfBdfwHK5xdgcOXZm1X+VYhp8BFlNlI9kzICa24UxexoldxVfYs1OtAjpsgWfuaSf+ACwjQwpQKSUwcZJDWvQ/i5v14hX5HJA285DDctoF1G4zPQw8cd8EI1p2owfiUrXdw8vyiXdQu3agAg4gs/Mc6OXsHP377rtrO1p5DhlHAEzMk/t/UEbiC2VpkfEd2irjTmuKjqc6ogEJ6TfAUs547kFLAIn3QnbLeyFq3g8AYdpDlD2G/na4Mp7JlGY//ypiXb+ebE1l+lmXmPjhuuiHLwIaVD4Y0JlsTpzrut/dnXSCEeCA6i6RKvAIR24c0wH4PmjfQi0loorGAtoEsHnf6TutIMWeNzA8e/qj7o098UrjJyuNAAjkA5lw7rntTMdX7kOdBcj83ry5ExgOSkr1L/GX+OwFpajHu0yJdF7w8wcB7wBGzOmTZK5tX5XYBACOPaH1mfX9KGARPrn5jvX+evX2Z3hngEgBnq42xpmGvYNO53cDRcCe+lzf/SJAhzLggBkAgFToNI95XULyAiPmIz2KW+BMJxPQqzcZyKiaZLBFZmGT8/OZMm/Z5i4vre+i9zyOVghiRN7vyTKkNPI1GZDIqhkDmbY87Rnl74McXL2nFq74I7KVEv2fBNZea72zXz0H71vAz5ybAC4+kKFoMDABrWS88tn36t3LHiA7GxDrk+UY/ZbRtyO7lMX9hexV+EvADpn53wvdpoet8Q8HyoVR4Y87recLZb/bry1eBJh8p8ACog+4njlaVioL2REllLT+jrK27L2UZiWz3qXL5xwIn8P/gPiWb8q89N6dtQIwZ+T//Dblm7mtz1nY2T6j8jeZc5xTdJZ5RkY0bQCkjyVTHrEOBs4ATABYqc4jG15Zuh+cHTtyGYmjDQUwis+IffP69XOV1I9vzKaJn50gJMBsAzGWW5TaD7AHWMd33v405bc9d9xDJCsogOPHa++3EY+jP9hX9BhWWW5KS/M8fQGgFrlFCWEAZ7aiwSP9I/MYWWUTCpsL4BQzi7OX+PFa8ov98+6n9BJ/TlUF9AI8qTVwWyVtQHxrN1oj+NBVNDR3zvz0rLf9bU7lzBCbxixhvsaW0HdEa9vtun4P9p1jjb9rO3tSHz9I7tDagvvu/reWtD4AXMkraMtupy3Cp09EiEwwFxPlNVX3GFvOFnnbtr7Gc3sbWcScCDw0fygg4Vo0fgJoDQCsORB8xNmFHUr/ZAJOKOGr3a15cn7B1zjVmDQh7G1noJt30N8EDORz3gpL1Z6J3ig9YNjqJmjj85Xvlazn96pksblrTDsCrfB1pvoeAe9Wtsl0nqBObBpkts9k6Grt+wRr6r58W8qA3+O74u8ArbiI6u9kDRPAieydvus2YWObPLKMC22gKO/zffiA353B7nZJOftx7rAcsQ1gbThV2+JfSG/p4Xd9yZnos4YeP/zN+Qt7DB7zWSR2WdceHkKuMOfQk/PD2K22sbDP4JXMkwAR6Naz5ojf8cvYlJQ4zP0JQLZvfwp3cX+zsfdZ9uFg1akrhU3hgK0Et3g/Vs/rb9xFnt+Mk3VJIEtkHP8YF0fROap7X5rd4ZvRV4wDsTAxbf5855nsjUUPvs8w2mHOa2FdnP1ie+r3AOB8db3+KCB8Btt+67r7AOP1xKHkeSDH35Dvr3nlvibSsXnzN0ty8quMYct3R3GcAMs/OoIFDEWYnYGt3UjO+Ga1fvcBiZovgy/6P0SfEaan+56ff5SrmO/9a4HA9/HHnpV70H121u/xYedhRTRrVUftBT9nwS9e+7POz/nmu4eDfvXatEGzOyk44JRvTgQ+MnC8zFEevBa4Vj69fx+s292/zrvjk/su5bv4P+9fzmwnSz9LlHOeswD6gHQPAaE21Lf59ynfAsBIyMXrv7dPzvfZnc33bZX98x247Xd3ALfvEcl1pt/eo3c3ZM4A8N7Tt+Wc9+/7sGjJvzIgzmWcs/+H3rMI34zHDM4hcQFfVpjjVDtKSXPA2Z6VNdw11f38VcfonoGVccV48oEOfhdzuIenFdu6184v+3cLTi2AvvwY4BHVdXFgFmvgsIziDwAcvq3jYfUMLaDcQIDu+8PpjXIfnozz4XLu8bOsPdv9yM8Ye5O5AcfOpc2YWLwTeRDnzZobNDvLfGc+1bidNd/3kx1sM9/2eOA5BYDdI20c2WdxFuAiAMUFkDYlPve9Xz1op/YAwHye0nFrVwUgWGVEQ5dYcDutuW7P4jyDv7kutDkDwLzXEjbHulX2azAFgPtM+MX8Nfugz2bcPhzpfRy1vFx6c14xLjGM4nDbs+Ma5JH1Z3JxBu97MDqXPRBgI+NOVOTek9c8MxZZI2AbsLDLhfL1DsrtdC1od9ZL7uO00b/rsOu88mJ6F0aWx+G3Fhdgovfq/UKjVdrRoCbzxGk2z20G5D7uPcM0ARPJynUGFzLLe4N9tmyRZvaHXit44SFboMC0ncAcOLSOR7Dd6KrS2YCL1zqlxrqnnCk2Gdk25oceBlBmf3ucx/oms9Kl9y1+bdJ7Li31zF4CtGlwgAG5giKzTmHBzN19lnk2BxYDwDhXk6lherNWXSc7khfN7CChhJTo25Je3/aQTyRtHfc4JXYAuPIHWWFgbxxAZzueI46z1ufxOCF24J7Pc2im1CQw3NgzyL3Zm3Z669WMbwMbJwPEIAcZ2fAe9PKBMEBtAQZ+OlNoHNgFVKo/vG+daYQz5NI+cuQ3wQyUdre9loNR5TiHW67AeR6QcwG4XrU5wFKiMTSKfnW2g0+ecVQ5AAQns+7R+Wbdk6nbeR9l5IfnDQIToOXDeZyQHHbbI7m0+SZgwaXS47gOjVMSFvIC/Fgn2q5pBn4dT2bKbe/k84Arcc69V6lJxsJ9Ut4YcCDlzD0fl7RK4EPHzPs5hFIib1pVGHRJL1LTaVt77uWhj4ywfq5MJ6hizkOtbMT44MHq1WTyxbZJqcI4thJg4QX2MwGu4Du+2z7gXZc8I6XEWWfLFDtEUl7Z0dYacwDp6K7K7ZbX8/7HQaKfDVTp2Bt4kJJe0XNHBrH1VcC4koW90L5fS6eEF7q/+Lz70FnxWjPWwwCzA8UwAMY7YD0p8GILuGF2XIPjEUCxpbbtcprgo9WL8NImRa+6nKrXiX0Qx5N7To9jJwBwgn+8X0Y2O8PY48nP8/mHOaZ3b+xc9ozlMrzKviRbxMwQb0kCBQFrgwThgOa+GXvWw5ncW4BgSirnfnKNjVMRgD4laAFIKxdWP7qUNobWBF6ljPqy88rXCZgJ0Ayftxev+2OT6W7HW5yofM5eTYm3ZGzGUZWxwRO1P9AP2FyUlnX7Ej0aZ/1HgceEizCSAr3IP6pS5EFkuwEAX55tKKNMNpH1FNczcds1y37ds064FX+bT/U74Esd0ealkaWUEHUm/uiT3b5xz+wJiqpeYn8aAEI220sZWx1e7RqYX0SZ0Ds899wbU2NivRSoQ7CKTxE4gV0RJwBsy+M185ixtvyxHaOj2D7bLqKUZehGGVkHOwg4calEDS0tKnCYv7JTzkCgTe2BMcduwjYKls/+i94DyMbxWV2VnoMKinHVmYDRACbPRo+2F3scqzhl4ffID8ZAZt6zl4CZXK9sLzuw40RPBZ/JbIfDNdgA8Qib6NXosy3wB6hGjl/maf77BcdwMlNeCEwCU3abCYAD9MkEB0QnR6Zax4gPmMeyo+KENSAhWn4BfBjVDC8RPIW8NKhAMJblFlVRIicDvkf2Hpn2OIcHgn4p0JW14HKc6kGoc05LNQPKEmstHXiAI1f9b5Vt91kgF1lsqRoQh7P1Npli2AITqJSqHKJdUj6PFhyxbbHRsFEog0mpbMlnPd9BfDifByiwXTtg/0fpVM6zTwVSwYfoGWcSOuBDKaf6m36zKTsKiBWbhnEleF9jfaRsW4HygEXINfai7TRhNw26AWxLhYNUAKhT2KAAtqX1evSF1cSUgEUO8DnrnEoz9AvX/QGMZefcKDU2cj8q5t27W/Ony2EDonkPkdGIbontxvOPMw92iduBA4gARJENlwAZCExZ2IpuvwPL6uetSiS/ELiF0CEOlJKvvwDg0WvTQEC+C71GBUXXajyULGX5CGq4IwvVZVqZAFnxyDSy/gJMp5UKAOxUv1BtUfSdS3xjX4wtC/hAJq1tAW0UZNs1fUkpze7Dt60S7W9g7FScI1P/i+hinnYJ6JyXX+m+ZGyTiQvoQhCabfvZKF+/PL16o8xXZCr88gyb07pcQJBAesBLsiBdghmQFL/PI/oc0/eYXs1fXaL2K59JdgCcvnDgZDLd4ocLkE+ACPrvtUpb54gfAPjtmwSapPxsNjCA1y/aSwBuP/6JShsFlaTXxAOUBHbyPOvCmnmR0gLmlXoaIzf4xz4B+AGovWUMjGZsHfQ4QGa4Q3uVnswERz5X9vH05+UCAhAAHF0Onoz87wGrr5QxTMnrZOMCIFIpwDauaEkgBPICGx4QmJXiROXxchab4H+e/f4WvQDQrb7P7Gv9g36UNn6n/tgOxKBeuQf65eof/lE1k2eP5E29dF8Cdd6rH/l336usu+UmfJEKIAQGoAdf6lIDXfC91i3BagCHZHiqLDf93yVv7qTnX2tPUBKfcaQ8v/aagE1uzvbFRwd/Iy8MSOo9Kjyw1mk7QClm6R3JJM738EbHWluV/WBZ5WVP5TbGYoD/CA6eCk2zP96/V/ax9lrOWrHXoNfzCURhcuzJjiUtTpbdE3sOuWzIzf+xZQlqrU3WccJWAM4+M9ngQ9dpfPSyJUBA4yfTmR6w2B/IM/qhEyQRW4vrWQON0bYpdmVsXKpv9WzF1ACAk6lbk3b39cdfOJ2tBqzEhk1lp/q7vwqQNug/1T3qG0FOMT+fMSg17QoG2JHZb88l6JB30Az94MAP7SsybLFRct584sADyEBmPDYBz/fao2LHHmEv88IOsA1u/0LmxRzQPe3OwNixVXImit8D2gKyEuDWl/cyzyWrVfegV69teeySnp99Do/cZl3hXQfBASRTqUb3j94PvXLeiU5HxzTAgL/dysWI8QDm7SAmOYQtnyosmTPf9fgJgjmGPD5ln0WSaMHjCsHx5NIth9T1GTRx8NDIAq7ts6w2h9buRGL7jqvzAHjMf/Eez5v7sr9Me9STftq/xXvzk2uMKzOfsERsq5Gx/O1V1P8dfmqezzPYb/DAfweAQ7TLl4uGDUHz4RmIWb3fztcuYlvYnYDi3wO2zmO5DwDewek6QljqRLF2vNnQu3P5cqTZ3OfX+fl/FAD+dtz33v7BN/+WAHA22FrU/d57ZvG+rvvAHqbZPfSyYr08TEfJrfd3J91D926Ey32O+4zzGyad9f0WpPwtyq/nl0/y7cv12+8Z497/RoiVvrtTvsqiz67wq7B+aEwL6MKpEycJr9/aJ38EUL7veWdHI985A7+lQ4XkGajeAZX9GX8EAL7YjxsAfOa9Mw3ue+bZoX2e75756898GBiQqHbpBryc12+/X2XQGQR2j75xXO0A8B4RGDA6+7EgQx0u+zMwCgrM7+u0DzElblHkcaiHnpFjdigDuExEaYGQOgoLfjVr7BxXsz/nPgB4LyHNVqxTuny+A8A8a3dWRSlPZCBG6Qb2Nju3QFYdbs6oGGZsNleAxjgmeBUAbsZs6PCtrtozhfscR0figNS4Cj7k+kQQNmvQe2Rk6drTMaDKg9D+IQC4BmbXyo7zyRLa1/8hALh7Jv0oF/C782IcyHFU7pkrLSvNPVLWNToxPabi2KhzNRl3lBPjsJyReawckQeE6T5E/+77L+uSkk85JH0LAPf7R1auszOiI2pMpidvDhDGKqCrD1qL1n3WTrvqumVwLmD3rG8OANnzz313+QKdzkCV944PUgsgqwOu+3AHgPmsY68exOGBUc+zcOJXFnV8OwiMkT8JRaN7UpLqrGeb7emz8mxo8z/AAA53DmsTReJySC4ZlHvtpZgdsTolncv/0NcAkQ4P3LM8xvuJfh2ZNotnWrJXRCsOX8gdgAHmwtzIJotjX/8ZVIx9SW/L8DUAsBbdnuI4uJENLpk2fAhAYwckF44RWPozHo4OK8iibq/FOy2XnDUf+3D2jZ9hR/2UlxqQ8D69gCPRB3DzRDKVAxrnZIGjx+W7JI+Pst5ei5RyqiVTALAA8B70knLLkfGp6OANOWyPTsEeyV4xUOCP41i4KNlNyV/AvwkeMulYEzvkieBOhDuAb3s0J0CA+ycyOXw7jmTmyJhqhB92Zp6Lk62AG/M9ekdpAmTF+uq5B+NeOnEOgcgEfb7K3oY/EiSEIyyAxxkAZi7J8ry0E917kRLJui+OHVQHj7+T44uXS6Wx5gMGph9qMnZbgjvzlZNIjkD39DVgn8Oo5zTzgYf47AwAF8xxwITG3nK6BSrNR/PCeWp+2qaxgjwWjXDUWd6fzGJKpJo2GiBZTAf4Tv9MLaozUIjcFzCCbHLW//DZIUdx/Q0AkGzlOPfhde8TR5JH5iMUCwBbnnMGGx1d/XpUjei6wxcGf+GGAAMOSLGzGd2RDOE61usIK7hMydEC8QSLWGZNwIR7i07gSjOMAaqOgMDZQ8yvwQTdYzjHOU+S3YZDMbos+xsH06XOzYIxtgRWYUdMJqHfT894Mh8tb5wZhMM698NRxH9E3dde4h6LfulTVx3ewAWXFJ+AkZbOtvPLQTzJTGDcybwBuEo/4wSBxXZyXhlZBkgLr1ne97MAXMjumkoCuIBxjnZt+R7j8uhtM3BdShfvL5fwZa+MbHIWM+NysB6BSMniiSwOTUxP73NA49go6ITj2VrXD8pCdCar50zuSmxBtgFzZ68XADad9D50sk5CL5IVROCJ7ZpWZ8Hs0BrL6cuzCJQAED6qExw+haxrbYZkYEx1C7PyeKHMULk/2WPuJT2A8JH5O3uBVci6jMMM8Go8YaaPz57L5j0CLeZMGhtOMguAjjO3vkv2pPesbgD0W53jvnE4FN2jPIGY1R3ZAzw7lU6OEoVjh7Nm6DN4gb1JdqOBXGe4CVCk3CfrJccoa9bzAfO2bEbv4ZzEuSzgzLLSdQWzh2APdDhj40VGjwE5MpW0fwEjnlD6nWAQ2205++BIxdZ6oeDFp2SYsb+k8wx+iniUM2X54lhXxrLvrUAgBUmk+sUE4mF3zL4NH8ODAaD8vgDgVK1JdtELOacdQEiFCeQtIBmLOGZH22Awz7QGyCuBJbKzNf72/oXu7iVou4lzXIIGEsgUG445fyJTnZFp3C9fqD+rnckz/lEEZECy7wE23Dt8zkrmfeSL7gcATKluiE/GnIEfXQMQu79Q+WQMc+50n22j3uwzMhcb8Bo++6KgA+5XP47BP83no21A0dkB2MiblTHPmZegDRz97rsKL4gPyDSG75+ovPtnAViswwuBWwDy3ISMPZ7evtdpXZJMLwPAnHP0HBz/fHZ7K33xJa0boDE9HXG0Q/fS5+3bt5NBHDnNq9U5sOffvaPNAkFrDcgKfZ/KfgL4gf/h9Tep6Zw1InsRUEf0vVOJ418BtOjHqTfZVuFhQCaCXdB70BBlqFLaep7BhbnPVkHU93+vvqwua478Fqj62XxoI9FZ3C4RzDltPOreF+GABFjqQ+wZSq/e3Kh/8MjpTwLKfU4w3wdsMljvGCpaexBQHbCLoItmprJ377S/AHNgkh+/f21gW9xs+URgiTP5fkl1D9YFAPiXzwL5BRDefIcdRlBcSgI7w57x/kr6mM5M3jcMR3a1eOL9LWcJAqzoHSu6v1XPYV1BNimA4Nu3H7x+rWjDutNj1jpC4Ng7AYnmVQ3XGbKA8vT9deAF4PhH/3t9/Z3n9d0PAvrNfxkD2dOAkZS21U7OswTeZ83U61Xl46FDRPnjqzf//N4yzZtAt7Gdiu7TtfSL/fPf/TkAMF/XT/ei1fOhPXx3feMoAf+dMsazp8Z+AnxCJrtEvt4jiw8AWIUybLfdfC8sfOQ4AAAgAElEQVR9qp9vfsYeJssdEDTVEaCrKjQb/Ge/PtZ6/PjDje6TYCTkADYX8sH9P233cl+CGWC0OUuLX+jR/EXA7+1bbALkGfIcAFilofUbICizhOZeTsvBBEYS6ME6EQBx957rEgCqW2pNA8ARTGHZ7HNswCEl7LsywDuBiDfXAsgF5n2+SzCDzzrsW68v1X/gXYIXsvaxD9JH3GdSB7Emq9WtIuwjSrCJAT3bwwGuE5QW+t19vDVY+YXKE3rjWvStNcAc0EfMHRsx9ppXemzLgG3s55R9Jls4GdToCgD5Ebe+J/uJrHWuT9WhsYGwAWbfAwAzL/AX6MZ8naguqsNDH2m1QbUrAvVd1phS+GT5c7YCPA9Yij2MvZ8gh1R3axAe3IsF5iA420gNIuQclDHzLGSKn+zAIslprX3sg8hzZDYBOrEj47ewDYqsJilB79NrmBf8lJLS2AcJGIJevAz0zh7BNknlH/pWp2wz36MiCbTI+TcrRPB4Ex/qj7E56o+zVi6fDGDIGKxbFwDMHnjmM1H2i+c6aoQCC2lBEXsplVV6doobw7YfNqAuIoinvlnvTWQFNuHQ18FZ/IdMdbBW5BVY96dPHxIoJdrYnsKWN93hI/EqfbTZ69hUBKrYtp4KBPb/xLa1X0F2lVt9REzZprDPgbMZlSlPGBPrYP+0zwS5LoTI2a42vFtNIp+sYzhXx/6zj22uia0cfvMt9EXHQua46VfODvMM/t5A3/nGcT/rvNpBgxRHduiZ/1oAcId2CRKtAZfRVgbkNpv1tTXji/f2Px667sELLj6o8yKOk5WdtTujuOD3/uY7BY2zaOMkOIaXldsXLd+7HOf58x1Au3R2ZKOxh+N4S4ReDkFww2zEw0H1x+jx++M5jXccmefM4N/LnO1dHlr/8/vnv3enk+nIvGcsu0P79+5zH1UWT1xmAT7Es+ex7OOp824BhJtk2PihoGbovwDYCo5vQeQ4aOCPM0i5z2mBaVWS9/OBn7vx4lq/HgZyXQTPKqHyEFet0tIPAdQZj2cwTL/WLQotr+FznEen7/0WoPvQuPr+3oPWTzkOPWue+9i+BabXE3Z+uw+8Nd1mSstBP9c7qq2CfmVAnIGbc4bUTovcf9HMUamz/y8CSHB+ee2WHPot3sl6RzmVRjsfFnDls328ATGzbo6MBsjYjLT71mYfZ43uKO5RwCiuObC2dMl+H+jbDOHK3vau3TNJ41hY8z/WZZRx17xr0md4H3osdcYv+VowKY47DkBrvXt9HLsro6L7ugAw3+v1dvwVnBtDIw7n6JS+ABowJvaI6jrnjnX1IYuFDJDAy9lbm6y8oCPfN1FaYi58FSfcpbIqgHqmVY2NgLKJ3I8xPzpx3g9/5entz2s+G0dy52IHHxHAHtvaK6UhhxTYiy1QYPqQm1MjZTmZAT2mRyYO4nFo+pkDMu80BoDDAPdA9ZBmce00a/ZvefXIxGpdm9kHh3N7nJX9/p5lOdskgBf0mXXqPjp0kPnhWx2/f/+8rvu8dlp2fffs4s6T77Xv5iUw3MzH9ZRkkuTgs8+pWQgFnJPJhGGcLLH2JDfg5ANWQEvz3ABePKWZu+UBHEkJPEnWTPgp+9M8o7FkPwYwKyBsh6OefSHbfCCL05r141DIQRibzn8bJE6py5axDICIQyAHZByXzY4+Mrvm+d4Hdri3p02CFdzLl/2OY5d9Zy9IDyU5gM7E/D0fDpHjetN03Rz1tnUOuy9OOO8nZNfIAdOHccxBYAd1OOi6/6rXYIAZx6GsfV+a9WfL4RbYSa+/ySqd+S75kXk5m2vGkQNT9vbO2+WqHraPzHvNL2u68z8unwlnx81nmixnruUzW9jOAXgqn+HAAwjxwdu8mEwxDnI4TiJXF0+Vv0wN5maahr/8lu/RnsTJjjtk2LGMgFKrx2Yqd+TDHkbNn2Qte+3WPBh7ytQHdE2p7fAUJakLFHb+CS4Zh4Xu9ZqefRoq0dsNhjl6KJsv0wPdPZR9SF97G6czfAGoBI94vj6cZy4dP44L3nMG3eiulK7NwZ4AmJZ1J9OUOZEB4t7lwzfmheH7TwLwXLp2yskTLc2YAXkOXrTLD4dWSqOxKsjtBHAM77NWDNj9ruJ8ctkzM0b4IgEi4asVfJOMPeYYOX9ZDj5lOi8DdJbNnntb7qA7Zj/wObzm+xLpDpA330m2Znp39VV9GpATZ5GybwAhhpdbFSRAJ06hBI85wxJ5ZqCqujdenF/bn3h08gHs6RoyY6K3U86SF2ue3rcTGe/1j01WgLv82764BkolUwyUuTx7HMR+ucQ6APAE/g1tvA/JQJ4qE6VZbBgvlNfat3DmdHt7JYvADibLCBz8oWV4E9lGUEPtycigpwJa3V/3aeqGwou8Yq8mWI1xfqXSgdclAHuDMPiMcto4dpYNG6PV+4Khsk/gH9uejC0Ox8iGBM4YFOc/7XdXWLCuSdZ65SM0cDa/frZkN8BG58fPj9M/+NGU8Y+DLD1WP8orxjOfu6yj1tOlr6ENUgzZlexQgI7obFAak+F41ebjLbJ3xqsxc6htlgwleNV9qg3YC5R0P9isHt90lo/VneSK6IKDHZ5LsJ6y1N7fmhf4/uP2/dR0cFgeNudkmkY3anFHTjwC4DQA4icl8MPHorSVQKdbvh/AZxyI9K5DhtdvsM5H2b9f3JNQIGifY2dheCJ2xfRvdnbu6F879qcHssaCQ9hZlBb8rB+8RsgX/MCvOKuRs9rrkgcAbTyPwCoDoQT0QH+qKuj78In7aQ+/GGhyFpBo5/QRC94AosM7yB33MJ9MaugQPg8fHwHnAuh6RrKsG3uQkrwuS2/9wyA0H60hco2+yLUVcdg6EGQ4qBU3PHCePnKJbFLv/ZEHDZ6iRD9LRCY2AHazgwHtLGedKUagAaViVQL39fXI9zzQwK9tvQQ2oB2sIbSGBOj98N33cdbru6udBaXpY1N4Tcdxnf2b/YIeYvlYMwfc2AOrNSFwxzKDZRS/iC4ukS+HNHK7Jf4TRBrddOgVgmUMqqeyDH0kOXokYw8AB7AirWxScQF9gCwSIPjhNnahD6mRsdjHX/RgMhEFi1o2cvTBEZ6qDXGiA9S676Z1UBzmsacjowENcPh/EMD04mVaSXAd2bN3AmLR4+1HfUefX/OkABXZVy9fkdWrDDd63GoUrwHyvJ7pE/qYrDEBbmSStp89dALgRQ4R4OBgqfGJvYCXIl6zv33uw6aCzgAtZDK3qotX0DzmgAcuhG8bWOjgJe0diDJnqQSF8GcqrqRMK4EVqbIDVVLqf9lt4eNkFLO3aTHzJ5VxBghl8xC8QeDALZMWQPxK2YaohgCcAm319+ubrNmbdwIhJadbXYStC2/9+KOCKpWVzJqwnj+rBDNlr5Np/fjqVrIS+fnqmkzaRwKA3x+y74WQaPbgh4/vDVyzjiwCXAHQ+unTe5UovtG8w9cEY7x9g82lnrV6HiWIrwUemy84G+j5b98QNAGoqnLi9KDW6+Md7RDulLH6RBmtlNSlHIICZwRYkxXLM5FyMDf7BF36QWWxX6t/LVUF1LhX97/2+N7fko2q1QOQFPj5WsBmNnSkJbz7009vbWM7m1egFhz2UTot5dtB0GlTwpoBsGqcAsff/EzAzBeVZ6dEeQKPGL1Lqot3nVmv79+IT9kjBKxgVxAsAJ8ARhI7wn5x0DNj0v99/PQ2mdSkn+u54JMflIXrl2h0LUAcXZ8+79Oz13ZBghCRAy5hLVkkNTRZxJwt4Z7P7m/MOjNan1M1BrJqU4kCuU6wj0qO63tk/nKPqG/s+QDOjJkeuQcATGawWRSdmHYHT5UdyhhqE2Mjo8OxcRKQE0lOWwDLE9HDGfoEAouut9rnqZZFQCqfxfbl2QGZY+eThYrITFltgmsWAAbAzF7m/si3F6pskb0YcvJCH7Qvs0mMfef7EnQrvhIAzH6k0gMBEd07cD0mYgL9e+ZH9iewyZXjRIvPVCGgvLrWjDW3y2hMV/jMFTtoL+DAYmyYVDWwHaef2Bb0agWY7FnLFRjdN3z8JHNuRJb5zOlgNvQlVTsmQ1v3Bqx0+Wnr6vQTpv0AL65FnJEVzzNb3Q3apGVd3rMepIy09jtrRjCHgxcsVzPu3HAC0qlyYboStJOPvPQx+RNcwJBUDYBk3phD0kn+fKxCfh/5RVCLq5gwWOu9nB0JoEEnNhCjz0Fv8oqU4uEBQMfssq0T/2KCJJz13kDUqddsGgJgG+zWvzlSuSrWgObN9OW7CUhrm4KsodeE811IEDroHzplr7rojGLb3LluVfRqYNKQd+y+gNd9LzTdX7Fblm0fv/UCpJ3E4CDGCdzzWWJ8ZnOmK2ie1i85s+ybiPX8VwWAdxDwMNhLxBEkfwkAPOe/S0pdLM3poz/4Z52GfP0MtPQWfxQA9qFOjNnMjYNpzqHqBx0uB3lmhBwQ8jrSuNkMewlAe2JymDgA4OP+l1GNv0eSWZbja9+O5/fucJrPGPoPXfW3BoDLZ7vT8gxOM5bfAqgf4ofDQTmesfsA52O9B5Duvf4SAHgZ4BUQcWqf79G5/u0BYIyvTdsiNv5f2t5DUa7jWLKFIdwBQOpq3v//4JsRCRLeTqyIjF3V+/QBIErTurwAurcpk64y0nDYGuHfQ6NHN/0YFuBYSTbgxHiQbvN/frciGOHlx82h+Axcm/5P1+2g7Y/odKfrKM1LxwnPD8DWNR+eu1j3S0F9G7he8uM2QJvnXQOAd9449tRObJyaMVK+97HMqQLnHbZqR7t4jUeG1OCQli4A2IP4Xc/fHfNn2bhn3O73p0zh+mZ3EN/9ni16bA54By+dpm86nCnNuS1GwObsiyMXDbcMMDt55xBfeomBkl4l/Xvo8lIjm/5nHC1byHXI+b63BF1n7k5LdwHAu3yoQ3UI5VDou0zb9yClnRl7DlP97PJrfRnDLgbmAoBT3mbpmFyTw3p6jK1gj3OmcJcoDvC1f3VYm6fGAd/nBMRYG9pnnAHgfT47WF169P5uQDJrDQvU2K4TPs6s7GX/pBxpStFkbvlPBtZkU9kp6cNZHGF2lDhkMg6aOG9Gfui6AsDjaz3GcC5tXD4uwNC9qbO/+5N1i4Nh0SmR50Rad7zXAeA6vP2MDSDev7dDeluXrGUd2xjm6Js4PvhUf+4A8Fk/9Lo4pRbvGJQZsLVASUsQ8u9Hj1Qe8Ep2b/fZa7+VjCvQyPsSUZ5M+AV8J4OqJWHhqTm3WB7Y6cmBaxzw+3qWZtyjBpeZns9ex7EU+gng1vKfOhzNqYJxen3GSOWdh8Mf2aF/QzGumkB0rwGhHL78XEBKDmM+qaw9bgUZHP2lOZcu1n8FgM9gavkv450DDWUIOaDquwDAoeG9ggIHdvMddDciYdkWc6hDXu6AVzP4OIzgAK5DfQh3D4jq+5GFpceCX5e8mPmXHzLeADlx7PjYGtpkp3zqZNw5YDtDB34eh2hKa3HuDEho6eY9nPK+zEfjx8GOI+UjDlstwF5Zobxq2YrcsC2UTFU7CHUBwLZBTL2H+ZE11pLaiz/CU82Gv9Dtehay3P1zD/2T0rCl0+4p69C1Dm1SCgzAq3ZNoulZm9gDoV+XQ3ZJ6GQy7nZlS4QXiD1KnuuZzM1Olsn+9Rysh6svWNTIkR0Ado/MreQ+Tl/LFhxrAM7WzwFVkMs4Bu08t4wSb+u3ZnK5nzJjIBtvnGYXsli/Pypw6nVgQS/lpcscDwDQwDDrxJF/zCvZFdENzh53mftkaBmENV0N/ekAHvrM9QV6S+MBCCdDALtz6Dgg1+KDOrB4v0G+CXC41KUBNnm3y1nrQ9BIIsjjSHHJTmxW5mPHW0oKx2EdByL3Q+e7TVMbjfWkjKTtmgFp/Zsd7PR/pg/kyuTleZl3bL6Ot5nkn+UUgS6BWHCw9feqCNzjoaXasHFAlvxdBWHWm+86f2f/2mmW0m7YFDhIsg+ZK6DSxH/5HWcAGJ4xLWl8vzzUnLW3gForYztgJNkW6ChnVOjf7n+NvIffyByRh3zPJK2s8LzGNmr5Wvgbfk5/XJzhK4A3fB7nHnLDGclaXypmVIcFKM5eM06D66F07wPrwQcA2AFQA1hT4hJggc9Dsv5F0mQ7UfKa7IiHAvoMfJhGpuLGZgJ7bFtESJyLeg7z8Bwza8t4e5VjT7hEtkHrgI273VFbCsIB2IE+EKxkvEKy5UHolTHjcIPWkQeeow3sPUOadyorGblnu2xkFH+3XgaklDNfaWGMKb20E0TGf7wXUk/v3WWj+qzIXpGJKpozvTiTCT2egJQGuR1JAHakBoDivXHAIc8E8Oj9j0Vvtg8mANgA8ti08R9FZr8XkkDfUQD8G3qHavwfafeAjkOuI5vnrAi9OMPEGezqUev+gRM0qTngFP6sORLg44AbO5HTh/CBs5FbYSd/NqDI8mLkiddd4/tFco99sGwECEEP0CuwmS2zP8koxGiAZsXb2h/TC+WkATxnmaEF+NWBIlqLZ0prI/MIKcc02YLaYTkbjD0y+pg9CTD/ROVbEwxV/otsSYKGs8PRP/rR4Jmz3BJUQClWxma6RWYbLMBmAixmvaMnHDhwnKnb8iL+EQP75hPWlTEgU1IemGzTr8rohA5+GZCyIET9fARCuOqIAJZk8EUe4rCnLPEjMSk6NPIkYwm/slLf7r169Wp4UWuoQA9X2zHIlOw/MvYAgGnn0A927mf1nuXz4qXSCXmSJ5Nn8vz36idrAFjgwxM9F3uAzNBW5XnwQHxHed4BuJ4AYuh+eq96OaZAAmXmDZYqURiwzs75hwOUGkSpbZQzGdlargYTY0PAohoeHzyfGdROcSUOA67YFJqP/oLurRhzhRvTUeyfBOKEL7g4ZVQJYESOpqwtMsKZkIxL1ybzWOs6lWMqJnjuO0pdz1nhibLuXNnAAQMC5zRvaOCdMpsBIgHH+XfPN5hIiG7Kkb9S31uXYnVwaIBDAOKXL3QeH8r/1/+G3hkU2awC2nQUIqsVmgOceKNS3OwbgBjl61k/sljZawDSGwUDsjBvBLQCwv7zfymgQvQNXQEmfVWmsnW9LiJjkH1irmQOv1M2J/IF5gW0JDv1vQMEkvEL4AbPsE83AmfpRfxWWei10b1n0LVkL5ULvFYq//1VQOm3+wJpVV768ycCCdO2AXD4+U3OJZCkOV8L/q/f/3Bf799+U/lkfcXaUDb6nfiDzHR8YknsoiWE9LTG+tcr/RvSVjBFsoDj8/tCn3OX2Q2g91xnAeb0hTO3eO+Ze4Ojw8jQBcgEeCIIOpX1oHOD2GaelCV//4azAs9X1u1z7MAH9/7S+mVdCFJIACkZp8hw1hLZg7x4/SdlpAMAs5bsL/vgzGG95sPbzwZsn//6zOvO328UyPHEGcCiQ7M351NANzIjafmBrmDPaAOBPtf6IL61psgS9j6A7dJ90DX8kfMWsjz6jO9zHwEkyKcJBhLdYP9zNuKcWgDYuo8qFBorc+Adrloju5J1dYbpuLD+fEUVAfxa7H8qGQT4i23ns5zHpUBIV20Jh6NjqZTAnwDd8NeN1xTaZdzjn52zhW+aKQVgzHMIcPhICWnKtetFzwgWANcfPTS5KH7H56nmwX170HGyNmP7xM+Rc6qDywDIR3DknJsWb8wJ/oFO+sEOSrllLEGCMeDLVBEwqfk8nv8IkIJ+sMsaVMDzU6kkk0XXe09E048FrLPVx7M2e2/cGH4HQ93fx98BpA8AGL3PGkNPMw8We0jFcgKwmfeNmjIP+u+6L5WPGrRtja/fdJYm2Fgvr+wx/y/SND1wrX2/omP43h96OftckDMw8tzxA7PXVF7gvoCww/+zzkiR+N3Zh1Rt61k8gWzsFRWz4JXRVw7aGj+jM+hpFzD7w5nPlSnmjIN9oOfvAPCx2ae/pPpSNmUHgL3fBpxhBOj6MnGs/oJWJEQnJaBg/HnbGv4QAD4DZdfAtPMErmX9nkGM3al91wLk+2Y6ZgHPmXoxUP7zTwGhuzLtzpl9t4FiEa0dUJfjOeY9B7PjvrmsAEZncLp9iDy/XgOAj0wbpzdkfVJeqi8IAPwz++brLhhsMf7fXeEfZQL/vwaAdwBrzxJe6732a6fR8z5mbbI417KRz/Tdd+0Az/6MHmDO+55XXGa63f2MMdR/anNuM/9+m9977P2PAOBRqNsDul4rUGLo7jsAcEk0giz0y6cAQpVj6ZLLrgG3uedEuPDLxkyeHoJ9lNn5OQewtO3zvj7nABDz4xyu93LLZzo49vcWoH7atNM6nZ95l1xh3sk4TNTx8TkBwAZsUNQ40wwAx7hZFQT2m7fnFODf1riggcEMLIhRQHXa2yHotb7jmT9Br3aumy7ibHW5NDgjuvRibwss1NlRZ/mx9rNPdT7usrz7XlASg/TQTUN4cdhh7YbG4nTOdThK9/EczzOAt+itAPBdtGpnM4azFH5LaGecMcz7Sf+UfHz45giBI8nOpGUI3AoKmXU86JwD8PD8DvLWYZk1xwDnfSv7d3es7Ou8QP4F3mT5eMlEtdvRlt+9DttBowBwDuZxpPezA8CJ/IsTfu9NnP3IIf0MbNX4zQGCkkpk7EyvNfaw2RxjIOEoohSpD4r01GRtQ4p5BzMa2cL3yHqey3+QSUVRZU0OLNu+zXp0L+KEDGhUcI1/FzgpIFsglevtMLSzPwzBAaOZjF3jHWhOVGayYvm47+U5YGJAkGYwh4+TAdWxLdoLrS15N2CT97dyPHt4lL2edcN4rg6lZBZXM+/SuYFal9KitF2AONO73rf37n2i76GX7mVlOoa518YnjMWrBp30m538YzcGvIAu42gxmEN2Bc4TnGsTINF9cVTyrJMBOIOoWRU/l8hZDn+TUVOlame0/rNjlcOteZWxDc86InllxNV+qI7h+j2zHKCL9WimZXsnd44GiSZAxDzlTOrwXr4fuvXRKFlEBYCRKT1UXwOAud7ZYfOxA72ZUONI4BlLD2SB2Gf2NuAGTpnoCNavwCX7U4ANmluAUspnMw++d5ak5V6yPfJJr15HIs/3cWzESe1sUOiMPbOcTfQwH0j2CSUU9Xdn7IwDgyysXa9BB7wjkc68MbTe/XI/Yj+D8lspr2w9uck9r8Vum8z4XQauoN3IMcadUqsTxT0HUsDTABUZP06CRDBnvA124O8uZSVWNADQDNnRT0sfXMptnlmwF5qHPnZ51b1nLTsXA0563zkDOABo9pisqyxYyvJzUk4f6fR3bGnmmh38VgDYZalH1/W9lF3dz5LtXRtgJOWs+fg+gDu9FxCnsoIdNJ8fZcaGknDa0DORaPEBzgxAA65Ag6X/0auVNdAv8s2lpe2MrnxZeq8yhzcdQLEVCPwReq0jp3aGl2xoKFo/H9YhDu0p7QtNzjm5NkUzgKvPHREu/nAG9pR4dcYFe6l1Sg/vyqeRIwaA1WtSjlEGugdQHfIQgE7vBxjlAygK4ALnwxUFSbHvCwDjTIujLA5N3hu6awBIyiynJzc8GwMe/scJhV3rEqoGnuKYDHlNBi1l/kZPJdgkDpnI1WQF8174N6WZl97wgzS+2GN4PCMzmpHbqhLw7cU5s/w8ewQdkO2V3pvtmZvqDZWvO6gFAAyQZ8cdNDG8ajpmSBpTg0sIkMDhZF2AnegMQNQSfUjluBzdCbnaycg5AaDc+1TeAQBOKVpPmfudqRGdlUCSgPwEnuOcY/0BQtBZlFbngR4rNIkcGnola8pBMMjbKaOYDYrcsO+WfZBj0nYYemvoGX6Av20nwr92jseh6kd0nYdWGhRjee0AJ+kMOeiPdgsMjgwfgXA++9hmztwi4yfrffbNJb51D+9sIAIz/MT7R7Y4Y3V0jG0HMk6QJyVE/bmfgwhWg2cByADn8MBHrglExlHIXAlm0BjcaoKezuhKvQPQ5jPBHhoU+8O4vO7WJRinBLZRKjpgBbQeG0PXYHdg741vqGvIcx8rCI/+wfATTvUsa9YNO5i1aRa3S5IbAH4UANj8nXe4GggZk3IwH7JaAJZLNdvRD+AzpbPFl82uzwMCYn5ULdb09kOXsIwBKqy/S5xwI7IKIrbBnQCEBxoTnJ/Aptgnh57lflhjzhUAZOzLrwI8iQmkLCx9ZSFRAxePlf2IjTx6GjnjkpwGCbM/zpoFoCIQcfSw7SL/fXyV2teAFSnf+lXApOnZZ3GBFbI5kD/oZiovPHVpWP1PdMt+OFNJwBis4b6keh5ZppTDJgOfsRh4YJ81FsA8wF3Ge3OjMsQChCi/CqjBWhhwcxajsvqc1paKEu9Udhpgl+8YQ4AR/IgpxfrnK0qKozMI0oj/h4z52Buzzl5b5As95EUzDkABNCeIBTsP21rv07p9UHakswEFDDwgU3Y0GpmWznLT+ruMP+VmRedUIAG4wLYL3URWcX5w5h4ZhDxFdE7WPOtjW8xyI9ei75BbBZ6Q/bFtEujLWgJEEXhAUBp7gh5inZ9Rxl7rQa/oZ1RSGd8G68bHsDP0yrNYO/t7oNlknr4wKCqQ4nUC2tADrbTBvtn/MIDgGwGwadGBPqW/u3rNvgCs5EwkgFYZte/fJkORSAoAOLJuyTgu73pf+J8ugdwoCW1rFdGpfXj58oWAXEDbAJ6//Y9KFLPPf1JKmgzVG70PoBGwExp/5uuRP1z36TNg8iM954kBXmgIABPdRQl6rrXtw+vEv58+vfU+PFFgB5nd7+A/A5Rk4gLaEZyD3iDo45d7f/xL6/qNliXYh+z9N2Xtiv7FX6w52+/S4/RjH35jvV+/CUBD4Az0S0WHRwIQWT/6p/7v//+VgKiXBsLI+KXVBetHpmzOfpzDRCsO1OJs6dO+e5wWiHqr/srQ7j2XvEaXqpLAP7CloE7WmECh9KGFjx8IkLoRgI+8cml+fZ4J0HYrM+0h74xdG53GHpGB7QxoB6ADhiF34zOxHWhQGPmRChl//B/xrwL3nui5XPfqjwRww3tftGECujgAACAASURBVFfoVlf80NUA9Ee5YAc0UaKXAL2UfuaTUr18kiDgPug+U+ccwCc0JnnifYfvAZSnQoEmgd2WKl15UuQZIHbmytp++cSkkZkBhpHJr1+/9ZoQDEeGKRUKkoWawN6CwDw2fbcT4GuaUDAE8oGsc85EzzVXyyfPBFqcac30Drcsekt0iix1VrxKcLM3DgRX5jWxEFhPqGjoKy2tolePM6Tt8/q9s1ef1BqAdcOmRX6l9PWMZWx+y62x2zPGyDJ+Zt0TeJ9M9ATJ5fpZVmcZ2285PibTUBRCbCz2LOac6d5BN3rMEwWHNCs2dkLemb2ddeof87vBRz3MVbW0Pg5V0/PQT5Qwjw9qbBIq8cwoCTxy4YT5jMloPcMzHWy6+YudTatrae3RMuOZtw3Gsf2ysbl3gvqVCfyV6g14cIz6ThDktp7IUPxLE6vtEZFxzJz62f2PPLv82bU51sujmfVv+w5nO1+uJbSC3tl9417rWe/y3b72pgl4BF5g78aHA13ZJ1gb0/u1Nu+MhTQZgmCg877+VwDgayDf7uBgUstJUwILhZ2/P5GdV6jMwW9/BwD+XpZxHTdnALhOH965A8/XgKCM+W4A2AL7BAD1BP+fAsAmGA4FJwC464hC9TqPs71l2bL2txm9AuC4/ywITht0l8DYn/09EPgaKHubBtY3d9HVDrjudHVxMLcD8O4J/exYfgYAXut3+b5F7xXf5Yf8WWNmd2rZ8c1BeDvw3vX8fe36ruOAeDz/+govWrwNAJcPF31czqvj/VkAOK6CfHYAOHPcD/hrnZADO3Bb4G+fzS78OhYfgBGi42A93nlahl7H13v/u+89/0dy7tgnRwJeX3cL5fF4nnv3Vg5d+/5YPyuWKfV1vHCtr7Mg9f6v4+xLXdEYUvcxer0+yY49fxzNP59Ff7nOjm0iljWxfa35reBkTBmvqOd4l7zfabV/TxnVBVyc39PrrtHBeR67HPD+28EeGo6zIYelGi/LyN1Kk44CNkBYJ5Qesfc1q5PWawDPjiP1DACf16HAjB1ls6a5JiVJ+fjZGwAcI3E57tmDgnp7xH7XvxH9uQewwY/3nAvG7mVHMDg3G8OPOZeOjjP7NmEfGeazEc3KO/Z2gLIYVulbVeC22RK7sWLgZTJJGXsi3wdQG9BudwjmoDBgCOOzPZzD/oMBTvz8I4OCA0zAxIusOB0gzRYY0HqMjX7vaWhnB4Azh0UvexnP8sOeiXs4pp31ljW0rJ+DaIHPZGOEXtNPNoZcv/c4xgnZvzP3gsQ4suKoITsWg3gF1R1yezbaEcjj1CtYzNguHH0cMAAusTsOuyK0mTWftRlw9uBT5C+HMyKKZ/2QW5WL6Zlbm7hACA4YSpJOVpKjLQPfAgDDtClLFlCHVcRhk8zv6FNrlNkXH4g4vAzJMrZkxOegXb4OYJGs79Be5cUqWWye9LpRjhcHbsYQWTL7OQ5a3vPVkdMpQbgqxPTEjfM3IGXoP/fnIIzDlcwfHKmRBThOXG53+OscgOExzz7uALBpC2B1AgjipMphkYwhVwQQvTj61HOODO4nEe3RFUfJQOhh9ATr2/61PkR53ZeT/QB3DyASWs4hh3sLfHWcRzlp64LYsc2QdSCEe2V2fwI8+IDL92PrBcAbBzJrqqV1BhcOwjF6nDFm+R9QzlCJ5xgZ6wxYAAGchhorzk3GGwA+TvHInLGL9BuZVjhdCgZDjDhBzx/zMg4WEyzvw4EUXiDTpLLODhMDi3IoONI7vMN4DGrZkZTgB6/l0JHxE61J9Ujk9eiN0s/IVttAY2+mdHMcV8jva0GyrGXlbAFgAMBmqDIfAGCe02j4ztOlFHHWO7syjiXzhQGGOHJcgk5R9h6LwfXwBY428wdOmU3uumTfAEnuRVy5xl4i2yw3cxA3H1EGnN/07l3GIeeTAU6mTjIDoY8CwEeJ/O1cx7jhGfR3KxVY9o6cNNhkfRmntO0WPbjZXKYzHNQHALxF+u/yC+Bw1h3wrfMBOEmvwWWb8/xkoaeUqDMyybamIkDYM+sJoEqJYM2ByHdoPTxIBQaAv5RBPOQja2Y5h4tnZevDi404Rw4XAAYwgjc8VukJZ3rr/veUWTx6+gocmyAoiD+yGVAiQTsQ+95bFEcd83oqB7uzCeWAcR9Iy5HYBw7mmIwUZ5hLxtXpz55Cs7VjW1Hiwu6wfQDPLZopX/C9ZZLGlXK41Xu37SHsCt5ve9AOxGUrOGgHXYMzWd8DDDA2064zKGMTOAhr7CSeRUbsBzJZnXEwfhLuG+CQceLgTqYwvbGBGvBTxF4AEEnQVXrIBgBOcCjAn23BmQqZVNAru80025bjAf3QdI3ze7GP9Lzq8fAXpV0pCxx+dXCvZWSC1xDRyNwv8ouTcfNQv7mMI945njlrask+Cj12b9Y9Y0lwQjOO+f7T9NR74Ayt7IvLugJEOa5r2c0NnrKOtjMy+xqtFwcsgABZyA91MwAumbSMjfFmHOOARS9rPxoYCrDO6wHy+NNr5F3AqSyemAAy6BhgyACr9tWlqMlQGaC8diH6BoCXjGlXYPIY40S1LNGf8FOyGFnb2FrYqekZHU8wZT35PrI5rS4+fXrvLFyf8wy44rfK+Yg9AVRm5LFHVl/hlHAMCPcF0JB1nrPSV9Gc9YH+hE+f6hlkklJyFfoFPDA/OFCDucduNX1IBrs/rz7u2T17nfEEiP3q/pkBpQBMDKoyOAd7Zo/5ANbafp8Ve/v2rX/7VaVesYcBCyg5TmCY56eyuQ4Ast5LP2+X0wT81XM+qQSpe6vr2QBRzrYe2mEPHYTGu9lHB2+lRPBXV/EBxE/gCzoJYBgeBeAFYLYzWsAGGWZpqcLa0RMy/Suxrwy4+b2sX1gjNpgyIAUewsOUFoY/Af8okQkzv9Q7KKn6Tnvg9RcY817lTg0CCzzG3nApWUBgaE/lZ92b+hOZfSr7/EaphYAl2qIANski9/sRVQSWw5sa1ENXxyDo4JOAwmcBArXOZGl+E5jMTylriT0a/mZuseFYb/VnnpLr2HkEQAA8OkiB3HoABm0G4zCQDM1pLeCjgmoOFLC8SBBDsy2p8uIy+pKDlpdj67InzvTE3ibDkJ6mesIzZy1qHwQEk0E9nQJi60Ji5m1sRv7UvWT3Sp4hRQxwmg4BbgXUST4EtPl071dlcNrGdwClaB79rXsA8d2nEuBH3//2K32WqSCgPrZkhwoYQ5iwh4CJ9gtoHc26gIZ6N9I6mXn06w0AnLP+NwPAgJFvlZHMupKFC51Tuph+1r/+JvoX6PVAQIz7k3585Ozfpwoq0CgMaFKW+JMCGt6/iRR6/IxAS53JlAX69i3zz9gpv/zLY8rUK2iEmBXkEsEmlMKfAK6X6t19X5ngaKgvKqH8x78Aop+6BHiqbJBZLJCSksfQBFlt3SsklYdwX6WTtZYCdyiJDWNgcwF4vnhOO5AEnr4TOHj/2xMHIdA/msz6J5TX1vvfkf2sNfxN6wMh0+uWz43WxypJv5EBzbZrdt5f6JoMbWdAImGRA5onIDgBU9D2i18JNFM7E+O/CmpWMQcCTg3yN62bc6ED3Ai4CABs2wIAXCWT026F/ZSsUGBHWhgkA/KdwOan8PIEC7n8NFPC1nJrjIC4rA3921kvj5PqLM56p59uzkO28Tjfe+bRsWkXkaz4nBGQcdA0FQHoCU8AAmeQtFjg95zb/RDTEGvLnAgKgy6jM6H39AF/rDki37BV4OHIdPgnvcs5O/HdAc7p76hqZLvNfCoOaJ8IeGV/4M0nUz3McTn6PmfD2ByeA+cbZ31i5ybIzUEqAoDRUZgqlEBnfFzP+QGbpSA0/8BGPhIKXJJ/ZVFTiYDztcvkW14u/wWTiX7KGYTPJ6Vu23fns22CGbrvlFFm3bpGcDjr4jiwAQTrL+jzctaac6HXO7oRucu9MY0it3afhf1UyPE5JyaTPvLdgD1ZywQVOUALgJtATMYxujbiPP4xzZHs+LqXs69Zxw9Dr0n0yRk4Z9flF4FPkIQNPqhv0z4vzR0Z5OAMzeeLA6aQOwkMwYZhigQk8WkJ9lQjCm2a3HXR8vFkzP3smbPb12Nz2UVknQ1v8HGwk98bu4RPKy0eyUqHA2rA3TkT9p37e5DZ9f/F9l12DTrP5/M55+7+xz3Rib8TcNL5Hu/58PE7iNixBOsveybpXWDafgC98oif+qoH3AiZEHjfbbtqFtZS7o7PPtZe0t5sa6GzKN2o8wYc5VNP7zgEAGPDwN52jEzgEn7Hf34H1/DZCe3yFZuTdtuia3Pysxv9UWd879mc8/t+NWup8z7f3+nsv+/r3+93Qr22Ded13a/5UXbw9eet/e7a7cDtciwvBt6fswPF+/3nd10b288AxPv7y4w7U97av5nO3euUC340r16zR/9nvJnZtf3Kd9fpcPHwcv7ue33X8+7qrXttL898cwcbD5+MkB6H+DWgd79/F3779yhVPihWPufrdtl1N29e3ndN3h33juL8Wd6ovPEhylZt9meXQ42C6zOj9EfhzZ42g4JpnrNBm3nV5x5ZZtWI39uI7bdm7Sxjg3fNeDkIHgbOusnrsjnBU5zj9ocxusSxPsvBnJKVOy/ctc/Wyttnv8fONAAHW3LJpiiIWSdDI+svyj3P+vCs3m9ntR0Wl7K8hlidQxeO6CtC83C8My6eRQxbaXUilO040L0tVXM4nhjPAdaM4SXDgHktJ9kycI71HCAw2RmjZ4cvmhF95nP+3V4lzPlcVqTXj9gZ2g2v7RFrsdi9aj7IxABLFthe/rlbmHIoMbBcRnEDTAMerOCCzG9dU1L4bAOYDOAEY8RxgjM2dIYzeM9WTSnzJf9iuI7APgUzBGRdusll9UovGPHDF44c17sLZvPeZlCVLFzKTOvTHqLN8Co/FRh2Ccx5Lte7pOqsAwdnr7n3a2WWB7hbjBGHQea1l332zrBwY8jvPanbe9RrMw6W2lXckzLQeYcN12On/dDj+4KZOZgRobzKbx4j5GA2Gc+77cZapDdYxt5SPbw2kcwbaOk5rIAPgzMNEPBES/u9hl5rAYCRwwHah1rNfzw7uhUHcA9KBe658sgcqQKe9zQQgMADl+WCJjmAzRjcZ2kDgCuHvI429ONYBHgBqOnHZDmHmOM780tKcTVSN0ACzvI4v5CndXhDb6wE4ERB3NVKoHbyVBxgHQygroCHOqkvbCAObnZc5DqXqdWfB58xhgFDSnPubVg5yHv03y73AUF5R4GYZBiN3nGGyGRU+ftF6/vfWkbbwTs+6HKQDJhrOaUvAkKMvQBoNr05d7vONH44Qwr+Q4+RLTm4wZspCxX7j7EOferg2764vp6zxIBvLj9LxhSOG7bXcj5Zg/B6esIOjwN26r+WI2Vc8GkBU2iMzNXye8bth5r/A16uqgC+f1IeeAYyxL0nR9cdPK37auu0T6/7qPpAHAdL162ljbsP7QHMvHxPD8sGRxPoQmlOO3wNTOJQil2x92K3LB3Qu9fxDsCMgpPprRp9iNOBksTVpXayEbwxTg/m0dJ0rBfOq+rzBEkEKDOfH/bzcmBE/6SccMqvNTAmfNtx2EabxVgBQgXykw1+cXaAD0RPKXm/9J2d3doXHMs7GJs9pvRne08SLLG4wOUqTfvRuQnMQajJgWI5nSxagGW/d0qMF9xp+fbIx2TQ1IlCtjGOPmdKILPsWAOQpzQx4E2CF1j3lENbesFlt+VpM+d5LePMxinEvD8o8yyBJHEQPlGGiAFg0wCA3eqrbAhjKiHg9AoYE8AJ2WD5rY8zcw+V0SAsmHgFnXblCrZ6/0bROWhklIQDY0ZmRR9RYjW/Oyhr+Nh7y1pwvdckYPQOZLJGtm9GhrKGDoDTXBysNZmVtZlsR7FGotlknBBcQiYnTkokDzQ4Ki+ImIMgkgU18x4isYw2iLH7OCzEHHASsG7Za8ynQR4tkUsQTNccR+txbjsWO701AUwsJ0U3ZPzsR5HMKftknt1M+9g3AWkPusSWMPAf28aBTPDIZPel39xiBLL9AEFTYjoBDHB2bL1krrI27stpB3mCTkrrHhO0aBkFABl7NmZCQJdPAv98lnAgbN4dGT7rq3e+p2Q5qkfPC+BIlvA4TjWX9wZBox/2D73sv2gNkUUNQIHfPqgkJLLC7xqwhPUluwZZH32fTDj3uwS7+arMUmUEw//wEaYxTmdXP3U8HP1xuwHRR6zDMxANZ5ZTNjUlYiO7yFj94Ewe+BR5ApiAkx2g7amcpawKALlhcSPVkw2s9eADj6ckb0BtAlLICkKfEShFeUn2551AJ/RsaBL7BHoO0PSwjQwpqavhUy4T3iKbk9l80XPIGuy+AMRar3GO8vkkz0oFAuSWwDwBrWR4AcSmMsIDATd/+U8nXnA75wTsW9FXSsNCp1nPB79wDtU6f2AEyth9ETsYfgCgZf0J1AHwcdlWAQD4QT8IfIbHnz9/6jl8EG0BLjWr0NnUep57gUpWkk0LDbqXNMCufiWAgXE/0rjLt3Y0ay8fC6ij5yuZx7YPtFf0m/2sbL0EEjF2aIGWDKFE8xpjGX2NzgAQomc2vPnrC62z6N6BYc72vu85JgD4S7I7OU5MBQMW2YE/Lo+rNfMZIH4OaPKVysQi15CBAFfIQ+jC5zn0uw0dXhU9ZtnBOC2jl2+CMzLvoDyy7UZN+0aAExdDfq+dOfslPVgFjJfy7X/WP9JeBNrgddJlAuHIWgQkpNTy188EGBDU/VnltR9bvvF5+2f6BQPGA0BSZphMVdaF+dHjFN0Nrz3Wby/1bmQ5GbgJDEA3J7CD7M0EmfGeBEsAxMGrtjkZp65959LFqhghRAtQ7bXA3/f0YdZN6RP7WOMmQ/q9AFDRxmPDLp7PK2WYfv2W4IBvDz6IVkNHaOYPAlQNhPYsQNY/mZnwuXWJeiIrQ5YEhM+fAL9zJvyo9fG4BSj9zz9uFGCTNcUUfPUHfW0JGgNYFFgqAIks2Jjr4Xv7LdwDNHImFTgJyJD9pjWgXDdyGjqnzzA79O0BCKx+/0AgCuMPQAsAyjjfKAgC2Uv2PIEZH1QiG8CLsvKA5DwDWUkGtvuZc54GeFSWKLEQ/k3zphqB9wl6FvDMWhLg8f6t5DJ9knW9AVLtE6Xnm1kf85pMZuQ2ICC2qOxu6QnsSQBz5pK2FwmuhScJLkHktCWEQUVNiUpRT0Vj0VXQqwIaCRwifkC08E3ERoY6PA+/wtOurKJxu5cpJoIe7aoCosZfX95kj6jY4sCV6EeCHEKTOWvHj8OZAnAaGZBKAtB3AstX4gA6LkEMkSU5xyaDl3FgM0DjfNDP7mENbds2DNjqnszaB9bPLTQAgEUDrFHugy8JtOPVsRNZE0Cx+I4UZCC6wYZA33wgKEbzI/4OXQO4/s2VKJAAl/rXx4YRDA2cPnS0vvcdo5Mc7DbVlOIaCK6Frmfv3C5F17oCwti45eEe9wnYSSJB+tsSCJNg7Uqn8ekPSJbgF2zLBqUk4zxvx54M4JrjHoHsseN69lj+3djiCbCKfAwgnOoxAMC7u4PsbOgfG8ex9OPqJagiZx9sP3Rz9KvHY9pZZ3IkhW1krUn6JEcHx2ZOIoRtIgd8xZZkM6go4323rI/M57FeNr7V39vrOu+NX7M23bcO1vIv1TrS9ymAdyvkJEArz41fNFXLDpxpAuO5v7avKy4am9HzNl94E4mOCpDWh56G9f61JNXiSSkRvnysPZP3nbZRHWyV80A/9/9TAHh3eh5P/Tf/0sHuz/pvAMBrlmtAZ2CvDt79YMzVZei7AOBdCJyBLCIgG0lY46MjODb0JwHgW+M9ARt16JwB3ALkW4D6cpIgOO24WQT23wCAz2v4IzLoO3cnx1qndeALg44gnz8bwfujd5x/PwPAXYcKgVtAOu/eAPh/933X3n/x3fDi3WtXwXi5HtfGcTgQx2niTK/Ir0OQlK473wKMofkqkLXeO533Z/488JvTQH4WAL4rWr40ef79ru8tHLfF24Hh/bf9+/1ZZyD5LnkWx8Nan077nPl6CNZDgNy+5+BZ78tl6Yv+u7rcyuZEf7lmFByODRuh3WeUXQxzZ92MY7zj2sHf0EAygFEgGCH755rs2/dlBzVvrccueDb+vQsAPgO53wOA97mc33vIj9Oy707YlJZdn2SC5YYDvLBBgFEd8OEsb5h7QYdkb6xPndRnfiqIUVq6xm8GRwyIjANiHhvjDoM/GW77J+V5Y0j22R1zMpovry8AvIO+S9+d5W7u5fd9vHuGb8oSLQOK649eYBsSzNoe/DU0XXo3mIc9tO1bnF19doC4jCXfuRSKnhOHHdfWqc/3S7/5mXo22RPwxS8uRxZjtZF1fe7Z4V79vZe+ToZCHPCdTwGtOugAgPk04/cwpgcAthPJ5axXGcJeUycqB/IYvisDuM5Bxn+AFkO3duiVjg+5P4bhGJ3ZzciMgHExLg2oDJ3UgM1v40DwWqVvIRkm+8cyZJMzOwjMNvuwNeV1Yoiy/nHqtRw0pdxchlS03PJu4bkZlA9StVsCa7kPJNcPzWQvUjr7yOyc3849Vx1pP/ToPZt9yR6kboqd9RjMjsDMOHIoi1OMuTQDqLTQZzYD0gcaA5IL4DBgAx0CRpgOA+wWIKCE5LGPBlAC/lZWd+8CECVQkOH7kLBlsOeAlHLbKa+ZwJccKKdcLw7vicJtJQScxitT/fKwa4fJHI7Ch4kUbk/oAmVnR3WyFHlv5Bp778zNOfwOi/p7BzLEE5415/rjgFhAOfoqIEjKqWadA7bFSZ/ekwbmR4avg3kAlB66WJeWrm0EtjnFhk50cADnefb2TgdVdIyHnTrRzAW+CTLyuHL4PPSdHh/5HXnSsfJM+DmO2wCgu/3RMvgcogvyMt8dAMbZ2FK9UC/jBwgxJyFX53DcDG0DeBN0VVr3tcha1nmcAl6X4avqEr5rxQDAXNg2c022q/Wa+yYlOKMl6A0O40S0NyFSJWsZEI/fUj0jmcR+joMgQpflm91uLxCNw/sIuHQp7ZSYe08J5JHPDaZyv1Xmr71ISf5kiPNJCVvGlX5lzkymeVqIc2TDstOzN1RSIBsyJf+6Tu6/ab5N6TrLc+QM/2PNBuA/dIt14ACEU2WgAHDkdMBGxg297NnHeUZ6gO1VM3IeSKlM1g2axknq0pjMFT4duuUdzcQ65A9yT2u09/tmbwvw80wclw5gGh6KDGUf09O3OsQOIOhj5sFaMQ6cxyyIz2vIN/JtXNqfktzhB2epHPs61w44d/TO0n656sc4kWJfwesAovTUTMazbSFkPZmIcgTX1jgyGZHD29mTqgKuorLJ6r3vmnlkZE71snvXIjNNtwkWcRapeUROeK0pDsDKgpbRNXjsEumTnQMvA3Dxb+uRaSGBnpjDHkEjgD2UNTQAbIAwAQfQoDNTdK0zTcnsdPWLZvmIl8ksRM8BAI4cDi9pzDyH9bDNNXJF116A4KIv1m7xe0DHBPnBH6kHyH58EPDGGDnrUGoUQBN1i/PVdGOdHH3Lx3Q44GyYMCCvzzFaA/ftHBAWvjU4g00NQIHsNU0t+80l0ck0p3y77UmnI/t9yAyX8icjWs/HqcwG0muY36lOEMBJ9El2oLO6GOQMTNcCzrH+5isHnvBjbZVUf/kKAAxYOwc/925mnWafqTTyXuNqMM2hPzUm9zI2MDtBN3r6OfAEeQk9+M1kygOcEpigcQFm8L/0LU3gYSqOYHfkTARACgU5KMqo3ziQbUOBDYuGDcCh1ynjS1YmvXIBFMjESjsEBxFBNNxDBqqADPbSGZPQMnvvTNH0hc++R4eH35edb/uVErgu+/mLshxxoOPhTclhhsq7ABLswPW+4Ile63NU6cH+GuczABmluW0LGjgf0BQ7CScqANQAwMznqfqQljY/qm+v7YXRT9Je3nM+BhdsD9ILOWVQ0cYJflCJZ5XTZWUJ3gCEgBwoeQtfAEAmyxiaC6jKB+DGvVc1JvqQ0ieUCQIsG8wTn9eOAPT+7R/KbNRbP4kmCRB48duvnmeCbrDjAdsAwAIAs9XsJT1FX/+F3AVQgifGPBtSZvxi1XtvBZo4o09VDFy62xlhAhmHHyhRzp6kjyV8zHjjs7BOsLM+tJXKPAWAk9lnTaA/ARc8HsAHZ2Yn8woagVZIILONMGWufPbWs1zBibfNnw7G4t/IAwP3yLOwJ2Lgzz8BgAWuK4P0qUrs1tZiyGPS52KmyjMAnDhbkAkpmQ1NEtgK2AbInSoTAmP0WOs4rbEzDLWmT1Wm2D2PJXPJrqMUNEg7IuWZQDKyLFkd9BY07bY/7uvc85hkLiCkaDABVOn3Gbs7spQzJ5m4jP0vzQ3KcXCCs/rqS1OJaAGeAKPOKlfW5gcyejUnMn/hT4O9tiEDlgF28zHZaw+wr47AbD3jH/9QprPe8eUzPWoje+ml653WHj4T3d4oC5jPm78+iKaR5clsJtCBIA9vlM+u+gsyQ2vw4Q220wSJoj9uVEpdwQfEObylxLXoEVqk57LPWg+RTeJpB76E3Ewm+k1Pc6UKjrLfVN5ZsROSy+hM1vq+AHyCGkLIb/5KeXZXRxHtuQ+ulpHyxW8F3j+UfjPY78AVAafK9KbMPLz+/t2be7/9U1nX2EfKkiaQJMHtOSsCVJqWKNdLdQbomcxn0qcVkHUjWmwPX2wQxvFGpbwbAGpi5HynoT4V8TwVeB6bI2WpP0xLE8ZFNnDogUNh5kYAgW1T/S+BLdGh7mWP/JsjId+9cU9jelQnGCX8jKzLO7nmncZm29DlghNU2+AqaOhG4G8y1UfP+wn5nP3M+EJs12v/LHOk16la4JEbU0mbK8bhvrKUl7e9y/mXObKusSEYR+aCricIRRV0CPwRVWK2v32tfde4qFLxSMEnAMCR5RO4efDLspE6ZkuqOSN5IvN3gELOaQm458uc33ou/Syw/yiB73NC/H0+F44P6ri7hwAAIABJREFUB7lhKWYfYR8e2Ribf3wJAK/WX3lO9MrYUXl19KmWBpvLVRgcXNGy07HP6leJ7E1gLiyIOUuWNLLjF+STg1/G3kJ+0iIB2nXrk+wndAXfdml61q7vyxU2DGrnerYsNlzsSe6vLxY9atvegUgEv0T2e5wE0qA7bDMkoKE2V/pB50zQM0zeZrFinTNte31vPhZss5FJ8PTKO7A4s/nkKhvLR8l39dXuiSQtWW1T3bSX++0b24iGNUnP6FnTDQc4/Nn1j06CbL+vPbz7rQsAp0rSjP/vAMDfA+66kP3zLkClE77r+v8EAO47z5lvl++KFLsG6mRsJcLlPLp8Xg7efPy9U/YKFGR1M45kWdya5wkALhHs9yWqa5ciJ6EyD/Xrhzh6/TUA2M++A8zsfaW/85D3say12dcpzz7v90Hcp3kc9HHHeG4t2DHX22t5Fy35+4m06Lj2dT6v7T7+2/sxDHMh1e8a5fr+2jvmSRc3d71vPz5rehsQvaSLYz3nsBxlkG9NH4fAuhxzQb59vpdXXL6nzzlnYnLP7qjtv/f5cO+ZF878V9q6BgDzTIT6tfecd2Kf+7V3nsG48t0OQFT5nQVz6C09LPrptS3V3Ht8bq0y28Oj5sZdMex8lQxgXnRJ7z6MT/QXD0ZZpWTo1peOozSRdjjSRyF1nOdglfM+2i1s+zrvvQsgTwmmOG36ubh2DMElD5C3s17IPjT7sQZRfI4ARtlzWPPcclDof+d932mu7zlk/4k9+v25zLXLxm6Kt/NOBgwj3ua3TnxxFo91uoykTKhGxa6H7gpMKHEc7x0wmgNcPuNoGQOcEaUXUj6VDTYWJrskTs4YTYu/L9d7v79GQ55XAybXL6fb2QmXPTr2RnJ2z8SltNmFTDE91/BnYZeO3EHgHPhjdMXZE6AmdB8HZ43lBj4UAPY+Dgh8PjgY5JxyeumPdgkArrnWqM4K+eBMFPqWShiAYNHFmfYyz9oGK/P02LT5S9enYAaH89KSQUIM1Mni7pq0Z53XB0O10aRal2YMt+fpZbDTOgiQtVDHfp0/u95mDAZzDNKSVTFlrSbzsoBO96h6s5lcMaJDR3H2pcxpnd7H99hYYzMYyPScAhoVVOuaVc6E3lqedGVd5/6ApTj0j/fb0YZDht9rzPuobVryfx7Dsq1cKpKjHl4lDtiOPE0EK3Kv/T3haUe4GsCZyM9RPHtvVEd3m+TzPjs5dTgyeG0HVeTskVE0tpLBvMkcOwBQZ86Q8UbUb3ilABHzL9BekLY0nKjSRNw2wrTzz2FhAaqXQODIQfgOupgTzaHv5hB5BEBsNmsy6HsoDb/037wDoBCnOg6b8vROI8few0+bDZTDcA5OyXLNeWY/7OxysSWjk3lZuZZDbO0EQD7AuhxwcUQmQKPin+e5hKZLfDVIp6WzyEqZLFGfXmv7s+cBPdOzk6yFDLZA7ZIjKT3IOjpjkwww/YeTwLLAOhl/0pKNu31SXuzBZV/3lkZ3xvncv++FrwWUBeQo387C7PbCIa8AnjSe9BjfwGz4udUUtCsOZJqgpAYxtCx1KyA0Ixynwzpsj/zQ8+ycHLppxnMDZ/LMeY8WtRl17X1u/aT/cR3Z3TjcsDsAPo9ziZ1AiQ63LGxveAdIBJgsGMg40nMxjlHTBGUlp4dx6bW9XpEpDmoBINoA09pwBbZKtwkqa4m9xS/uO0uwguQR/GuQkHcbOMz6hC5w2KV3Or9HDmYMEF11Z+VFsuBiJx5BbMxN9+Bk43uXBwT8N0Ce/onIS67HYd9S11yTLL2U+sZuIQuMdbXjeUqa135xOU49C8Cm/W8zlshJSvgmc44esjjM2COE9Nil3rPogdgBI+fHbrSM0H/IYdamdJbynnJo43TVo+g5DbBie/7IAo+sc6n3CVho9ZHapbW76YHbgKXKJAORw2cOtHEgznw3jqfun/ltdLd7lyIXBfCkwsxm/2qs3iODGDj6kyXa/p9kf7ZySOxZZUm6jCvBMQSRIMv0vWzHVM7IurlEpfaIuQcECkBbvbSD0Zb9vB8n6mHCxw/S4IGj1YRtsQClx54O3SKvyRAtiJm1jV5rKezSaqqckIkTIK4Z5Zf+jmiArHGyK+D1ZIXH8V2dtgetunze6OTwBMECI8dHH6ZU+TgFtT4fcIwbWEzPYu4HBO74d7uytAn/A8hHlzSwk5NFeBQnn7OgCZyZygTYIJXVACDIoPQOJbNefWPd8z0gvtdmgv8apNdzDYEYARVYc5szF3KW7CwyReEfgD+ye5w5KD6Dj+lVzJg/6rqPlCIFwHLloNh3cWTHwWBH7/yW/UtgQhy+yNHsjx2RlCYVLT5S5h1A2weBVtRdeUKfU/UB7tmi9Me7Uuo/UjblUQH+yL5LEASgkencZyTJQj0LGuTZ2HDupax7HgtxA2AJSB7g0aXJ9XHvT9EFWZcOvETPmTZSDcEghf6HiANoIxAIUO+jgrScRWf7Qnvrvrwpf20bTe91hpkz+bSObi0jZ7vXL32gDSzrHYBpAIj3BFoAAD8WuAQAnMyrZPaSNQivAR7eV69U1uvlP6BH5i8ZLACRPph8LE/03MfSDS9uEnjx7k1kPwA3f9L/mPWEFdEhz5XhCXhCJi006azbP5gLgSWAwMh/8c+cU20T6bk2mSgJSk9e9Lf3LfyDSCSz9Rk9QwX4PfwFXYIN9ouAM7IgAY1HvyKrAO/dn1gZpy49nLYW4PEsM7rjs/bAIILk3DcADNtKuTfycYLPQqIeBx/ANDLTkUMvlZkLi7iU6gCCjJ2xvRaA+1lo7UuVREb3wy/ozV+fv7B8fWx6b2ZZ/AXGmUb+AVTTMxYQmA8gsPlJvVABe58JaCfogiCG2CBcdT/gpebmAEn9Lsmnsr9PXV6aPQI8dQ9nvweezfmEEbDGAH0OdtD3zvCcsr95PhnP0A9AI5WEANDUW9i9ddNrGN5kXA8MnognJeLeie5e/A/Dh6cB1nQO8WjVg/YPeu4SIgI/CLC1PSA+1J8AQ/Cpf/366N4fr946A9liw8si+lcWNBmyKJZ3yn6l5LgDrLTXgONcC3ABSJVsRkpTS3YpoxYqQ4aCVT65YYIpUc9WN8EudMaQCcLSar576NLoANVk4wZgFj9DR7bRyeBNdn1A+ocaH0B5nv/mr/RP5hxG/2KCZx5pnH+9eWcaeaz62cgDHfRGL1nreTz39bxnz8PPn8WnzCOBeOpVrHdQkYEsXWc/++yTcr0fdR0ylOxf9hMecrli1kHvJKiZ/Xd1G59hU3WBKguYDiIZlb/WMxqEgg1HtZem8ZtCQ8vIbOTjjWhubwUWF1jO6OEjMoFV8YEsYO9TfHnQYmw/QOcEgXDfixcBlJ1RbHBOss0BPCwrwGZA1gTaLCfe4LWmOwcb6L7YfJEr1nM+0C37OfZkZCbgXHwcObM5CAPbE0IxKNwy1KmW9fYNgcgEnUTWwAu+biie9UlVK4LWkPuRA/zXM6U5bfTVLO2AmfEpJcCJ4SUI1C0UXKkl1RkKHgb0JvgrPIG9gT5Z/rVUJTlASq9BzlNPxYtUGUCuEbzmuFX8YAaCE7Dl3vaVD7rOASjYUbP8br/iT7K0U86ZwA/R3zyPsvhkAEPfbDXzqE8A+xo6Y4TsX23p+kTdjsoBD1MNB7E1Z3P0L3yPfWT5SNazKx1gq4lfHQCDHCYwJfrGn1l3xsLZPhU56ttkTynLneA7Pvuesd6fTwlMxfe8Co5u7vkscru0Xv3SABlT2vaOyrH62449PFUU7DT8PgfabLyAnVu7dXTdgftpLOz1UZFvJnb4agcPO3zXfxcAvjWBfcTb33fH4vmSCwdx92045r8BAJ/fdwZws5lrYa9PYYE8O2gEM+wAcAHSHOZDHJn73wOA60D+EQC8DOLbYPG1+fy/AoD3oID9vYej5QoA/Hcya++ip/N7fubZ+9rWEV2H106bZ+f4HaQeQXKa593juKS77mPI8VJr7M7PIxr7Droto6P0bPD0wHShmNbzf8zHE4E/w7URPcKn67CAjJWpEz64ogBPGvHfBYB7+87LfVffd0vpzniv7WmcJZlcHXM1bnYHa9/hPZ55/TsA8EU27RhPftbJYPA4NtJotF3X2k5KZ+k0E20BwDjKPBeXOMmh+JzF+z0A2O/eAkn2teG3HvRjAieDDKV6Bospu3Rg3QfQx6QuAeCzA3unhZaczXoHRMCYO2PoBzAym25euSLSdzpvacVzYMDO1+Wjnd/O9OMeXAPg2JE0c23PxqXc17r2HXvPhvO6N7Nvz7JdEWwcgH4MAGMExMC8DuTu9LSDvj8CgLmvvRl3/m8fX0e5G2sKaMMa1BnbfTTYM2tVoK4RmTXSz7Kl/LnoIQf7lP+JgzvPxxpbACykgCPVvD1yFQCujj/sqgKwAaGW3DoM4Omv2TG19+Y+pp127Gx0xlMcuOfPoasse1Iuhs/eOzVO7dD9DtoYbMSZMhmjfRbzwSGQd+tgQw9U5m4HOIeXlDqHTQCAuS+AcUsehs86p5YTClCc/mYppRkd1wNPenxlhjjSmu3bAAneCaBmZ/z0SWwgR84+XZ/YSexVnfUpQZu9W2sWek7ZxqxReC/yxQ5RZ5MX2OWwQFRvntUP/tiD9gwAD2Ctd0IGZMD5kIFzx07x9N9xOTwd0JKxxP6lDJcdTziifL8ceT6A5dB5AMAGouRMcOYqJe4DUli2+aXZazuxLe+SRbBnl8NcHDihYQ4qzt7V+xuUAC/U6RXew/EbZzzv4iBpWvBerWxatrAZteaV6TXZShM5oOFkCmCAkziZtznoJVN8MnRcRit9ABN1uv6z+9SOgen3puugw4Afa5/PPLM77lN2MkBoQKIc+5Jhc3mn6Q45qOtYd36PPcV961oDwGSqHHyR8XkNdT3fhw5bZSCgU8GN9ChcLw8th0aaect6lfYBiFraPBNhfDlg46zmUQlW4v3Zu4CZAb4Nfp4n6wcBDk0vL4OJAbLgDjsMuWJkRNYsjjpGHqD5ZJciS2cu7D2BUT6wb8tcewgWxN8S+yCO5/LtEZjQgAzWkqvmdc68nP5ippeRiT0H2QnPvboeOyfZ6smAbwY14NHRkgBnwbA7v+NESKBGSmG6lFcdZhNgxJTMa7bJVgBT9EOca8AUUal5uEEpA2dxkkDDAJ9da76znWAQIQQXnhne54uhLe/HJtMOEBBn9gDArGMzgA0gcw71s+lRF9kFnVV2AP7l/dAh8j6yznPXWjZYjXvKPMmeJ+sFkKtOyBiqZOaV99yD3EBlygAmwCDOPio64Pil8EPBLTItAM1wSsaBRApO1qQ06iBqjRXHZsFAyywci8hxZ6Hg4EwJ2DEjlq0B/c3a1u4o/zJHbCfKxDoKXzqBUq/JrplS42PTZl9XxjpjtFzcDNAje3DjBYO/1nUEe5CNkgyerjkOy9JBekECDmqtNQjkuukF59kEW3WtH7tUKc5pABjR15SohQJYA66nR7OHb30QoNAUqwvcbxG5LyctBO4KKayA+Q8bKkEFR4bI8D104FL0Bhjj+KLP6/3Zj+isBHjxAUCwvoEydb17B0+QqHtzmmaRO6n4UXrk+Q5YGPkMYMUccC7jFM4YCEQIMNmPZTlKzvbf8ALyg8ydkXet1uM+5gMQx2GcIKAKocoti0A9N3MfR7Pm8V5AkPXcBgBvAzlkYsaUQImzHMv1rYAR4A/wtsF868yVqgjIg2fKMGXsLpOvD+vSsTUALMEacYq2ikDWNs5anuPAR+OS6VkYOqUU7WRl0mPQWVgAuXE0J0NSznKBUdAXvJusnLRrgV5q6wEcPh7bK/opVR/gNfbP/SGxm1wyMn1toSneDxBiwMrAK2WLGWvsuPBeAiXyb2XnkX0kkfvY4IuoDXtKz3HWkZ5PNhdObT4AwOl9muBO5MZrleiFHp+QHTgl7r0ztlV4bnsZNpDBozAtes7KxINPb9SLE0CW8tFPCBwbfWYAGA7D8S47gvkD4uIkdwYvWbv3FSBDkIJ6qmIneXs1vY+aPxlun5R9CO5AjE9KCN8owAoQlQtHJ93XvfcoDwwoi5gkKEDgloBLwCtoxX2CCUQD4Nf44JZ3Ko9rWqI1hcC516/faF5cp+cIoH2hTE8yHx2EIiD6s0rH/qmyywAPzkYW+IQN6qoHDq6EcVPCmJit2pywPscPehDTT5es8hvuf4q9PMCCnv/nK2hNGXhHe57YBoDs7ts4BofnKcCO55uO9bttOwMA0qkTaOoS0Hww8ixTejZMpSk+rrSEbS+58UzZvW4BMrts3YctJr3w5s1rZ06zhoDR0M2vL14Y+G87ALU5vvdaZaRRqwDttt9ZbD3w7Rv1l1a5ZUnfezcvoWOyNlO698Vv6EOAOUqVs+/09aUUMxUH2HvK/euZDjwIMMhcAHYAGAumvHr1yu8kS9n2DXup/9IaAt0S2zJzp1x6giw4BwHYAqyiZ5GJDpwwbSDukesq464qAZSL/vWf7LT2S32I6Ql9Xxmsh+4mqEiZgGTcfiHoY2yoZ+LP9Df+du93SklrWSip7GxtDYB9BOi9ESiK/n8nwPyrgGJXNrCsDRALHQC4srUA6vG/xQ57rgABAkH6gftQC8I3vAdPCFaghPhDstjVI/gP+syyGMxXJYgp8atNfD/npxvJXGwCsut5h0uwk+EYFr331yvJD7LdxbecAeBrxgvAyjifP9d4NG9X3NE8oQECOqwKBQC//DVgMnIEwJ4qGP8QjdGrlKzlT2w+e+BeqAO4SYe7Qo/LFaufOiXhOVMCEBogm3OXNhp9QXAyATVk+cbGIRtXNDaZodZtRsljt/p9lrkBASk1D83QQ7mfui7LXg5MctWSBEc66MxyIOeVnFPnbs6PPjsqKILsdrARLa91O+sv+nYwlcb9XCXjY1vG55dKLHkOwU8JWgpte+z2N/U9ARnZs4JvuIgIJoF6EwREEAGbif8yWf9PRAd5B/slYJHsSx6t/1F+Hh5p5vFr9dTOOZ29eOo14v02RfTJGW5PkuCsuA6c7l07lXl8Tub8F5awjASU5XLuoBc4IH8rNMY2Sknz2HLR4z5R6TkGKI8EBfoiU+afYIMJQB5bKX13U/65WayM3YD6APiZSwDh2FgN7iHwILI1/JFsfeBzxoveRy643QvBrw58il8s/c5zZncw7fgKLc91D/RA3Fnt5JSSL66GZYk/K4FUtodlPz2lig17x9lKc3rk4HPRMfqUXuqb3W79Tg9g20Kx+g56ljyiRdB9lXDns/uBc83YdPiM7DeaNWev8Gv0QDKkGP9Q/R+hD155nJnbN3iqSLofPbzjfVy+Bx5XX7NXfK7LGuasFNt/3rH58Xv97os8AOCPNMb7yc9dIN/3br/mAN2vv+7EyBW5N1zfzL98f/GE4x/nZ9UhlQvm8H2a7l0AMEQU4z0cfX42hL5/ks6/HIzruZuX6TsLVYLwZs0YF/iQGyFwC5ljNsivcUTy/Qxp//3aK69lut6VAdy1PlPJOeO479mBVK/6POBw4E4EQtf0R/TxnSW7+GkdtBY573t26VTaBPPhaJoIYk10zyQ57/15vNdo7oI6j4ULHVzS7nl2d7Pij94Dn5g2Zvx9V4VN3nT7+X3utX3Ib3HMn/nkDJ5d46O7rrkMpLgMwliCMWPdeaDzO6/atWvumtfugC3Q26xQO3jILEKSbxmqXcvx0WclNbzdQbeDJ7n+OAn6WiugWk/bBKCKkoiLYG2Ib8TfOMVRNhbwOiiiocdZm0wCDBUZWgrH8nuh6VuKKAeg9pA8A6cdcyPolyNi5NG2HinnOb1vB1SxQimvb0EQRyUCDLkLg2gpuF0W7EE1h5N/FOg5e7d01L1OVlLWfafZAo4F1omqZVwdj9cQ/qn85DlW0i1/svazzneMTpepnDC9KtR97zsWK+5N6ZvOaikOLVwaGs1qgjgWyOVnY2QNHdnRNGuaDJlEqvPZ+5Od+WXn9Thq0BjVZ3Gk1WjpvV0r/t1soY6511jvzCGz9MUhwM7xAXcK2rWUava4jp010rx/6c7LQIbM9QAXJuuMl3fcBdbKXymFHUc81+09efOcy8zf2osMAXDncOxAK+MU33X2vsZ2PCe02R8DN3Zgzb/ZI+2r+dZgamRAAWCXpvU7MPRWj2LPjYH4+ktZ7lJIlFPVNXHe8/cc7HLQIFsi5VPLvykN139vjn525HBewufLSX/w2mRjH3odg3WuazZReAHgOY4xOxzGoeznD197bWc6HLYMcFOe03XmYlNBCwcNWM9F/gR7TWYJnziJNafZMN4JH6Zs68j3iwC97In5x4ee4SEdzL02Ywc2KtmAunkmNGt7x4fKWN8eM99PSUqe3V7czTp5SIlKjcd9CgFwBzR2T14OcziltsCSZAXW+TDyftaO/lAA7723znEyr5x1oWf5dztS4izgmgLABkuioOyIZk1dgtWZ5dxDVsgCW6GFAIEJvMAJmr1ce8R9xu4nuOEA6kd/4WYDkDCPGjBL6VqDCCN3WbfKTUgjAFuyPJGdrFttutIGdLbrmPKfM+uJvjewNCcw9sWNDaPHnf06eo11YD9bRtMBFfLCtud9QP7wrsdpPksJ3J4zKr+aud59PuSKo/RzMDT9QadGT3N4t4N9gMcjqGMc4hyo7fihhC+XH+MIT+VsjXNlAl/sjEmPNwAwouEja3JwTOnWAPb9oCPd8xJaHidDdP5EnmsZd/4gIMBguKcTpwT04Xh6ShcbhFV2iFOWkGst8bgCyNaZIiWEY49NAIie5BKPWS2PvSZWnC1xxKWc8Di0NhGJ3GM+KUEWUMmAEbr+kFuV2exDMiwLXkDD6dedrr+tTAH9wj9HBjhr5AAPHBUeZg79dlSQ0Z2AkgJhR6Cb5UyAXjvy9G+XniZoYL5LL9X2AI6NcwRayKkZp01AUt7rzK+pZcbeHXQNYC1adalXQNuhpcNe97rFYNlLpNlpo+eG7kJr1Qc4721fDsiGAx1ZnOoZAVcZO/TmMpiSZwBKpblcl/VHRTfDmO8D2KdMYAALhpd9BnpIQAACLvz90Q6y0Cm9LlNBBDA6AJqDrsg2lPMQ/2r4oWXYE1DJJ3J4nKL8G560YGNfRxePs8Y36Lujn7nHF53FPpRena1lGylyj3ewNshjl/DG3kCmMkXkEvs/do3pFlAa/TG6PkEQvlqOUTn4Iqot78l0xPHe7FwPEYcs/VbRdwDFnmpKhrYUue0V/ZaALQUsaVyHvjBwqDEhOwgwhacAO8maQIfo3y2D7J5ok2nMWz6q92FbmyBfS/umlQF/A+YmwAsnp8ukAgA7SyUVDJLluT6tmBB7YMlTAh4MPFjvR76Xn00v3rJkz7F3kf8N7I9+swMPWWpnXwJA7LAdXe0McfZdWwCI3mo1ddBVvjuAyHYu80gpfrI4kfV9RsYz1W6wMeycD890Dpb3Y0sBXO4f9/fVfeUXfjOfEvyhtUyGFI5snOEAWQA+7KOyjSgBOaA/tEo/ZGRlemQnsAoAmnKRdtSSvfjsWZzK+lGc5NKQcehqvV35ILz4SFmW0BBOe54JgPFA/Tyfv9TaSc5Cj/j9qcqCXfRQINJ99KHXGBrMWtjOEn88fCCwThmUb5XFylwAZhwkINkA+PLl60cBMDcGr7ke3q6sCo3TqzYOeu8/st12Z1pzhP4mG17jAxy0eKEkru5xBqYc8siYp4Bwtt0BccgoxXbAtsfeqGx5b1vDIJIATgdMiF9sR8gxDmjkd8vp7CAngQ2sFT2NcWjzb+b4TGAz9AGgzXnfemJKSCZAilkEeHv1u3jtq2SyBk5/TdNWDrUeF89gvM+f3eg5n5TdqX6pHwn0DABMP+Kv3yQv0b9f4DuB5irNyzmCXraPlLHJ2icoBV6OfIT+yFiHltzDcwI2UpI42eTo8cdPBLBgCriUwC/OIIVOeDf0/ecr7S2BCLo2x93YYy3HDV/CFwBnfF5qv02XBDchv8YdAaAEQOX+n+IX+MD+k4lbtb7Q78+fPtPv4jMCmJS1Cf2FZmInoid4Ptm/fAftm3a89wRdTGsB0WvACzJXVRbXxuH9e7///sqg3XMyIDWWP/9CN9ODGptVe+H+3+gxBcbQQ1Zz4n4APGS0TcMJ/qLUuntD65oGNUcOpPpBAGbkpoKs6H899k36tOZKMoDRAfSrJfDIfXOta/gzttFj+NALdV/loqFR7Z2y/x7r2nfK2L7RGtSN8UQBHR40YI7tL7I8Aegb5AN/6XstGO96Id63znobmxkA0GDdZFmyD+8E+hLDg+yHHwpOtmd5/BSRhzfKbGduH9y/NgGUDmbSO8nOTZAIyBbzeXDvX//nrfZMIL9myO83zF/A7GdAXRH2jXSzg1Q5A0qORT/nfTz7D5XPfi8Qk5LotA54oEAUqmbQCoBgFCpH5MyVQJV3rwOkO1hOc7oR2Gi7kT1QQMfL6VFMwAN2iVWS/vuo63P0ISAIPwql+2PLW16LD+IO5OqUaEa+wSsE61FymTmWbz6oJDz2uH0MGjv7g1xvUJ17AOMvEE9+dHsOeCABNG2hErs7lUSiRnMmRocwzi8ao9tOINO0AC4xXV9OxKuCKrAFAsa6x7qf8c3Z8shJ9jPnCHqtq6y3eMfZvA9J01cFDJUdR+bCU48kQwme4fhl+pZ+YX4EVvRjme3S+dEFBIcBStKP1r3WRWMBgKHTVE+gDDsp6vQRpv+09ZsDcwgMaAZw3gkd9GzM+rwn7ZkZVMcQNWZanXP8HENTUSr2mi/R3539XbnjQBfKUSsoyv6QLCDAegFMdBXBNW7PJRsp/pq8h996ro08qz0J+pn2CzlH167griTb8Jhu28S32p4KD2ADIC8T0PVYeq29gR1LOmdpSjBX/iATEigewL0BKT53aM0/uMqQbC7Ab62FaZJWCA4Orr8oVTUS4BO/Gud+Kg0wXgBf7Lbq/uxBQO1VGY/WCdUrQyFcAyUzRnzP2lvOAAAgAElEQVQitvcSfOCg0XU0PmiKgKH6Z72HBpTDD/3YevL6Lj9fsv2jo9zyisDdHDk8Tp+bR1D3TJZqT8M883AHRrEKnNMm+Lfz9b5sfvg9GNEjHPvy/s8AwL15Bw6PGf7gL7uz+dqlZ0dmJ9Rrq4R/FgCu47/OoTXm7ODPAFfeiDGcrVQx8KvpZmBnAHif2yVgdoVyrixEFcs+vj3r0GMf5XMXAIziNS9tz9/ffm0fDwfuEMvIlyHkQ94c/z4IewCmuzJeu6/n/ef6awD098joDDRcu3YfR+ufn0EV98S1YfBjALh0+KN3X6Pf63MZI/ySh0/rPB6rLVOpQOT5Pfu6Zow5pF0Da7unFrhzqFz7mAFd41MfdgYV+xkA+PzuM6/xngKw+7ruz76LDzreu555/v0a/e3goMu1jZD9WQC4wnXPJNvlVH7PHh6O3YnK2AFg+LTA6FxuzROAN+UV6Z3QDBUrD+jW/I+plN/znqErHFwod5T8OJ7M7zPAyJIFouwA8JmWuh69Po7GFcXk3hp6Xh3odoz0xMUa4OQ6M4EOSOf1KS2cL7VRz4FvnPxdz2vlmy/Wf9KPnH03gNBhOED3E2ln5zauQ+bV/Yqm9uM4VB0yH1mxyTor4nHQFsTdQfN9LjvPxtiN0V/g65LuYyTYetfHGTnzOdPU2p/lgM1xIcDvKkPS6LQYeufnFCzO+tZQ4v4BfHzAyjO6Vuy1e6Lh+B7nZ59bAN3rZzkT8I/fj4jsbYHq1IrBORbQ/O5ya6f3x1kTQ4oDST9c68/sTfhnZdqYBuZyGz763f2+5vlz8wUZHgGDutGl4/TsZt/uYG6BZL8e56GdMhzKiJ6d9Z/35PtZWwo1zZwrn1PuMHztNRuH+77O/TvX9H47gfW/ZlE2G83jMbCWTJPQx+o5ggMX53nn36jMZg1HpyY7lTGypReRlKVP/Vmwia/ssLSeTZljZz8NfUL/OEAb3Xmx6KbDSA6MfGdMjoxmJGvHGVX6CzJv/q/2mZ3+OuSmHJYX0s88yj3akch+LnorjR/Zg6znZM6ZTjiITGnGlIvKSJz1PkCYPWA2xKd3Io6z4Y866+2eYy848GpczpBknwfwPwBgA44tez4HNmcwJ9OLT3VtHLdxngTsx+ECDeE0Dh3loA6PsVYAIcnc7V4GjErvZJ7F7x8pu+qxyREy7zTwS4lEO7Umg4KDvx3izb7MwakBEC6FZALXmlItQmtrYGtKB/I+Zw/qmTirbvWgHeYwEDY8CA0fcn1kNvtPKbuU0QQEXf19CwAXvG9kcjLW0w+xa5pMyynZPcER+TdOtYBYBuQ2uWiaJ1p89qU0badsmRuaxrEyPOV4EOuepU961kBYGVA036xs22aSo3fZaxz4BW6TAYrzJUC55+ND3ugcHDZTzpb5HpmF8sLiJGUoBb4s79Hh8IHpatMJlgGSrTqY2y447NkcqC1bydo3fXlFAmxxMEfWMDR93RJmzd4Nq4ZWXN5WjtDyiB3/BvCjc+LEgA7D486MI6CG/lGWVQnOSjDHBNqc9oFnhi65DlkwgUr8jfnjBJoM8GbGA8thW3A2tL02a9YAsz1gzVUn5lkNOkhJ5JRItsMsURKx6cYe3QFgHHEH3U8Jaa51STOridgM2Ccc+NvXqqLPJcTtZAiIWn3vPp76GIjSbe5VDN+w9uVv7wdOmgTq7TZisj0v9avlDYEjjG3sKp5foA2ZjJ52uWn38s36pnwl+8ha9OS6QDbey3UACKGPKRfo7AXkYErh8lzK07I/zuTXOuMwYzwAY2TSOXM61rMDEXCWIofIwPFqev7MrLTLGixZ4758lqVyqo4t3f7jyJzKDldwmal8Fj+mB2QrPQBSZi6t2MHeFGRlHIx/l3G97nDmjVyxPcROYOdj02rwOCf54KgrAOysgmkVgWctmRij12XtUsKS9YdeWlkExx37zHo0m930rfnwB+9F3gKIkrXBOsIX8Dn8a1ob+qkd11LJ1nNjD7cyA/aCS6kbdE4GyUOyXMzXkk1yvlL6FeAxfV7zSV+4ZOqW1vg+dk72r/qdd7IXvg6emzEwe2xebNUGQ7nEM7rcdu4A5M7WDCDbcttHwNjIN9aciccOT/BKZFDmzJhcgnj2AxpewGv20n28x76uXVMHfWY9Wf3Ijq6Dnu9ezpID7+R8tgkPfei/BBbA82n1kLKZlJJXEIh45qn6LvMdZXhrixjQsnMyZ4AEFUbHAzqGhnhWFMBjSn3bSzqED00YTAO4IdOd0rnJFrUtIsDokQCm2G7YQuGJAHEgSCN/RibUlrENQ/9OZeYBoLOXADOmU0oxu3TpO4NnyBkUUkBKsk+TiWvbCtuclRR9QSsEvO2OcoBgB41qHJR/pYcoPW0BWtxDXPMBGK5OhiZZdyfo2bZPEJDLtgqQfiZAAyAEvdhAMmfQamLQErwUoJ0sRRzAKicr0O2eQAjK4/5TPUORj/AeGU1fBciGrsOjdeADfgBSvPrjrQFgnk/WNmCeHcicQbEjddYgG9DZU1pv+O2dwDj48KnW8bn60Voe636OVwAi71Q2n/V4KHkBKA3IDmTes+d7PQ8df3MjUFly2pWZJC8KwALcW3I4qEG9WVX+ODbHA48X/gMghSf+EICNTHqgMtSWZRpTK3fZbtJAV4UZzncjp8mEcvDYnGldaSby/SM0LFTI2e8GIpD/0w9be0FlBdYGkJd5s1+Ry0S25eyznzN4JvqFTFD2w2VpKedMlQXtA/ovepPS0coQ1/OgfaT2a2WEAjBhKwGYEZzsTDy1PIBmALjJ3DMAzJINo3NewLIgcIIPWc+WCLs/9gCAky0Z/Z3ezT32BABGJlEmePWx5DGAkABlCRjMefuVyjZnn78pO/zpvT9//1PPuzmCfR6LRin9jV1nG1DDeqcy1GRd5izIehMclAxuyD37WD6MXIIW4nshczo9XCkNzfEKdn4jIJUSy7zH9jG2JOcwnbdd5cDVpsi2TXUYZBWVCZIBjfzNQr5RBvRn8VHOH9gKaetESwS3P/C5DluPKkv6E5BQYyfTk/kATrOn/O42NLoXgPQGsJMYYLAhPQO7hfHSo70f+msb69Z/b6ke8P7Nvf/1z5fhN73fwI5lqySdaOADmfOUyNd3AG0A+c1sbdJX7eo5DvtVZKu7n732jYCFBACtBAKDUJSyJ3Bs/CXsQTLuqdCB/I89xO/wQUF3non8akb2HGusf5I1Dj8kuNYA+e4Q1DDIoOXzbLJTHZyFzpbsImM8y8V76ZGMPTeZyN6/0L6DG7B7xPMEECGD4zdKb2b4rfQLqWEbOQN6+AG94ZYlpgPWNTIS3UfMSI5S2BZk4nOOYVAKOiEbXdnh9s3bHxBZUiCPf+8AcBgU+osPtv/OX6D3wZgAn/XfJzVcd4CdM2djq3+iWoVomwxr5oIe4L707cX/EmyD8acyR5ImXYp5qojhT7L88RkJ3ZuATft2nRHTYMKxhSfbHrC27l1uiy7OGJCJtnG0V9ZvlpHyOUwGbnzWucf/bQCwg8l41pgM7/H3OgAq++vTme2g+O8YP8E1rjqBnvXCJ3CR9YIGoTyy+OtvpXIOtIMut21Mxq7+XQCYsfX9n7DR9T/jbPYf5/zOO02OGZbpOuem2AM9G0UPx8bz5T7bMWf2aQWP5Ld5Fm8Z3M6yjL227Jhgs7FRuaEAe/cAW9bcMLS3P5P37u/ZAeHQ6/z+PQC4SqUH8zXkWYd5yzVQhitWZt4229NDdif5fsjsZV3E7wHAfUbHcR2sOkES9VzUmbetHs+poz4Mfnv8BXC60R3vPpaMY2UWxW6pyZ47ztmLLVFU8He/3IQJQ0Ao22N8SA//huC2Ne4B0XTrA8jlXM6Zs+dM4DWvy427KwP4Fo1shslOT/v+nu+5ey2H6eeCM+1cA4G59ABM6iwccOi8FnbEbAt+dnxcG+caQw4/5/sXfWTdT9t/AmyH1sYQuGtdrq/PJYCCsDV9oaPK7NCHgZlRXkMT36PhRhKdeWof211g4n5N1+m85ufnWi9tfHKm2Z99jp2T22LbWWLFH6XSTN9+z1gv7mnG1WiHPRtxlwl3jaffH0DSbMbo3WyBFUloBv5tBquNuuGblhgteMihHNGFu/liTCh8DgYonc0BZUt0PkvW3AaCe42jyKbsWQGCZDrHwbWv0R6l1AK7Nt4Z3yZnnKWCg3D2JDI9e4E23YH5Og9LJ4ejf/av++Q/S+QzeIwHvx+TdXi84Kzd8+X/kZ/7eNzzF8NJYyRC2P0/4Z+hxTrwdpnAtVmbObiMUL6mL4KphintrBsjbJ8fQ9xlZB1ULRWzZPPulB3mHrs4hi6Wa5zfHEwSxRlHb3k9mShLF3S7cv+6rnSRfUlQQvZv6ZJjr+ZxOFP4a3uA8g/WvxGhfWZ6eq1nrkjBZL6EZVZmagz3Sx3AMw/HO0Cdr1njs6Mfl8zIlfZz7PgTdIHRn1GtgJewYHkAOdrxOfrRhnPAroO/BmxgvhzqTd0+OK0SSi3nG0Ajznuuz6F3OQ27TwctsX8+3HS/U1IoTrd8kskXHdL/zj2DmwlXa/Zc1rlZcbBWygnHuexgEH2JIetyrhoGjvVFH5Op53dHvqRv5CiizSJNCe0VVNCxxkkakLNrsVvKzYCLUzUHo2ufTwDAY62z96GZAZB8cqqTfNHLDv7ybiKjPXbT3xyY9LLdieC90O8ul0zU/PCT93TmzWErZRSJ1h77b0A1l5bWM1rK1Dyme1OyL86l1UuyPX9Y2xyw7bCwgh+7QTelR+fQ8ngHONSnVxVMwKFvQDMzWK5lKs5E0jgBXACAs79kksaJHsAtQKMBPTKYdUq201jy0oDKHKgKAO86GBGFjkoARQIq+lz4k6yazpf3JqMpQPSFnISvoIEjS5pDFjIbwAsnwgKALc/dGmFAXeQFdHyyg5HNHs+cxkp/K6itJcov7ffuubNErB8v7esm1cbJHZnwiPqSGiMR+slsDH0NZmKnVXsH4khOwE2cVXzcw1PDcEnVsRMqC5I1layKBmUwBxzKKRPK/hIJn7E0U9J8j99rnmdbgi+wJbCLGxSk91qvACzbjtrWA2DLOhDHQ75nPXGcBBBOttAvlCIeG8wgSWEM69o4vuJcmT+HyX0498k/pXV9reRo749MYeSROw5W0No2CCnjicw96+iZtt/EPkDbBRK7RgwJkOugjeFxr0fXZejKemkCJ+xw4bmANM4qXiWjPQ5kJpw1gSCVjQCWDeaBttrj3YFnY5+iY8nUiGyOg6f9LBOoFr3ijBBXgogDKM+Lky+l4eJQpyeis0isb5ItuJ/js1/5brd9A4wAvkzLAcsUso6RFzjE13qwsbVTKsdNF4x9QPzZ8qHJZIRG76TKwtF3eZxWzoQDODPN5O7wTRzEOGCd6Q+aYVsJcAFF3aCCOIcdRGVdFX0GH/Gnez+TyY4TC7pDblve0IswGQkFl1JWPbyEHoTPQ18JHnJmsC4AcAAoIVgsPaJxZCf4I3I8cn0v3X6cK2p/acK1Gbtm/AkdAOT4rXrORzkVTf8E5Oke9zlDxvN8AVzI2kiuZL46iG50eWg0AU0sgGXRXM11CXBYzsPymUHL0Z3wbQC2APgBOs0VAXb0P+TSZ5pNWrfxhmRuGwCW4xtnrvt+2o5Nxg1mexxsyZznE3mFEow+tX9EhJysi5arTmUUZOIhsZmndajAqSc3HkNA3ABvideIsxSntGV2zxyzVwFMG4iZTLSweMbGGMg+spwdm6/71ooTHY8l6dhNR2CS17mtH2Ln2eFumcg7yF4iYCK5gfCX6UdywLrBwTMJivN7cCJP1t/rN39pTQNqwisNRvE66p04n9NTMfIRO8Hrp6+0G1ln7Pk5B2H3uOIIfRsFRLhMpQFg6QQ5+VMCNTYRDnsMFwAw6w8DCfAZtBxw36bO2A7OEFQWFgEfkRs5b7hssa2/ab0ACAQ9iEbaY9lnOz1sD0BGlx6Z5AZ00gcTUA/Q5ymVZcyTjAuaT5YR2XqRZeGBV6/+8h5Yxmmu9stRJtR9cwGoyR6jDUd66Y5IM0AD3X/4+NaZsWSvv/qXgnL0TEouv3hZ+yVgEGA6JE55aJdd5Y16GYF07O17lRCmRK9Zk3VVyeZHAvpSErf8pixb+E62Lr2PKcn9SE58l+m0XZqgNuRuy7gaaNPypZrHDQd9vxvedICKXmj8Tf9zAJDe8FblpkPGnB24np6q95VlTEsC7Dv6cSpIyX1tBQCp/O7vv7/xGrpXtLOAE3QX3ePTpOl5WF4bAnjA9fxn1Cq8p+sNIgggobTnA9Ge5bL3UWMlUx1ahz/HWINHvkg2Mv5ff31+6CDTvWxUm/1zfmetyE51G3DoQoAsZcGj90ziHkcy7WB5AOKH9/71e2QY8g5agkaSpQ8NvE9mqvRDMj2PZU7GMYFM0L3tm5ERBGbwHgNB4TPWiqAEXkwgJ++HjtPLmCARziSPRVvNJjQLirbgWf0FXav1eqK9irDg3JtgsvdvqMqBV0fZsgJoDagocIHS5291v99v2yNgO3QITTtQwz13TTaQgt7H4rEuBJE4AsvXv1EZc2cXik+cyap1QO68Ueb/40fqh4yNMu0tbB8QJKqBNmCK7ND7ZNM7UDJ21suXKp1N4Am+GD07fAtthdatkfCTTky5A5zIvJ6qHC/Uu5irCPwlYAJ+MO/pRuiU/XJvbOYsmfNW2b0OFoFXRAz0PE+PdYDe6AdKQjvgApvbdl01QAJmydZ/T9ULreeNegQTOFP/4ZigXtc5uriUuUtHQysTyEwfaMtP+4Cz9FZ3LvWcYB7LM2XNuuSw8FkHZwKp6WWUCaekdZMQY8948KPvkmyS7HF0wAKpeQ8ln5HD9NJOEEscLtAjYColyaPDA6bfPJ+AdYJPjuosvA5dpF7UCkKAT2N7BAB2JSDsWPcfj+x4RoawtowS9JQwxy+DTPXHwpmgqTjJnz4lKAn0nnfqHq0D82W9aVngAFSDw7IdIH9PPzYd8smZotP73LTp8uYJTLFMjZXv9WpwmFdxzrePXDpe/EULAM63DnLNd2T/U1qestS2zfXs2C/p81zb0hVWxr5Gf8UnFH/hIzLLkV1jizieD/vGOsIbeusTGRtBerSeg25MAKni4h7BtrNFH/MEbGBstszPZnaywrV+1tVk+IbkrVugzQ8EnUt+0rqEoxNz8bAs2HLeR894/uLpBHJTPYaWFXkxVEU5dAO4ug55j52YQE32IGcR5BXrStKFe4vnoHOcD3MGiJ+Wj4NwbNcEXOfTDGD+XnqzHwHdYD2c63xOhic1zvql/cPokdw/+mru4fU+I5fB9QV+g/J4KyvNcg+2kZsPv+L83WPYMK8d4/tuBvDPAsAdhF+0EdL3QKP9nvPf98N5DsOJZjiDpVm4S6Dn7ucuR6mvGXrPcXYdcjuHMwB8BnrOAPA5s3V3HJUQQseXjHae0w5i7/d5XMN41wBga8NxbvTw5nkx1c27cc7Y7XrdBeiex/Cj60vMx3XbdBvVsO/R2RGz/9Y1X2sZRlvPXg8PA4bpYggNl5pGNsawMF4OwLue13f0ued53x4DK/3vA8DrPRtR/gcA8LX96ndR/gjz5UA60/W+5hnbHFy3dT/z2A6klZfOdH5+T59xFwDc3//uc3ZQOjSJMA8d+EAwfBjH63w/itgX1UiYgVys6xYUclacpafj+zmwZynjHIjTIg8uAOyMVNuolKOylym3OIMqh3VHxtujlQxW90ia6zBq6nuOnOjuLT7IOtRJsvNHnApxbK6ewtcA4HPp4oN/tCZdUwPAhxEb42KZBpG1SyRFrjOs9k3tftUR2n/vB/YaTRe0aP6naFEMhp3GWEHWp+vH7ztNcgDkAGlHfcK4x6AJbex9GTrnPQPYTqtdKczLa0C4BNYGEPf7peDZ/FkL67zQKNcZiJu5hWZyQG+AUQiJzc1LzwBwgd46/aGBlpW7xpfpMRLAKYDAlrm60c+eoct7q0urny5ke+kUPhwHcwCRGM/mzzmABzgs6HQZ2FJa6N7uEdkFc/vbTiOUiPE+jl445n2ASGOsXrLLQUbwYSMTk/Eew/7omWfeGj3D/tkUjYFdAKKZLXwPsNPfO07WvI6Fs1PXjssBgOvYr0xrZQuXiIRmZq7Zv0xo3+f0JA2L1CFeu8CZnMF9ZOAGjO34Eukch1CyfBeQssvBrkN7/p4z9w/gDjmMzMG4dZRwD32h9yMKkkOK5mAnaJ00BqDW3OKszvo7AxgXkfmn9ANY3sCA0DP7GMfwAHCjH+wAn0yqMwAc8HgRyYPJcG+Efg5UyJ9ckwjz7LXBT32fagkB33DAo4oAe92r1o6flPfigNFMXQDsAEShbkRU+vBxMglQ4IMmzxiw0+AFzno7xtK7B72DLGpfXHqMhZ7i1Iv7IUE8yXSqEzsOQWd/IYtMOwHbHFls8HTpnWTRTS9M7wO9A3EnVK9lPnwsy/Sns5ftcE9gRbKg0+ONUUX+s64rwKP7zj3N5PWhdcBlJhYgL/TVzKuzDMfRRYYsQPKelZrVhlcqHy7t9wbzuCSX3sthcv+kh1ecye6Nqj1vKTXLvyMyfIT3ODjcQ9QOcEqkJRs2c02mKyTmjOSL81Z4P2sfW6+2GeUVTedaS559BAPp3+lJzSEZ8G56DNsWic4s/ztLQHPxfrdUKYf6jgH9NmUycfZHJybTlJ125hj9IF03LkB0P/s+wl8577GmcSTFoYJzH7madck90R2r/Fgce/BZA5BwRh9VEYbX9+oKdTgeOogofANN0YPWxdAlAIeD41Iuts/0+8dBzXygEGi1IF5pMaB0aL59fPl79iVA2A5iJWO89locbC3ZvPQONJfM6mSqZ/4Fb+o/YI/KH7U5XE6dXnEAQ8N36CVnk5NZiTxgXKY3CCr6rJ/SJP+OXZnMnYBsyTxiv1wBwTYv98buSgYDMxqAVfuM47S/XzAR37IH0Ca2r8eN010lpN0LjY/2R49z8NkEICULLy0ByFBkKZnH7vRyZgGZepRL1O8Bq7cAOLK6Zh7svSs+kBHqILuUB2VMAAkNaEkm7vRIdSBUS8olK7WfAMDtu5rsfbd8MJ2HhtjTAnLtbbzrdex+B8Bx/HfmaBxf6LqLwDOVv/Z944QMGEPgEiUlA7Clb20AYNoUlBYz3qwJdG5dj6zADpozExLcJMK/8err46xsyR3vDkCPbcA43ryPgDH0kHQgIPfxjoDEOC0LIpD1+egJznPmyvpgdyWwKgF1MX738SYoMECPAyOsD+JoS0b0Kr3tAfrI4An4mU+cFbvGdowbUFhe8/RUTtZP6DlZ6wCZ0afRE6yp58d6jPy9DJxbwU3Qs1v0zBpbj6EbB9zx/LTfzkgeMNKlPccmgcdYOwIO3AYDp77WP5VhIiN9pjPou+RK5oY8JusydlVKuCsjUn8nIxLHeLLksk7OCiWD2FlRGtacZx8c+ogMyGS1ovveunRu9vSpwAj6cSLXEV2ARPR8NHDr3rrJMLYM1/TSCzSlcA/Ty/pAIAwZjtI7dirrv2awozsCBIUmA2IiTxOQUhuM+dYOcZWE4bnSB+Dk85snKhGrdbVDP878/P5BQMSLzH/EInPtPlk+mqQod5zsR4AIMgK/fKXnrdZB+/VxMpajk+gpGTvrz98pg0z2XsqVunS25CT7++ZNZD5liwMAh94o2c1eukemSi6nDD2gCDz08N7vr96YFp4rSxd6eybQ99N7ejWrv+s/BJgpk9PluG3nAe+ZJbwfdpqLbNA3/MbeKYHI42JuyBFkvDPqRhb9IvkWPYkhAT/Rd1YZ0XovmYzIPMfkiJ9rk5O9/ccfr/1eysEiYxkrM0z5dOzP8Yv4rJIMNCrMOGjDQYpTRjcsbTp4B1+Mzdygui/6zrxp6ZM1NI1P8Oo//7/frBdK1n96XAKyXr70dVmbgIHO6JWNy9wAP9wmQvvRIDmf5XU2eax2CR9EB7HhdbMAQN4B4MsaOtvTAHTol/WmJDFriDn50a1j6GWb4DYHNo1vyOwNmDwtAtzPUqAHctbnADLyvZ5TwlZ68flz9MJk0wJMav/fkiHrChAA8sqmdH/dlBf//V9/KiMW/YRdpwAJZ7fjMNEztROUleY3aJhsxvBMqm5wDoEOORJZH7s3NGuQUtQAOnwA4F7/9Vb3pfwvsgj5AK3TvxreIXP97Vsy7z84W9p0Jnmf8zbrKVks4I4MbUBOdhmZ8kL9d+GHe/fVr9dyXDaeykFzD+cxV1WKSnEmKnL07VQJwY/kgF7vJb4LLhSAKaDXYLnGiuwhUMA6YM6fBnZFC88V5/FK5c0fKtDmo8YFKER/2RsBwA6G9/5FUdmOZz3pK0zGqd6NHHEwWtS8ZacD3MZfg+6m1QVrZjtI97vCgNbNR8WxwwggIUAMgBPAH5pLgE/Kw1Nm2XryXvbmxQtl9RsjGxuO87fkIIB9AK7Ia+tdXZ+WZNBO7DOqB9inho9Df6bkd8QWJb0/uNcyegiwn+x3bBj0VjLS67cJgzIf5GnPvJQIh9EjP2NXxD6Bfgm4wHak5UgqyDV4vLYE2cKUjM5ZHNnHNLAz0GeM9RfJRWg3eg/+g/cbBEl2eFqeOH4hYsQf/mqwdtoQ5Bw6wdP2QQTQpsIBpdXZegd+CuD0esiGxV7Cf9We9qxJAqugsWTwM/YQRQIoyI6OPzfnsJQwT1BIzzuwC+au57q1RGjySwOIfT5HDxPYMHOrLQVNM5YvqhCR8yHrj6+AQIgENWP2Acq6ShHBFicAmF7b6N6HlFj3ex65/7bPxvhl9QzotPRrmVv+0h4wN4kOf/Bb6CfJz1QBMM3qZrfdcWBT/BQOKsqh1AEPPgdNtnXxppxPgik18MHLd/jOYvPxDIuLkQW12ao3PN7xmRXU7XnLazt2ns+z44M6fF+6ufhEs+2jE0I7fJpMdL7XrDIHjl7b6md+L3JEEWEbuS7C/Xf+ttbLJMsAACAASURBVDv/zvft4N33nnm+rgO31GDRN8LbGQzhu66Nsbf/m/svr1+EMn+7PqwuC47IKw/oO3aggwf1cL0yxbYT3zYPRyp7g/JnX9GI1bote10HeR7Ktejf84SOqPchrv33u+6/Cyi+9ewxgu4CkD03reU503h3SH+PLs5rf7m32e+d0K8xQX+/cCofjJWD0LVP9uaSPdZ47r6vp5RdgBz7e9Bx1uS8/vu6/ygAI3Sz6Gt3LmScW5betvc7EH+txPO1II4znfLuHWTtvlwL+rDTxQdyhGTW7Xz9Jci/dqPrdgaCv0cz+xjuCkgpoHftOVbKkrLtBbyv6/Xrb397SgTKwR4BPwqNg6yBJEy0ecEOzi4ldDtbd7++GZRZ09vrVhA3v3+PZgMGWYk3bckEthwFKJrKtzPY1jfv/No5XCrU2fuT2mFOdryP/L50CC96Cc0vnuyhrXJ/B/P3zJXedyuggMOklfCKZKzD2wc4jIdxjvq6sXxszNjplBJj+8cl/ua5R4+7LQLLB1bW0tknl0C0r/ehcQBQO8My32QwxIEZx7dnNa9eejIZgutTJ9WRAbTRQflwNxR4bkCxPOMMzGd9ciCpI8nGpgFs0esEKFzsFTrA9J81Yx52XHM8df+KvC/fB3TMnFcG8MUab8S+04Pnsens9Zw4ubq39Cixo638OA+/S79aVk85wc4rz0MBIgsvgR+P3c5CwIr8WaOvgGPnY2Bez0gWJVHdlzYL8prIa8tQvQ5nmAM2cDo6cyhUQAYl19LrsZ9m7kUH57+HOpwj90NXU8KHklqmqxiGJkMfRhJpymcvPQ6Ilf6vyXy9FmSGk5z1aRmjjqm01vXoexdQkL3vXvm67f05oGB1a02GRjGKW96rTrrDRvPJIRfidHQPti373H3XzI8D2o8c2uWse+Fy2D5l/OxO54O2rD+GR/Te9vhrL0bLuAF6kS+s414WllJPHTtOBvePhQ9wdul5BVkq25O9GUcfQQI4Ei8dvIcfIk42ABqcDQYTw185LKYHosGj4RVKgVq2TiBYKmckkjaZpgEbAHiTJRa5SGm5AC0rK91rBwFzKBsQ1/pmxgHvBXCGl5Zdf2RwaUzMrwAi7+Z1mDYuY6t1Og5DpuM4fAp82fE7crW02GzgZO8VYEiJ3jjRaq/4bWNvNdQlpxOgC5ekGz3BlZXP939hXXFihBdwZuLk44NT4ChVLHmeMnb5zZHbODBwwg7IwPeO3racDN/y5yVQ00CuydSbUnnMpf17yYg+SrazHd7vyCg7i7egCL9jvq9DgT0M8A24FrnXyH2DrzhTdahOlQ8yMnLohwUNjA1om0ClpduP7DJnpKakdzPMWGcAarI5eKaBvaF19vTmRqUdNZbqDhxrRMtnLVNmk3kE9CzIggiZ3q+ErDkzLg4+ByGx/gIYW8kggQVmQgNgOwCc4JUJrBh6jm1AaceUkjWvAKyOPC1Q2fLpBZG47uh9jM7ENtnWqbKrNk/kVgCx0EUcX6z3cW4GvLaNlczP3d4OAJx3tr8pDnk/f4LWCvzup1nTHoEDVDIwUBygLfI3Mgud1XYWO51yryvNkAXFfrDuyD3vc/SYA3hqi9qBGplQBx+MQInTAthMmPvJ1sEB5Kx/B1TEtmPvubf2y7Lz4thCN+B0DVGG99CTzrQAoAbYBZwCKNVapURfZGWzUcqT/Gm9Al+NXs2D8+zY1azZOGYnaCHgch13jInylZTADA3HTu1/AQPLR+6lp/cmM6Q2FU5a6K+BNayHBxGdcpRIjgyN7Vfb8hjxRUB1S+QnEI5HMU+cuzhPU6KcfTBNWO8O8OhgWP6NHZOMBsrYuU+154Rt4zvt8G7fe8CCI2OEHVJmIw5OaDTxFLFB9r6+qUCS84z1r8bSEtoOXgOochajbKXhkwDgybo4qpTUd4Ez8ZDNAKzhZ2Q5zsWAJZMBRqCVzZPa9qMTJ6iRca7fls+qAT0pZ51Mn5zhJzBE/y54DcszXpeNdeDEqloUZ3w0U89vXO/WAbQ8EHgUeyEBYVznvpM2k5ItzhgAoPw+6MJzTxsE63dNEAD4hj6lBmdy5omthtyAp6MXsEuT3anyznay8r4AG2w99/B+Pj4Dup9qAHyygQxAaw+fKguNsZFB++QXIQTYGALcOE+RpQVwwHxcWt578cTXmv8kZ1LSmqAEwKn0XU1AlvSM1tCl5vW99aTpgEzvj9ItzwxWsh+dN7IFcMrnC848XG+H/j33wLWciRmTffB/oXP6K0feiva1Bzi/4QX2+Rn9VQU2pXSr1k+3uZes2QhQF3CYLLH6U1pBZipnWPtKD4l/yCh96DYp6B3OnGR+EhypZ7q/Nr3HCTAjY1F75i0QsD2OeuYCcIXtwlpRShewz317RQuAzOnHzfqnxHBsOGRvq7tMAo/PugGNAKicNao9Q6d/0jMcIO2zWKotvH791nN+/uKlaYXSrck6fmbAz+cl2glYHjLnBAI8FLjKHH8RfbS6Av2NA4wOz2oeTwHfsVNmv91DsrgQIJn9M5RQFvinbFkEHfwBTX388O7ery9fHMEfyV4mcDz8Q3nzgCDohmTM0hvalVDQWS65C38jJ+ixPj1wOXdpNckwdDUcaIpsZFoDiVZ+/e03ZUwGRDfAoT0gKAk+dNlq7FDRPXtEyXwH4ghw+fJJwR0CWtMSgj1T5r6CAxjDfdEFYOiXr++ndzN6I6WW37wOHz1TyeIbgcQAbznmPnJJ8Lf6HY1Lv1bG5aCOAUQwcQgEaBAb+/4NPekVCGO8VNCHbUnzUCoTAN6/m2xXWjPQagGd4HOK/gcYB0DW0utkpb4THdJ73rRnu9Mi6gAaoaM/lU0cUDIgIesaX1eqyXzSM2zvQVfuQZretb+IRn3e0vgpO48M8blJ/2PfELOoEMQVeuOZxvdB42bPn6iKBLwVURa6hsbe6jkAnk620FqntLR67jqNXP+WvsdOBhAkvodsXLKh8XWF3kPHlg9A7mN75QzJt59dhh2553KyugbeZG+gYegHUBw5khMZY9z9FwCPCfBmT+A7ynC73LDWzrzhIKzQCqMxwGZZrnfrWugXO4bKBq5YQaa9dbf+vzbkiQB7AHz3Np7e8OkRnvk9e57MWzKUU/UjgJ4/BDhq4ZDJ0BHzeaf1fOoWK/FLW/dbRIZmGLuDEt07e+2pbU+99+kNtBG+Rxa5lDW6HxmIv06vekKAyxjUtuusg6O/02Ip50FUZHomx6ZxayOfc2O3EYDRdl9UrUHXosLZG+sYyGUCaSyDfe5I319oFHnsnVdQx7jhJBtyLuTD3gJ2A6Qa7EYmaXBUmLGtY92T82f9jQnWT8ZrghoDvPMe3+9ALBKOAj7nXBc/kW0+yZecWXgXPh+CLzMe1ijZ2UwsZ0H2A1Pgq56TDHTtg763jML/ORniDggYP2wB1bTmifxEP+KveoLdSOEHbCQtT+RAkjYYR3y0rBc8yB6w3+Ej7KUGZ3t/9T4nBFmvZ1/68doNq8RHkCoU9eWa4nyOXMkFPW8cQbIOTkAXLp6rz/2MXXA+TfuP0KfH6ypBy1fe39co2ZMkVuztLb0XrIl9Ixn33wKAe/DcX3gsUE+c88WPgJvdYb8/7zYokl97qF2MeAlynR2RV/yyIcphlh0guZhXAYpxJteRfHaYnzPdLoGsHH72T5fnLgC41/63AeB9DDYm9elYvgci/ywQXJB3dzpccwrvoGb2c2Vz/Aw9/ej63Rl9CxjwnJfyzPs27h76uhzH+fr+mkW89bhQ19Bq9v9iTeZxjYLewfHz/P8OALz29nLcZ2C563AGgM/8uvjwkmY8y9Pk92v3n7juvO4/AoB3Gj0/y7s2F1yTLz8DAH9PLsXJHicvxlEFr+e820mzYQcfjVPddHHJ9rcA4KNHLTr5wsl8e52bJVz6OIPsBZVZko5vB4Zv0dUIxR0Q3t9xsVeOwlqTqeM5PQLz/f77fu/3AGB0b+mi99QpEpBwAXb7O/ZrvR8ztCrTXZFeG9cO/Mch2vXe9Mg2XxsPBk1WwIYdHBS3smGSrK8L3TEOvoKdvCGlcQo0513NDNnB1zwnvBvHb96z80ONmdxXglxybAeAd2fwjwDgvqfyyucy01SMO9O1xxeHXp3CpS9ogg9OB2e0D9/7Hj/rNgCc3pXL4YihuHoQl75WEETftUrqrTJ9x28Dau301HcfYzIQhDN/ZYZkfpfcsv8bx8VR1nouixMfo3oBJd5nDMgNGC0AzG02cjeZuAPA0H17cXYkcdoPuKYlSUYgUZtkFBJtnjFw6OKD4W/emLnUsYlhauNbljIHkmTYBFR2VtUpe9FOQmKAB6hxmVmvbfYjpS1Xpt3Bb3b8iS84VIhsmtlc+lk0FL1Qni5AUDBz37/+PeAp4w3vUe7eIJ/HnoNOeuCMfta3lecNMnAPNx0GC/g2A4RF9F7iSDlkW/jKZRIFeNaxbv7kv7lulysGyuYwBAPlIJae5hyACwC73JQ+zvbknuGtozSyDyE4/OJ4sAw66ZXjgDhKKr36LrO3IrMH6Bp9Q5WJVpaATI6Me73TfbRc3tlXzVzCu563/xjZ4/lNtQAHJQRcg8pyKMrcEtlta0hnQCKrG1hZ3o7F6zKjHk8yrA55DhA6IHd7oGY/k6H4XhH4doCN3si9CwAu/2f8+1wiW6tDk92TLB4OwpfyYDxLODLmIMWzkg26evv1oJeysXGIcih1mTAdoiNfcUhE+ThoxoES8NulAFr9nLJ/Z17h/pXlDs8H4EsZWmQG+ivzwYHOp1lSh315eqczNSzjLwHmPfPRa4i8H6eMHSsTAQ1A5sp4Bk3i4CJzIA5XGCzl6y9ATj/PzBcAa4JhoBjGgROoJcjYE9YKMA4+DQAJaKsKCNtccPSbTA+bG4BvMk5s18XhzEXp2RnQoXTuNdRvzrLjl8pTnjkA8OKJyok4YuDplhMvAMx6EczhDEsfwKv7Qo8GkSaFoONJ4EccMxnD6vO921rQz2PC4P17gInQ+cjssdeylgEXDD46KCNOrw94GntebeWa2iIHj2QsoaEV1NWxONBgIunJ2nKLgVnTVJdIEKEB/ilNm95v0EkCl8gaqm1h55ftJrLZyhsB9ywTDaIG7KzchMRwsttRfuEAUDadMmNgwNB2gDsDp5pL+qvhDKf05PRtFf+kfzIBBZTMVvYnzMz1AEd28rNscTCytnVmPVM/0wYMLbKMQy09kBMcY50vh1R7wKcsd4IjiJZpiWS7agEqdH1aN8Th30x6sqASYICeqT6hH97SB9Y/lrEpsY8DmvHDS5kncgJAb52V25IB3mlgzNFvdwJSIkPHP2NHb7L4AdL4WJ5ozinti+Mx6+02CNgKgMbe54BI0d/lKZYbmuY+9jplatcaRV/DZ6GXrFwCrtIaoLKMvQFQZ6zpcbgqDIT2Uj65H8aUzHytIYF5WjpKCSMq+M2BcOI39jKOT4IMYpskHMGTP8bEmvQD/SWoJt+V5tOzd88iDr0wZq4JCJy9cHlOjeGRnNwG8mbdYtsN6AYQQAanriuAybn2kOFy6gOyOFBHS+5KHJax2B4rcNHAo8AjwAXWDtDpMY54+u06Uynnz7R/iC7mP+6BoKDPnrfgMYNW2qyUtgfYwgkNYpF9h3fpCQz4x/4DvjFmQFk75rGPAKrJKCQQQ0AW56WCp9AKfTCZizND7bAlyzC6McAcZZxFD5o/43wvGQgA/Myg9v17f7567eAiQDWew/y4r0Ea6zyaYGGvxdaWBZ+71xyZBu0BPkoGIeb1GJXGDlgEQOiAFc2dkrjhB0qYJgAkemoc/5L1nzc64rcGtlkv6plf9B9lzCkbChna5iDPkzWgxQglUfWeZFYTCBKfhYNvrIfTY/WLQICsocaiTOjnKr3qzdTF7MMblwK+LwDiRr+zhw3iG/t7HCHR9QmEo0/ub789C+Cq7+inSiCIdannKVlExqX+/mIAYMbtLELt74fJJgfceORzAHJQ2ZXPn6jntMA+9asFlMXmpE8zei28FVn7VAA9gO+etAKw1gA0RsC+oUfc6xX65R/iNWQjADB0RBnanMMEhiojm2w9V7d6iPxoFZLYtICMAIucsZDXCV5B/5PBh/zPHrH0LjGrZ/5f5s6DO44kSdJkU6sWs3vv/v8PnDc9TQKg7rPPzC0jKlFosbt376qHA6AqKzOEq3BzgbzDlvJ5y0EYjx69Uwqpl4npWO8EYEpgzYDrlBM32BMb3z2jtS8Fe9jPR19T+pYAiu/KyH7y9JuymoW6OcgD/Rpe93qpZPMBAFs4KyjuyxMDxI/1XEpev6SsMvb94FDIR8c163JKmhswpjQ952S3c/gq2n6pZ0pHwmkaB6DJrfoG34guX6m/MDY9QEztCeRq5Nfdo3cqzc0rMld6JcXELuz16JEE9BBA3SAVvsczeLn/L3aHwSnug/7WmUW0h7xBLztoRNcBwqZcNVPlewpAkA4jQMFAoN7HBCO79qOCBl4KxXT5WQOKCVKCxt3qAEDM9wEMff7otdaYgBj2/BmlsDl/iNW+et1EDwDGLLF5ObKd/STGMQH0ydwNf8Gr7BGVF1Ky/N2P4rcBgAH+bm/U5gcAkPu5LHHs+ZQH1jsTTPiMgANnToZ/jgA5T3gFWOZskjPMux+RlQmKYA8CDut6zus+sE4AGwEbDmiJbHAmtv1stARI+XG65RCEvicFZN/I2k21FnSdi+BIdpaPvPdjsHMv5DV25fPnCgwZPY4ugnehn/Skzr8En0Unp7VTeOel9Iwtp1HrzhQm6IOM1glwZa9pD8H3XYHFgX1L52OntGS/HwC/wPesOjK6l6JH4aHxG7q1iy5CZ+LnoYoA1SlcwlrX/vTzkgVcw36m7/NK5PDzxjcJj1NJIBWJ4I8EL1FhgXVHrrAOzCfgb85y0Ay2Tu6vax0Qn3FzJoa2OLOij5lKANP4BTxLZ+Viq0G/PBm9W18i+ll0Cy3NvC2zDV7HJrBta98ANCu65yF6PjHVT8SHobeA1LHpU4rf5MoY9ZP9M9guPZOA+NhV9ptAo9hrue3xPT98+5v9BVC3vGP/bDclaCDCOb6ao32Qru9ZsUcSl5+fV/GZHddwEgEVlMjuHwDYc5gKJPUXJVjxuNXxS+Xffk78bwHAvdEOcp4fezgB54P94feHGGHG63zdus+Vmfn6Y0subnvONmMb17Xr0pVZuzH7tklHkM1w+/3xRfjR8+TYxBHM+4CuZd2ZSHnW3PuC8efL1wDgbiiXnDNqr63tQ+/90XP/zn28bwOMrDUYQQrxbgt/OEq6ntvn90Hz66M409+1e5aWznR1psuw96XB4HW9R25LeF+O6jpd5pr1nTWO+WQ+2rOV8tzc7wBq57o/45/O4976HyDfuu8l+H4JfO9zKzjRMSVy6XL85+v3v68Bwc0c3ffhIcD4vA8xDpaSOX/v2ni5xwXw7FKL9/fSIKC1Qz7vXM2jfX/b6vHDebrjqx7jJdHLx/wOh904tHXDC1BBX/ahtI74B8ipLNTeodc4o2UFM+blvNgdw3u2mMtgzo063vb+LU8UHGmJxT73AIB9+Fgg8LVxLefo/SoKGL47ALwO0lGUdeSXFhy1pwkeMmAWv6CjDUzoZHOWHmPevreX9k50ZkGoXB2lHYO+yvzC0WoFv4zmrBerCT9lr+PI5u9YJ3yeLJTOLdHOe69d/k5EOb0xEuVbED8lQ8e5wgHKtFMNkefb2eTDQYyRZhbn2qwnwECdwktejHwYBm+56Mus40ToZR44di6fnTUgA3jkmO5FqUCvxWaI59l5XukoWUORL+4fOE4xO962LKY8e9Z3AibiYIrjPAfgGl5EsE5JMRxRA6TtMpcM4B0Avka/3VuvJftOtoHuVaByKOaYj8u8MOaeEE43XZlfax24pABwM1ENMm/34Nk4aFu5IbwBoJa1xJCOY3JlEtfuaKaw9w3wdxzliIlm75k+dK/O81J3btlIdlhkXx1la0fhZDptAAWfQyPO7iHCvo7ZeUbLZxZ4Nf0ih6ExfXfJs0iprndpJsE7k0E2QFLLx/HcAAvIwkOJJqtngAk7hieowzQ6uqXgUeU0Bw9ezuJjPu6Lm5K8zZA1XQ499/4uyTYZxtx8zwCuIxpG9x7xbB+el+63HvG+4tAO+BT+mL7E8/dBXsPfLj3qUqblnYBqdhrbuVr9Nln6WrvQwWRiknlEFr/2EgDYGV7ILQPqlWeVc0veueylxuDnkGWDc80ZwAFT46yg7Bs96D5ZDjbLlAA0y88BnOoEj5yJTobuS0O8n2yHAj+RHwmSyME08m54iIjplvkz3zCfOOdTAtyKzPdouevwVOUUB/nppcdhlHlC+6IFDqvcj0yalgPjnNvn/4BTSwdd90f1Ek8w2WT7lbYPO2t4aAEHs8Mc+gzsFhQKTxg8mSzD0AgA5zIkEogQoIx7FliwY3c88XGYD2BoZzyZjskkbZ9z7lsnXGXYkQnvKPgVeOG+juy7yxtmnETy23nk3nrQ+5Tm8v6megCggQFXnEEDHphXnMEQBxqBCTgW9mwF2wTD5wGYY//0XFJ5HbmXXlCO9lavyTrk4C07Zpt1NUEyzJ/R4AhsiWxmAr8fwRijz9Lvl/Ltyo6h3Df9rEy3Ka9bOZmS+tGXyTrns+q1BIjxeUAY3k/Z99pD3KeVBDLRZcfjWGKv+NwZBno+321ASGUsgAPPgB5ayh97w5H1E3AWuzMOvEwxgCIvl94dwLzZorU3XE58ym+ShVCeTAZ6nEK2Q5zrFNuF++LwrL43gDEBZ9BZeD8rH/lJCVUyIQSqAGTOvVv2Er1mgMxjDD8wdOw9/vG8gr98AF0lOC5ZOs4swLFqPigALCDG15VOEhhgp6plDu/Hsc0c7Vgmy2yy4MufOK9g0WQqEhiSZ2LzJeAkWeNHKdnhZ+QOWe3RhZRpTd9gfsdRz7oAPjkriXtPUFFAU4CJAJ04cBsAYPqzbRQZHLogW4isHTLG0HkNmIgt6zPS2BCWhWN3GpBVgBx73B7lplU5pNkfFgV+Sm/w9HX0WM0MOTsZQSDjkMxEyik6s5UppvdvM4VxUrIMzC3BabEfWe+Qzeh973uuaWY7dOXvY387UCY8s58/AswnmG5vTwJYxhg+0fsWQGf2Hqe7q08MABJQAn1H6dXQd1/WDZbTyVQ95NUED0fW4tBPUIPlsCsijK0newB9Bl2mNLicwQZ/cYj2fMS6rUoDlidav5Sejl7mpzWfvaGsYcr45ryCkzTPo7+4V9TnjpwrACQTSMN+52yBPk8fX8CrrLnvo88APVkTQD2CVHgfGrcel9MfWghghFxGBylzV/fm73dvAIIA8HSp1vs5vaqZp0sPSzpjX03FFIacf9lPB4noupT7TS9ZTOTYGOh7ehinxDLzgY/4jjNNCYIYOVxbxVnZ5j32bdotTCYO6/VKwDhthAJUTY9a3YTx2HEv4AqnvAM1xr6/UR9jQGfA32RkY1/EN2BgQlvpgDzT0PgSoAn2MGbT8XJ5WDIo726cQfVaYOELOel5oROSYah1oLKGnscePVU1IGQCgNZnBVBJcyiDlSy5ZI4RwAEQx/5zPwKUyGpFxjoz2L03Pxt8JSMv59g431M5C/3eqiQ5c8B/9DJFfBloFF3kLLIyx9IiQftgmZbMM8t8sgFFX5x/FoBP/+IE0QDofHh/p8+whNJug3nAQ9Ce5ZMDZhNkU1lIRjDPspbR/xHzBdYHOOFMbYNUyZT/TF9d847WRMEBgClkhz5/lYzPr7JlkIXszzMHEqUqBrTp7FUc9lS+sMyAP2h/YClmQJX7YXeQhcocCRhoz88XjFP7bIzBXBvdlhfzBNSSPNL6p/x7qieY4w32JvPzm+b2TSDwF4KosEVU4vaVgFzokP1wCX7sTn3+Qmv7Sv8e/zAtOwQA893fVMrYPaq176x/M+qw6e9uoRl4IqXbb28DHbI2lNd2JQF9zv68JsjB9//+6P17QFYyfNM6IPJwWqsMCImfhB6zb0SP7KvLHdehb/s7a8LPj1oLAhWg6cixyLCPkvHwcso2ky1uRChrR3ltwH7qENs/l3EyJ2Qb93UOMKCMKvygi8hotc9i+DFBxpyFkD0JOI4MbQBeQNfnLlGs+VPCVy/uf8ueS/54SvSupjWA5vXEfKt9gS/HfgSAq7/H5dVdTUPZsBoPcopKAQR8ANIPtuv9vZ0ezvF3IpuVsaxx/Cig2HSltaDHOpSYBQ1QaJ2h5yPqqZ4BPd98gB8YR4Byepazroh3dFXPDE8d8Bw/UchV35lKeS7djH/ADDjVKbRuZJYjt23T+QwfvwcyAHkXABiZA9+kvLlx13UM8qM+ai7obWze9m3nLMJ9bauJ3OAdxLIDJoxPAETynJShhz7GzWj5cHuTMxl2N0EArG9B+NLuavsWwoAeHOc44zMbm56yVvaLIn/Q/+yL9VXmCn+wx8jj6AvkYuxBAGxnZxs4TQZ77LRZa66yypBscjnmgKV+GRRGTsTmQO9EziLzWH90bPxD8GbPVl5r++CSURz9OhXLNE+vH/6840EE5+W8jlvjieQn/oXa610zftbXaD/P+Fvs/xl9m4ETOhK580LPRv7zPZfi17p5bySbJh/CQQLE9jFe5G2qwFAhJNuR4NXxW+oNy1L7YrJZCZAY+yKD9Llkr9zUqbq1GiMcn0O/n/e8ZT5LIIsbwJFrIqOO5CBXW+N99iU0dPgjZ/tyFr9P895v/vV8zLlnxuwAQ7C7v1MCuoc1T+LMYTOYOjPmz8Ow7t/nn+fr718XRXR+3K709u9cA4DXWNaVZwC4B4CO50/nMZYXR6A/yoS7zLLLPKy0N+C0CmufR+fbefaaPWqtv+/Edcy1zk/T6TqA+FqEvqNwduPhoR16+P19LLlvrrXhsKW395n7OOvMNkFDlPPla/RQB/GZ/o69ugIqXzqxM+fL9V2BAfvy5LLL9br4Xh3ztnl5ZwAAIABJREFUc8lpaUeobuUL57m9bu1nbnCP7u7d/+GxZFxrXjufXJb+rRN3B+X/5wDg7uFBe9ui9MC7H4J73UMy5BrFXeOHXudstjlo8d5FFM2x8A8DwHGsJjIp2QahYcoT7ScsG37bsg0GOQfdZHke4zgAkesA8J6hu8+tAO4xB5Seeetk0Qzt2EAeLW+H7/BSnGo7UBfDgBeOD266g0x2sDqSKNeUfuLYzkp7TKNokJ9VLrt8iTMsinjJ0ks5Y0DgUKqj8MZxaweXnaADzI4c2cEiVmQH4fZntaTnmf9Lf42MZz4cLCsD69zg/WcyJGzoIcd0UNx5tAZzS6/X8Wk6P0C7tda9f4HmXBfwJ07UAYX1N9HXvAJoZA+4zodYvTLGBiz9UYZ0wLH9VTCG93ad9JC+O3hUc1pZCqbEGMPzWnINY45D/0S2Dh1xQOwrtKF7zP56LebDZDak51Cxc49t02MFhzrmOOByaLKTJv6n6FgMLHpVjYPTDq+J6mqgRu6TqFToP4BT+GwHvI/xe98mu/eQ64vej1LJzgpa98qax6mf3y952dGtmmdBFWcE4papgNF3WlI816yM6GZxwk4FVnsNluQOkLj8swH31VsnJXZieJrGWLh5xU4IHbbv78539kFtoHyc6uP4o6TtAFYF71oWr6UY2/eyMqPvc/1lgMAqUwx1RTYkc6hZKmcAGDpIbynAvWTRRoYki2dNcnT1EHKz0+LUDGjEQZ7f3ZtHRvte0ppxGLDSc3Aaeg11r87FAFgPMCPTAsxN9ifZFyMz+ck4DUboPnFOJ0uAXcHpz7Oahd7oXtN8xGYymyeryjYeEa3aqJRhRe6i50bG+v30qOb7LAul5SiPVr5LAFACDnjFbqueG36DfsxHvN9MowRgBBTGYaG9crlMysolazW0NIDM0F0DVnxIHAf4HkTA53HaDQAMPQ/t5tA0AS/mwRyWysuMvxl0zqp2EEAUmgE++HM8a+HR0AoO2KjSlC+mfLZ7FvEMrX366kRG41CzI28ynnFy4pwwkImD1z272NuWSMw6AY5E0W+0uf86bFn5xPftiNaNK+OakVt6Ci3OffW75zGMnlJ2kX/cp3QFrXGwLyBqR7ad0QFKDvtknP4u4Sh6zRhSChJnkftMExFNRgPltgysQffRY6xBM+AZp4OjahMMHxAsEMAo6+XrRUdk+poWfZJKvy9o5dWrl3biu2S1wc+1xj3zoCB8DWOYYJ6sKc4LekAy/9ClATF95IASjQmnZTJqcyBPll8cKQ4yGH2d0qwpNXfIfd0Hh1l00Oy55SPO4QmksQ5rcEKCJ1gv5KbngsNkaPw4M6EsxymBYx3nHLZGQKyU8EMuVW5Da8yLFxm3dQSwJs4Gs93QgxxrvM4MfBcQoVUgUp45+1rbFwC4GdPWd5Oq5N7Cc9tPOAWnxFv2fuxFAlcErCUIbCLop0RpedluW61XADxoO3ICvnYwJ0DklLMzjViux0bG0WeTAiesM33idKQXb/pihzern1k36KTnA9aXfeYf1wQAbi/qyIRmEsAHLksPqOVn06sxGccQDBl/OIBwYLuUtHgOMC3gWQA+MvZZ/2S4k1Wh/REvkfHFewDS0Col/1zOWMAc/FuzqYE/lkWm6wku8LrFlmmgHusEfTPG6MsANYAorBVzjW3ezNraMtELKUk3fXE1JhydvD7JaV5ecICG6Jfb0NuTcSb7I/sELyWgD2BWQJV627nKh0pNxiGpO+hL6YOIran9Qv5ONrDthgHQDroC8CAoyYFb0DvOY+gyQHuc1ksH49T/5CwXsmiQUyND2G/zS8DUBkGyTgXgXY2FYAXbocnErz4qLXqvbYPR+zXl7PmvmerVeabp+Yd8bqBUs79ZX4AgsoG4j/tdmnYju0xH6EnLhuwHfQZhQWfZwnMOTEJfohcZLzyR8xh7TzCPe6/6DJizH3OkQgS/uwrL8BPy1ucmzRtgkB6iyC7WgqAYyiLTJ5Nst54hKf3Jfb98Dd+45CqAsJy5H5ShBmhKqd07AW6U/uXcF/FJ5lvGQxMl7AEc1e45bVkQucvafJS8gvdeKxMU1kMc2emrfWPd2Acy9QFtu18JzBm6bkARZxtshil1an8BCz4tLgiawDagJzFyBvpEbgNo82JNHBBj3aCSugKCvWf6+KN4gCzn6O1UhmBmdjYP/dUetsZBzmndbm5vbPQxDsAqSqoyR1ebMn+jf6O/mVv0XrKsXmk9Uy0mYA3Bmg7OI6uQPqY+69AuJmXm42cIbaEVApYDwAdoIlPQQK0Dl2NTAfz6rDXn3VSxGLlJVpZ5JPaqgz/0mbPtAXg0NmzkVC9Y/gSuT/Y6pcFpB6K5K/MYtQVAAh0gVz/8hq2ebEKXh9Y9AdoSoIT+FY2SpTlAP6Xw27MamAu5Qs/g2LuRecwHHvp8dyuQi/LFolnd01lx2sPnojGXtcauJgBU+0BAJfNi/5FDPMMBB7oGHmkVEPcfRT7qXuzFM7LrRIdk66IH4GeyyLn+hYGK6H2XonfgUmzxLy4/LP0q3n76WGPEThFI+YoStyp3/E3ZvuZ7ehB/pqe9T5rpycy+6z6oBzKaE7xC1nr6AOvupuXHtBASgPTvX1Vam96+oru37yIveKFf3ysLG4n++u0b0w9jciAGZxCPWzoLoFfvQTdv3iSA5bcPALafxPc/+l6ROZRAxkaFXhMcY5Da5x70oGgfH4n+vtV3AdcZMzLAckBZ3F+nApLPq1QbmAAYZ9iZxgLSk53MQqaEfGwRaCU2SmSpAxWd7degim+PfvmP9Iq2X03PZCVih0XfZ22wTbCXQ+/s+H/+47Vl7m+/EdSKNMsZ5t3Pbz0eZFvOGumD/E1/OztZPPxa4JZ3RfuFLPtK5vacY19L3qLn4NHXCs5gDW3uI4tEXzcfkrkfP2NsAbLl4WNetwDC4o1PkhtuVSMd7DMXW6IM93dvAvYyxw/v5zzm4KQ7nfM488q+cSYtAYn0vX4uuTL9gqF06E608xgAkz1+xj5oBZBZavHw9TNly9kl+oXru+Nzgj4ZMlm2DniE53WPj8ocxw4iSB96ZC58xovP6RWNnGJfX9LrmDL8yEq+ontKfBsgZC+sFyyHyLiGvp8Y7OU+kcMJukfOpJQxWfLRv9gyyaBPsHZ9BfE/JpCgdML9OX7aTnOgwp1lOTz7wkCxAi2QPQTNGGDG4YJsjL8qMtPLZ9nRszZ7io202tplzXwWka5FvtCj27yqcWFjJVA1ex+6Q9fFV+l76VEJaudp8QkanPVkUu44vBkAHV8F964tnXMFziTWOwGWpj3Lm1YYjC+NVwJlc/ZoZSAHHI5PKUHDcFCA99eqohCwHftD60VwHPbH0L33ZTJuzcsEOjl4gjVNVaK2c/HzR4/Wtxxf4+AM1mdZe/QRdhb6t+vX9/np8xVyhX/jm+hZBLCcvS0AbPtN/3h2zjC7D335XSGl4meH/9Z2gIdk+nTJ/fn+nixq37sTnMKDfwsALnHkMddfZ+fmGXw8f+t8/f55vhsH0Z71d3mPTHQHmHYwsYK73xn5uN1iATSmbRaQxRyHyzHnPdTOi5wLHAMrgiowcH9VFoCyZ/2er7PJ1+fbSp+xjAP8nBG0f79g7uXaLSI5g28d60OZSn+0v16PzSnvNTiAj/XZ3gvZ1wxjnzOXr4HTa6/GoNj2v5/1fmcA9T79FGAOw67vX5vlDpDm8zN9XluzMGM2rWu96OESaC/9/U9mAPee+z6fAVEbJQiGufjPwNdrNJP1WOu2P3cHXR3VbCNqHZ4foqmHxnOdn+/fpXO6CgAPiHdvz6feUcdfx13nZkXu9ULRLkHQMpHX1oBnFIDl9wPg3ADVyhfzOc65OfAtel/0c+aBa3Ky2UiJMN1Rjct1OlchKADs/dyCJ671IbhWweAYmx7Z/riev+ZlAJ3DyQyna9WIVV83ir38xTU+MDnCKgfaHG7QwrmR5XiBYVv+izf33qRnebDkyyg9K2LoMwfWAFyZ0eLN/O6D9CiCZkjXkcp9O3eDd7I0GgF7GDE4zwFhbDBxP8rzxMhxFgD38Pxy8I9RNXqlAKquC2AXA+K8zwcYqPnEeE9G7B7J1rmkxGUZ+P5zsgZ9P9ed5WxBV9RhnEcxwBK1lqha36cZC8fzsPhS9aKGlJ81ALiNIwzRMfRLzp7RdnBhfewgwVAemZYMj2Xw8j6JNocBZCMb52ECBzhksa2xDeL4saGJc8BARQyogh01RAuslCY8fioHeD+TUcJ7GO65dvGhL7XRuvi0a91s1KMMzFhy7aliChpHT8fQjMPumefCWg59OcBA+3Hmb5vMzo7M4SebvI1znLFduwI3GKRkIF0EDxzUmv23vDSNxh5rH3Vo3fvD2s70KaOJg4fDDk4ZG8jiBa/5RhcpkxZwzT2EOCx5MXPS5oDG3AvocT33axYuMg350AyDgg1rxpDSKv925oHuIY/jUHSUUUcWWe/nHw5ElwTVs5hLgVzoAuCq73P/AMApCVYe8xwma3gvJ/1UB39nrelZcTSnHBWb1jUlGjrluefwJOKPD46/cwCxnJk1s4xFQ0EDyC6+NzLQMDHZEZQNhreHvrte5etWCGi5eff/M0Ba+k+Ay5FdPM8js6oAcMrdBljvYTmAI/Q+QS8DIsdJkykEgIn8Pr9KGgWQKtNNP/SMFX0w1e8cOodWswfo0IDyh/KyoxG5kjJhbqekv5u55fUd/YSjkjV3NPM81P1+TfPIZPgNV5v4yP3FUu42TjYOzALgpoenaepsY5/s5wLAliFs8wCB3HMvU3/oP6L2nT1VZl92aQHRlFXHwxIANQ6FBTC7PJaeZ3k3MgqHVq9pFiMsfMwXUNReMXQFc81Y+T2ZfHNqHQJsv2H31ZyMwVXSPKViY6+lhygv97IyMJF+vQYE9B/zPfpO81i7JCPvXTwYJw/rYd2byHXoir35QfOk1+A3PQsHBOuB84S5w+fcuzTGe8265LrKSegN3kU/GbCTs7h2MvIbp/Bh52p9Ump2BbskizfOEpcIJkiBAA1s0jmPej80t6cqCffihQnhAgBmfZyN6KyuBDatDNBFD7dyarvPppyp+yu9ZwEpI8MACZLVG70XUzbCozr4CFgbOkbONEiBowEZDDZFhteqh/lzl1kZexwfZjXPLgGR0ICBRevUWQ+eNzqiPVr7FMrkHgF6uhdlQQOAjKPNQRgCwAAwbLxKbk+1hwaMwQ/tMx35AwC7qh/gqGX8zRhPpmYcgeiAZiQyJkDnGJytChDApGAW83NGs/5zUJ0udW947UF6oK1WETwHWk4J3/B39ZXbC+gPaIBejbxsi1bO6r4GlGafD5tE6xBAJHKSjJNncrLxIsjF48RmmzKQKxCs1RpGZ0+Z6+irZLvHORn6AQRkPPv5DTlsGSPn6ir7LtozP9BjE7kK7y7HmioER647CDd2qQMTWHuDsnO2MLhNGXa+kEwjl1GWs9+VdrQfH92TkL2MUzFALI5S3QfH32a7w+8NCAAcQpxxvbMLydwC9HF6zlC7baRk4xZoZMvQw27Voc8DTE/gGPbqBCulR3MqnPg5+h68BLBIBubxDNviCXCy014X246yg5ZAFgEvmiuOUsAAyoWi87DxfHQ30BJgnM8L+gWczL7ZpsJGmENtA1RYf1dZcBnbANw446G9W7LBkWHeJ+YCgAEATOZvMuEr/3CIu9y0ACSLaH2HwAe0iWlf8jBnRF0nOc29HBDoCjzIg9y3VZX4G1DC2ZBjX8ZWTcBDdZrtD+4z2ee1vWtb3wm04/vM23Lf+k3BNLoxyXd2nOueLo8ppz2OaPdIBCR0kJfoWOmXANpksxFwwPxaxj1nI8kHgHIza5zMDhKzDZ6zBfL05ubGgAljfCLZgNx5xv46GCMBAE+hF7JWp49vAooINlEZZIJOhrbJJOc891Ugh+/3DJmlNaNygI9bgMQR2i5fT5AOAKcqabhtj4M/wn+s+6sXANyUeE/FgwRwYe/pBtgXYyOHB9G9kTO0E3FpeDvBc1hIYHT5PWWY0Yu3NwEJXghYAtwkAAHZ/e2r1uZ9aJm9ef2WwJg4vhssCLiEDnhJmVTrdAJrNI9pg8N9AWQw756TISp+S8WEyFeLWdupmpKrHyCf9ccAGl5DpmswWBnCAjBrA5AV+1z0Baj0aQK6nmt8CRqKvgD0gtdvbslSBmhnnbT/9o0kOMq+ceSh6P2lrkfGwyPOpNSSff6kDF9nBKov61uyFBlrQFxCQZEDX7RWyAW6g6QVU86/AGZp4ZM9MMDvvsnZY9u52LS05tBnb96lrD4ECzj7WX2HvdW+X/wtT5H7PBk5a30zGXD6HmYH9HIrMPFWgR//8ctPuV8wo4A5vn/sz3/+84N5CDnN5+/eUilA4LfGTb/bt+8w1o9jjYDhVEYCaDffIjv1HvMgeDMB+YDTCWR5qvfYPyoRwEuA8NbjetO2LUAhQLv0yNu3ZL/Hbma53IN6qjfxuQPPcmQzrVFoxmCl1uqt+uVyHrh5r6CF27Ruefzky6Nffkmpb/QH+98zX2Wh7RNheNyW8bDvXzgrcZ7Q9145M52BwstJauAfL8aeABj19lWmMGqemEDGyP2Zd80zyi/D986qpH+r5B3Z4pSsToxMwaQJ/nF5a0qHp9qEdYXB9Ng5E89pPBxZlNYE0JYuh1+QBZrA3W10k/XCnK13ENt9rC0/Uy3v9ia2MqDvM/XgRp/zPfvkFayAnQHAi+PH/e71X+xvMszhnwQMGLx0tQxsNAKN4smleAIgc0zdryq5HF5ABiGb4Wm3YNCbOfeuIDFbrXZrDEFrTKwdfMNesU9c717wo4t+/hl6zhrx/eey7R0XxLqJxvhnUTABJtAU43awjuaIPeDz1gCf/CQ41HpzQFxzqw9ksaWxtfk9gWHJArbtThAN+65ruNoBQyMnoYeUlk/2e3wxCezxWU7j5/y0zp2sj/S1eNFBZsiqcfkcZ16GaJ0Q29AtWuDN8a3UVrSfSfTNmKMDcg5BbziDGv/G0PsKAk8VIJ8GfYbI2cLBanMU5ZmDM0d26XP6PxuontZUnQ/ByLHVls+vtrePvZM0AmHk3BQ7xYGNDpzN+T33CIhr+3z0AoMrluQqfQPsHglNPY+ji6yPwuPnloimovEP9nMDzH8lA/jSOB9PkR9z/7VvtB86h8MHLj8I4wysrQzRSwC49xk9PBv5xwBwv+NzIgy0jYlDhBeEw2PW7gAiDDz7O+vAve6V7/H9HXC+siLHM60QtUE5Xl6+zgDw6N3VQ+cKyMod/gjE7RruALq/M4v33wGAd5o49mScotf2/fzMs4PrGn2Uds7j3+fQa850dx7DymzMk0o/O3nuER7HeE7A/3mcLWG3C6VjPfyQvwcAX373Ov/sPJWDbuh3B3XPwCpD2Wn/GgC83+MhAHhf14ckQRxpKKw4aM/POt/7z665mNfBGHE+5RC2ol32e/XS7nH3vEI28qAAYwAlfx8hPEooGaOX1+y0cxZvBY3OADD3dTkVfs5zfKCeRXwIwL0GhO97ayFuF+sloOxsm40mCl4zXmcbeV8yZxu/dvRmLS/2C2ftJqwK4Bg8GGVUmsWpytSeAOItnCsfc5KyMRgQqCDHweMcxgcA5icHLZeYnZu3NIqd43rPh3BAD/PXLOi8z1dy8IheKNBe4ywRzUQ+M/nwxbVXSnt0+DKAxjizk8YRwQHc+rz2qOx4Uvan5bzkeBqCLGBduvV9nGmXMVeWnOe1/92DWd/jO42S3EtLNyrNYPYYGow3ZZMHwB3joc/ufLom12QrICr7s/cbbTk70/gQilwMa2kH/HXS3YBnvRY++MGlsXI4q97tPJ/LUONA4H3HCWXAN4cZ94z038l2JKrXlOF5ZX+RSWTu+TpnAg3NcJBzBkEcnhjBGIMG3K+AtXEUlSYmgxCa98EwfBUAONdExgRMyd+T6TbyxfO3IyoH2/3n0T9kxnLo0I1OmtEeebuyg/mb/Tl6EM6znbHqrKlkRMFM1guDD3qM/DfAvCPoGT+8YGM5hmvKayb4LeMa5yC3nGCAXU7VyXbQiMZaxzp85TUYSjEdNvBj1tbjsu1Uhz9r2ozslW1Qx6nBZAA/nPhTNhZ+JDr8gp4NTCWilefaUVqm1zOZWpyzmfPSJZx21qHB6637m770e8rVUaqpmUPT/2ib485nHHacsY5DbpNnHKQ5IPdQVWZqVhhR4QHF4kBqYBnr5EPUOExcchW+m4Am+MOfj55whjnObvaYg7jlRQJXeFWfRYbFCdtsYD4PuMlxi56EOKinzx7ghHkm5UqdvWeHYiKOj9KzXaeZezOxoSXGEWd56LQO0ZZ89QChQ6hw9NIBPNtpHSeEexFur9Kt+Q4A0Kfk0dF2UKd8XwLZNHbsAgJDVGprl192buJZ1nM+aQ8BtBkLTojIJB2Y5fDJIbzOCTJX0SPp14n+xcnkABWDUakKsB/qdnrpdYeeQ2aNvCrYluCHHHBbXcKHTweMZa34SXbGsf849udQe84uXmBtFtE8g7NgQGKc5gEGtEaUAiO4YECUlr61Qx3aE62skraMI1Uc2ivdDmGtQzN/sXBuKSs48h+eQN+Rgez+z5pHAKspqa+fydzNWPdgDTsy4gM45K0zls1/9BZTVo/uaVllR8Vzz5XMsWZzIu+O0nbiGfYYuQhtpvdXMhlTPjyywPRgGm5PshWoBd/UZvY6a544Uh3hLppJn7JUBjEoYxB95uUZ4mRLubNek7KxABoj15g3toszrqCtAXGhW3mbsGnITDvkox5gZ668Xzg0XyrDmrERrLB6+2YcLWed4LrIB7x8lIBDrgN4YSrhOPosR3tfR4Cd1sh2Efw6BmdtF+SiKyag37DH4Cn93cwA768zzhtglzNR7LNl3LmsrvVk9sa90vRIHFGAe94nZy5kfR0Q5kzuAE3NAuN5vM94Dx3NNWOHxNGToCTLI0BA5PRk9vL93nuX9dBTnrFsStvkoxtjV8Rp1B683NN87kxkZFfPKmSyUu4vjkhneJi/2HeCj5A/kmNVaHZO5CwAbcB/7Bk0nTJ4Wg/Rl4emPfgyfUr5wzJl5HbB29qzlPts5ogBc0oTTqAS6+BSmdj5o2cOABspgb3o/RuPCbIFenIAL6B05sRmuyQwV46tYpoYm4rnIm9igyXIBX5MLzV9T/cDNADggD59PBq7wM5Ro0bhz3X2ToCTM7Nx/rH/3u/wlAHgw67EOZyMG94LwBsgt47JBrmx3q0m4D22Xo9cgw+hcYDm8BOgVTI737wN37Y6R/nLpVw3WzbBcIAkymSUsxuac2AAZXLlOCU7n/0nY5csOgAS+LG2XO0+Mtg9F5eNj35eZ6FkujlQQetDdgyAFmVX2YHPBnxT7hwQypnsWmLHHrW1jdjdrXh6Vtb3ADlsr6zjnuVFgOvo6xeuVIFenewZ2+rJaHLgjrODY/D2vFP7fN9faIGxuz0NezqKxLpG98Mesn9jsqkLxkHrht31HcDMZM2OvYxMQP6yH87oBOh5563iKljoX//6zX+/fvvWz0YvAXI5wIxnCcxwcJRtPo0qJGK+SOAJmeXKFOU9rfObN28cePRVMtcVChCjA2K50oLuyToDRqDb6Nvpih4EvUl30Qs5wcTSR9O71KOdEujoeHqXuiyvg5gIvKKs73Pz1LLpo4rNn5Kv7h9NwOS0R8DhnfLSKe8aOy8lXfksVWAoL5sgS9QBIBHrgN3xFVAd/Ue5WIGPzIOfjOnHn9jL8DTftU2PHgWcm4oXt7d3GtOd1utHz51ysQDA716/UWavSuJbj/r0cARM9mwXXiNDWvfUwA1cDI+5JYbAFMrpcg2BAU6g18KkncCAufpeqwf4DDrnMZcIF6D4uwMU01qAPUvFlMhDU/h39c3VOJ/oOoLTsF9+EDjvtgRabwAhQO7fCdq2zMIeJsiNABDkk1npeBHAkd7P05rHGdLR/zkr5Yz8TTQBfQSwTna990vnfmeA89/IZvpRv9V1zwFh9SRAK4Bm236P6fEtGQbBaB0ByPviLetS5JBDQH549Ou/PmieynIdIAqQyAFX4g9o4McfAwCXAO8kO34wQJv5P0ceaV0TTBf/Gfv2XPT2RuCpVRR0MvqxeonxIdtcGcrHiYJz2UfuV2AZnc8rfYTh7+ixr6IHMqxtjwACC5ynqI17/Trw/OOjfygzGHuJ703Bm6V7+AC1xflTd7yFPrAp8asxHc5g0hFp0ZTrXEpZgOYyiCM3Cisc51pGqMsonY1c/Kybmg/JGOVsqs+hFWN3AtzwoyHf4r/EpkgVk1b7gt8BzxgD9GXfT1jRz4cPmaMrSfCP96EjQHLJlZdT1QacEuAx6j42LPLrmQIf7wTkk23camZSTaZvg53QDhnSLuWe/UpQZqpd5HwlwJyKJLbpU64bXgEUJhDUtj4AsABZ+8yUdf7jTwoyd2AP54+PDvCDB2wTTLAZT+tRnuUh5sxBJpz1FDDgigkaInYa9rXPYQ6kwfaEniUTHnFmEEiu4Dv7ncZX03s3A5r1oiJCXl81PkVU6N7I0vQIzyeUa0/gdf72HvicGT99zMDoTnRPWpiw9TmDIC9i4+QGBKSkncHyhfq+mm9kWEps14+AzCDQknvaJmrW8dh/XFf/WmUMlXE+qcR+WqSEZsdM9ZoiG3YAmGezVPbDsBr4qceHY9mHntlYwXsE38zauqLoYWTETvBZk4oXvtAWsufv4KFpa9E9sT5m7XSfupLqM67/KTJ0+V+RL+gxH4Fg75Gv2Ki7D2CvrHvGBnzm6ELP2FoeegjDP1IVbc4JfwQAH855jeYaYJQJ79ZYmPPiYae/Lz6cQf7xfTatxOArkOe550zK3n+Na43Pi8phwVEPee0HxALAZCIdzzkuvRxHnf/rfDkUfJrgDjyWpuY4c3HlQwDw/tS/knm75rUyVO6vCfPOuvwZEPsQSNzv7fs+/o+NAAAgAElEQVRdQl3g/aKPa5m/h0N7A47P2cQ7iLMv2JnuznTVvzu+cyZjyfIcDOD7Wjtd7vf5ftfWdB9DD5+I0zK013voqXR7Hvf98S5a3flx3f/SYRxe2p+znhBhvxwEfFLQL2NbJQf6rRXcUFAE/pl7jKS+PBhDU3EwdI96jz1q5do99medxQZzajnHRePZozMtXALGa/5VLOZDC+mUSso9YqT4ZcMGIOg+p/aaGHuL58+g9jUAGPli8GQTmY6JvALWZj+uyxQ+K3jo6waItANxBngBLnJw8X6sqHhP89i/VVK2qxVjKWv7UGCBHUPzPJdIncMI8hMHeb9vup2/nYHlvRyA2op3riWq32FkTDAOlb5cMIfv6dpDNg8AfNADBgzyfe6303rLYYPR9fP228v34+BZ98pvUcgLmMu+ZLyVTTZot3Xv33G0RtZ2rc9jXZUSTsDUsWSZz86b+3j295u9mlLDcfBmDgFBKhecSQmAByAq+tvLRR9jnjl3vDvgkNVamWA7/x/jOXTsRsMeg5yQFrFLrjnqHjk5xuACgMMD3BMAGAM5oIDmIyt//OQ++OEMtCNg6rz94N4orH1+AgDHFa31kCHL87yPLv+SfUpGWnqS8Fkd0ceeHWB/ZFFBpn5euigQUcfbTpNLvq8sOh9sR6bCHzgh3feFrMf4Nw9HYems9zycxV7bON6dSTIAu0tjzhr0/QNUH6DamX6HLMt6LbriQLMy/46IfaKNvUZLfnrNOBBQspgDDxGpdjZnrjiccYx4DtCk7suBO07XRFp2rO71MmvSsr3QRQ/k8Fh4J5nb8ekNiGInZ4IvCgB7q6GlwyU1vD42YTOHSjPhmTjvXFrYzt4VDJO1NqcfvG3gr3JAc03mVDKALStmPnX2VvcaXDJomHXag0pY72ZO73S08yXvJ3PaJ1qP2bWPeOalee51skyfzAuD9SNnzX92wg7gbSd7SpxeAMCWf0MT+iQlhQK4e/0IitTzC6rnvQ6EKOQ4+nJxetAyVvaqawKfp0x2S2GuXr/O2J8FsNOY/4Y303MrTsxUcMj+4EAFLOm+RYTP4Wp4hneql3j2HtzC9Z8Zj0UGsNw4DwzOydGLI1rrRcm0ZHhR1nX6FUoWfXZfNYKIpi+d6TdZWrYztBwtId6KBOWFRWvhy/JmANgJ0GBclqmXditlD91DDXocfQTfjcibQ3ruAa06an4ydJqJ1nKYBrPHRiw9FwBm7Tq3RMAn8yX9MOk3mMwT1tRZLvT8dZT2kjc4JjqfgGexITPeOFqYH/K17RsKIAGY4/j0rp7s2OjprBX3cw9L0UVKX6eXJvddehWAK3tDIgN6AVkH/QB8ZMhkYmavKwdsr5HpYmf96BrRCt9F/5B1h5OdzAscRzhXcGoZfLGDM/xfwNnOIhwAzoJIjy1IEKcOzwd4SqnnzI1+j/Qmaz+0yucjCn1AjJS/W/YOYwUssLxC7s04mEKCyZCxZD0nS4KZGRAlywHZYIdKAkq4D6XNYm8lqMfyw1k24XnLCkp0zCs2ZjKRCBSwdjY/52HpAUqAIMBDeJ3xO1ObqHjkqoHxZIr5edgI6ByqIRgAC/BZuRWn5fCuM0SjaNkH2yPuVRawoAB+g5fYn9J/Mh+TLdzM6jsBB+7Pu/FK+gnmXjuNHjIvEaem05Y5dUUA0VfA9mRIMbdkFZGRhAOy4FCyGb2WwzcGOe1QC1gIHRDcAR3GziGQJXoswHi8YgnuwcEbIMIZfvyiJXpC2Wv3iBP4N6Us2WpKFoI6NWOlgWnoe9bKlTl47jhww2teCfOQZfE4tln0WGjMdXqYa3nIcuQrR69u5LoDTMQXZO1MhrFluBVfsvCiU0fGzdow9o9k+AOImbdSlhkHcG0qt5nQmqS04diTQ7Pus91AZ3+GANazTHcr6KP7Ad2lnHXskPICYB3r0xLbvN+MX68bAWDa9x6KwpOAGeEDytzizAb84RrrE92/fdybhcuwHXAMTcMFGmMczmQ/EQARe63zfyoHOPIma5jAkdDvlEoXIIAt/80oSGQ8TtHKUOsi9swVdQwROzP24xf6/gYkZI8+C2Sityx9QB24qfe+O5gGGyLrSYavg17QP/VbeTysAc/VfPUs9oSzDHNgHNjPsYfZewCslN9E79YOtW6iogigELppzrQGeFyiPcBTyjJP8AwBA1NRIdnG7GvAad9L/Uvdj1PiCLvpmbK3nimj9jFnGN2TTMUG4AISkUHo0r+qMEEpaF4//+MfnhcgDnZlemtrjVzhggz2KVns9Uime1oAAMgSsBN5jB3G/TENHQBnuZ+gXIJdPmvcOPZtJ4i3oQH3m3W2r3gWcNj6DNuJrNHQ/VPJXveCp4cvlQ+0rsgnQCbvm89X2F/Qe7LtoKPI0AS8AY6/VgZiq+VYpup7yBYyi4E4HYylcboUsmTo23fKbGPsZJhPr056X5LB/IZsSsrSqj8tGXtpm0OguOwQlZg1Xwqg+u3f/zYo/pKStw6KeqzeszejNyJjI5M0J0D8CZwKD2V81oW2hwaArayfszVk4UxmA6C6TqBfgB3OpA3MTBCrSwr7NgS+Yx9r0Uje1D0NGiGnbW+kbKnBFXrp2sxP5ZrvAsC9j89eOXsPf8ubt+pZT8lngx4AVrBeSvC7v7BKI98qq5E5PX36LVm8kWSmF8Bpl2qujCJQamwIB6pMBRPb39Y7ke+Q5Pc50wKSJaA6tuC7H9XTGRrRQ+CP9wrqQ8dSzIWAE4BnRvBafWRhccf66L8PKnfO74Bs8BvAsVsfaFJkP7OGCRoMmPXLL+ojTjCXbeLwCGOMziJwYgKWMR00wMhygh6Uzay+4y6KhFl+mNO5z93tx+gy0SXHLPaH7OksS0BG6On2Rtnlou2eGZ+IBrE/WCMq87uktcBqADTMVuQ0Wf+ftHevBJBzfLP0RafYts++8KY5iHmhHzxAbAbxIXp65nppVz9+9EYyPr25owd8bspxr665fBN7S/ZLqhXwwDSsRT8SgBieznnQCQ/micydfYmdFb1rcN1aPPd1iefRf4GS14vEdLdy0IVPoY+xE547KxXZxX2TBfpJOiQ+I/TWMwPuth+s29LDljV1X23TGWWB4UPoEjWCnMFnlIokjNGVPXQ/LkKWUPb5teSJzw26551Kk3+bDOhHyqg3dqnnuNKM3mcNfD7S7qQyF/7VnnmTVOBgB8skPUk6AZD5s+iOSkM/vqNUOlWG5jzI+Zrzyu/II2XwCzCGZj3cIWnbpnrDdgwy5htRBqwTPYPpbY0cDADMTmPeYfu1qop3Tc9IwFnsMe7p1gUOGMyehLezVwZTTXppiwX9jekcucH+0QoCPtj453Ble8wLPP19qo+153i/7+dVGLH/Wjuf3RoYEnNE/MJzyPrm7Jr34gqJnY0cStAtY09J/urGYyF9ZfaKubW6mStKjL3lK/R8bEH2CHqvXzXZvHl2bpL7sJZZqznzWPdOMLl9D6nMA326gtuMf45Jlkm2TzmT9SwyAfwZa841Pe+ecRauSVWH8uia398CgLep3ft1OXZm7hcrwWbvK3P/TsnOKqNkUpevMbxnMe8BLUOY5++te+73XqDNAhqXgxqAwUxsIs04FsB7KbAKuiA2shnXwZq/CgDzHDvGmSfPn9vtT70Erk/A4uZQN7GO8KlD/7zOfxcAfggo3tfdjqp5biMVug8PAcDn9/8MAD7T2x/RZpnE4xoaO5MX0R7eZ38+GU3e9HFMndb1YTrLmp+B8T3zMuPpiLPBD/HPAqwXP5Thr/HHDtJt7HRxKc9+CADuvM7juQYAn9e8h779/d7nDB72OdcA4H7/ISD4EvQMyPynz7TBEb7q5fa1jOO7/H0GgJvd1MNSn9O1tfId4/E8bjveZttCe+NI0oV21BusydiT6XhZOnwZb5dyZcmS6e05xFRZxP327NKd/sP/C2xeNJ/Rly4DJPjTgzbrINrXv46K8tYBAGMA4hDcxLid1qOQPb4BlPxgnHPjeLQBBxvGpr0A2H2gtA6QkTjWsEvAjOLuHpS+Lst7YqxGUhcA3mk2tHoJAHstHS2+lOe+TvvzypeOOBvB7SjlcczaKWQj6jIL8BrtHvcdut0jujrmnUd3YLcGRwHgff85fBcg5mDpPYFO7bxZBkycuIlW3g8RzW5q2TrvFYf70VNnuZjeR5E3x3jt4NMhgd4s9ucs/p0tD0nAq2M4FQBO6aUYgV4H/wzdxvGbjNY4niCeZUsczivvpYx2shAP/oyjJMZdHazJ4DEX2IDM7zvvY5ilFOOMZ1Mszjhh/BpLyjeuoIRdzsawTsaTS8kxr8mK4Hc7dLzGl9nI3Vfft9lCBYBN4zGwfX8My1nnZq1zoOae7tU4B3UAr6zDCkTIeOIELe23BI33FmeZAbYwbfnAPe5M60TEx3l9yFO2xx6iRV8tfbzzF4E53RfGAd0B4B8AsN4rwOhejJWnvA8NO4J5AcBZEFMXo/GfeSP9wNjPlCVMQADHVssXZ2FMpoHLJGnsHOSbqTKBYtAGwE5fDQ5A7hhwwSltDwx0RjnV0BSHkpbpjBN+OZuzbhBthryXAOKznX98LzkQPUMOWAPIdL082zm4G6xxOSPmWQuWleH4msNN79+MnD1gI3McWab547hhOpTVq4OPz88RqnXE4/gLOAXvAIjhXIxT2gCw1qoZsLXDPH7TY3h18VH2svz6hPBvXeN+fhtPcl87zuE3Dq4Tmota6P1SGhQnScqvuvTvgCpktH7WmuG8I6iBDMQ8N5UDkKNkNrlksL7rDC2AKjLuJwOYMUOrOJmQm3b044weoBoAGJrFUbsCEFCXqzpE5Yl3AJq3HUIARTJmz+sFveL4Dm8mkybBP+HJ7iNrEFoNUMQrjs6UUW4wTLOMI9PgmQk+GHokmys0nX/wigNiLM9zX5cOxQwAPBuhymcBvMqbyBzWG1pMVjIOR34vAMzaMm+3SOD7OFIteAu6Bgw5ev2inw3sJwOYbC7LfQBAZ0fiLAoPG7jSo5/YeZ9xJaCjfUmHd+lfOWvpTMHJHF3lhhcAnFLr0CayFv6RQ2PaUKT/ZPaIHpvIAUrDkdGCgxs8kQx/l4tj/7TVLqHmtbGys8OZ6wCAWfusN3sQkK1r48wrnNo4mLbzWrYia1T5xRi93m3NwJ7PFhkIcNBG3qvtgNPJ5V0VSJmI+ft2T2msVVPQTZRpTuBo6DIvARpycLW0ITZgZbTXCVBT60GpUwOnI5ePnr+6TbO7oaFWv0imRbITET4uL2dgOllCANa1rVLSNv0z4VHWHR4F+GjWXbNKAzrnHmsNk8VJZQTLL8DIoaf2ynWp7+FlZ205AxeQDIdkdFbKGpLhBpgR8AXQqACdAwVGvrFy7SXMXsSO4j5kCuI4FRhFhYop8b/ag4zd7yohBdGji9EN7hHqbIiAWHIxWZ49o1S+MTLkdxzx1s9j9yOD2reygVreXc4+muNe4j/tThJkYHkFnWIPyaFO+WfmzxpBdMj12LG0fkimX4DxgNZ2ZNrZH2qqvHHFigGK7Zh30C9SPH0KnZW8AcDJFFyvL/p+snkBXgjqSdWLw9bUvV0BxPSMXyB2otcElzLve1ejaxuwYNnjihCsS8Zk4BJdObag7V1o1oB1gkvshAWAQEfpwgYTWV6LnawbrGOXPZjMIPqDpkck4Euyflh7AgWohpKAlgJiyBP4EZ0GDQIoNWNpB4ABoLPgkVV2JOteti/Qn5qbnc6cAzR2zCrvEcNVD0hk1TsBUtABdGp5Bn/MGXBurnuJR8hiNXhDAAzAduQ++qzBnKwP6xj9uQd+J1ubPYQ/azOQdQRQk7NFaDrrgq3y+6Off3wdPTmVGADybYJCiwKA71SS9E7gGil5AET0YKWvK+VNPyqbKUEVqSoAP2JPJDM/ev3xE/XflIwBiLDutpNbMhUQQvMCRGb9f+esA8iJHtN+pSf17Zw1k2X6VlnAzMfymSpKGoNtXmdqpo8tawNfG4x1+W6wED2XstPO4EsmFwFQtvtlJzhARvo5vabJoG+AEP4PDH14MfejdDbZerxcUYKsUdEdADPjohyz6XtsQgOB2nCeAR8xX/pHv9I/7AdsAQJbbBvRb1n7i8M+slVAokxhm0MORuQc0ECtBmd8nLLvzCcVD/iPfeZ6XvACmczxm0TpWQ460GAyXAWM25fkmGsqFKkvrv5+TU9I5uYAUgCR8IsLAYw+RhbbhCOQYgLTAULZh48CRj/cRL/QW5j9dXlxZAP2Fec15KR5muelbzM9tMku5Tz09idAI05NAKvTekH0+1blkuFrtu2jgDX65r5+TSBTbFcEBrIFc4b1eP/hRp/rOwR6TjZ22g4EwGCd2xc9ugWQLnorVZHoE50S4e8E4FPO9gt9ebW+N8q65vXzO2UX2+YB8RAIynj0PlvBvvzzn//0db+oNDQ8dycegqbIgKYySUH06I6Utf/48faQ9zlDiv/miAYvMh4CiNjaBK82qEy/xrz3NeFJzjcCzG/ubBNTih25xjrAoy9VEhluynlcJZ3pseugHwI3sN2Q8ewfgRfQ2/Sw1s0BVkkWpkcufIfoRIahcgy0+uyS/X5KX2LdGZmI3KeSAuN7Kl64BeREb4sf3iirm/fvBJx5XtiOIgLokLWA520r2hadACQNnWcTXMGeu2Tx7/QFfvLoreQXScBpJaQbx+QMvxBgMT6A2MKUkk8VpOfieXiAEsxphRRshUCW6AvkDPYqtjf6QXas1pL9t54AcKTMr233BCx9/qyMW2S9guAAz6AjA77YS3ZdYW8hOwghiRxLVnYyXIlVA3zlbI//nzl9F4AKAAzerDt6DV9rDU0b+nernuLfKd9rAJy55OzHfjpIeoLXat9xjkr1B9YpGd/ItNjFs98aA8dvArEArmmNgezwOXoySOUs03e+SYZrLLod92BMyGL4Hj3H913eWmBxaBYAOH2Ay5sFNevnqm8T/Ro7EbmSQEwWjQzlOSJ7/L4/a9eEBO0vc7U+8jznbDe69EguGrsL+cheOzDAtk0ICF8xL+bFWLBPXtDPd/iu/kXFsVgPvJxqKKE90cwE4DqoZEw0bv2FfveMj7YPA0hzTih+7D3Hzvcklz++ct4ZuQRh+PywZAF/o1MLYtvHZp21MCbml+DmzNl74DNaZH2CEmP38EL0dL6VObF9c/at3WhcZM4qxZpWAtGOcfUMzTOyAfPVg2f/EgCc4UXp7U7nvt/P9r//zu/ne3bx93tcy9w8wFkv+lLM+/ea+bB//6IxMkuLUBnFfs50fQjwPM/voQzZv7MOf+XaM/h7/s61z20g+MBhnr5Qhg8987+6Dr1fCfO8l7ujJwRpb8PhgDiv936f5SzMd3a6e4gu13XznPXV3uHiPvuYfP+LSNP7q7UDXJ3HPoc4i5Zg2e8wJJf5n8a1f5bvXAJTxwHzuLCOktBz16r33u+3R4vw+R4xkmwb9qMC43Jg5+iSP5IJ91fr8lnX9m+/3w4AewU4fLEn9xfHCvMsI7qmPoP4wDgjOpwAC7xlHyO8E/jR7479514l+6tgbuYQw9FjwzhztM0CWTunlmG0w2EGswOynuM2t5Yg5a1zdnCvPdZrAIg6VaqQOmbK//S9wznFIXWjzTihF0+e96c8Vvrq58sJH+UDMGtnzAYAH057rY9XCqV8cvzCK51zMyT2Pexceq+UckVBx4F8TY/YyBgFynU2lux0z37GgZ3fHRlvZ1do/lCOpod7gsPXtN8me9QyROnRl4NmosJyoMwzGG/udSIpj+1MqzWu9zU+78vhZPY9ObjmkB8AOL0zWh6WOT6Vg9j+oI3WHGF6RCpmpZuB1jKDGXMcamutYqRxYM/nl3zS0jEYStd6Uhb0X2OZ+9mwW/ca9X6sYfY748x6cHCIdeqsm1nrlKPtNY0MjuMt2WgxrMIbMXpDl8mwYMwGyLxvKT3TV2VK+8FmHOsCZ4xV927v15HTue8gTwFFyMUOFeJbcfgMbazAnQixleVb/bYCDHZZwLU4RuJQXevKYYoDWTOGXbZs5IJLPU+J4Drr6lhPhgmRx3IqUDKVDL85KVzIt+HNjDXAU4nczoUJ3CCCu6VwWm7SGQdDA81audhL7NGhxYK8uxwI2Jq5OoNn3z8vF7Rhj6mdC34ua4MuIKtmy7iyzNQJEGcpv6dH9S47JuMKIAbHEE4MMhwH7EVOLVsmQUur3GNKflX3erzzuWllaMcOXsDnkS8tG9le06H5gDA4bnsYi4wbuhw9YYcEmRsaHxmQdVAHcIn85hDuHjrIsBMdM/72/7OzQ4dODrt2vunPghcHr0jBuoeoehm3v3fleA+JlTfhtZQNZE1MawPs934Fbl1SeF7lozpyebuO3wv5OfudfY4saHbHDnrxfRydkf0pzeeD97HvsatTdjKAvvcLIIpgBP0bX7DeDyibkuQBf7z/uj59GgP6IYPaF9hAFgEdW3BTLKDYGdX9DuBgrqyV+XdouHINkMHZHzlpRlct0Hkvca+VsLcNx317OgFwOYN95ld6aqZu+CxOCF52bBgAjgPDmTyiN5yCLGUDU/p+5M/S387CF00x12SRj+eNsrdzPzvVnJUk3TZl6sii4v4+1OMc0efJDGbtA4gY/NBF7FlL9JNRw/dqjyRjsjIyz4cHGjEOP/Jxs2c9V8pxqqRZv8YzwqvRGQG3kJWh12T34ZiKHEfP4Hxnzymxyfda8cC9/6yfcbJFjhOB/wXgxuutsckhwribmewABRzE00Oqva27d8wpve7Tm3i3b8jyYGw4NdnDVI0JAOyxM0l0xJwRXI2DgBn3OgbcTP+0r59Z1PQ4O84rAAv2IsU2eu6MpMjLrEtALWwk7t+WFaTCQIfNvjUdI3YMgIdH2YMAtvM8Z9qMfvfGByTjPnZa+ZnQZbK5e28+Y/zQjPngsOcBFHEo4SAXkCs7Cn1ghxSOfgIkdJ/0S13nzdgAk0nOuhvIK7DraR86dxLO/DfPwvZwRvsG3ru0Pk5LOwejbyILoo9S6nnsAN0bOjkCIAwWEvAAIJVMedsJ7qHGK0EUqYQBdcWp91jPg09jP+DsTvAEgFVAi/AHDtOW7C7t+Tw89i/O99AD/AM9R1980U06D+bH+rU8d/nSWUUaDxlVPIPylN9Za2QH5wrdIwAeewZojsM3WUIJ5EHeIgNiv17awMlq+iYeZp5k8zjYcfgVSCeBKfl+K4MxxvSuF9ig7NvSov0tgNoEYXBOmcC8BIBO6WmyH6nuorGQyReazBmE3ysnbaOSuaO1zTkzpUehM5eQxgE+JYITyBTd8ES69qj45I67qzS05QnrpnG5eoD24rXKPZPt65LQ+serfrUGSCUumOwmytkqIMMBC8moZR/Tuzc/ncnr81Q+g6cowZly/hqL9Ix7d/tfnKFP7XCN/Pl0R+bTI2V7CpzzXqwgKcaGzRi9gQ3HOit7znuv9Rr9Ed2UsqjpF59Azu/sGU57wMvR79Wz4XeESwIyU0UmDvfY7nH+Uj6bYBvT5ch4MjAfq5ekg3J+p+SyQDCBVJ85D6qn58tX6YUMneILBuBDNjQYLf3lfzc4B+kRnMTzmzXfMZqmBTAD/KcSQNpM4OQGvHHGmsb1TO9REvT2BhBZPUoJwNDQANIdmGzbQzJG6DT9OW1fMBmvJ3QewPFWINtrAbUE+VGNAJqs3gD4evLCsKmzzwwaa58pA0zQErIimZnpi8q4zf9U/xAvvVHmt8es8Xz+JGBN8tj6V0gTQUTurS3Z/erlq0e//Xbn7755S+/iH/T3e9+PDMCUlU/GeEB5gESAtui3gAPINOQbcpMqFXfOHH2pssMO5pgyqdapyhZmrgB1BOgQ1MYsU4Fkyvdbv0dPwkOAZgBVvz++9ZzfvHvrfcGOBfyRFI3OVzaf5a6DUqBZxqSRmVAVjEFmtdb1X//81XLeMknr+9NPPxqI6gsZ5kAbeNs0EaDIUptgHP+MLiernHVClnz6fPfoNevM2UAyjaxGxgMwi+qC/A3G6x6uDGC9Ru/bycoc8+i7aNPz85mBTMNUBnj3ToERugegsktA63d0JEEP0KUz/XUP6DJBaegt8RQlpMkQ15zh09f09MyRxK+bmw/+g5LmPbvZvvP5TkEVopcEvXHWFc2LXhtomUAuQPiAfncKJngDoBaSsG1l+xSbkb6+onsqLyTgKvKLZ9HTPfoWG4rgM8ZLS4IvmvdLPa/+HgH4BHlo3exfEPD7Ws9z5qkZgL7g8DiTS1/i8EsAwICAyQR3CIGB5timyBC+0wA02maRvQ+w+P7fqcbwBEBZ8gD+Q+66+oF+J3CKalvcn5LHrvYzQFzPpNCA6Uq6gbLl3zRWgMR372JDY6PeILvIMtcblOou6J+KOJE/2dckpDyhJLnWldYFKZ0t4B6+odqLCVWy5YvGKjmBHffytQBgFbTgM2TRHVnihz8+MpO5hQ6widGnDBz/G9RChYn09mXMPjtI/lB9gX1+pvVyyeeYOH59cen7r1lLzMOIIVtz3BMeJtiND6CJVwJYA/ryL7dha6EH6Cl+kdhR6VdOUF90iwP1RCtpY9MqK9hWsbO5Dy2DUkZYvEeAgeiZZ9/Sy5j9A+An23d0qO127TUvnk+pZ2ReMnvTDixVxhJchZ7i+R6zbTQmQXuX/A4Iixzk9VXguINvHew9gO34OOqfSxXBVEewzBV/uOe03sadxXNY+9gVCfBOBmxss5x1mm28QGDEuXvvOvN45kew7hjMaV2UoJkC1l4LZ2YT2IccSesc9FRAef3mQLnYvkfbkRljAqqyh6WP3Q0BHw1cEjtkaLP+8fgBEkAzj/D8HCxg/0kCLRzwZNsiNJj1gf/WWRn62c/8PCu++3znWBPbM7Gt91eTBuqDupegea0E9J7JeHG3K3/sjs8/u/b8eTfgDPZ5U2aGBXdsl22LtUDBTPg8jjMA3IUpkbVnTbIBVyR0x/j/GsKiUHoAACAASURBVADu8x4ClPfPSxAHuIuSMVGEKnqPEkmJq4evrsG1/XoIAD6v70PAyLXIhDw/Y7twyG0DOL9/DUjeme2cYfwQ7aXx+mLEXmfmm8PptfX4rwLAh8NDix0anqzGi7mug/95bBUG6/LrADCfx0GcQ+O+vgE1IiT2++0A8P55Dv5/DADvPLme/dCq//33d/rax+9noeRmImc6ulaqm3nHsbMEpOVIfG5+HUCjhX4+cH+R/j4CdgeAd1nUfev6xmGWQ3CUagxeXjiT9vf3tdyB316fkoSVd4lUcjT4GLL5bPacEqFldMZcZWL61t8ue5c5WkHoewUFeZ8xtwSwx21Fu/7VQds9KQ11HXfHIsCBHRA4wC/1kP92CVcbfpQ0XGVADWh4Ulk3j3eAkz43c+CQm+yWy0CH6VPTQc1Py3VKAxNePutZoPR06axR3k10dp1rG9F4DLkGcBRnm401O5pjhPQ5e4/djv1Mu1m7OpwHjBzn6lne1rm2wGkcSku2pdxOXi1N5/IiLsEXui4AvM99n13B6tBHnJ2ZzwKS+L3OVesf01QAjL5SbnMyMzB4ZITVgbR6QkaulU9cVGgWdweA9wzvyP+Vmd6x4dzl5XHZ8YTbruvaUeU0yfhTqrHRuYs3qw+cPaAxFwhMtHcAoII+LWu6Z+Fx70aH78BS16+81O+sfQgIvYy/ZLplnTmJJKgkTiiKPC09n3WrrMjnpbde3+wal7y3gZkoaZdOttMxgKnnqwsMLE1mkDM4DqAnNBZnZhzzHKjb386gWJ8/Ds3uke8N7dggT+lGridopJm3HjeAlZ5fAL1gwy6TnMEumVG5lx6t4Z8ClssGikPcQJWdS1l11rBrlcCJWTcA4AkowFGePnzjxJQjIMBUjXUOt5FjjM/A7zidI+eydh7b0GfH6mcj7+CvsUMOSnX0/WQOjQ5hXXcgj+8DqHBn6JJxmu5HbkV+ZL+yLhkj3yugUzmRg2wy+n2t/mR/Fj+PfcB5brJRmes3Mjw5FDs7JNnS0FcyFSITcQ40Ew1nph0xrIvWu1lClPTsGthJvJXQ/X7YjRlNS9evXpMDwOs6A82U5kOujDxcAHfW2ZnF0E8Dc6SYcn32y33O4DcOiePMSGZLHCDORIRmoXUf9ke3jH4GtPGZ4tj/8LJf5ql11mgW1A4AM13L+MrCCWRI4MUcgC0rArbyKgBs/Wj+utTj3cfySBztyUQ7aM61vwOceZ2Rk46ijmz3vqFHcCEMD2d9puqNxp1SqdlfHOUGCEUvON+ZTuQPvUklN3jfmWVZy9ozER/wRspRQ4v8dFS3HfI5OMNPDcAhE4Bxu4evxsZ+ZQzRfb7jyCX4iMxRaJGM/VY+YIDuma7xO0BFNoOzQg87PrKJ293c3OqO6eEVfRM/GiCNg2N4D5mkq8gMa6/q0F1sMWdv6Q+cZu6NimNM6+OS0MyNqgNy8uM8AgByi2mc3GTMy1PW/qM/AChYX+NoTOk99guyydyShY7sbfUO04y+U2eNH6j5AxQk02hlu6b/Za7f5Rlr5PlYb3yRwymOXzItfv+uz/Q9smKGnKwX4kBV2U8BCvhWmN9y7IUGKqOie0Wf3tdmiEa/m3L1MY55Bmcbpwd+f6vBagHDUvoZx3aAZMC3OKgCNDPfZYMu+o7sGD1Fdj/07IAGZTSNs/MlawbNI/8HOK9eSl/UtGQwSD1BgQ4osww82C/0D0RAkA+BDfooLSlyTcCgVCTAUU35SES8bSbNL9UNUs0FenMmn+k/gQKRw8hkyTg7T8MTtMroGSR2ALSQoAhAVAL8AoBiq31NGWqqBCBL5dBMD0X0+mTiWy5mX21/sx+eaCpFwNBeRxyG2M66ZzKTYts5gEpyPFkyAEYN4kiFFxxpN3e3Lp1p0FH3Rn8YAHYP7Nis9HfkfbKCceq6JPQAuJbtG4jIvD9+vBnAf5Uqt53jjBecw8lUdjb7rhuc2a0AFPSI+TZ0gkN+D0IrAOyMSO1VypdPtjjXI0PmnMf5z8CZeRieGKcyzj/TB/SNgzml9Q/a8vkLHRb7zeuDs3kq2LjEJtejm6nMYAANGjU1OJMIfgGoqKFkkAZgxMGDOI5TOtr7hRwjo0WOdr4Rnai5CSCNHk5p02QHxg7AUf9KIB7SsQEHlrljwwJaflLmLL1M374j2w29Fx4wj3J2nFL6yDYy5b6oJCjlfC2HNU6ft3H6artwBDMfZxTqGZ8ETO395Z2p5QoQy95JMFiAEwLXnPuu95DvAdJUAcAZS1QOYH21blpygBKD8N90DVU/hBlQ4vM7WaISWK9ev4ptq/nUxuTZgBXoop6tbBfbXk6wDBl4acMCCEW/SGXBGlQNaOyxawEpgeyyleyetuvu9osAXOkXBxvA96x6dDm9kG1jQ7W2iQOWJoA9682zsOXIpnwpEBVQip7wBL9w3UuBAY+fo6vTb/fTRz2bxHwHHQj0Ft/B8+zDJ4ET0ADzZh2e/CB5prE6EATfAKX6eSj2J7oR0Eu0gz57rb399dcE7bKO0JADPyltb/9FLN3SMbQPAIcMYO0o5YqJC72ZJqSTAYXTRqJZ9FovZdwafHybCge3Kvv6TBuL7GRB0R+RMwScxdauDWS/gvU6AfDJdncQhP778F4lzA1OslTpa+yzuzP25sxCX0x997noSxQ9dXkAYRJkYZt4fDq1lXw/+A416aWjEoL2Az+RRS59flM+27pMnzJ3+jozfgMro0MaRMkYmjlLwI3LK+foHP5DTyEX5yDlfuz+ncz2BAswN6rhWA/qy/ANNIiE5MzwWXujpfQL2cEeO3DNYFnOvLzHMdTB+6YPbMf6HsLLvKpCWQtoLH06Ay4yDsBntztw0N0KVEUGQss8j/Ul25PgFDKTb0QHgLexUZWp+/nWgQK8nJmqF+WnATYJNPhG/2kBZoBy8aFQXlugobKADdEL4P75F5WVniAE9p1YOMC2VBejRHkAwdoxiGiXVseTMT459ggAGN4DAHYfbe0R5ajZy9sPsaUfKSOXUrnQvn2JWjd0AEEKPptJ1rxWT2j4CG3G65zg84MDQQDSUpkFUwsVSmDGjYJTjmQ6fR2dix/is4IL4juJHdoj5FNlgJsGCDywvRUAOFm2rzVGZWt/IFgG2iJgAPmdagix8xO0Ct1h30Rej+0TkeEXa8a6QqNPRTTsZwwQDlXib0olS0C9VI9nA4/+LN+FjJlbgt9n7NiWWnuCcdB37Btj5jzzUvdmDJWV3IfAHqoqJMg3dju0QGYtmdgOmIO+NTeCR14oKChn4pyNch5Klix6DD+nz3mS2xYXutuNeIegqALAjncZjAMAmLUikMD9nh3wFt5knFQPgq6zlsg/sqij93yZeSjnzwDAli6m048Cnnm1pVDPTgWAe7Y8Ks5OYCv6JQFDkRjwQ6oyZC/texFhocdbJYX1aw/nbwSl2c+xeJ5xRO5Ct7FxmOPeVpNS4rwir5hjAlg4X/mM4UonBZSzB6Wj0NacTUofm6PU/mGmgb4cQPawoR0wlvkxh96TfY0OjLwx+e3047FmDMmyD11+7/k6f2avsJd4roX+Gnf0y3Zd+WLO3bFbtwv4OgDw7mzupHqbPwJCz07q3cG9Z7ptY7/4tddfB4AnP7qTnslkU6PMeRFR2/t0w71wc31BGy/ONvkdAPb3zgszzvU/A4IfAmwfmvN/9f0zQNwodDYVxbYyTldEwv6sgxDHMXas2bauJq7TOu/RB/v9agiUIHd6sSN8HJ/ZowVOl2Z2WrkcZwZwOAaGoXZa2ffrTIP313cTcNuHZr65d+Z9uW7FU/b12O+9yQO/fYDyB11eCqydMf+IBnZAMNclk7hjPO+BI4wQOBikCDYfJmPk7xmbF2M/7jdP0DrUYbtnAJ/XdvWMveTB854egCSjn4mfr+l4dsMjDrJkST00/s5pd/j0XvteIRybBXSs3Rzy6qDleaj7Zvh9ISKXdcRuHadtwbPznp3pws6UuT9TPkq/am3jAMyaHQ5J5roRxS7Dmp27f+cMvBagSTT3pRJYvAj1RHEf6zxOhsOQl4F+AVzj4Ea5HgJ0AIyZ8L6Pddj5/pp7AWAOP+7NpTnvfGIXAoYSRuIcIAw4bDTSssneswPgDP1XjhREcH8mrtnu0b1uWU07ku1oiVLuz573r/GlS0IVKJgDz6KxCsiWDF5Kt0aE9x9ny9RN6cG661Rn9LFPBZ820OVMb4kUjyGX7JhEs2a+iZLr/ALs8H6cjzWCnk5J4f3e4xv1WzXeCjZiXfRgyOdneWA5P0CrM8i2m7V3SCLA68SZnqiOdA0YUycZOaH20WngcaBF/5NP0FfBszPf1GncrFFnAk8Ewtk2cN9NHMZiC5dq1SEpcxtHMjLB2Y+MYw5UM4DSu51b+g8HRQ3fnYa5vEBUe18u+sHhkyxSXhh4x2ezlwlciQ5NRln20Q42ythM5l/pKs6NOAsPOT78auCQsrN2+IR20vM12SQ7QMbBzMC45W9AkGTHJOLRMmSAYdbHEfrQSD0EMxHLfAzgCWQxQMU/ggqcYbgygJEZ7QHr/dbnHFy77bb17CyfoBTr7AXu+2CBw6PzhXb4z0ZydKPpYwuQqGN/D3RoRmmzkBkLjh8Hx/hgNFnC6GMOtzgTJoMxDvvYof1noBJHnrPjiHrP4RYnmPdd+wmdks2y3BhZwAYb2Dl7UjTWM+h2zc00p3sCPPC6ZgfzfrJdIomRa9mz0L35zQASzog4jVuWdb9nZVaf4RJFlAh0ScIcih0QIyZOj7rIILJlOsZkPQUgdPaJy83F0WfgXmNI6dYCm0SIJ8O4cpqf3NvR47MOlVEBDhIMsA6TSzcapIP/veZZZwcjaB8AJdlnfk/p1Rw8ucZZvSMTID3T0wYsFgjmO3tf24/yAlXPxp4JX+2vXZYF/MbxP8CJnoNMhgZdllTjaSsD7sG11Qd+tp0XOXhi+xjkRY7UcefDamwrr9PoV9PIic7sIBsvXe0aB64YmB1gbAORS/edW8F426/QKos7orzAbR1CDRDIc+JtrMMPOVLAOQBweL9OD2f8dT+hYd2DcrssjB2+Bg1WYEp7xzbIAFqyHK89YrmRUti1d9d+QbspRYe+bcR5st9W6eSLcq7juExP2NghkQOp7hCwHyBl6FQ/A/Cip+KQR88bYBtw2FlcM2e+uNtkR7b2DJq1ScUUAMVXcYTjohev9P24TwAwAgDX0Q3gWNrxeEb2cOsjO1P0ScYq33Wms7MImSqgS3qL8mLbUk41ctWOq40RnGnkLIUAzQF9tbd8l33VuNjXIzhyqQA76WxjDG14hhYYZHuTZRa9Rf9SO1V1LwBg+JqvuP+x5XXkAvN2j9JxqOC0Z40LgodOAxzhxHLQ5Iw5GXhL5rAfOL9Z61Rm6Xl0t3sTwJYgzQnetYNnyirrM/YLvQidAgBDG85oGic5WVuxDXDq4RDOnBg3c6nNQKZRnEasiRd3dp95pJeeeUjfIYsLdzpf8NKSSYktQZaxgRNAkcrh2BSJfhmQqePweSJygExgnpF+o6JB5P448ypDoCd0LM77bKkyUsZ2xcF6c5vSnj5XYbe5hQAAM/SWjBdKTiJXcLDuGc9JeGKvY/PZUSu5eXurUqSsFTbh9BLf9amz4ifQsE60ZOUTCLICJZG7ACgEEu0+mxWoFyccz41Orv3HOiOvCGKpfA3fBNRFruV6WL+9x1lXMmQBw0xfpm10CLoosnpvNwGol2zi9EQlu5JykawFmVbuSW3zdBylE9gCcAAw4z7dtjNhjtAyGdaQUzLM6YlJKeYEGRA0gGOd8pqp/MD1YycBlukeAYcalCKaUgYwc36pLKbVFy8BOtDKS43Z+wzIqSw1akvh8I6tCg8gi9JbDzqA/yn5ybySybcy41O9JO0aXPlnAluYH7TO98i2JRiCzFH2lX6LZI3GJqY0OzpK9gzZUQTaKQBGeF5kPRmEAt0A7ckUd49iZcgyjyNwQIvmShJTPcq9LrGRpyx5KxOxtuaHsUffvycrVsAR1Re0n+xNgtWgKZXXVR/S7xq738fZTt9Kn+kSWOIS1Ogx5CN7gXNaz40+hYfSZxYZt9pCsH4JtAMMYO2RAW4FrWzBCBfWPE58AGDKN+fzZJ8RqPGDMmEJEHKPT+iIQJSeYwb4cSnWAUo/Uk7bwRe1l9GbqT4Uvsij2Q/raIkyMhWhgzdvIkex4QH9XAVBtGUnvK4lKxiwnuADKhK81vWuICLA7Dmy08Bc7CsYxQGlPr+mNy9sbDBcP2tS4eOwnaV/jP29Mpjpg40edyllD7gBRgQNyNbUur2SzEMGvCCIx/4NSsOmcldEdgKYoWNo8pf/+If38ouz/6Ap7b+GCQuzngAhv/76wXanxb1k2D9+fnfI7q+al6sXaP+t4xxQQtY4epMgLgIeKB0emwyXgyuZsdaWXVlbnm4+t/5inGllAg85+5610QfRlQFID//NrIaDPXWegH5YDzKDKaXNi3Ws7evLhkaQJ7S27t+AtwSAUJ0BHZj2FSqnLvsewN8tN7CxRLOUaXYgnfbk7dtX7i/sksASox/eKwuatlKmLfVHVh9tpmuzAmANSnTpYmgHuZkWDfb7ic7hHeSPwVdN/qdf0p6AlSKj8uMtwRVTOlnBENhK6Tk6Ml56BPA+SxPfDgGZPhuN/n6twIwfZi+gsVuVnbfdrBLFZGo2M9frp3XiiNPM+hcq8QvQyh7mjFFPXfQRgVU+uwzYhOojuO+FxnkrIBX681lRiwmwmHHH3oAeACGdZQvdaRnQHzmvpEIG73E2fqtgIAjzRuA12cVkrrbKRewoVjrgv/nJQU3IZPZTezv+G8aM2ELOwNfYk6Y5OIZqFboXvqovAl6fTcWgnikz38gH7CG3N8Oe4/zgYAINkUxTPd/AqXQNAPOxZmPIAgC76oDo1tUPCIwiEEhyxAAq8ku0UfnoMtRTSt++FMttbCTCRobWGBv7naFp7QmvUdlz7a8Dazc7uC0c0K/h0eVH8/qYppDpCSTNs5M5yzOge+SgdYp0GgAwv7uCh55LeAnyuq0CYujGl9XAB2bAPHg+9mGLzmXtxncDf/sZy7/CuYGAQl8n+nXbDgdTxf9juctYR0/fw5e2s6znOn41/EumG+SUFtXHMM6GAwAjk81hY7M7kM/6N34T04b5LXgCe4j+Rh7Xn2F5BH2NvQ2vpnKUv+5Xzj+xpTsO21nz8vcHqM14cn6tH76+np5TW3WoLmO+v2N18Yld3r/3hd/aIvEAgHvIygasb/5PA8Bnh9YZ6FvAblbnMtPrWC4vUF9nx9cCf02OxwZ7AQbofSjT9bjn/wcAsJ2Gp3Fc+/u88df27Py9rssfYA7HWtWJtcgpBHqmla5viZe/z+Dl7qw4CHK7cffy/nj3p++EfRkAcL6qjiLe3xnCptSJhvpM29gHeS062+99znC8P5cV/ZHPro//+rtLqu/0f6b3jH9FcO9jqCPhPqCcu6x9GeE1zpOsf51syaDs6yFg98zT1+Z0Xuuzw3E5+P8YAO69j96Xm5DrOiP7DwB43EwGHK8AwHYk4DjFSNmcavv+3q9CcM5AzeFzv24HLZoBfIwPB8SJIM7rcclrMfz3NbQjtigmtD32mx3Uo5BzPes5ihVHDsbXFlSx96eFBFxuG+UTX5gtj4JEvL/zb2mMyxx8MGuN/N0zyCwrUFBjuCYY/5IhuJeBATuLIvdKVw8FQOwOyTOf1EDA0OmcPN4rinGfVxR0iKqOqc5532NHINu7eXlPljyH6zo8CwzFKdZ5emkxbh/QY2detmHNAf0YW9cvRoV5Wp+5fM8cPn1vDSTOdMpFTtkbXVsgoxF8dYB0zeNMzTNsQB0ZhtnnyPglp3YA2PPCYJ61ruO3BjzlymJYcnILmWGgNYAgpQ+jYzigNFvDh8sBvhoo0vHxs0CW18LRd9X9i9baB5PaVHb8GMyIDGScPNOHrPlKy6ruvS89Pr0ADrLuGHvJOrikpSmnfdB6DhBxhIZhAYDtkPMBgz3mABRjH6cR/JfeRQHpCuge9GNmyhoe2a+dt99s5leusVFux8VWJtOAbxxCOUknahK+4xCU2ww/cmAeB3gOgTFUj4waaBReRgbgTPMzc7jB2QDHULbUR50ZJ/2MGGdlontUzpg4kIcPw0cGPmZMBX+7FuWt8Hkcny0faN4d/okDBxAka5pMo8wzJTDjbcHJGPAtB7s4C6DIOLC5D/dIpgKZCHnPGnSTlc1oDs+sDFgOs34q12Z7jlcCuUIvlbMpa0/kdEDa8nsy2nNgaYZuStNFiLtss77DesfwjzzwepIJ6BLNKT2L49Z0xveRcT5wJwDBzwCUYC8BhFyJIQCwS3LpYGegEgDLMidBAADlOPuZo2Xm3L9R2C4BPQAw7QMKYiUCnmjmOGhnqeyotaPcfLRA8h0ALgixH5x2Wzfll5OhioOUMnkFcMlgggRSsjavXXZzCEvm95SKJPtusrmyRvBAetfteixBALGnKid22ykOWPGf12dlxqY0GPKSLMCsBd937yfJjsoffmeRfT08OAfSVvwoaNdn1qFZFVQqNH846yuAc/kq9JCSk7ucc5CP1tLPcVHCyP705ITG8pnpwaBQfm/P32RfZ93Snz4ZrdguDVSoY97fNR2tcZT+u1fIy1bM4L2WZM+BGn4fgA8ZMMBcI7kjO+LUbLBCAXBo+5OcIZSHTGWRRZOucmFdG8dYMqmYy/Dg8Fvsg3Fk4VTYAnIhccaa/nroh2SExBlBtsyU6dVaJUgqgRyMojyLvuB396C2TZXygbxS1jzOfPjepTjHhgHU8RrrOj4jcMNglnkwMsS0PTLb8hVZMWvI3MlOoQwmzs3vesYbZZkcNhP6dSorJNMhQQ4Ophm53hLNltPQChmv2ISA2Abz0keXLx72qe7hsthk5Nqx2PKwsVHcC5V1Gtur2c3t21adWfmbyP2Us7b5pHsT7JT9YBwF39P72zJ9bFae45LWGl+CptIrkvt1bx28lxX13sRhy/6lJB6Zo21tAh3Z/vY+KhNDmY6pzkGGmkVC+Mz9/ZLRnVK4CYqwzrSOivMxwGICEEao2TFaff7NpVsnQAFaQJaPHEomeuQ3c7Kz1XI4ZYELEpGZDd3AV+xVy/4f2eaW4wk02kv/J9ANWk5PeL5vGwBnmtbHNpdTwdYZhjUhoMzAvEHS9NczwCDZmOx6AVVy7GefUlbWGbWSY5FrcdBX3hqwcGWUONCgAUYMcOHet2OHMKbYE9iLiw7Sn1gZYTR19HknthPOPV62jdm42TvoJbZ1bD72oM652IToY8BDSlNOQOLYaDFSUx0BoJM5UDbUPd+1Ng3oKn8lGGTOV+OMRY5Cx4CblskG+2K/80rg4QC+Hj98xTjzk7XC2e9MenuPU/rdWafjOvikDKKUyY29+FiAh20l5JodqekRn7LGBJRELtA7N6BCgF30H3RAxYfICsaXUqeOGbP9kYw0XqlGoHsNGAn9ko3VdgI5U4WHoOtU1MhcDQBjW2i82DMEcyXTzQ+ChA0wEawAcIPOfUqpYX32WSXwP95EFwJwAKjdCRB6JVCNvefv6kKvp8/ryIXYms0gc1lTB0PBw6GfZCVC3787sxRnPAB8MssJ+kgmvgvXsD7iUWj61ZQ2BfD8RulfAERlvf9ORpsWD9nNmrNeCS4CcEr58Nglsb+hteon1ov3Ug4f0C7ghjP7JPtfAvTqLcAPxvr9a2QjJad1d4Ne0KvjRgDTTGcaAw54MkP1zwGTzuhNtZFPynrkBPrTz5QCTqA2ug4+GxXlNcR0I6ABeQaICV3fqnIH2Xz8TVazYxQM7qQfLpnq9JR0pQLtJKAnvqGWjwZcD0+kRDf0Gp/Pt0c//wNiJSjSTGKZ7jYj5s/Hj/71q7IjBf7A78jEAOrRMd5XFkbLQ+uVLwpUeiFaa/DwS/q+9jpdRuYnn/HzP//3/7J8+u1ft5ZNr8luJEgDP47ep7zwv/QZY6ZfNBU7uO7d258U9EKp5/ALJcp//fV95BJrqXH+7DWObfFJmeSxXdJ+IzaQaIOKbAYQCehJdYNUBJqKE9ozl5t1yVx7DrLm0mGApPAetG9+9plTZz/bVQJdBQZi034d4POF7BcqMzK+6jBU2yfJZWwj9CD9U3k2vA+gj9MJ3qQvNlmN7wT0QjOAr18NyLBf2C6yLchWdwLEY5VTFkKNj03jZsBvAYD9YoPJikS2sA7YI9BBgnQA/gGGyb63LrcdQ7/rGbMzydUTWyWw0eGu9iCgjfW3Xe8FBzRMdRhThvdIOl/jftF2RpoX2cjOCteXyDDlnwO0nuGbgn/QK+3rnj6uCdpVCey3zFd0T5l6Ef+raa9Q+v6k7HkC5t68e2NavlF5aYDftyrxTRTArftTi25Yc+Sj1hveja9IvZ5/mhLA6ArbCgl6mlp/toGYD3uMzLkReE0AutdZ9/h4C53CRNBZzsKpJpTs+ZS/j53Ny4E9oj94DTp4CTh6+ESh+/AlugAaIluWvX7N89E9Cl5Ipjz2H7IQXwtn4Pjdog+jE5FZ4rCcAY3UJvsXGW2epWev5hF5GgCYDFe3l8COAkSl5zNZ1eOb83mUxASfmwi6yOOoMOFkCQKKtB5ur+Fe3QGi66d2Kwjmr/sboHaAWWxLB6tMWf/YE6n0YhlluZlJwBPwC39yD/qmt/8ve2xfiYMeEzCWM/nKLma/nrA247862klwHSaPz0NUSGBe8EU2KHY2fBwdkyCZjA09lSBY5hQZ78oatK/AnzTBcvHfoBnyQpbkxTv6Pv7PuacrXxQAnnOZ7SjvRYIlEswzcpzzicFxsv6xdeD9yDXP1ToTPZ3xJ7N5xjH0z0rlrHcfALarlc8J+JlzSnxFAYChfaqE2O4igGZmxhp2D5uRXz94bL+xX/Vw2xVj9zuArz61loCuA2zu7Yn8ldf5e3/0nd4zBmankW/YMDaRdVN3fwAAIABJREFUzLbNLzsIOoD8GKi5cH/+JfDbDcg85uywkcTlSP9/ygDuWHrY8PrUAfYnAHYdLperCzE/lJHaMgFdr/v7sj+/q7bvSw9K3o8Z3+FQnX08gzh/BvCegxCu3e+v0GgB4HMgwVHycejchshMLoIqTrajF855QU+EvmeaDwVf8NB9PqmA2m+0AJWLd8sU8+YlEBv63u9fh3HvcS97dD7o+q37LWDyyBidSJr19yXfnffgoXG0NOg5w/c8xmufX0bCXK5R191r4MP2Amd3kLVZU1mrZAL11cjCPTt3X/8966b3P8/TMmaTmfuz7ejfwLI4BzOPFXiz6MGO3I0WI/HzeR3RJ/KLkwilUW1yXDCOBxtQcSBifK3yFys7rCUas0aJuHZZosnI4v3uIx6tOuU9j02elyaiUAM6bBNavzKfTOrIOivIgXPFkeEn2q9MjL64H8RxsW7+I31564gsiFpQOHNdQST7/Rfo0Ai33P2azovDOQBVS2rHgMeAjBP9mrza59DvdQ7t5XuUW6ws3RzwO5hD5OJ5fI6Znozh3h87pKCaIx43o6PPbvnoZhrYGTnAA2NuidXImgAhKe8cIDPbGtnUDK+WyPY1MtQ5eHBljB54JBHEycrNdwkU6Dr4b5yC0JQdtGvsXiMM3Y13rq13SzdzEIYfnlLey3sax0fXZYFL+az67vipNz1+PbPAW/uKrR7KAUYOnnSUbMafXn3wBlHXyznoZR7P2S4zOBwYVNMd3JNvHLNZt6WcmkUZJ39K1AYsTO+uBqZgD8TwT4BI5xGDObI0fNNM99BWDPCVaVzAc/UoXvvm9R9grGAlEfYFyy0fWPeJdGdy3lP+s9GLAyAZfH42QNPwMn8Tgdm57/wVesLgjsO0/XgxzG1YG6gJ/bAfB3CLDN1kVWRFHAJ2wMvR1ZKBlT/cuzLVgNrQ/bo/pUrjMIfvmA9OJj+XbOhTBZvQYgz03stz19iaAYmDowAXcsyBCBzIHHXaUtAcOlNnjfsdma0brRQQhl75fUW0hjddpgvZPL0wD/s9A0uJWqtRHUhdpjAOWOsC/a/lxRdonFJQlnk9gPhwPXsBrRplCEDvwIEGaoxsS+YxckKHVAOMof0CLhcAK7LN8micmHPY66Gppfv5HGca47IjGMBmZOxRMWCOXQs0Jqs+DsGu8R4Qw3vWnz5EQthLf4c2er6Ko769UDOXodtZl703cPrZZ30MZsy44JkciNPbtK/0wg2Q3aCFZqPnvBUd2n8GVaa0NBkHBY3bGqK8aRAHh53lVYAU+hgil3gPR316SKdSAu87sIMD9GRrHjw0usNh+zh5B3g3yDilu/K8OrNwvpBB23WgVPWSgXFSBgDN3iTbIH2l09OZtSDbZQ84a9n19pKPYyd9svOsgJjOKLCjaPreUuaZcqpTqjrBFdUpASGGSjxOZxlqri7lO3psZRHH0RIWS3Yp8zbYKsePHTe0dtA4LOt1DZkedvBO6ePqzj43gAaBOw5dQKnG+e30gWRzpj81wH/s4pQ6lbNZNMB4bD/b2RKAHFeunX3ek+lraLlL70kFlOiezoiZSipcy/nc9pGBXfg4/VNDBwBnydppeTr4i3HdKuMTfmkQGnahpuPntlpAAGDWDnoMH0PLzeZnraIHk6WGLgAkLG+wXyknGkCOG7nUrZ5jXW0APsEr2MnwXu2yAEXhP8AIV5FwYEEy5Qwc8QC3U0iQBg5wyqbiTEpG/bnEZdc6tIAsvrm5MdhFVnP6kGVPnamNXHTJ2pTij+MyAUxk/aTE3gpKdiUI5sz+A3DjJLJAMMeYhCy7CAzSutnW0f2z3vTY5JzFfHGwJzPD34TfPysb2aUIxRPW0SlFTblnaJJAsMotrbid1kc7gqEvOxYd/BU6JRssvBx7CV3F+J9pfO0/SeapASXJWs+ZbL/J1LGdgq7FsYfTTmQeORo66vnKfOfn5HyBvZMgifTBO3obat6xJxhbnKpxADM3SjxHR9evZb2HvWMbOuUYS7/QSM5e0fvOQBmAuoCewaKgVVkHbxTnJjYq+/FRfVQBqY6AKe+vIyzs+G/7A9Oi5hfaR96nNKdBV8n+ltuMbKqvLtmXldmuOGTHLPQWGxTAACcn++YyuXY+BxykzCffDVhPptd8Ljph3RLQULs/9gQAcINqMOvtQNX/oEF4E1GFXALQS+njBDBaFno8WSM7lOmR6zrTyDjmkrLpeysJMlp5tcQ+toRlnBYGmv5BcoHlB3DlXgGSKD8+bU2gPV37SdlSdwKAkZcvBO4YTBhg0LzvIKlksiVgIdU90CHrHAXogV4GUCrA39Kdus4VppQJRoleZJ1kHzTA9YBZlFc2PY2bAzntM4D27UZjS4npnO/hmwDAE5w4DmJkagIlss7QVSpKRTfZx94AVNEJPJc2KF8f/fijWgK4BCq89lgZfoDlkcdv3hKkEmf7Y/w1ugfZX4Ayd7JZATcCcAD+pqIM2aSYBewp2Yv0XHXZaNuSCQoJmE4fV9YNmURmdGx2Sn+SEc29APreGgAGAcnekClN2WJsHwBoAC14+c0rSgh7Gnb4ozcBSv79KwAhwYd41r8qE/f1yADeg96QNel5/7uuA9Bqhn2yAwegGTlr0YvtjBzmbMrYsD9cPSvAy4vJpGXdKVcN774SoAnwA8jOmOn97BBtfZcSzgZrEWj6R7DCY4IHJBfJRIRPmtFLj1rW4ubDnWURPAaIn8ockzkNzUqHWOa5v2j0mccnRMt9sw2Kh3/JUBW+YB0D/wECI8+QO9CC7SdNGH6gAoPjFwVQQYv0lkXVMD6AOeQ8YDNjviMzlvLZXn/mxp4CWA2woXveKQiNY1ECSCVfVcaZrFiAT9MMz+LsOXY4Ih7Qy7a35MN70WsqFugOGvtb9avmBds44EG9sX/86Y3vwTihC9rEM4f32puvosFUFkDuc1aBbqe8r+6PPkYmEwxhG5oAC2U+mtfFBx8daIj0RgZFb9GnmWe5TK/kpkuYQ4+6F726GTfywGC7z5U539J/28G6o//hS3S2bbKxIywzJpuW59t3pX2kTzdrDO9Iktpf0mpi0NRTggrwsenyBCGlogBVEYjZSs9f+AlwM/5DByTje+GcAAioYdIvPXoz1ZbuxC8EK8W+qG+TctTSVdi5Azaz/T5TO0Cee2VerCkyEDvbtpFbFugfZMPZadootGKCyzxro55ht0o+NGvdZwf0CXQRbWqw2fJAa8jLvhnHpefcBh05yIXhiBa/yM5z2zpoXffiM2KUHJxuAwcagQvG7neQeWy1F86kxS5GPxIgy3k895j4wJxL3MYEWRjZCb8ZBJZ8N1jqISc4jHsRkBY5Dm1NwDfyABvY5cPj+6j8jksvf/M+62Hes18JesmnPoNO33JX+dJg4WVUcbKcE8CETPX6jPw2sF2XvB7mEtZaBXohp5JJyrd7PLbZcv6oDxA59RHfEB9yzuEcMHZJ7P7YfcYB/X3WfvwwDiKfDF/tctYIuQ79xV9B1Y8cy2Jzxzdk08r3KwDMFa0oavkyZ7ycO7KGAeeZXirRzI29frsv2lcbaJ7zpGltbtMfrkYQve211PtpQbRsfcZRndLxppWW1vCPAOBrQO3p8X7oX33VGWL70wov382k67zOonrQ273j1BsGMeGMIVzUl60JfRwEkHvnzTMA3DGPbj/GcqzrCXB9aI47UPlX1+HPrmuGHtcdTrc/AYCPcVvRTz+N7ftnABjHcxwk/z0A2LfwOs/PDQjaaWNn1jORX1uPvwMAP7QHoa8cuP4OAOzj6QijvwsAdy4BZkqQofHLVylvf3e+s9V1iHEbB13v90cA8PVrLoGyRSsZH4fIKgOPk+ePw3JdGwFYnrw2njPQbEU8a3ABAg5dngHTOoYL8nRcjCGHusX3Z5pxudsBLzaRENoUHTw1CLfRaQHY2aI94/e+3Fl7tQPH+xj2uXi8GuzugHTGxjijz4ByHYYdXyOpL+VvnAm7TNhB+WvPj1M3hNxns4gpLXrJt/yNIu+ewTo4mdKPYV3fOdenuaLssrb7fR1JjKOTrB306ciw+3sXOjkyi+A/G9YYbwX5xsAYMPPMW+e/F33mAMm3m/XWa+v03te0fFqg+Jgv8tL7lznWqXrooY29ExldI2Nl21UGxjE0Os5OrqxmIhrXvqSHG5kmMUgy3tzvHFAQZ13oFPqf6tCH89nm1NybSOsAgbrXyOuCjvveuFyZyxaOITjfxyl4ABrcawNjU64zxl14b7JgMXw2wIRBYpgvvYAxnYyvvUoqEet10u48tQd72UkzALCjNmc9933ldzvydZ3vp3Hb4c/zBtj2WPS+/0NmEHU7RnqcgcmwTN+eRATGmcbtCijOfPVeHAbJqMw8JxvH/EiGAVG99NrEUTlArQEVTJiAG8ChvAoAB5guEJqMUs9N9++809sFwDB0Zdk4WVTMLbZWSz0vG8x0yyEN0FW3Ndih+wYgzWEHz3vLFYVfJ+tpIxzLT11ncEXvM14MaQAPegqZTgG+p4ctYMxz0QbjbwCIM52daRRncYA5lRGcLBMeV8B1p9muQbP2ChgDoLDeBqrIXJrTBntTcHTXN8c9RxfuOni/rkb32uPsWI157pPncpDUXgNEsQeiBYO13e95YEEb1mp/QastSYzD/8jW4OBocKtAYgBgtqBljSvTmrW635d1arbuXlGCQ7UdRvCWHZzj5IU2hpfTP42MIj1bzhf3sBqH3nrG0p0rSCl9BUObFSo4WkQDHKhwYU3/1gA/CSmuvO6eIS8L5h8lcTlMa/L7/av7WO+1Fhyys0/wX7P5C6CWfkIv9DyMbmwkuunPwMDlC7pqP3T0Hk737DNlDzNXaMnR2oCi9NQkEAS+4GA5APkepACgy7NTojLBHC7lrvsXDC74jHxqb+AAOjgAkt3VUpfVPS4/zHh6eNS1Lc1t0EcetJaM3nvMZ8Zx3ORgnYxhwFIHjDlLOXsTZx8gF5li9IcbZ8dkKO7PB9hE7jTQxZHfHJw55E6JOS7gvu4lbpmaQJzOxTQ1wSPOMJ/1ZuXrKKqtkUymZneyn8kmX8ANoEmyvJxRCxAwYDr3IFOc9cE5HToNmOpAPB+wMVqzVrEpcR4g99MnL6V8c6Jvtt6eaV/AJP1iRf/IIhw0ooffRS8B5VLBwJkhtpui/9Lv1u4AjSll9XIegh9FN1qa2BsBbZ11MlmkHo8rUaTkMHIn5Ul5H8BHNGidkAh0XocjRr+7zJyuJwig2ed2ovisKecSveDIWFNaAyVoYcQ62ZuhewTlOBuGAII8B37KmClVmmoUrjBAFr7G0uh9lt7gjDMilW6h/YmsCd9bFynjBHovrzsgB11FoBGyegBg9D2klBLcZHQBDrP2BFwkYxc5cfTktjMyATjMg+f72ZRfdglTaFjrKkeuM2UBLg1GpKQodkIC75Kt7fUdHsXhThnagu7MB75OhRCNkf6SPMG2amwz9gM7Goe570sW5mwctw/Ql2AvXgbAuYc3fAXRBHCOPd9ydW+U4ehANgeXxcEHnT0RzeFkpsRzWosgLAjcU4CHS/5rvxy8QOCE1o8qAeat2Gjcp71anUmnSWHTQJd2zmWEzpyznKXcp5zTDkRy0GcyQAHGYrcnKyZAfujA+ojME9EJZwSHR9QePB6R9Y8DN1VNACJcUtj030oLXFP+ShZkAh6jiz3aOf/EeY3DnAADZDrZfmRvE3iEPYrcCG/6zG05Ws8f9AvQwXdVZl0AVXu6w094PnFqR9dPIAD0ZsDXXmrvL2vmOet69qBZ9qyzddLoOgf8bHzDr6gNB9AiTxy4wCxDM+wDfGf5bCcpfMQeJFuLveP+ZF4RxPlJmXDwIZl/ZCfZH2XQPo7iDyrT2jW0vtZ3HMjEIUH3Y0kBf9xDlKASnODoiM2+gG+d/cN+TZYt68pcj0x/HPeTkeQ+mSyVwU3KeaZ/MevQgBLo2Tat5eLY4DHcH/1b5WO/KwuYcQKCUJIzXBnbM0GTsadaetcZbS09PnSSbOtUHaAPo8fcUr4iopR7l00DyIm+tTxC3sEB8Hjksl+cv3W/O4HTvykb1+cNghj0XvqB5vwFX7TaEGAuuqOv+gES0DY07WeEvflhnnWvcAI/vHU+BAIOUWUFO+C1wCbo1GAy9qttfcBlAk1i48A7zggXeJR7xgEESPbuR/VSpvcwz+b8qb3yWYUAIP3Hs354LJ0oORn5mT7jPjoI+IQ/3gjwNKBgJzzZy2mW9UrgD2eeO2Uc40d9PiXrmZ1LgguMYj9+/ZeCXChZOvf/j/9868k6dg0A2Jn03BH7GF3F3FKBgOoaKT2fbMnoo4AFbmeA/av5Zv+ZJLo0JbdbqRe3joFYzYFS4GSmI+/CtwqaUrbzCwHAv/z4zrvq51JeV9ff0c7m02r1gLx5q/WAXjjb/PbbrTIYBWiPP63ZndgScSdJxojnmNudnvNUwWKxV2OPkSUK4P6DKhbwXOYFD7rvue7vNhHO4AxAGh90wNXf3k/ZbmWHMw9bIKhGuySpSCE6Ilvzhv1Wn3CNGzDMvgztc6rK/KD9UXY7+o6MUOmhFwDQyoZGJ/k19kSSRlL+G3nTNht3ykZ8r3XgrrV5zOf2nQiIHF6FugL4sXgCfz9El2B/OFBX/ANN/PCYnq8tf/7Ecg2/zhv1m/ZwkKWuTKHy1fRy1fdvmaN7FNNiR4C6Ah9sVygTFyiEvufo5zuynQH/NSZKVQMu1gXC3Ag8cHan6NBrikxyf1fp4+kJS9sAssfRES6FzC5rPK8VaMF+x767BL24pn4mmB9w6k7l+5vd7lheB6ApQ1gAK74W9hCbnvHDq9HrokvbRGSPc9cEf484PWxML5H9iOELxhSbNUGDSHdoInIstiCZ/tZtzqBFlgBsM6XiTQngT3Z/zlgA4ewpdMfdHHcEv+l7XyRbWn0ivcDX+ckj19jcB1u0zwwd3CJdAA84Q1p3fK3Eeu5Ny5NU0RrfDWe/GsJzL0aJXicQIOcIMoST/Wu4b4I7U0WreijAOoFK+AYC9o7NIz2BXIM+ctaJvGhiAz4AtxpBNFo/hk7WSTeCP09iTZHrPCMBnj+IBp/q2a74pQ1LRZWcPTjzYt8muzj3Rl8TwMBjdh9uzyZfsB00GAP6BkITBNLAJsssfYZM/oi/wr6m0JPHOZihe80zPttTK8iaa9oexWdVgkqZA8AvdpbtCAggPhCe1S0atb/db5TirA0/HODiucVG4bvIfgPe01om55n823GVBiT3edwngQYBehPI7Y08zvDcw3bX3K8bZZt8qh0y/3sAsAfLwVX/+uW/AgDv3+u8HwJDusG9b5/H9+5lqC4b/1jOvcnzYdiUECHY2RHT+ji2c+CdjR+q3V1rdYCfwYlzRvC2pxe//t8AgEM4i5j6DAsbH+pjzPa68xiaHWSK99rmAFSC5b0IgEzFP+f3v5oJvY8Jwuz3rq3jTtQ7jeXZFSWXK/zQfpz3/aHv925/lAF8pscdOOz3/ioAvJeaPtY0O3SPdLIG1+adcl//h7w3UZLsyLEsg1tsXDKrp2VG5v9/bqa7qzLJ2BlkcHDuwbWnbuHBzOqqFmmRMWaku5s9e08VCkChuFjOV5XCCUqen+cgxHquoV/6nHSJwsCgXE1yfnY6JeOgunt+79vn9FmPPeeziR5vnOsWJbXPuY17D1vlCXlW46z86s9Kr5tKHSS5KIDEKNY70sZw2fs8lol7T9s8u9ff3esEoe7newWxXFnIvaYAuEp9x7mTq3yyPEyvPelOYOoE5Eu/yu2ZuXtPVxwgkganMbuHG945Vmm+BhGbA/yyh2idRWboxiDAEOe/WAiXIXDJ20WVynqfm+csCN71iNFwbID34N2pOxgHG/SZLdWnlacFNuH3GgDrMK7zJZvmZl8eToLz++XByh5/Mw6MkmARMSCMMC9fd5ynQ1kD59xtep+WkvL7On1xKgm0u9E/BIZ9z3udTuI+PwepBTIpI6Nj7xof/Fzguffufa75ypeypSUOz77ARifjZLyyZv/YDJ/yWLPCek9+ppTq3DNgxTrF6f0lP+hwwMGvT4d5LF041M0BrnNMRmKtoZuTpNF46oNmOZzPL48UjE2p2BzsMLgFXcxmeQjosBaNWO78br1AD7XeLN8AKXGK+cQCzs2M5nBVR7Y9Jo2I1hFX5+OWpZu/m5mCwy40WtkJXzV6dDN5kSF7++qkTG/CLdMVntmIv2bT4mA1K2btiLmnAJ4Hjj+6r+BIynVhiThqT5kMP6R0o3v5jSwLUHWNAwaMwZsy0JEh5ZTMkPDl6p0CXwJu0tFSiwW+dBoJxOEZuMZ/0v92fUA4ylQKIMuPHNAFThlvMj4TdbsHnlWsTvnKGL544HLqnkaVsqyM1hCHoIJ0Zj7hEK9c5uDbE3Qcl34/vSl3vcq7p47kvVO3st4GCxhkccvIxGm5YHDWHV0Lz1dvzd8pnzf3azZSdV77cyPzLbMcPb5AqGWoBYDjxN7eQHXodYwKw9qhoYOAcXkooCdBFUNznhXn14KD8qb75e8F3nK4ufi2gSzRzzgRNwq7DlWPStd6FOzEWWBGrM5ishZbEjflHEd+Am7vPsj9U1pxs5OhTwGy294xz7Z0qVlR7OMFmHBGRg7h83XoN3sKu6vlm6MzEuDRqGwcEjrO7oPKdEAbdd6SwN5T+lwZ//JkAK79rHzFITS9qXavCLi6OhZHfjMsr/10AwFuAS+WCReANsPHns2WujRrh/en5BzAXyMrd39Cf9z6KbP2iboWgHANn4U2OtDhe/cnQQD5KoAU4z50IN+HH5wXOofMDzIFyNzUMcLelnKvcxvuIVDnHsD2goMmGVhzrboc4AQvjs8KMD/jItBGuV9QBErkUKTjzkxeq5Dg4GswRctZVwZutn73Dwa2DscEwmBvJQDAcoDlZRxRlBrUaJUXcFI5pM2G3gh0SwBePRq5JmUu555vJouEfcZ9X7nhd+wEwUwctmZhp4w/MjtAVPvSQWvGEUdd9MLVexk6EfySkuJ53oIhOAnD8/LgBWzu/snKJ7gLOZ0spwFe5Q8yMq1wgLxYTt+MkfDEXMv1ybYmC3Xmmd6L2K8b1ME+wAs9HCd15FtasOYGt8wFKe8IYMA6CnIZfGHGMPqtpUgtmWtUfmzVOKTM+DYKUnmzxKOgYu49IJEZ2fMZGU78GTu15wWzDRlfSmgvf1kizj6EPJP+dokDnO/bmxD7ymfZ3oHMIZ2dkQ1sysjI5RC9QK7hphnT1dPaUrThZWg99AAwiQ6e97RJDIxJRvyQpqBH7BtK1Q6P/jqZqvzdQCbW4NuvnFOC4WKbCVJ+oOzv2N2QOb1M56bJYEkmor6qlrNjXvAynBsnevS3mc6h5QZeqjZautlA1/Zrt8Qw/KWe03HbbBGzq3VGWh4YqI11ptoD7mLWGvsJvwHXqBfUx90n4J/0GZ6B0vcQx6jAneVP05t1xm4rBO3+G5CSOcDHzuvZ9MhMllPOC9gzZt+ReQPtLNHN/iqftvVB158xASyxjwDQQWsCEpL9wwPCG2Y96SglU1OHO3IX0C22lHyM3CGXBYAhtVUXeAb6lx6+lOWe8ZGBP4BkAJXRYYAQv32yqo4lx8n0dQ9l7+L+7OfQxuArZQYAyNL32IZmg8KL0Bb7kkAdyz/qPH47oHMy84dOlZWUX4THZk7pffs7wA26nv7C8Nyeo/eskOAFWkVsMELAi7nZh82WpNxv+gPPPAEUvkWOZ8Tv0j9zghW+GZ0NyEGgJpUoZo6es7VRwyvRB2R3wg8GF7EHpbJAMiQtQQm/WQlAgCfnJbJao4eayUWg5sjFZDKR3YjMEMTAfNurPSolgILA5c3e4GzGeWG+T4sGhmZQxdBz5t9KB2dA3JrBAQLevZue2ENDM6PQ8awcoCglYXWEJ9Nwnoru0xanQgLBKw2YUW9yn+cDhFHmtq0isCGQ+WQPzndfDQD/YQBcAmUEYQ2W+mZoTqACuprsQLJBv449YTlY/Bv0cca3YY/1Ag3S1Exi5fn39Jc2wPXXj++SdQ1PQxf7j9OnUyAIEI+5GjAM4DSETEb4PJMM09HRWcfRAx84I+7+nwC22KaTfcmD4PWZExnvmtTyPHQh4xS+ZZy0CohuHJ57OuXSWwL/6Yzv198t3TttygP0mQE4mZ4v1VFmnGqnhgfmmcwHPW5/XjNeAyYPQ3yY7Fx7RWsrfzt21o8/2e+WOb0HVJl1hDcF+gR6y+/ptwo/wVtkz/5t9vR5JuXDAWtri64qmjMklS4oCW5f7v/6X7+PzfJ6MpcZ23/5F4F4MhIpw0xQDmN9Of2mMWtTcSmxGEtkfh3avh6QlHeeD09EToc2r36ZrP8NfP6KuW3Q24cpB/90eZk5U53ih8nOJTCIctuoBOS9tjOlz4djBoCefzMveIOqJs9nHV4MWAjPQhN7FqM30CMzppHTpBWPTD9l3xneo/dsAmpmjOwvH6i6QCWR4Vf0WXgacDEle10DSlVbnlu5JfueDHVeAMDu2dDpecqCJ0Bp/qPbLLbFy5HNVOmvK2u3BqoJoC8AJGNDz/fIRE8rIcobZ/MikIKM27Efh3fRW2TaC9dCe/XIi6ELeqItUQBRqZwVFc91avuMVWBSIA5blECqyO/c5/J5WWKY1gl8mXNIkii2h7hAWu6Y7/z00+iK+fMVAQijF/O9+Rt+Zd5c71l3A64Dbo7NEip6Hk/gSuQZ/W3AJP2eW7lA25N7EwRpggj3tXQ1i8DZFpB8aEJmfSPFMlmUMzrTzGP2UMb3e+wcA1+4zJcVU57ONewnAXw34AHdVX8aV9YmYazN/M0dQh9NAG/JH8M37ChrY8ePkIAO9AO0ZV62MEO3ZP+IfU+AHyXF1ftk4ksj+S+9rjMWA4B5AdiiNxNths7EBt89xDYs6m3kM+XRaVczPEbFim+p0JH7yTfZ27M+2m/ZHm/7tufd+HnipKRGAAAgAElEQVRyTxMCPAIbFJukm/nbwLpNhNsNrr2h43u70X/nwH1DQ3RE35OuaW12+Ibbb1i7Tt+W7aB2HrED9TmHVvh1oP9GssAeWOV8N2eS+fvCbiRqg1t4/g0Afv9hYjJ3le8Z4wQZlw0e/XF+72Qqfq+j6oZI7x36nRNgKrNV2ft9v1Cj/f5ZHVDwo84jct3V+N8LAP4SUJq53i3uSew/W5sTLH1wj1h0vYuA2o1eyNX+nZ/7+38WAPzYfW6Ox2NiXbN7xvr3AMCnQ7r3uei1kvfgmfDVwwxdPv7PBIAPSt/48hzbPwKAKxcogsrQY8J3DwD3mhMIfEzhPy7P3c4E5R6+HtLxBJy7ho04vr/3Y+/fj8/IrlWWx7OTERbnnhtLI3+6OXkY2fd3iA/XcfXHKux7pZh1zyH3YYY1B/tsUGv19DDEz/sMXvXT53x2rbeOMBW7DsYA1deOrWOM563DAXmM03GvF2xUn2ZDmX+VW8sEXut1451beJ6HwTqZBWwAay7QIT3C8rxGPt00RZ7XZ5ZWKcF7qY2bMrnRccbJteWNRjMVCH8MAOaJAWcOupy8VPCiEVtx0HDwWNDtMmbYHHfMARiuTbR800zAZgW7hhsRN6SEXQq4djzN0DUb9yGXF1x1bTU6GmxwPkMDY4M24ujQkEEBFwC+f3ZLJ/e+rkdG7CF/1yfZUzjnMPIx1FZ3ZPy7t7Ss9X3J7s5RB/uC/kfGbvhnHSyW9XOeqVR1rHOzAozI9dDU7LyAM2uIGtGoUVIAOD2KuOn6dgL0wJdMFmN6syCiD297l8/gkvbBeLB3MHVoPP/VsEsmxAJZ0Mo18/Mb19fA41n7+01+S2e+szS6ZSYx64LTu6k6b50MGJUYopbncdv9daLcS0MDLqR/e6BSog+nBQLXdRIM1tNr5GsdN5fBaQT/AuQ4t4cfml2XwDgM5Ph/fT4ObsGpccKt3sHhw4Or/zi4XcCxxj9OqRsfkr2RU6eRyn3hGBg3VgQRR0pK9s6zns1JKKD/EfCW/QK9v+Pq89K7ZQ96jTLOGSky7j4ZWciIffE3pWxZ/2ZHcl/7/xoURdlDwJ6Uc448Cdr0FfrsHeVF795xhR93n9J5TbDMFbgQJwYg23z1Y8rrKQRx8DInZI7DR3T8OLw3g5JrmiVx8cdmBXUjnGuMRJam55hS2jmOUmWANSlvpozyvAQ8BKgEw7xPsl7nerJy69iL0+YMTIyTXId1HeLuXzpLLQW9QQFzr4yFn/O8rm/4M2Ay3pk5LFfW1sFoX4e5F4flzRgR/DPAoSAYz8OBnucGPBe04WVvHfmjWdQyh2sQp+84VT7OAdJAAfuMwjfICeO1r88VBMWzE0gSEOjKmEMPWBbyes+9c7MpcUSQxbh8gpjxr7axjjFLx19yaYbFGfAGP7bHboC2lArUfuPemUciwHValE7Vy7mQa+MQu2S6+gW91gAUn629IBs1KEyncLJLIxL7/GRj6dhP3yvoPjq3wFKfkTXZQyu/p3/a6AgBb8vO0o8rztvoOO2mlAKO5/6yU7v3s9bN5u4c+fkdAHDGZznlgBTYO5u9gj4gk7Yvy3u2F697Hftw5HVGCd+mByyVLFaeb3voXANPyzPqCm0VsyEts2zQQ8HfKyhrgd7o7XFuAGyirya7WvfVOjLWQcC4IufsxSlzumdueCIiTsaAwQf8LS8QsGEkOusC70BndDPBGdhXb+mfiEsHvcp80JPJVrcEJo5beAtnKJkGEAh9QaWdVG4oUBhaqP9+pXdWtkDA82a9SnFLxZrRLF/Kk7UTcOwIylvmmFcDHBo08XEyCZPHtffg/WQZEYwxTqaUSg1fulfKS5Sqfp7nqtsbvGCJWU0zMncYr5m7Zg4bMJYessuLjMlsFPYGPtsewAQiZLzjOI5TEwDYPoQ4uXLvqCpLaJLNZgCTWZACfh8388TAvDqXcX6GFuvQohSnQSojScMzgnkCt/aFtRKAdJj5WXczclC7UsfkVgNKKdlmXrTPnOWCCRgzU2JoGXtX0jfIAd7DWY1uZU/+dviHf5S95pWqLSPv0P6bAYBZ32SPD03JKisAHGBr1iD294KNWS++sGeh3G91NN9/P2UvBXEFObJW8GhkwLVvqfvqWX5mL53/3Mc8e9a+tnWFOtO+0O5v2A44r5PnOXzKWiXjbWifYKbhGcHnq7VBAMhZ9Nev38YuZHwBgNGlQ89344gX4CPYg31dmz9Tjm1hv0N0ij4CbZ70opz9C51EWVVomAono//Mqtah6lnD8TwfxyplXskUA5D4bUAiHZbKInwCGIqOYL9vT3H0RPUbQJ3jVwbaioWxpULBlp6knGt6NAJGAXiltyjACPsulQUIvgYkcY/pPsh9oSdD2liwZMjB4wXf4Ks1H7Lf078c8MGe7+paPn875UwJ9gEI+2PKUTNWQDYyM7///mWCB9i36Pf+++/vEmxkNuZ1FlBvTOZ0ekqrHyHaO0rRz7osdJCM0QQO79kSYCal3CdAgow72h20koeasGd+M4bQCx8pjUxmXc4OBBx8MBuUrMb5R5nd94Cs4/BH/tODe76D3qZcq0Ex6Cl8XN8ky9LAAG3Z52ThozOCdGA7mYXb0taCBtphZqdiK2k/frV7H2sFgFTbzrY2C6QOjelxaolZghAEiv6YrFjt4Q8DMhH8MHtKgmHV7znZrF9D/wcZtqNTh08oHMHY0S+vXr3JOQzepQoAYBgAIZ8lOxwQc3gBPkhv7iQ6zNmDvsh7pngz8oZsvRwgiL7nybge4MzAHmR5K1vFZ2Kf11aVCLA7gAs8zXABTJ/8YVUKvseLnql89pe/DMg2GXMfpkSxYI8ALLLDueuDKF0y+5FLaJ7ytNjr4T+OSr8PYDVA5wY9BJCmz2gqCrjO0u06FwJGPx8aA5LA9+/eossFNr4esOol/WRZX7f9BNvE3wZ4PrJNEELPRJR2fvpsz0AjqwCtyJq6dfoLT99Y9i2UPkdeeOXl97Z4ojXExoPnOZvIn2e9fj3rBBA76/qXyTwlY1dQpkDK6KHhpdm1B8Am8/XDk//7/6YU+JQYf0XQFOWj0cvoKGSCPZ9gtinXPPfLEcMtQ/7an8z71ZRFR1e/mAxa3ifL+HpxPlOGkLuUOp5J6OPGzv8tPW/pf/p27kOQ71czbm3UGfvw+Tfwx0v9S29eTyZ89hICX9T5+R7nieG1l5PZS9E6evoKMFOaf0tiY39xnuW8hl9gqPHx49o3U4WJihyM/zVZ4fMLpb2hH/eyqhj7BzaewQef4IF5Hz1OoFx4KOuItTkXz0YP2PhsQMvsMUsWeDg2wswVuzB94Oc7o0ZvQFP22ZzbBAKfbuY7uv3XWTv1iWeVZwmuM2ApvYFnHg3YRi1h37jduw5mwrqA6hPb4QiqeYaHT03IcK0RrQCPyOPIn2WE5WP7xqvf0asJKppXugbMLd9PsMcVgEfgs2ftFiNhXfkO9KE6R3R3zlD4Gnp20HZmDIDA8b/M4wmgiO07RMLP/TUBb2l5oQ69BcimfLqBWADUfPc3SokzZs7xnCVxpezatQJJq5e4l7bSnDbdidMAfHOP+PowC8GkY48ML8S+I/CggRCep+H5VLMhk5zzwo4Dn5b2tGfCT5EXKI89QNUcz718nP7FqeDAswA+HQfft1Q7TGvf4wZmNyDLCjyeRd6NXY68E0jWSgmwK3sG8gIt9b3hOzBYt0BqfXyMtb4kxoq/yfFcCRK8p2/NfZF9+R5DgJeiA/cVUnAMQn/Ht7UAbs/Se4ag4lTHkP13eQQaneDvLfh5rud3Ak5g1vAEVUnCzcqLyVsX/hc5xo7GtgUAvgb5MAWZ9+9B4Pu/6ww4ncC9Xw9z5/35PYbUHtLiiIToq42rlG+UO365fSWRSd7nwb03Sv78LhlE/8zr80zeCww7v3975i2D6Z+7f+Z9OM9u466zmM3yVrLRe34+Jp1b+WwJddL9vP62uen3e7DZPaTHRcPHnsl9yjCPjblL8NjcHrvfZ6X/vrA4/wgAjvI61v9La3xlOl40eLievn/eKlmJS5Yz67zzOYHsx4C/Lw2rz3kMcDzH1CwJZUL5OAHXk+dPILVA62Ng4Mkn53fCl/dylI1ngZfw2h3HsHH3pLUfFSA8x8rv9896MLYVMR6PsaAz2hu2AnU2/y2bpKL38zND90s648abB4hbOpy0OudygauX8j7LPgu8nuDAw2zfx/ih0erNGGL8fa+UbWZwnNoYVoB4KO59VnvwZe474WY7KJ/XGpW/UlZuX57tLnAv67RreAMXMjcBlALWJ/jbezVzIve4GdP+wr0soXcN6NLtV7R+53DyiHRZEDDOpIc6OIZqouQcp05Vrynge68XdCS6+eWAM7QV6NJxeq4X10KzBhpcpeaUgdJTfr0D5A89Xr5r6eJbFOmOuWO6z+htNhLzOZ99loxuRm6NFGH4iyfKVzyjJcXu17rrmLXN3nBFTrbnL9dgXDUiD0Pnmo98Jd9wcMABzOdpurNGh5lVmCFxsG1k/mVo6eCERZvxdzp/wxcsxEFX6aICqNPONWv5OZ2Jlpbafetm7Ix+icW5IPlcd4KGzvcCywpa16GR8axyKnAh4GYGJXNle68vuDzA+zgIL16zt3XB345T+3QPY9xrGPRWunV7/GmMYycYZRv6rqK8AZCV4fkpmLSg6AJqydxY2lhWTSdg54fz54xMNKqQ8Qg0X2CRxvG5nhxYdKwm/GAOTR+0PTiEZbA6oL8mAGKd8HF4Ld3PPSTrW0bdnzqx19F760ElOJWs2XXW3oCYXePSJnNc3VkAMkEKcWTimLCXUGyPuxYIHUodniwXQEfAmc0OKV/2Odwb+ayzPvwLuJqMRoHX9thTj20WSMoyrWI91qel5YmYrQ3NGHCsXXudtoK25K797iGnTLQ3ZwMn68R0DSw3HUAnDkTlK/p2N2Acmi3DCi0tq8mKWbLPuW4JQfTL2r7qUYNCvBo5vzK8G1V8K/12OwBdYK9Zzo7x1El13jc7UoCPkleWxossE4zBHrMbF4fpHioBDhMkANAFeJHWAeozs/2WC2ZMzRojwrplY5kb/96Nw4554HA8D5kGBaGCLvs+/R6TTbDlEOe8UnDGZzeyHXqrs2ojtcwnPHUCwMwXhyJOv764J6VOfRmc056uHfft4vnFPqiOJSBhnAfXHs+17fMrAIzsbykzuJ5SbwHczGyxNDb7zPI1h2/ogG7I+gN6w9ejP8bJBn9h9wEEJVgEx9DQz5K6glXypDJz2hNm5Nk775TjBl4J5JpRnfLpyw8BqMkYJDtpeV0nic/SKSGgya215z635cwmJVLfvaFygQh8wJkbddusQO+TjO+1Z242KjpbP9GDMzP6kxKEnTO6g/K5BYD5xs2kTynZ7teCOQKfzgPgO2VZN6MX3qI3WSLf5+L2ruIe6RvHrWYeROGbnSevMZaWYLWk/tM4tQLmbcBbelbPs/n8xWQu1oxmvulztrql9p3BLJYtDujP3h0QnYoimykfAHMDHFiLBJ/oAHQcC4BuX2kzB7i+ATCUkBwn7O6JrAwgM07W6LXhv2QKBsBzNQFv26LA6hJ8WXuye5Byir2K3WBAB45osrGYE+AEjnX4QAAYnwjPNUiu38dZ2/64DRR0vNoqZHk2SIi/6+iJnI1jPxmdA3qknQilv7MXs29tRSDmuGAz3y/oybqpP9FBBwAcYEfQIiWZyfaP43QVNaWdMzb7pbKkyerOPu/e/c04s8nESlBc1yHfIeiNXnxmjaTNCjFj8ywyyxMoExBoHOXzuAC4UYaXDQzfR99sqfDQBMf3AAc4ecuP3bMtsXllTrKfosTR2/BveG3+Rs+jd8IHyMgAKYCI8CTbfxy4jCNOTO2urCF22O1MJx3NoMVh/Cw2UrMpuR/AC+sZ223XkzlE1ySD/LRhzPRKQMPuueknT4nBcbIDajZ7/WsyrLMe9qBLD97YddrJ3Af9KhAIcGIwiWcDgkB4NrQWhMvegO6FDyLrZjxJ4w304Nq5J2BWz1wJQJnvpdQuchja4TAnKAWeHH0yAStkauIsZ14EmCSjCQf7nnXJMIJXoDHOcOwPKk54ptoAkWRAG+RhqUvmsWelVHFgrup/evzy/B9++DG0S5/gAE/08pW/0mpgzx9pW0IAUFss7R6kHo9V62fDIKxpAnSoQBDdCvBjlQsANu2krU4QoLX2EHLG/v/Nk5/JjJx7EnxCBuwLwKRkpLI/6j8JeDFrQf9Twa8JMkCHThbq0wGH6M0Yfh2W/ph9fUufs8+snQ9/wQPPZswtua6Dn7mwL874k6Fuf3O4PfbLXGMvcjKvDaSjCgAkQIbo5/w8YKhtb1LeebPyfvuN/soAqMgX1Y62b2zO4o4DGYMF6VGLzfb8pfvCH2Qhrk1B704YhL9f/UxG55y15j1k8dWrvwegfj669t3IBXN8PoNy7/z05PUvrwbkevbkp78SLDX0/uXD0FAgHP7lhVy3zYmAAsGjBgvGjsMBP5rOXsicfwjkocfyyPkAXnz//5gMVfZOAD9KQwdgHjVGxiPgL2Aveo2WDt/Ry3X9fwQafFjeAST4abIyW7I8e1IyktUrVlaAb0B3owEzrpTVnSUgsOH9VPuILEylBWQTAA7ZAlRFPz1nDNAz+yLjgPem9/HPPwcQ/OEnKiUQtQTN1fOvX72NHmE/e/nji+mT7BqMJn3yL//lRXgH4BzZ1YdKAJB7ee0VZIS98McfuDdy+PuTf/u3109+nLq5345d+Psg1ND1twE90UF/+auVJn75hTLY6I9vBhz/dqqZvIt+IYOWTNuU9J11QvbevXsXuya9hgf0kq+mdH0qvejTokIZQTPggtDs/SQYf/3NzC12lxUmCFaSLz5O1vNz158PAXdQGTEO/b66VF1roDqBG1ZGa3DD5e/C7pqeykOrnMvo2btZk99kD9Buy95LNZG5Dbz69Xe/p7c1PGAP4lm3DbZ+Pxnxn4Y2jgu7YHQ1NKE3bs6aBlRRcr3nZyuU8LwBZFNqe4MrBgCvDRZbdb4HL1LhA3Ac6U1vbYJ4YhtMNvx89mL0FjTgaPruzbtboEzKJk9wAltvbUGrsRhQYTUP9FtLq+vbgA+5Dn5CP9k7XN3PPLEVo2MTXL0Ba2Qmz+/IH3NjnVkfdIr7H/ueJYp7BE/PZ3oycx6eQb4c3UPSqq0CtCO1k1k3lgcYU8Au2a/zPO9vP3funZ7VsWccT85n8xwoBhBfgPTmyyAwJ/4Wzjq2JWhWM2O4la3u8Sr7nExotmmr67SSFVVp9FnVhyPNa1Nog3rO95qOhX2WV+zrBCji7109wfrG8NPuv3lx1sa3ksSsE/viZhJzr98JBoMxOK+gAxYgPuI58x4qrUlSOU8G4Kcig2eg2FwE18VeXz7YIOiOP/Y69iRnlsNx0t9vfq7YPt4DHb3mf9Y1vDJr7tqtzNwwwZAn13t+h5bSUdvRoMATd7FFhhVnWmEKu+eaAz7UK2kxc+e54Rh5tv6d33ZO9S8XAL5hKzunBEe+ff/b0FCuOQ/RToEBX0j1ec3noJHXnq/HMj77eTNKCnDdnvfwFg/vB7NmckMkxnU75e7Y/zcDgOv8iUJaB9i9k/uWLRTDTKdYe7H9ZwHAD9ZEW/a24T4GcD4g+v5xArznmG/ycwdu14lRHuo9vwQUP/bM87uP0a+0vHhpeTaC20PhBYI9Oq+lx8l/JwDcw+WX5OHk3yqIKPWDN8/ghn520ucERXlOa8PLBw8BYNfuOvCGRrx3TO7z+12f/hk4fMmTDpT7+5z0+/cCwM7rGOXNmehdjZYXAM7mnQMJGvwCw2zIvmu8Pznule7363vp9njcfM6+eQLA92t1D+Ke2br/CAC++Mh1u0qVGb3r+vHvynDjvcr8CfTH8UzuSza9z9dQh8g160QX7Y6l897vNuoozw69LsDP8RQouByp3fALenHdzeG4Rk+cfrvFXw5ZSnFeG9epowu6nOvE95rlXkdugIbZ7AqEV/bPEr2dw21ND8Am4NExp3sAuHzU/k1eL/jGq3xI1NVpNLihLx9dLBXjCCMgc9mNOI7vW9lSNneB6DPztmO85FmjK0byrc+ZB/IaAgVAS8P4+Y79m7Gk9O/8dwJPOj2PQe96EtFXHqhj1HXYCMF8LF3aB+vkH+TVvjtkQkypKo5h82ZKy8YA87n9jg5Yx5xyyjv29kI8+Sx8sHqgDtGMFYN25+mzLgDY9bOEyzndGuonv/f3PDOneMyKCyS6H0v5swCw/Q2dbz7LFy6AFVmLLtsyxOoOypfh8LffTYIaEknIdwFm5IECwJlP6HtlGrUfnDylI+mkcWVWx/ECSGsoYnwjbzX8E+G4lmGd+JX9ZOjEwOYQJfB8A4BnXALIl8EWczTggqWKKoe8XwA4WTro+fCTvWiYfEsKlq87n3Bf6GZJTfRg+wMVwEFLFgA+eRlll7VZW7GHS9ebg/lmv+bgZy9HSow+CFq60yti1cO72z8TeUwGXp6jw9elVL/zrwAJ34QPyfogU85Nu/TzIG6mSR0krE3LSJqtGoAmh2EPZGbhXBHyzW4O3cKXG/2Zv1kzKZwIUMCvffy9LZ0KDzM+HPWnHrntCyvnDQJICUSAl3kImULwmJlCl/0lkGdmbnk25a5WF6C3IqccDjcLhLHeMluXz6WnjuNz3GZomTWAExKJBISNHkbnxFGxDpLNUNQ5bATxYwAw99eRv+BXFs1S82YAm2XcbBnmYuCDjr++AnAlkK0Z1d6nZaxautHoe2UngRGxJV3rRi/rpL82/ujCgMs6KALeJ0ORMpc4fT3oAgxzL/RNqiYsrXAOZv9anrHHuc5+jIeW7jxpfY1HJ4zOPUEdfv92nEsB+tfBH05HXyFzLB5ANzYQGj7y7zoE7KNk5ozRfrvDTwCzOGoTaMG+ZhnM3BMf57H/VUcn8h46kH238+cy1tISuJcjAfuIceFAQKc9H3CyNgHPE8jiYG5Ut6XGL/0mL29G1AzIHmGCqgn2WUcE8w3YEbdYdVADdUaG58L0hE1PTte3AMMteG/eo4cu+qPVcRBUnUDKxU3v7j6LQ7vANm0HAipTKnQmgZwACDa4BLsjwC18v/tVZQC6JUNgxkbfr2QyjzORTKryKoAkc3j+7GXWKOU2k3Vl1QVokHKvs8bhdTIZ4c0FT3lmqxIkAGzWLwBJHCSCf8opTjLL8Ga+8O9NzwuykAmJM63rI9AvXdOWYl4B9g4AmPmzzzA37geIAbBuMJXKssEF7b2aPpzo+uGRZj7estgnQ1onGGsO8CWY0LJ5LWuaeIsBmwQ6nA9yiEPSXtxmgnMf1irA9gwHsN6egwaNGuBl9mDmHUccfULD8XteUOfm3+4HoW3sGeX0ArLdm516S5kzDDNRksHFnrd7XTIIGcsAA5Y637NOgB/4YYBYSgAvzbjr7fw+zyBzN8A7gXWZj45V9lN9FZbl+yryNbp3gXmzetVxOMVbIeA2NrJyU61FuWyGb0tQRjfNvyugdLNSlnKMp60BUIuvfvkl5ZfNIg1xdQzGhwNRt+LTjI9gAngKEmKnABABmiEHVplgjzEDGIeqlU5cGHUj8sqabnn+lfc4HzdD7veUTpY/23/dtg7Ym2TOQjd4PifmZJ/aQoBsKDNCuQbnsoCD5Q5jW1DlgACgBAUIvHmWMxv/25Gz9wM6oq/tb+ocahsRiFQnqcF+IwfT4zN6ZcaizhmwOgGEZNm9SPYUjn3AudinAGnJiATYtuclBP3hB8qTFtx5CACzHyW7luphZABHf5DhxV5u64LKCSVKE8yKzTvZm2RlQZI4qYfX2RPQi81+tpqMLQ2QvZYgdawAo+4JMY+x6wEBhl8/EdREWfj0RYQS8m2kMw5+1pRtF5ma0rxT0pWPf/77nK2yf1LxxRL66eOeYLqe7WbvGdogH1swKPsoASzfostSxQB5jX9+bN3JRJ15Mj/bEVCa04C/74YHErARxWQ/3veUKx86ceanigYlMfEAAPrnfDLzorQt+9+zZy+Gx2YdY6cZeEKWd81dcPQ30y/V/r6sJUD7kyd//csPkV9Ka/O3rRnY17RxUw557gmfEQDAPlgAmKCCt/AFMpAgF84uzjcZugO6cI9UJJg3E/SAvM7zPrybrOyXL5/89BcyAb8OAPzrZP3BH1SIUI/YMob+5Z+SqfXV9KD9IWvJq9Wb4LFfB7wjo959mbMFJdnfP/lp+DVBdYPn/z5BBsgI4OSLyR7+GPt3WzIgh8g7/oTV029nbd8OQEuP5RdDkx/ozxq/hefK0HnXmznnfIQtyXpxTg74O+Dz7EmWoKak9MgPPTnXJvk4wCFBBpiAWa8smUFk3POXnwHr4UHWADtIG5VxA85Hx8x1P/7002T0ji5PlYL3M9bhhaETlQ3UM9s6ICXkm+jwaYBiA8OAjtD/nJP/9rfXT3548fLJ0wmegiepNvB6+lizTn/9FzNeLdUK8P/bPAsAPNpzgMbXk1E7PYkXTKG/MTzEfvry++cDbGqjv341ssA+O3xPIB4BulQugGeg69s3ZIwPUD98t2ZAxgGvo7d++ss0dpXxPNftuYotKzzIW/m/DCugLbJ+7UNslNq/3I9MxvZUVl8C1LNHaU10v6dv9psBd5GXb58Pj6daxlCPRHKWBj/I3DK6dLYaIaMJsknfYioTCDxpN1r2PNPIOdMzIHbLb0Mb9Phvw9cEwKUC13k2nmtoC8KYoZ/2AGqb0X6aEs9jCw/YXtq9nzL8CRpLaX9sGm15Xr8lA1/bP8HIkVE/C68DVJO8Mf+x/mTzYk+lKgJ7T+grwFtbGx0G77Ce2Kip8sATDgA4voWtosM6sZQES7QSFNcLANOqgM+2ZUUmpc2lfT3zTwAXcq9/iDkkEC2AO0FN6Nn1cS9vJKgpQDbAKrr+OuN9lf1AGmhTYYcKGKJbcy5BdS3fXQHXF4jJGCd0FLQAACAASURBVJJMNeNlz+5aVEeG9oDUsXU3ABDpj5/kWh/0580Pif1Pe6P1W3LPN3M2+GoG2DMF77GNJLAqEedz7xl/quDxZ6g39CQoiI0hPr1NxJn3UrZ81o4xlCL1ncaa4cuJA1Xw8jxJFf9G9tQSj/dIsJqLeo6GHusC0++6tmDf46v5PTIib7dqCwPqepw/9/G7Xn6He/DMZPneJRi4h60cbiIAIH/XqPfrMzq/vt/r+LyxmFY+a6D36p/9AteF9mcG8HWz5aLbxVfG7gPnGAuXzcfrHwMsCwJ/DohdjqF89+EjT/pdBvaxiJFOSNaaBLvYHcttLv/BDODT6eE4O9CH43+w4AfY2+u/dJ9/FgCuQN9KqN4R7LN5F4y/dMiNUSMYS0s2lPN1f597x+D9Ot8UzRcCBb6UyfvgoY/80eeevNW09ZPn5AH587FABg03hfReWE6hOnnwFKZsmceXHxx28+yL/x2Xd33seW6y/juByI7jAUD6DwjUMbWn44M1jDK+BOqxNby/fZ1klqdDlj/n7/OeOkjW8N1nVSk/NnQPNEbM+ep3r+foXBdYSKnCGJ1XhpqHAA+EZwbwSesza/SxbNwHdNr1cL00CB7P6L6yfO+DDfjO+d6j67pIVA7xxzMeKwNtJo2bVumdyMJ11Nw/n7/vHbOdIwdNlqZ9Am9On93gzu/ey72g5hVxdNKtz0vmCu6OzVgOLeY7Zjg+DBwqnS6+VSC5LhnD+BJz6JF3myGWa0IzTiI6OuusKVB28pNjMMLS15ayizNJ2evPW+RW1n/Hs4ZB59soqv5ttlMB80vOC+y25Azrh7MX/ZEelzOv9p/ovTqOk7a9z73+K3hcELfrxWH8XNcCo+chJEbKmk7Szqi9GEpLJktDbtnOY0DtBZsjWfqpAThaPrDBQ87LjAleghwLisJ/RDlPBgIlngvmtI9n5fhWvhkdGqeTDG9IlC8dNg7YjBoP8maiXQZy1BEGMgbQI3qs9yuwogNZ50r1+0l/HaLyj+P23iegfsoPzhGGcMsyWX4JbUIX9RgO8a7dyQM6lDkMmFFU0Kq6KQ64yIuHixs/BQzx4HbjD/rCrY6oo0AAWvmGjik1SHBNDqTq/5suXwcE77V3bp2rXJOMmeNV/Sewqz6Ibo1tbskxgUydyTHO45jH2XGZtbd9aAHMzvOPmbjOVJ05Aoo6TjtP6eqgUl4YQBoAaQGIBKjc8QVODgaJEzOBCRnfVfYM3SOAZy8rymeRKdbS3Ol7tLTIfHCYwoMz3oIBkCBzXhpngPAUumHHk9JEAek2Q4Q12gxj+OqigwDXyQPdKwNMJhNIcJJXMmDmWTiE4BFMVEhEvPbF844vB5z5l2AWnEdLv9I3h5kVywYaRV4id4DxPpfnXECWveLS/24AoVQ7wMHDuu/cATpSOnD4pNn61V0N0OC+OCKYSzOhO8fSgvEm+4l5j+O+PM3nHKoEsXRMBmTAjRkwSnkkAxiWRX/Dn8h8nBFhT/VSeo0v6HTxi7QzEMISYByCG5SVkmlxSK6C2oHDL+G30SkG/qg7DRhrAMdm7a4ObCZS91n3y6s9BWB6exH3oNu+4ZbMxxkBYKW8G8C0Za7RwbDm7pl8Xv2eeS0fMm4O6kyH75t5Z7k3euklcGQcRvYjM0MmoAI2+fYzSqBBdK99FpMxwxoNPQoAR5cGoEDfTHDBOA5YX+0TQQlf6EOcKwIerN+tdyV/0yOK/WLWV1kFyJwSn4lkx+lPad/NTJ5Pec/gigVh8gjGr/xYXhWmeBiMHAAV/TwXJkCJQ38c3fYStpVE7R8PBOZKrN2NsyNZd+VseH1kY9eKrOjo1px71qYeGlISMHKY97nbGQjXAIJtlwD4mz7BBuxYbtYKOwlW2DJiOPUbcISDDbAlvQrTqxVmBtAl+8X2Ai2jjwPTUsmX/ut+GZnI87EX5L9mmCMjyDfZ0+G7lcNb8OR8L4BonESsj+ev8+wBCIh8Mi5AimSEA+pGzsh8kNd45q38/NrEtiARJLNHO4EBfrev2A2RfeWz+j2OffaeeRceTMuKlsCb6+0HbGYhL/vyEfiKztQu1QYTPDPjFP0FoGOJ9+jeETBLBssHyVhONpGy2cxzMlTgGdYJOl3Z8jrXw84BDd0b4Ft0gKXavSeyZgCMJWEVQ75vqfAGEMHjzdIhi439i/vyfUry8QD5CoDAEsS2m8GrV1mwr3PWJQA/OoTr5laYEHMZ0oaDuH6fZIbPXAiqSul9qtaEDq2w4aqRldpNi8AA7tUzDp873p4D1nhg/yKjcQATeA3AVvtfBzM9c5kfAIM24hUAkL7WsWcMYNDpqMxChxcvXozj9JvJTDRYhPvbe3hthGW38nVsgjhBXQ/mY1YSeyVlTrVV5Bmy7AxQQtew33rW0Wa2DYgBb9GTaa2ivkA2AH5qCxsootPfYArOCcqItqkls38ZwAy6fD+gSnD2+f3t0AeALz3FyRoeWaBcM0En+X1A1W/WwQ8AbPCgmbUJPuS5VGWJneW+wjUGdBkQ8nQc+gWdk70e4NwgTmwJ+zZu5Y3dd5VBHbJkd1rG3HtzCd8how5g02u1kdBXtatZA7J4UQu8T1lmXskanO+xTqE1ztzQfvVEHOp7ltif3AN7KwDzgADIfM4OszYEpyCqlLomg5/voh8Bn+DS8kR1YPTKrCf0e/PmLXVmwh+em7VhoNfXM6/Xk4UHbZkLcoms2RKDM2J7haODkctPT97MnkuLjpRsHbA1emH1ZP0n7Cn8ewl/z3PoXcr8Mp1sTQDFAtBvphR3SvPHnhiwe8C4ZLZRwhp+m+ekDcS817ZPv21lBnjDagH6Awy0Ut7Yd36YMsSAMdVt0XWxtfNWfn//jt7flKL1TMvcB7cO3X8JwOge1HYRzLly9Os00WX+P/74U3gkfb0TWIA/hF7LlPC1Agb2pIHFU648VUFoOQJ4NLpgwAC+Qw9S7Rp4dc5k06c1ASd7Tsfe/uX1hydvR7fSgony0C8JoogfjoDJ2mFrhs/8KNPbSmVMPMewoT/zePP6dWzRH3/8ITSJTYMNLH6+fHUBVN39yBClXzqZt/BUbRHEDr1vMBJBfC9ugSNUvgBMTeAehAFwHM6BLgBujOvnX16HB/4yGdIJxCFLmfYGsxZkekZXbUZjzlUDDPEKqBibGjn848kvf4eeZNiPfE5GOZnT0LGtr/77f/tbdDA664cfXw6wim4a3h7aUkShAU30UI8/ee5N1vGnXykxbv/S3R0kNGfG9BqHVzbgANAVWosl7b4uXQtk8f7bKWNNmf6c/dbmtkICPZkJFBtwd4BSdOX3Y3uR+R9Nhc3D2Xeu4LjwZkq6I7vwLmYtwR9vB3zPWWQPwiMhKUX9+9iL3w5vfTPgI3zwPLaoY0PvefZ4KCvsJZTNz2cJBug858Jkb3P2mDXPvjpymfPn3nR4AXsFADi92+e7305m+ydaDkywxrezX33//dx3j/7QjRLZnhuPQLW94BYQuefUH354mXnCe1RXgZ/ce852ImMvUQ3BeLHol/TLbuDB6Dpe7JUAqe4zrp9tThYVz/qhf0cPzO/ayuvTStWGtWNmCHnOfOb+y1kEe08piu0E6M0+WzLNR5RSF1jEhsN+wM7inhfyiYwCkjZQGL2KHQEGu+ZGnrEmrNs6f8dm2SBa+Jyz2cwNewaboe4QrsO256wSmqTyiSWbvRHPN5A1Z42Az54L+qxU6Vn57HkXXcwzakbntIOdFttyddbc/tcZE2yoPWngVGxQzsM7hgYKZDjr/krFbGg7P4Mx137az9fEzDUp302wcaPhofCeI5oU1CSgnbXj3pu2HYQBhccrNqV/Q4OMb/f++nUja0n0qK+r/js+4DsoDW9SAL1PqJzyd/0vt6cruj6bu9zKVLfCnZ9Bh/M+/0sA4PssTxjlMQD4HMhDSt7RFcKeKxgKKDn/WQDwjciVyHX01BF8LULV/+cAWa85M59rMH7pPn8GAHO/E0AtAOr0Hcc9cPPZPJSzLLoGmFf8swDwbU5smn3mjUYyeMf52Lz/swDgx8bh+vv8Exi7on9VhOe8pdnFXydb9f3+9LN/HwDc+3/pvh3LlwDg05FRUPYaret+D/qdn9/z6WN812eUh07a/hkIffJaAeCCcQ1MeIwfY4hEp6nYxOaUnxwhdj26CREJyaIVAJZmNUFZv/3usaFcc7iucy289h/pmvv1ulc3ff4/AoDv6WBQgCC2oLabWUGgk95nf2ABUQlTAJipnE5BHc3KwD1wxfcKAN/69fR+Q2juZdbP6pG7e+vM0PC5gQ6sI7qcNZyBNDMsm+ahE+Lg5dpdlMd0oLoCQ1RHUEpcL3/cDtnHokGvs7xxewpfjrlLH59ZtuG3HbcAmHQ91/eUkVP+Tro+lLFmW0C9h8EW5TUNLh0rdayzjhq2Grc9lJz8KRBbyl08cGYPp0rYMYGbXmZeUDFRgRcgdpYwl/8EgHPwm4cXCM/aEoW89xYc0VARUMfZZB+0C1S59oUCwBnP0rm9JL/FwRY/4LVfZN5jhPf+AF0FfL8E3GYN5784eBYYs9Sj4yzLQOezp6ByVCB+ezmuMMUpAYjA2OZ/5TOdRFuObfUIo0+PvC0FdwEEV1a9jjycAgIfGXMMYA1+lrcAcL9/46/5vFlj6TW9TrlLr9SiDQspn8d+xtgo9SrQsCDiyHEDGYh8Jhq65Y6RZZxMlPpl2T9t5vmN9+M4tvRSygg1QKglDjfTSH7U2RO+JpoZWm5EqdpAwEgASr6DA+W7zXpFXq4j9o0slokVxLBcIddTqsneYs3A1wnfLIDNOFxZgL8K1KZsbsHubBnKTjgePgEkBOCa3+PcnfE2epaxcDjB0SQ4qHzUsZi7rfPJSG2UK0ZY16ulQWvD+qxw9ga6WH4XdoTPN4MV2aXkcJxqOpLL1/K+zkrWn70ERx/Ocu7bCgeIsRmen++JBlVsidT5PHLVQ0XAej+LvOxk4MsA8Ave09umr4svsf9xIg9oNz8pm1cHwXW0XpBr+a90hWcqP47ZDDjWwuj7DQxZGevnCXDASb2ARcdkT0wWrIFR6lJBByfLoT3ZS8jvgrwpy5jTrPe9qlKY3cF7Zp9d4EqA4Tjt97uZwEP75CzhTlaivfNYI4FS1oo5pZxWHEoACj6LMQdk2LOjoNhm5MI8a2twv9iMu68IvLTfpj2HI7/huepndV9BidgDyaaybCaZbN/NmAruorcBUeIIJYMIR8z8j4yBlovkb2Q4wCEuo4DGAhc46ZK5FODO4ADL8Lpy1V/29sL5yDoYzZ6sA0AW9PXoJYAaykziuAVsiyN16ERADeXLcDy2vxhrnDnOfzg+mkkC38UZTob9nfEocGR2is6Ty56AfC15vdt89tBWY0D32spkqzPE8aDDo2DaJxz169noPs9+k3KvWafj7JlgCQHmAHKhywlIKz849a8MYdZeRz2f1QaLniPjttmxQzP6Q7YvFesC/+K0tPKy1QHMor/2X21SQfoTAOZ9dCZgF9+lBGlsEAIAAWhHVqG3QJvnHAAC+IBs+gBfm6kPTxQoatUOz8ftSU9gE8CH/dW6v1CdIHoRJyD6o0Doyj69zuA9ZLcgLtfx7PuzuLJuQAqfCzwLouEk/Dhrkq0QbgfAi2eRSgPqCcCx7BtkaVLyDvBgQV54JhmGK3dpf7D3uYD0AcqH/uxb73B4zrWsRzPcKeFoQEm9Y8raWUmHTPzymOtuhrb77GSw7TMRZt5Pr7G1X6DHb+P8bQATgKRl8wUNo5vHSZZMo5k68tcs1GRXJzNV/djzC3KiE277wm9lAEpAa7vreP0tYPW8F7tgMssmkEPAUwAxVWGyX7r1BkQHuEQ/kG60+9fXW66z2VaAbJc9/fVk+r5OIIE95RfIzH66/Dt8SoltQVn78WUP2aBEHMHp9by2Zu0TsocBcegtiM5twKRtArSLorexC3Je2XYem/EOr2i+YLsabPH8OZlulgJEB1HOlQAOZFhbgmxVeqSzz2SXiT2O7duWIuiJtLpBV7OEBN0On76dzL1vNxv+mwEQYhtnTQQH4T/0PzoCm8w9UrrzPIEDZQDHN7IP+AogEBnfIAvW7QJs9GrigH9Pb1CyXpk/VhEBmfPftwMAWzVAAIbMcIMDvaZANfJznUtaDpMeregDQOC1W2a+gAMACvTT/WoYl8/oEYt8Pd2gOuZNSVNozfrWViCg7rtv6Te6AQ80VWV9CdogsJP1ZbzQncz8PScZkGIZX+VBcF67dEq7Tm/SJ19ZUYGMq1e/2Dv4yYBdBLm8mGzb03mMDUOvYc5Xqc5ET9uY6Di/AR9eRHchf9iLBKugL60oA/9uwPKMT1AP0HJ4ZxgnlS1mDWsHJrAmJYfdE9AbtqCYvTF7N2CI/1IFZnr+PhvgTfCcUuoCvOmhmT0C+5LqFDNfqvPMWNjzI8vz/QJV15rq5LNUNWv39sn/+X/9l8wvfTWhDHpmeXqPpwNkDtCfdiqeIZgTvVoFgCkhzJ7GvD8kYKzZ2MjER4BYgkGWbQCisSuwiw3iHPBuyiwXYAkAD8idahlkagNSWaY97w/4zZpFj896fz/lidGbBvBwWOK+7qsUnfl1+AQ5jbyj55CUPVsi2fR8pRINAQgCd5b9xy6jV7EVqP5I+fSsW8AsMqKVeUqH81j3HM4u+gKQ6ZT4/nbKUP/l5Yyp5x+AoRn5fJa9djOw0W3ItMF9yqOySjAItmrU3JP//j/+nj3/r//yInrk13f0cTaoJwEeUxaa0aA3GVQygGd8f/kJuVAGod3HDwLCT5/OPjZze7oB1z7lyZP/9v/8YmuW0fM//TSBOyPb2DPJhGd+cy/0z4tZy74I4Plt9DRnB4A5bJ+QZ8qWB7yaBxJM8HoyoJFdA+W0Kf/b//u3yWr/a/iMOb+cdX4+vY2RiYDOewb9YXre8qInPOvF3waFKp/PZ51TlWHola/sFkHAABUcsKnos5yKIUOLD9MfPXI5csVZ6I9P2Fzodnrxsi/ad/332CLqmQSsQQXsOUqQJ/7B0sRvAaJnXC9mj+G9W6s2vrngHnNGzn7NmZ8BElGAfpo1Gjsj1bWSiT96ZoMNP4xepjR8M4D53tuRm3x/dE6yatMLdUs5xyej7wx9bnljsn/RSZcd/m7uYZ9Vz/MCqiY82JdXGyVn4eiVsaEI9BqaI4ucBdBP2FcE2KUlRTL01X/0vmUdrsqM+j/Qz9zz5axV7Lv5j972HNULAAcsH74LoB+bW9kzqMc1tOR3bbcoMu2YWaJWQsP/Yel9gh3MstX2Dtm1l+arCfSN7tUOzR4w9GOvYXzYNwQz1VZKC5i0tEAiPDfwDPW7sgbNwwPzngGkJmf0qMRjkP2rxQe+mg1SCUK5rU0IUSJYnXNAqm3AP5wLDaT5ZverE1fImWVoFH2y9l2AX/QjP7EB1uTFDI19mnO4Eu3+oV6z5Z32Z6vIYKPY1knlzn3jy7slE9W33uQ0z8y8xBusQhYfPryKjbPJQFyTyj7YXHv2yHoxpPWNNlCz/nvHuuuJjsfHtn/3swSXZy08R8bvtv6aBIruhWaM43/aII4/ywBudHmJ5QQlymMO6BLh/OxGmcLT+0YPuxfhritDpFgr1+vze/YQ7GKe9zt//2d7APf+N+O/i3M44zP/09v6cMgPx3v3vS9d2vud4Ol57en8ivPtEXDgsfW51k6leOfD0BjMej6k82Pzuwf0Hz0I3z3gnNeD+TxCv8eA43t61SF9z2OPAanOq3y6FtpnC3DniPvsc/mr0R5fek4dnuf4TofRl773GD8U2D2V3XndY4Dwl/hKXtH5fN6v7/O9lk6N/CxDPC6711NO+W+WHsZ7I15uAPUKYTeNZLbelkLaR1neHOTzew4RKs++CuD+QdR3DFyhBG5l5qiKTyW+h/2tY9IDat9XTo5nH3+fwO59FvB9pi73eawSQuhYj+UhDwV2z35XfKwTc8fDRoiRPWRov9/S+lz32/ocjuTzuqtEMJknOofPTNcH1x5O79L7lgkeJ2dLZWil44LKprI6qE7q+6CBex469Ue/gxHmRm65sAILPIcovGbwnhmxt7EfoNO9zNzWZfnPSOwTZnCm0avz734f6/r1c69dB/TpvL+pzcuhpkFx6VPnZCZ7nW72WLuMjkueAMfse/ZwDBmBg67uDJ8L9GZdcC7eAh28tvdt4AG9cML/818BBeblAR1jxXKwt2dvpGfpUEOXIeCwbATgSUcMW17JPkwG42ZLrLPOrIKRUwzV6oeDjqxljOwZo06ducdBz5ZX7LpV57b067kFBaTdKNEbb2P43MCYy1hNeR4ckildBwCsM1oHLyU/l/8BlHLg0AEmOACYokPpBgotANxSeXVwNsuTQ1/XDnm4ZfMtT+IYwpKNnuP+M6hTJxjgZFmv8mfbBjzMasFp3QwmbBczTc3c50DCga8ZWgsAh2dn3kt3SvRi7GuMCj5J94LjyofbB07R6teWV57DM3om/GBZIACFy+l77c8cOtAv7X0eGyYnGkVAXhME5gCHY7GZRA1CqSO+e0Los4fFk1c/EnBSIA89wLlo7i2YZ6Y7oEycSEsT7pUyt1rru/dgXCGEDFDaEf5LabryKc4W3idD7yr1T6UEgloEwcrmjJ+MKfnwPKi4z7Wf+MfoET9PNu38B4CILKAPfseht5me1UHoj2y5WSm/60HCNWgZVnnKqOkTsIxjB7nafSG02j2kwDS3SnlVyrzhJNl7xzm+ehg62Ntv5slYdrs38nh4ZZxVN51GtCy6gHJRuHaHPtCS68ywW4D1sHPUhWZUVlaJkPfwjoNajYADMf0Zmc+WPywQLJDGibIOLh2xjA2aVB+avecNT/pBZbOY1oER3bMHPUVF+q8MC+ibqVj6M+84Y1PGU1C6wABgk9nUZn2WXhxcU+Id4HplphlBPYzCombjWTYP/rEEKI77pcd8WSDF4AqDAxZ0QQ7jWLNSR/nQ0sXI21bjGTpZjWAcMARNZN/juyyMpaXRvRyG2zKAMokCNDq+kmHCWsaeVSbSKzP4ToEYAAR1Cjyf0tOJ3BdoM6vJstFkr8VRO8/ks5RJpST0rDOghPrLspCC31cJ9OxPZCfhlI4DywCRguThN8YYWrWc7p5T175OxvSME0d61h+nVAIFymenM+HIwMGXNuuQTOK7yHVolwzH8Lt8VX0Jo8EHDX6St6heMD0FN0teBwk8gBywv7sPwnsFh72nmZcGV7luAl/oS0raQkey1cxGoM9tSkxv1YRWzUiAYHhffZ5xD30SDDByCB+ljzxVF4aOrCNZmwEc529bUTTb0WoZ7QsGL/L9AnJXljtOcHU5/MBMdUo7R5w9ZjZYxYRefw2Uajn5VqjIvkHWy9wL8Kj93d4PCIktICi+/Z9XP2WO6/QqwM66AdAi32aWKkutypFMdjLdErhAYISAcMqI11bY7HfLZLu3R++EVwsSIoMCEOq5DWpCrjeLVKYxeAU7iD0MPmVNktU8z+P5tUU1hdGI6jkgiGa3srjIacrpzlX03YQHKTlLNhX34L1kskQe6aUrYIZ+s02IlYFSzSLrY6lINoyUsyTjNbyqDo0DFWBi0BHBpKscOgAezlV6l8YCxoYFiBz6Ipax2ROAWvD3Cj6+2b8JGDBARPtZnd8gO+b3EAC2ygj8lQDc2EzqS0GNKWk6TtX0w4yNIz8Kyu4+zd5ahASOzbkHmTDw6bv0yuXWBkvcso53zzVri/6iA2Bjt7YaTPQbX2SDVh8kK56AoqELwJP2SDTaAEn2qzZ4EP4xKDn6IME3OIRxcnpf+NlsqAZh6aw1iMIgO/iYjC0c7gKM2mAC7ZZszggiE+gSS8s2yyrtAgMm9bnwPXKnvvvEvpK90Gx575UfkTmeyR7KfFIiOVmoPi/6je9PNi9jToZvqr8YBMFZCSAyZbTps5m1p4Sl+4dtgIb3ARrg93nu0+WXXxPggDNZPcEz4W35fMY/3wtolj71ZMmiUwAIAXg3kzkBRQIZVGViXZOZNqAh90uFpg3MMFOINaIkcbOsDRQL/2Pf56wvbbLw8CpA/NAFnrAv7DxjgJyvBxSlhPu3Q2f2S/fmPX8uLwV0GR0S0CB7Nrpoz5nQ/uO7ZF4Cun6cz7DXopN4fMqEulZkMMND8MmPA8ok6AFfATZGAzf2+KD98vWTv//978lqZYy1d1iftwOIAeAx1/eTmW7VEPiCfdc9H9AFoIj7/D4gByWMs9XGFqICwOhoWgRgIwDiDmAEoMVz0nJj5pPgs1nLb0cPBQgnaCYA0PDPrCS9fbEi3w5wB+j4G/PPGYygN+bt2ZM5p31CMtC1c+BLeAQbAqAwZ1ARyMgvGdewOjzw9ykZjuqIbTOvN6+RYctsA5bxLEuMesbFroEO7geeg7iIPYRsePrlIgfs8ZSa/fD7+wQ+IVu/Da1+TUDs+wHJ6U08QPaAm/TRZsdRnjcJDNsg+loQCl8A9303oD06+6cfZ53Hxn7zGn2rrgMoNu4C0Hgyi2d8ANwGq9liIUH2Q4cP763g8/QZB5vZ84Y3aStAgAR72R+/z/2HBt8GUFU/A84yTzLcybj+YYDhZ+w1PjLrQUANgCl0o5QyP5lTzsHzxzsyt2d9fnn1Jnz/40/IKwFrgMNUi5gmwvOiLLruHIJxKAfLPvZ7Mp9RFACXAsBWqch5imxKnjPjfka2eWjtnpHAU3xGw19Pp0z0y/TppZcz+nJ00egRglm++XqCbbAPUpjDvQQ9/QGgNEFg2mANNKI8NudQdA97J3sJNGbNCW6Dbu+m9DTncIOw96zMzDhLSz11w1ycMs0jF+ktvWAjIgtwzngCAicAxLN19mv6yg+PYPvBc9k7h4cT5JpqKp4dLaNuJnP1WFr6pFQxAe7zzJZ2nrvD6pjL+JlyqiTIaWiIrsWWITDpt7EloAk82WBlbU/X3OowZFQ7T+iRnsDz2pzeWAAAIABJREFUD3mHBwlaMLDUtX5Ktjt6DcB++Fk6GkxuuxQIJk8CDnMNFtZYZOHBDxOE4Dqp6+ATdS1VBjjH7Y4NMB1C6DNI4P6Mm2BcxmyVA/QrPboFwdE/7Smec/5c8pEe1wScoF+Y06wxt80ZhIBN+G8PsqFJ9tGr7UeD2eL/TFCB87fMtMA95n98crFdZ+UDAhOwZKU0zIwmGmGnmNlqkCeqLxXo48dZX9GMrzaa/mV9Jvazd1+xImb9OOy1tkm6VQW6A4AZq3NZmq6djfxYnlwmiK9jhbbJBSm9nwAYq4i6V+NbkR6b67bSwrpZtplXqvItfzVBgO8g/8UruCbVVZjPfI39AvpxllH+vEF/cu+Ww+cxf5oB/D8DAN87/28z+wcAcK/buf//CgD+Evh7YyqYa53/dRx7SKiaRchd8DrcHgOAu6FcaxLWePDnPQBcnr4Hgc8v1RF/vve/CgC+p8PDufjXmSH75V62lxDd30NAS4NC49B78vosG2BRzZMGnwHAEXx2RQ9B9/fo8x/Lvn2Mtr3+z+5zymF5IvPYiDN+t9ToRbPO788yjM971TEOQFID4s8A4GjgeQHxcPB7EMzgwz0kz83WbZYNiBcbBSuRzLnd5eM0ywHCSOTqjkbVcZi6Ob+XaP8sAHxe988AwNw+JWpvB5LHM347zoK/N3oeWR0PNpTlufs1sTTI9SoN6kCCf5uVVf4tL+mAc1O78RKHc/iTTRYn1NKY99josm5snoBqe9DLgb5A0bEJJmqVZ5S5QhtX9OIfD85c0gzljsWMvuXL4/46xC+noUBAT67eu/xX2UjmcMqqaHzYi0M+C8vlAGxUYV98dEb2tfxg1xZOJNMjjveZK47ymrzXhu36tIysZR+d70GWXFNjRGd7e3DUGA7VdJ6skxjh4F6AcZ82Y+C+HOlnG39kQSOaV6PLcvwNjQsJzd+QovwYcEQaWcLUkla8lN91XAM4tAQOAMBGLHJ45UDctcehRSnoAi9fLzAd426e+zXOe5yKyPMeIwIk4QRa5+ypgzKX7f0pLTeT8j6Aa5c3fIkjfYFMvqMzUSM4UbcHANxx62m7DCkdrZfOSQbD7sEAQpFzVg4DHLovsMPhHQM26wW/HgBwwCBoMD9v+/mCoJbGvXgUL4jf93rxfwPE5G8CSoxQdGwb2bsOxU9zTUrr4fiIY9dX1UoCbuBv+IyScsObz+YgH0c7Tpj5TBmXny5ZF7BGX0FTHe6W0sz9ALrmUF9AovtzQQnWAl3R0s23ccEf832d9vJcxrUykXXfg0Tl0rUzc6syHz6DJmMgR7etY06ZdE4f54SP3KaU35aeArzKwWgu5B+OHHsrLugLTZBvfob3NvBq6NVM3QAPCzqHLunPaqlbDjbS0QMrmYzoUUBoeOQmz8kE4NC/juP5DgdkQNc4NAN2kb6Mw4A+mzoNs29ygLnpuS23H6fy3J/rVp61UQjq0kFfGch847TfrMIt9cwDqoYZJyVaYWTGbh9B9Ucc0DmwklUxDguAa8CD234kaAYhG0lLb7jwZcakw0Rnn2VWc+9kpguyX9fqAHRsgiE4Y+F1AT91BXTL4ZMI77lvytptYEfnzU9l2NJbyQIOKXVoN0vU4J7a4dCfzEz7wPUQq3PT6HNelkXWEdk+vpWnW7n8GR982lK8AVyQ35mzNo4AbdelwRWVHTJYzKwyWyKgWDKOcL7g5BCAiUzNHCODCyQhnwU02fdu2fHhVfY/bVumwxzh9QCx9NROVYG16SirOT3icyAmIxfHIcEEC6jULuZelnAWpG6Pc+QMR1XmAui6AGHK3IoGmJW85ZV5bitwtH8skfNfz9rdQHOc07FVBBEv+u5ccPikJ5eZr8gH6xeAb3U1GTyR2Q3ukD8v2dRmEZiL3oJmyMjwHdwa/YNOipxeelUQvZUCVv7ZU2e/bGsA1ktHfp1fgtPylSW4a2skmxOHSgBr++JCj0T6R5evPptBxWnC99dOCiiy+g8eYE3gX8+gOsIT0LGBK+X1swKHVVB05mnLXnJSGuGwM4N0eJIsmu2z3nKAjJNnlc8NUMCpb3BJWk3M32Tg2FvyoqmlhAFT5fs/4pQaJ1IcgzqHcNRhT/H6buaf0sXzAgySFzcTJYCJPWV5Vm1dyonyXMHnbteWI3b/Y8+yD3dKCg+fo/vhO/dIgXH0X3VRM6uTxTLrzD1KI+2grS4EALHZ6lYjABiKBst902+NDON5k2Cd2lAfJwskfbcpkUgZv+yB7PueUz8OrZC5lFIHpFjABoAj+oJSxMm8pa/zAEprByIDLSuLnnffR0e7vsmmjQ66gG2zAenpiJwoN2Zwk6mOg9Jgl/QhnbmlpDb6N6XA4UP3URyaddCyF6k7B8ji8xhKtlgA6GTP5G9KqBrsRFUiM8ATgJgSrGT7w3sG3djrD5lmzayyoj2+7Tb2zAIt4ZkEmWw1FgMdKEtK4MCAAwMCRX+iR0fOvOcG18y6wCPaTdbG6Vom23kyci2Nf8m5WUALNg+pu98A1kFXW0MY9OALRtWeAhjjRQAOOhE9AC8BVCWLOZfCZ/bv005BRsxiMnOW4ATPW8xP20tbmevSMoOnDn8AWPFuHP1rZ9FDFvoD9Kgue87dwMO1c9N+g4CiGSSlhD/9jlOVnuvs5dieOu9Zl8hL9nvPMOrZtc8D5Hh2vPVHJ1hxpoVj/t2AU/AlmcoM6PvpT5xSzZNdmQxm9CRyO/dmf8Mu03c02XLJmFdP1p/xK/tDAkm1CwGong8voG8BubOPpNqHtm4CZMJf8oS9Mc14zj2GdqwhZxazWM0wDe35XnhdPQEQVLnCNvkOBzQmUs4N7v+A1rEnEsBH398pE72BZwm8Yp+g7O5c20AEWBCTL/0dxyMfh/w8NwB3ZAB+MDCYtXg3/Xaxwb7/fjIwcx5hjc3eBXQgk5N1Qm4BKZ9PqWMyIMM3az8BeGUdN9CydhdnAkAqpWV6+b56JY/P7wBPnGso3W5AKm2JAPU4w5th+SJ9pl2vf/vXt/F5kCnKCzK+HyCZQMKv0d3snclq1w/1cdb2Je0QZv3I9KXfLlltBkt4UuZ89W72mV9ecW/XhWxwA0pcR+SPjGf2KrPS0IPqYMbN/H59P1U44GVsd2QE2Q4tNsApwNv0VCZDdl7/+j/eBKBirAGA53rOc+ifPWbHPk/24oDPOaNmw8JWJ6Bz+HTGxB79cUDXnhvJZjcgCnp/evLDy+8nE/XbJ3/7H1NieoDcpzPWZ5Nx2qPrp+EveIDgs+xXM2/ki/3ux+kTTIlsBvT6FWAffhYqBXw7oOyeUec5f/95QNbJspcXDKjXf0NmtWXmv/9R8PLjyClgKLz67NnL6dlsr97E5ACvzRq01Qt9br8fmX7xA7ok0pBAg76SqBA9BzA5/cd/XB06U6eSw/MBMP/tb8jLr9PL+KfQ30xLM72ZF0EjsCZnckvc/zrltAGFWUOUlGdWxKKqL5RlTxleS9UdANkpF5wkCfhjvvds7CqyUuHDVGXY9g3YZ6mEkHLHlC8Oe4eH2T8/UKZ8QOoEEc2z01JknkMpf0DZ9iU3uM19G+ASqgAAwxtUu0CGEsQWpa2f0Ep0goLvZh2Y0IvhIcA4wH0yUL+aLN9UFBoQ8zl9jhOETxYw5fCRy6lgMWuSMtux1eAP28n0Vd66vbG/kHGLrRwbOaWsrLTBC52FWkt2N38MjUb6oufJEAdoh/7YdMlAn+eRbZ3WJzwaOSNgBx6eteI8i3x9lzL6grcBNIeW0An9iL2ZI1eyr9FHu29uuwZBTD6HTwz0KA9QTt5gWvVytMlmbvMcApF6P9bRfe5qsaVfbGzOWbtR4znHvpoqB7zc2hjPlnKevyEvBXJ+o/x1Jsz+sqA3PqDYd9gs2pWcx9ChN56dIcYXAoC9ZyB9L9ta6ebvWP8J40hQAlUoTOzCHgIP1gZmb7FKEwEjsbtY0fVnXD5dW4v1nIJuTdWR7T8d2rC3Zv9gXyDb2jYL3VtqzzFt5mPg7frKNyDdpAhaAsiHPQNoW1w+6ZQVH9pEm+y9+F0/9iXj5V3swBN3rd+f+wreYrPSDkYbBx2auewNTgC4tlMqfnH9PLNAe/01X719/9vQ8JrEvRD1796sB4fLMHPy7iLXYn5+n5pAfnIj0crxWUqYz40d/bNXFcB1XTN/q7ODkufQ/I/u9flzvpTp+2fZsP9gwLeP7zNeS8vHAMDHQL6uQVPuw1iPAMBhOn0j0nyZ6KHCfLhmvXcH+1i27znPkx/OcX2J5v8sXT/nuz2cHo79U1AyVw5KtwPDAhN7GNKZ4V1Dr6N39C1rcL9bh0gB4Ao33z3p4/M+zyI86XM5buX4s89h/r7bvf5RJm6U6fGdM3O1a1xadLzn9SdgZqbVRZOO+7FyzjotH2YUn2BbHKIr4jokZbozm1bgMGeEB5l9y5w35zRK/QYsxtGkbcSex3MwtDu3mH03/dU1vxTwPXB/yyi+OaB0Kp9r23l1fR4GFEiw8xppU0dPswgvcLV0PYHqRHsf69gD2MU7XRvp+Jm+5eDBhroyXVoXrK6Drverc5G/r3Kd3tuMiu2jMyRsVFN5vQ4JqJq1zWmaHV6QgcN+S1fGWdLd5Ri32SLX7BC1iuqZ0cIVGk44z691FFBxvCkjmYPHKe8XH6T3K8DJHnz9jrxzPqvGIJ/fg8BnVnLB0vAh/Evc20acWeKoUW/X/BgD79dx2F6JN/W0l9YoqNPGsZg11UNVgxgKAHddTkDqKi+us7nrXb5JRPqQr1mxRoNSatKlhD4EXmT99kAex9REDjbAI1m/AQwt+yhfOhHn6wLHQTbrZU849iAP4F2/PyZ6vJl5Xy3QHF6Gvhs9vz4p7498bUnXi8LXbycAnAy+/fKDvWvnljHHMMXhIDBdfc9hgxcAoCV3TrvhYl6jplcPx1GaM08MMfWgEY0Mg8/sjeghOWBegIQ6wB/aXryfUnHw9u7p3WcERon4szSqjmtBgtK3zvE48FhTDO6U+tTBzyvO8bXVoDeHh9tUGT9DitE7z1kHM85fDmfpz3WLhnQNTkAYSoQ/u5fO5zj9G9zQLLAcOhYU6fUtWXMeGK5V1nEKnXEsRQ/hIFulkr1pwd44jheoZKWbYXfKDQ5E6IwuhP8xvFsGMD37Fjz4+qtxPBAhDIAKX+Dcw4mCw34zS5J9vAc3xqsdaglwFuAmgwFyr2AYWVtn4M0BNxc0+yOHGIC4WUdLQyNMHnA+BIw0+wD6Mmbok3JZcz0BVtCgjtXq7YDUPHgPMhxik0G3feO4zoPN6goyy2I7EQUs3eV2XsoA7zWwJgciANKhpyV0LwMjGZi7X3FGy77CeNe5eZX4t5xwaLnOJZ6RPltzuzqMKL2ZUqXpHWyQQmQsznlAOkutWVrYUnpx7gOGqMjjRJYGAtcBIOlptKUejYbW+OAZVyWE6jrLM3dv82BMieQFlQGnbodF+1BbCUQncZ8XmT/OKZZCvcqRktnWPoPQpVmtlY8ctZNRu5mloYH67LaPb+af89gS6EOjMzO9AWANJGGczRZOFDih+HDAkE8nj7uFBPAsEfovgNRe87+PvJEhFV2bMqNmBUb45tWWDqfObSBmMhIjK/RNgyaAxPCHADTmG9cW/M25aLm0gWcIaHRu9gFkXv0R3Tpve8BXV9Aj2EMzTi4ddw06qXxYGt7sjF/H8W+ZNCpjCKD31WoW9q2eL0SuxlkEGB2Q0ezrlilOdDjZaHNhSqfOOJIh2U1mxoKDHNlX1u1bVlOyUfdndR/GgiMLsDdyTEYlwRzILZH87JmbOcmcAekE3l1L9nP2jFYDKEBXm4WxV/55VgINZpyWmNaWM1sP55igTCulsJZmUEF/nBsCh/RIC2gWh6K8hf1h9qyrW+di10YabKBd9nhe7rPR8/MrAFV4fz59MWvyzQILfJe1S+AMj5uLA5aTsUV5wHFgpiLCvApkCkC7H3TfTRUDgPahp7rLHngNMLRiUXUGY3LtBXifLT8qx9HfQxtLMgtg80oJ3+h2AyJj787vZsUAfrckrc55S4UW0JPvfc24h3+TaTbPxoGXihQDsH41+hN+xgQHdE8Ju3l8S/8//+6FAO7uX+lBuKXbDaZQl1rKWW9OZDt6dvYp5IshpHSq2U4AvYCa7u8bODKOavt0RnvH1tEeQp+T8UBG0fYMT6ll93HPBzmxxFFJsNtHxhpg+QqGA4DjGhy3v31CPthz3ddSNSKOVvk1TskFnqB7gym4oGXCMZ5qdwY4ZNch2CAZpsoB90qGePYyAzN8DzBSnsuLNZ11J2hAPardadUkARqCYrSltENZpDorDX61hKcZ5EMnnMX01NtgBvYUA0LIFCO4QvvNXrasEY56y+4ahMj438VpmlKelPdENWQu9nWE5+E5Ss2yx+GED9AVf4NABM+hJzsIG7Q0eGH07QBbyP133+oIjqmSeV12R2yZoWMAOACWee6nyW5ivZ6yx+FITlaTZTgbYAzoodltEIt6A5q6R8ZOzL45fycz0WekPOyMAd60usTo+A2caUUWxvTbHzP3BBG43j9Nf0qe8NvoBGjPNe/Whq3vin1SJy4Zp2QPWkrTkszYTwtYEIBAVtrQ7fsBsZAP+36rE7AplHMrMdwAkowHW2f9X8eROlr05rNZlUD2GMHNMwbsJgJAsmeyRgm4ADieNZ2sRvj72QAVAHqAdU9HJ3Ce+0gZYM6U2DezTsRPDfaWn5g+yYYavkXnEHQSMwC/zjyPbGP4lYGh95jL9z/sGWvNzmRNzRqm6hFlUPeskTVMeU0z8xjD+23L0YoNBDqaAUywyuhfgNABfZ+9ECCm9HHU1KrIBOus3Q6F4G8A7GfT99uAsiu4tPYQVSF+GLrAXuhPz2eCKmxHmBr//V9fRRbQA38M3zSwHbsE8A0egr7hV8aT4En0qXu31UyGD7lgxgBvRq62LYZZ6HOvAUN57Ktfxo4B1E8wkuB1eD/782S9TsapezgBqO55eUaWf0DVAe7CUwHnZo02258JYS/Uxvz+hx+xlgIsxgcxY3g+pZgBcRtj0/Lw2v1m4HJ2Ibjkp8kgRueOSZXcx7h8JpOXjEjfIct7Aghmvq57Nuvb78gRZZYnfiRB3uxDVJ6Afj/+9ONUomEDmVLLk0EMKCd7Q2B03QQPzHOeDy98N4Bk7jv8hR6MBuK8MNf/8vPraCMA6wZlpbTqzOfnyXzmez+RATyDf/fm1ehJgllahlVeeP0KPakwwsf0VPYM0R3W65a19WvH5wcA/NsEvWgHfZXgLUHLBo73LMCaEazBYNlCWXJzFWYSQ2sC3D4OcG1pYvSaNvKs/NAKAHjWIe9x9iZLF7v0Ghd2d8oBsxfP/QDeGRP8AX+lOhrngA2wkycFm1O9YOQPDQ+fUkKe/cIgtaFz7BJ1V8rZT5luAsyek3ygytt9wZ98Bx2EbZFy+bnAoC32fuwcnk3lD6oDfIfNuTbfeyoN4R9J5QsqkA1QPjqZAI4En7EqVGtBH27PdG2vbfEz30VWOMPb/gY9PI/H/7I8xLkFHiPQLPZHKpcYKJ/Aqk4q+5E6LEu+Y2SvxLYLvyTQuDY0ew1nuKvKYD7jXLQByejKVF/bykfsiWlHl6BO7c+nU03Evu4heUaTffXjBkYl0cDqFul7nO9alh7b48XIzOmzK9923758LwLAyq2vs2WXdrCgerLe2esjWypRTFcCA26JgNFhMgQ/tfs8XyOHcBh7aOPdetYTJF5bJwG9vYdjWlM169NzI1SpL5xrnEczlAWJM5ZUStqz09r6ju825fzeZzR5p+/Jz56l+7O2fmw/1hY5ZV/em/b3m68e3bf+A84+9Uf2GU04+CwDuDe8hlqCuPueDzyvEVj5zwOAv74BNAfVHgyq71/PjO8JBtiP/iMAcB91D1j+e8HkL33/NFr6rNP5cU//h7T2kFGGgpEels1dZp5rGoyQa2DKCMnFjF965v34arDeX3/PgOGRPHettbuJ/GcCwI/x6AX46eTp6x4AJtKuYz8B4Gt+m8Fzi6D0Tqd8eBDVAXre63zul+h1jusE8e4B4Ht5fCwg4KTDl4IIzvueYz15qPeJ43E9mlE8MSw/DxQ4QVA2FQ/PW8qn0Rjn4HLQGj7kJwru5BGRk1zN4eNmaOx98AEm4I2DAk7HpXm1QMHVz3niYab3lwDgzrPfP4HjLwHAXNsNgrmcPdYu4+6hHHScZ6mH3Oeg12XYQq/r+ycvtcziPY+XlzwkXa8Y4ysPzXrjUzaSZoVePUOvzcXD+v69ken6+Lcf6DwEwOLBw47n3oIJcii+Nv1ufs79jkabldayt+GJHGB3D0p2jDzJ6z6AiWeeQQFcFj9iDPgj4mwPjNGNxxjqrGtmroCez6+B0RLVfGYU/jU3x2u0YctFapx4+P1Mt8ZoufbXrr88fqz/zfC99sTKcpxIRP3GwLzGUqAxpWXG6DPTwDEEBL5dG1jb+QU44VA0dJnxtpR4SgYng6rOE+WxRsXvZMUQhTzrwwE6GSCJtI4JDbdlvT7RZ4mfGHZLt/AZl4XOD8cfADzG8DXv8nMcNnmmn5WXy4IYlNDgVpIl+knjuo760rtZ2vY8dAw3oDbj3zFY//D6fO7V0qstLxO+RI/FoF6HHc61jnMjCmu0Zs9kPxmaFAA+A8XgtxvgeADABfwSMjdEl2fYu+w3zMvydUZRZt4ciNZWImoYDktm7dCXzKeQOUDFHJ7mZ533twz1oScOe+QPR3fKh88NdS5233R9o+c4eI0Fzm1bQj76EZngvx1ojNS7/aZywc9marfkrpmgzjelpjJ2y6Hl+D7jNOOqEfbSA7qm207kWqCWdUsvxnj/ZtxkJ+aQwIFz5omTbqLR0avJpgRsnE85AKe3MPejvPCsN7S98dw6/DtHo6UB4bfH+sr9N+PwhD4c3gH4q+8swRpuclEWkC8AzOEr5VE5KN7AP5xNAJZGiTebM9ncOI0C4BuxbRlSSxoK3FwOEQBR7PB8P+MAIDj018oAdEjQUHSogFEAYMrVtZTazCs9XWuTjdwnAGf+nS0SbkEia8TfSsTO1AvAMC6eZZ8e+4tBb8sIwtioEUFZlhAHZUFYneiXTu3eduqJHOIDUJplWweRz3H9K7dm1G0QxszNrMqJOk/JrC3PvGAS37n0k/oFmiSjdLN+qm+adevBjdMiznwPnLwS1b6Z+/fAcYN84I06taMX0K3zH88I2A1vrlOmrUJCwbXfqxeb1dveohnA6qsAHxwwk9Fr5nBe2WfVl5nDGH0fB2CJHAdg9Lr0FJ1XMoM3mrklxvkuew4ANc5PMmEsC2cGZeQBkCNKau2QOgNXR2PrsNoBe+NsIrvKOdqnCdk3artAXUuG1tkBcHqV/zXymoAYHBMEtrEu9kwj4x5HvaXVsr4B++0lFvBgwXf22PYhTmk5PBtDm/RZnXt9mr0zmZdkAcYRvg7euV37vUb20TmzryewhjWGKrspZztdnYqTp0GH4dddF6sMANKZTZ/o+NFzrbQQEAK7IfLovpeAkS2Fz3rLqzrryLqDT/ibHoTX+dDvAiylcg97ZngPR62ZlfQYTSnclDPevSSGW53hrDsZz2bDtyxrM+J1gF5Bbml5EMeV+0LKBKfHpr3+AjwiWgGLySAeR3PKsup4Lk9gBwLUZV+JjJs1Cm2Yr/uff6e0LKUOBwQAUGu/48p1nDFx4iwteXIAeNZyMjrpA569h3tqQ54AcPbqmUerHDFW5sV+jJxYMr3BGc7BEpzqZVYxwQbRw7M3TDRuAOR5fkp4z4sy7F+PfMFb7BmWwN0qLmsnv3g6JTXh5ciUdMfRDy0BFQuIZz9Ye+4WwBYAWvlICegZN/fQadzy1Pk4ss73KeOJLhe8lK95USmDOesA5twqCKRNaiAo8g5dsW/piYgjtA5S9E9s3vCzgTvuOdIHJ3DsBwBb9PDqjOj/6BD3S+28GU+CMgSlyLhEDaHXrnKPy38bQIqMcG2CjgA8Rzei/+zF6ln6Hb20U75R52gD1d5SVnT3UbdV9Zs97EWOCHjgd3SNJXBZMfS0ASCc2Rm4LRKu4BX0ASVxWUey6lgywBUyaX7/w16OKdU+dkucwNgfcZjjBBWE53nobbO/dFBXFrMHURIch/rIKNlLgAD0XcVpT6arJWrlB7K/vkt2pvotmYf5D/6nB7Z9hp8n0AHdujrxiMNGr6nnPE+6J17nLs923JFyuoAf2EnbGzOIpmMJpfUf+3fsvWiQZJFxzuI/wAaAhY9bgQNZ/RW7H/2yNi+BsoC2gBevX782g3f5B/2U8qTR7exhZj2/HPCxPdbJmOdWACTY3t9P71DiB1j3cHB6KGKdbs/B7fldGUGCky22lZi+jqzMGOc7CUwhWIus5Jz9sZoNznvzsxlp/EepUzPA5hlDr3fD9wmunTX/9InKAhNs8z2BjezTyON3T1797Bnr5fcbaMD8whPqPz5LhRjO6KOWnjaTNjpD2eaFWmrWfzMkGeskNqkTdi9BX6d61dwMuQwgN2N5PwAPei7jSMlq/FIDYg2QF508fOm5X33zcQCRNwD1w9sGHRJUwToDdg2wN32XY8vM2hMkYXABrAM/DPXQH2SyUS52bAV4/NZWJxqKtgL09Aaopq/5zHO+/+3IqTY418/ctnLKHzkc8M/zHcBT9nb+jTw9Deps2eD8DCD/bXhN2xDbnqxge76T5fjXv3wf2pEd7FnYMbG+xN2RvfnL9OBtZjJ0b9sFdA28RkCNPeQtO/2X6RfMzyS5YmPQ035+8hz2G0ojU749fj4qjKz/iuspq/zTX+hZDUerA95MeW6+W1vXgDZoTQ9XgSz24rRxSHWQX+2ri/079/7bz2/nJ7yYZfWVecy+N7L/HT6KefjHXwHX6f3rJaULehugD7oU1CR4oTkLgJCpxjA+Ee0V7Fduqd37b//6evU7m9kf0/sY+w5gzXNyx1KJAAAgAElEQVR7Am4i9/YZZh6hXwIyR6dSupkh4nckcGGrYMBr6KC3r6dH84C4YfN57ruppo6dGxD96wkGGqA7gUYj9+8HnBypnqCW9Q3NNT/+SIAPNrv6ln7F6CaAUZ7bdgX6FLBT6M/smeuXn+HbjyNTP2RviN2dfskG/mjHK2ecO+mtzVUEC2OvJfFg9VTsNoA19GTK+FolxeBmBAtDDR1gKwCe+2KCLwxGM8AhmeTDs5ETBj9r+wOBEbM+jI9Me/gMX0h0pUsSmwP+NyjKYI0EdcVWIiBC4YaHEvg3i09PeWjQnsbxBcRmn/WPWhWMZC2/GZqgt19OtAJBJnE3wP/wdYJk1DnwLrTRvuKzuWcCyaC++yDrqq0vf3FO8qypLUSASwL6KH29MZRTrCBrl/Px8EbKVsd/I/+lZPxkDUP3ykey/YceVhfDn2BSA32t0VO7Pa5dVP8Z1xh0x5A40yXgy+lFF7S6H3+nhDuKJgBwfVPO69PwTntV540EqupXhRHcny+hZn8l25pnRV+wTyc5wP3D86lZ6toFjqmvJiH1rJIxZP8R8NWHYpXJW1Bm5BTb9aF/6/Tf33zM64+uPZmzfObzsKJXcIP4E/XheWbR9paGZgE3kDq+ryF2/GHxiyxfLx1uCaPtAXyCUJ18jZ0T0KvhAiPeE+siGyqohtU6BB7S9So1uEzw+b1OzbyG1oN7HFkrd/fun3WMFCz6wmX/rrdPAPPP7v+Zk3+dKjzs/Oz+fieTlEEfG2C/50FHZ+v5uq1dDdYYWK7JAxB4Zft0Ip1jOJ3uj43jsXlmjnegzr8fSF9DewWyisX5CuI8HNvD6zvWhxmSvht6LcPdA6p/BqD+o2vPz88syFOezmsee1b543SE34NdXXOuvb/HSZfzezeZ2HmftLu//5kB/GC8bMzzL+DwHUhTp53ZVhmYtN6D/kUD6c+/EwR9uE5uQjoRVBDNguzvgg+WG+p3T+Cr68zP9t69B4lPkLaf9Tm9b9fjrFDQtTl5zPeuTIwb8PaI0BSwyE828d30z/WsY7nyms+gf/l+HbA9tPL5uaYt4Xo54KqPdchy1OjzmklmVosG3akDCqjWmdspJRPiALVKF5+pPFqKxG9cJXMf7rJ1NHfjPsdcYPykZz8/M3idv8/xeWZadP2ywc4/M588DLk5mtV4zrcZvwGLF7R8OLdLhxeQuTJadhC7HjcAkYOsSE4cZxoru/nl3fN39GcBrcrLEe1VeyxkRsI2C2+su4sPOw4zBjtXjJfwEbKFq4MMFw7ce7n9mNxbjTQzo5YDAhYsFBEAkUcSeb7OJB1hZsNcJbTlSwCpc9XZD25OxV2nG//ioI6Odl26Nqd8n+9p+F7jPT/LusdIxlC/5Keyx/r2MGFvvIfrUF6Xj9xjuSYRkEd2p33qNvt/38/BCAcKhi+E35cGnDzUrI7KXdfl0uOO5wRvbnpg3k/wxTJ9waXMn5KXKSFU8PsCZvkchwW8zwGFsSDL6R+7/MHhliApD9ge6jVAVx/HgcmcVqY2k/IGhsHn62hGt5I9yhwrD81gO9e3NEg209BMUERnqmvag5iOSd7L+HddmrXZiPsegsKXcWBda3vqcKPpBRBTFhQgJBGUjaLZdWyG6S0atcAHwAYhvfGbhffVMZfO9aBYx66HiPZyjOMmffOU9ZSyZDwBC9Rb93YWDu0CUDiweNmz1uMgNEypwhkHmbLlE/QUEc+psHHYfi2fy/qZCbTALzG0AcUt5d6sh2isACzKTMqJnzw+Q0l2XBxQW4oqGRs+9BblvNUcIB5AWg+wmU/uJ+iDg7p6S+B/y+rGwS9/CCzZS5dXQVUzrOxNGB0TnjeyN5UT4O4NEa4OK0BY3guvxR4xW6kH7z67+7XPknasS2QogPuW/Kb3XO7lmPs9xnplBzO+z9f82gOlCVml3CMH0QNA9vBnWXv7Il4VIQpOkI172k0Xf60Ns4FClOizRKwOXvfW1f0L/KmrkC3nheM6DoyclAVAnK8R5AFj+M58g4xQS/jZc7clqFmkgvLMDcdwHDG7T7ZH5KlTuBcv+ozWdswxeZ9dO8RAN8YL77gnmFWnc0P+3Ky9tUPRBXU25oK84DcrKNjH1TVL72H2pOXhVlhBB0ZeQil0hhl6zbDmMx2poyeHfgLAROdbFjTlk4ekzWLlsN++W+l5divnfAUa4Gyr3iyolMCQ7Ig60wLAIRYRHwA8HPhmjjLm+xdgeoMuvh0AyP0ecAhnkb1vzfCzHLg8Cm3N9g32QT/R6DwcmqNv5hoDWXASGZyr7hC812mP420Ajg0kDFC6gUSjDSylH7vGF2tIJqBjMNiCcTKnZrLjBjKjQoCAfU+QyjnEYTyftewy92257gQCDRDg+g14PKAvuod1eDFZP9C2fcoZU2yjbP7o3sp3s1bN3uWFfCiPOnzK4ympih4OCCk9oFftSbPq5S6AVIBb7OeApmTG4Vyd+yZgactAI3vNXgmd1pFof1LXLpVfBrR4ihyvEKWcKzKJLQFPr7PLrLW2FwgnRNYYV/lPnbo0Z503OM21Vn8aqDkgIG0Y5nOAe/YeHO6U3WaRmSoASSqaxAFogJL8sSl8KX9twEB7egMeIl+RyzXLLC0JD+yZkzElGIEMIoPyKM2q45WKH9o+ZgXRx3jGWfDXaUeGQosZw3P2nrl3eo9y9s0aTlUEQO+hM2AXQSWfhvcBRAzwUZYocUwWLs+jFyc8x3fp6SpvKO/IsaAEjmqD8pCljC+9F60UQgYjvHqen1wD9s7NXpn78nz2bp79+zijkWGyJXFck+n6XXrk4qCnT+i7GcsVGMUamFFOVjDBRlRccT7uR5bNxA8L2Pr0Oes9zxpM2z7nrJ/nAOSSdQdggM/IDqv5YobVgHJv2hdZHUG/VjKYUJjRaWTUh0aUHh4waQZCFRjWIoEHsQ/ZK5gnJVV51uxLm7lt3z32M4G+vq4KK4s0A7hSAWm+l8ztuT7BN/DQBo6xzrX9DdgdQHXWGJoYrOFZueVQAy5gX0f+Be7dZwYY2AC+ZOPO3kHpYMb569Do/WRTp6z17stWvDGDrmc4qtogW5qr6qTYUQB58+O7lTd4lADf6Ke599vX2L7yHeD9T1Oil6oNPW9ZWn7kAzvmyfS8noTIr7+B3vDIsyevf3HPsJqXZ8rKaTJOB6AJADnjgF/520BgZADetU/zHwMww0PDigk8AeRg/QGh7Bc66zqsbVYeZY/lWZYQM5H757yxgSX0Tnz9y5vVqV89+XEyUnXWs34CGAE5VeEBfPiJ7Q4wSq/UD9vewQoSyylzET2VyaEkqCv7XPa8kfvRD4BQBKv1iMJ6si4ERanv4ON5bkx8Aq2+efLzz69mfWbNhzZ/+5vViV682LES1BWe1v+SSpjZ0+Yf78H480ayuenvTe/s0U/v3iiv7KsJOlswBd3/YgAogCRApLe/WLXg0/A79s/L6ekckGVjFFHH7xJ8IgBqeVkFJ7o/wL1bYWhL8C1yE7/CVCOY6dBXmFYLHHEB9bgu4PD8lp6ylELNXoYtYSAotMk5iiB0bM/wumVYyezlPdbw/fQ/TRDzrC2VQFhj7CoUC/skY2Vt6LVLxiGAaQNvcl6eZzcr8+2AeNnj0pd0xjFBPJaV//TkL1OCG5l4Oz2N4f3Iz+xxAMgJ3kDmR35efm+v2ATaZYzVgexHBFcZ+AMABt3eovvRpcfemmzkpe/PP5uxm20NXTfq0XLN6PX5963yzZgATwNSTlZ0zlazpi9n3ADA8IugHToCXtKfQgUEvoteYG0wvRv7KY3djwGqCYTguaef85cJIDFowTMe2w8yDt2pGPF+Msit5tJKG54h0DWMx2pRVj1I5ZYEyKoXeY9sVviSDFIChD68gzIGd2PSUio3fIJMIAokMCXIZGiVMuXsy9qqsd1Ai4c337x+n0A7ZDLzne9Co7dvDCRNSyD8LvMl+xKbTJF9degc/0gCWuBLbavgtAkM4IwooJme66n+wf5nj2NovObuyo3Pz/rEh8k5bUFiWg2EHgawwI/6uK0Ek7FHHA3CiL0ZX5nnbs86+Cw870b2CC2IvPl3W8FgM6YsOLAANhngPntUMoQNlsRuwQ6CD7FHEhA3Ywh+nz2YTGSDgrAbrIQRcYm9xYvALEuVa6OlYgEALCXF6Y88zzFInfYsBGbOT2wIglw2KBBa6Tu6fHn1DcMXG4ebMedMWHs3dvjqT86Mx/lcAHj1M8lJ+EWwzTfIy1msbXu7XxNyDmNir3MvsUQ189RulbYsBftWdDr0QV3M7wWAbz7UmXcxwVbD5PsusxnEoelEOM5aRQv7xu1g4u957wAvHwOAPweP/+MAcCO8bmPYsdwGilkD8/wJ0PgfAYDvHW43+hyLet7/GtfD364F8f17WufgtDxwP5+T7vf3/xKg+tn9D7pl88fAiyKQoXqQKgt8aU738+h47ul08cfFU+Whcw7/OJO6xkL58vpZA/i83wUUPqTUlwDgL63Xl0BZrv8zALg0dY2NZnw4PufzGADsYaDzlW6ng7qC+1iQxj8LAJ980fs/WI9lgPt1/tK8AgjtKyDDOkcLADfJJomEayz7XJVoQdmTj64+sRfoy+fM8eSzAr+36JdknqgkH3sd6u3Bxyd47NgezqnPPXlVeTXC8v47XSd54OH6P+SFPwGZVkbLE/nJ2Dby5+YEXj30kL83ghkdfoBTjufiK/7m8OEhwGguXi0Nfe4BfO/MqNXppP5ID9p1mtahaNbRBTZpQHazrUProW6QNszyev+af+n8cGVvpTgP/Xnq0ft7FSSsw1UA2Kj0OtD6BEuiybcpM3XQrtHZVwCJYNQJAIc/cOKuY7QyVWD5vuex9BYgelDS9qD1maEMla4AoItmZHWdesTDeAFCDjXbq3vBj8wX4yFR0l1XndnZi2Jc6vyXB5Xd8A+RkTFQADh7yuV2OluScRxDyLI60Qd3RlGAERzRkSfLzcW4MwzU4d3ZJrx3yzJjTIfMF7Du/tDvxujeEkxx3mVxF+iIwSrddALB25Ycw7TgnnWK8LVu/8m6OXT8DQDe7xSgxMjlYK9+XLkPKOvcUmZzAwMiBQukCHLxTnWh4zhl05W4QHKhP7+T30IcfrsA3AZsPCOafMaGfs5dONRuaZ/IBZnBy/uOxYx7QAscieWPGJ9xFul09qDg3DRKDdQRXL/0E8+0FK2l8I1YF6iyv54AcDJzl79qqDveewBYB3VJnFLVW66xdCsIfLMpl1qNPm1JVYF8I2Mv2d+S0QCF6wEEFDJjqTRs2aWr701LOEvfqzyvwIcBG30JnhuQYX9Xoza9RpCt1zP/ZM3R927l+l7nkalGjzMcMJyh4MUCwLeFD5/Q949+gva1hCc71m+nT9qVeS7Q0b0tmQ+A1HNjSx9fn6UiQspM54iZh+hgZRzX9/64VQO4MvLleeXfzEqBx5QcXTA1Ge7HPpNrF1BrOd3aBwalXACwIFQDGNRzkZqcqBQbdZ8H4TgbGjwJ/68T8WYzz6TCb2QLL7AbwHTkRIe+WV4Z4+ihE2zmPedXZ4CH3WYonbZh+aSVKHIwn9vGmbtnNIEYx65+KkjvtztmggA8YF52Z8rTouDQM3PfAEA5J9jWIYEEAVf2gB+7zGCJZCzyNwBw6sxdNo58jpxYurlAd3r5zl57C8BYOcdpyDOtqGIgAypIh4yZaje5XEdf6L18QknmAszwndcKZiWLJHqUvQlnu6VHedWeMWDK0vXt1cTyt1xr16EOkmRgUCZwiJYgidGj321JPq4F5GGPCcA7wEttx9oI7en7vFkF8x3IDID0cUAw91PAAcDPLWsKiD6DSi9OgKnVBw2SyIxjhwgK8i/94zI+AUZpTBbf5WwpjSzTB7jWqhLr3J/vPKyqofOD93CKId89kle/QV7k48p+jwUTXmD96c/HO834MnBgCLCHCIBbo+vNvIAvkzUNXdYex/GV4Av+VdbgrwMAphwkQAxrgD5MEFdkwr3ZUnFWJmD9Iz7Yrwv+50x32iMzjvQbnmcm+zSbz/Z8DZhrcIY9aclIEfTQPql900wEs7JbxhlCNnjWPrj0sqUkrCDaVQ4eB5E9s28bEaOYoUxwf0Ba+4jC+9ov2rfqnGYcL56ZuQMWRuaZF20F5j3kjn2k2xVkYH+MTUAmEWOaawP6714OT1iO+QrodR/ov4uc3I/3E7xChjMIAqU/0+edLH9bdjAHMpWjQwMW6IxvBmjs0XEIJrN1PqfXNuOwD6+6N8GHyVY1EMpAJscYGkGkAMBU9zEblfsGNI3+S2HoXUf1Npmw6X+Y3c7AAfVDnaEAmpZBN0t7ALqUtjZABhspJeQ3iCE6YsYP2PvL9Lwki8kqPoAB6qUPg5JkV1kdfALAgC86xS8A2IoUyIf2CY+wNczlDDWD3uxzzgs4TuFtMtOgM9melFgFuPu0WaMpr03VsD1rxMGcbEVLzwNkMVFK2SNLoW82WeZDpRC802a9v5nMNYPE1NFWCJrgkgEjuu4JLooatxQ4uv3NADr+Pc7leQ59WwFvAIjeTFYm605fYbKZYtvOlOnD2SpP7oPQ2DL0gFEvvmciCQ+LoUx/37RzyT6y+yaVb5KaZ3BbWkxEHNRRiB5lRJMtha2LHp+9IcF9oT/7EiCc/Gmfy6jH26tBJfDfFbhqtixO+HcDviM33S+T3T3fBwCmV3d6pG+VAnukt0QqYAh2KGAaBMV5npCYKHGG8IxyugPgsDVzbgVEAtT5+uupNjD/yDIiw+rFADOWNeVbAvfRL/B/+kAiZ645tsCrX+z7mrMwNj+6Ys6d9EiNzTt3AQBOCW7khNfI9MunL6dX6IxndCmgx28fLYn57KV9NwWE/pgSuwPE0kN07vnDjyO3oauZ+gSRBZSZ68yO9oXksseTyZnzzoydEsovpySze5mZ+glCW7n+sJmdT4e/3k7gJHry9aRbEgwSmySgnWAe3/8x5bs3UHqeGf04tFqMIxPX3AfAhz8BdQG1V8V3f136Vm8OHpgLXv6wpIo+XRkZ3iATPdsZ3x9ZA4zm9fqV/Wl/HAA/5+/Rs/Aic4Df0ht93semAQAGiAwAl4zKkYxZdzIJ+2rFcZ716tUEoJLtF50JyGvGbED5uSBA8vSyBUAMQAVdhleSZf2OvWfGSV/mZJYq64CsMAgAcM6Gc+vvhx8IQkkVogHZ0u5jHpBMcmy5+e73A+S/nB6zvAICzdoDFAEgWRrXPr6/TmlzMt2fzjMJKHw9mc4BgOcassS7h2bf2bWHZwJOZf+aeaUSF3pi+vtOmejop9ecDayWYq/lb2Zew+tznx9/RAZ5/vAda7a8FR0NKI5tRQnsLS+ffQndMl9+HhsZZhBgTUW/ocUrAjQG+Hw+Y+Z+0BId8eP8/eKlviYqQaDvfpssZ4Jl6pNgrV7+yJoYrJler+vnu/m50MuRZdbfigk3ABibKQqactAEf1BNRP0a82m+98vPyLRAYv5RQnr0EiB9yovHPvOcD98ht9CougE2UGcSsCz42vEwDsaTAOS5OzbfuwGA0c8EFJCN/GxaF6TFwdpE0QG7//8avTIA+vA6ftTLftEf1mzRnhORu/fT5/nd8HIrTMF/8SkZjRDZIpuWhzB2jm45Js2LeVCOnM8IXGpLLrYLgkrgfXRs4ltXrqUNtul1Ts0zIq8Al4LiBt0WaPczttt0U9r51lWdwMKtphVa3vQ1F2ojNFnIM6gBAPBIS84nuzuBOdpz8T1l/AS0UX1JXddnx0xbBdx1ZF0AgW/Reatc0haPfQk7eT5GvMlQZ3oAwLGXKOONU2vuGZ1Ni4ycEa7zKLd7zD/fClCa+K5fgeMdQvYNs3OvcbPf1mQsCH7zDexhKN72ue+VBAVfWkY7K19/Pro69up1xk1QQAcwP6FvEwbqk20Qa4aeCV7zPTG5nu/0uQ5dAIAliF89HQIP/97F3NVqCcybIzzS06f/8wDwzt+FXSIoWDJcX6ej7HagP75zm/cdIPzgJv8Tf9wDrWVWaXYp6y/d+p6e93MqAHwyzP0zz7k9tk43h2ZAomafmA7OolRRHWfXm9BdPuld/3Uk3T/nH5HuHvi9//6XAOtjhaHoueKPPjL0PzZJLhIEW6Dj7lsnQHqBdq6d/H19gfcKZBb45L0CgaXzYyDuY+DwCV5UlojI7D3loS/L3f1zTmfgmbV7PqeCfc7tnMNj8vTYOB68Fzp5QC6wXQC4vIViNJqTjUMHYhwdcbxdmyj3jRGE0Y9jlmv4t5Hqj2XgJZtlF+rM4r1fu2tun7POyftn5u/9lY/RXOfvzmsVp+OX526GQNazjp2Lt3Joi0F48TcZC/BxDar27KnaO0ttPsZH7DgeeDcCfwZxXncCwPffzxocsuZh9Mju2zUpuHwC4RyYMIBiUgxd6EHTcXDfgBhsLKtYUhorRhQOYOffHr6VCQ6RpftJo/Zt08G4gF1ofK1aDImV4ejj/azArcbCBZy05x2OukZW3XqfrBes7ys3Gs5m7zXDwkPE+SoYKNjogAosNziBsej885uMu2UzMQRwXl77hfeAxQJIxXDeQ+ButTGyR9aapZt1TWTkpVMeA4Cj5/ZZyeTYXhZ1zBVYyX061gNoF/w0w6KZIjcwFB2Rkj2WOuSeZ6ZvZYbrk328hGzfXntZbQ/c5a0HfD1j6jhv8rdjY7hGAV8ARXnMnoYaRZHFGKEesNQ/13daYphrdRRrRAtyyoeWabyYgPtjuMYox8mbMqMe9Plpf1YNRUtn1fGr3XOumf3ZzMptBux9Fv41x673QwOX3r0ymfqoDieM/KxbPCE6JzyoWEKJYaWnJOeWBYDl/7V3cOSNU9ayMntIW3rzd4DNlHiEdur59r/LcByVz+awunQIja1xtcAnGZGCb83sdb10YqdEFqefNe65r5mq3h55hU8Lihc8/f/IexMlSY4c25Jb7gvJ6n4j/f9/NyOvi0vuGzn33AOYWTgjWS1vWubJyDgrKyLczc1UoVAogItlQT75wLlfAwAaLVrAcLK+agjhKDKyHNDI77q/zaTwmX1ePrA8klmNKw+653AeHnvcL53nxcpGI1Y3S3JjAxgne60tJypT51nlL7NgN3up4+n4Yuw2etQIbxxsljPVoeY+P2U/mUca3HHUYugwvwHpuL6Zf3oJupfsHYlTJPQiayff5Vk6J6ZXc/eV0bmCcjjG5pzA+UwfpO4ZwBvp2IARaF1wGQedOpNZmvYO5D7s01YvmNdmkBa0HZCQ9Vi5vXIDHtnzjrHgPGqm1uyD0mvsCMvH6bgtzXAYZR32zKs6Wrl+Atgr0wmU4GXvUnWYyvc+3/54BDdYIm76fh5yQd1i5YL2lvTdspVr7EOj7U3o+cs3ze70N2l6/hWDuSDgAsDaCJRLfBTPQA3nfLn8dhiuZpQ0M7mOnLs6neUiWQ+DiQAe0XVZWxxkjIX9TalBAFH2dTNbc0/PE9dRh/ieX1SjIPsP76YZ1cyZvW8ZXl6TbQhNydzMO1vav5HPHYs9upgj31+QqiBFe6vOnTjvKzeIyne92tsXYDmX2E+znhrHWAeLGZaAJTBJ9y1nS0ucmWFcUCfrWocqmWHlBeZjNgP7kfstcN5MwdweRzMlG3XqCbYBluxa75m7AVGVPZFPlh72DC3gREWPcRwDgm5Ano4sbURloTyCs8ayuTrgN5Bg+4ZusBOyuHxbYI59MT17uSP8VL6fICecNyWcGb91RJH100wMF8Dnjx1HllJlx2RJA9aFn9xT7tcCs/ndfTWldzNuAgCgXcFU9L8BKDufKbnejAnOtcPnYDWYgsATiFC9peJuSiMiE0bYl5fCV2fJPOVXdUZARezRlnRE/qAbEAhntRErm8xuHJ14z4ECgfH2mxUvEmSpcjV25BUgzsePgj6sN4BXd8Lwb9c938WhXFk0+7LljfkvzPUgPd/ghZY0bNCPdN9sXudhtuuWyGt2BXO0O2PpsnoJYyP4oQGDcyb6vc3wnQAoMrRG/q9dtPZfeWCc26x9HaWtHmCljTp5yThrUND2OM8eImMnjtIGD3a9ARbNBnkfXtj+1N3PoR17iPcsv7zlS+EfZLMB8mKQBmnRo5JMOPavWT3klUgb9olVMaimMgFgoVB7pY684n6vf3976BtmD7E/kWNkGtkrt87L0LTlc9Hfuh/MwAUU4YWdaKsGqy2svcCeh95m+jo/1tDPuY8BWJbFZLUMgPW8Vma5BwWEWUcyJgs0BwCx1yrnX8CBZJnyPgCD5+T0iw0/2bfbYDyE8evXbwX3JhUNMFR7kExOMr7cMy1ZnGesLcJY6C9cOdhxEzzkOVdHfveQ/gVeb9+mxmn5B0DlWWWKmcR/JDsrYFayRtmDzeLjvEaHmvXbnn2Cq7YZQGQ8f55znrLOnHnNpgaoyBgTFLAVXr4LgKINNLKwJc05V9ARzEBc+b/86ZpQ8tTS+7WRW9aTLDgd9DyqR8yc2ysjV2d9R0/MZmju/OnTbdYXcvRJgEYWgBPxfXp4b/uIVi2YdgLIb+gB2FEAuMABQNq7hpACgH3f0uFWp6EXMtmOjOvp06cFV+sIRycnuOEHURuAAV41MRgewUSZ3PuAa2SXAkAD/PN6lX2xuhxkYW+oz6AD2/YFGWUAkP3l2YfwITbotoSHZg1YyB54F/Dw1e/vSlPkxIsEAzTQoBnK4dmeuQBkbA3/bpUTho0tlhHZOzrgZIAXwEP1AfafFYI2weFVgGZegHnM93323eugsbSD4QX960NAcAJgJxX6B/iD1dEEk08AtHIrfmoDsSdSTjfZyFQz+Ld/pLdu3heQbYL2oSex5qglgMU/PEz7gQBme/8/qSSSvcW+eEjFmHwdOYVuBojKmsCLL3+MTJlsYTJC3yR4AN7ixBAst60JfW+/pVx85S2AC9mW6EbSkR0JeIO6+uuv9HOmrzsB0GYxAvBDvze/W2UE9v75H0PyTyEAACAASURBVKGJ4qKI1vu8/yrj+pL5PA+4+7A9eFnv6ACRJR/a8gC5FdmdwJv2joUmtVmwGbOfQnN62QOQtmxqMxkN2Opr9lfV8fyDj9n35becrS9ehFaZPaWU4UNk1bOUdR51acqs22ezbUmQKZwB6I/jL3qSsf+Y8saYw7/8Evk//aoJEiEjuu0dqB6Tub9+bcsAkwT0ETFu+PeH0PN7/DwJBlRuwzSeD/SyVc+Un/geoDW9ewma0pYx45t9xh5ArhFA0ep2uQ9ZmZyfC6I2G/f5tPYYO3MrNx1+rm4VAw+b6Zwexl2EPB/Qsn1aaxcFhA7w/uCBAVA915I5zB59F/7ThareCdj/7BlVMJwHWwZdf9fIgCFtyYbltFqLAQsEEoRSpcX3yayFJ1pJQZbq/AiiaoWT3KPl+dH30IGJ80HW5idSibMffqgvKd9t4FuG3SowZM1Hzizgx7ihPd0Y3qUv83fJrIZHTv/q+j7xQ26gHgAw+wRdCJ6l3LRnNN/t/WcteR8596Q0PH2g2g2UnVaf1L7HPlKP24pL0NEAYw54/VPVISdYpuMftZaAKIPdpKuZvi5rz/ktlzK8t7bD2lzru63ONvpEn5vvNSs7cql6I7ZIK2po7xG/yP3fIYtCX0tRw8+j41RnVf9Zo3bU8AT4adtaYYPvzpnEuct6j3/gik8dvx/6EWsooovuJO9t1S7tQ/Xh06e7so751K+X8VV2Q6+5/qgOhp6Sf/WbT1Uj7scZxHy06dVJVkfofWb/7Ofe3Rfye89X9YQhT/Wa9T8OzVi/7ikXxexqn/dt0t2jY8y3O3g/uH1dHRBdh8mCODOhLg/rQeI9riXd/nLTyxv/FQB4lZ87BsMyxtzrX2eW/t0o/vrZvwKAS4txHl+/vYq5tLrQdzn3SuuQrgplrqvDYjwSqxzsfddRLV2l99LkCiTbQ+OvALDXe7cdxn0A8M7pv0Kpfw3szvP+5TrN6XE89OSnv47DSSxdbwHgK92+BgDfN7du8iHQNfMVhWLpzPfuA4Dvv9/dfSQQNcJknnN1/F/nVKf8hVe+llF85a3li9vvXTMLd5xX/rmOve9fAAmktP3X0JQmJr1a0Dpt5rDGUYAgGwD45KG7AHAzU4hKKi38zMh6I7Z2ypctcxhBez337jpdLrpvnfdm92XrXgHZW/D+di3NbGH+KipLu2O+s6aun9csaHpdk+t7G622a37s4yqSs2eq+bhX25umB9OMoc5wneocuH0mWVh6aCpDzozq02BZOu0zrvNZ3lzHzpUOG/nFe+2rN+OAV46+BHPQeU/5wwjrE2TynmfmUQEYFC2uKZhz7nuzbc1EEQCe/kRwXx27Oq75t6XLzmj2GX0+2157dRr2cOQw3l5QGi+VrfnXfTc9L+pQ7cF/OvJWoYZlFyQ4neFEjJ17fEuRHuvD86tYODad3ZYGY57rSF3H8fLGOrJ3PVQOLXXKOm6Jz6Xd3WCcs7TlloHt1mFdiuoZmV7HWQMBjFZcgPi4Z/e2WSGlUx1JKLVmbVZZxqlRA/mUD4x5S1MKTmC4SFN+30oAWx6N91GUrmPctdmfS7t1ilwzgq+A8oLh3uuv5/AqVjqQjWRsWbL83TKvezh2b8EfKLPydkvfDXA+q9lxb0bB7Vq1NCHAYGUptNPZh2OxPDVgjBUUBEFYX3pMweClb+Wk53oB6SqOI5MX8J0HKyXYiO43aCUfzxoiT7hZx2K0J8YzTkvKglXWxPC46nFdfwxenMp5ftee/8aZxpOYYwGKmSfvbT9JlOUOaYxWDVmDWFquhj+ZI9fEiVQAE2fiNGDqcozTBDGHMx+wtb2MmGXGgfxbZb4l1UaeXMSKDrcZXwHrKcO4PYTrAMaQJ0IzYyu9aywyQOUaw7XHrkDvlvxjgFuS+SzjdZf3OtY7eoZ0KYBKtkvD/WeM1Q11TDTDJxm/gh84+zSO937t5ckepmdnnYoJOpgwY2Qojso6nadEso5LZahlqgC3zmz8ZhiHhi3NypgvwCryk/1Vx1aDvNSL2hsVZ13ua4+k8QuwxhkTWTR1svfzk87yxikP7D06oBrlrOKEaR+sMAFAdf8eIHZ5FHBozzBARgGSATKHr1g/94H7jvG2NGz1F8+YNbzqiKS0HPuwYLT2Jz2Mdh9v1DX3Wf6/lqBeXtr+QA1Y4B+GMPJynEZb+vgAvceQ37nd1RNnj9RZKT/yqvO8c1bOdoxrjI5e0mRA+DvfNENvy3YCABMZTwAHhxsOCuVwyyT2rNpMAtsoeAbzZEtePsr67Fm6jumjNDHx7y0Lmt5wA7DC50cg4+yH0p69MIE8PfMJpgg9WF+eR0m3E/wYwIb9wp7o/DHGz2Atxx1nYEtmT6ZFntFzs4F9zo29oeObzGp0KQLcLK3acvmI38ms9pzB0SkNtswuggEafJzxL6+1Xyb7LSytw11ZSzBcM7ya5bt6Zsaf+/L5t+2/u/udfQUd8Y4oO1cf2fPaQCeFgqV7Aa5wsAo2c8aZAawz3YApAUn6j3J/nKRUFuBFdtnOdQGjLeW7GR8tw0sAR3jGfW1FgAbWAMpnLmZba9PYv9fScJ4Fym9ocXdeLIPz39dDsh9rN6hEbSlqztMFDXgua9OshGYeAcgoo96/o9Qq+p9VLMAqPGvNXFXOO3545kGy3CiFq750Am7IBP5u38vhH8+yDY5YHcasT4O8dDKzPC1POO9Bf3Uky1U2Ezr3bIZqy94NyN3rAUAFgLfkJUDNyqyCkj2zuMZgBUoW9iclt7u/4F16PgrGKTcNrtnqE0tv5FTPxXnj2N+rGzUTRL8Fkn4zfh3zsWxDTyqtcF7r43DdzaYQSLVkX1tr5BOBNHTRKSGeezZ4dHQAs06K2sgnAQU4X74F/C3IbE9daL59p5FrGxBk4AXnLQ5x9CyeykYgDw2dxJ7uOEUBH82cnLMDGhfENaCqAAjfQa/KvB9nTR609xx0+T4lUwHOWHMy0HX+68/R0c3+wQHO3oav0MUgOqUSrxlCrcCSfnt7nC2NXyfbDhuIeT6h12+zfM28ga90WMp76iwCbbhlOCvJ6uRloK7nIME67HUrw7iWZFBVDlO2tsC0gThcTwWiLbPdEuu595vX7+LUt6doz/9cX77OZ4BBPzyExwFJBDEc5wACBHv0V4Lqtlyw+2j5sL6fzKPmaH5/gP3V83XOv8p1bef6L8b2aIDmnPUFAMor6V+b7E8+e9aypmQSyntfKq8tsf0ucvXNGwIwBPop947cAIR/m6CCR6nUUJAVWZ3lF8g0gMUXgifgDWdvQAvLXxrQ8iA0Z81xwaLH4i/me1s9atdBABi9TNnJuAH6tlf7k2cBaAlKCkEZa880MgbhYeZJFm82CddU1225cpW1P1JeHoLBo99XdjoGQJ2WsYWv6Aeb7M+WKMUGzT/AjDdvXpd/ngdwp9fon3yQ71Ay+t1bbQUyq5+k5C2lob/58rhr2azbCSzj/s/TPxT6QTGCriitTPlbngUYR9Zoy9dPMMFmXhOaTjbY7+nxWrCstKPEbkqIBxxoSfeCdtAbLmEvWSodufSI7OLIYMCpD0FkkZlb8Qg6V90h04zgolz/afwy9D7mQ3iF/6gRwB5GkjSAq4GfBBWkLyoZywWvoCsLnQCRgHaUyj0yLNmXzYCGLgGAf345NvcGBdVKH/AH/YbAiMz+4YcGcIozII/YpwEEU1v9YdYE8JyhAraghyBbqCjwNGtiYL727etk1Dfohuo12VuAS/b1JqM0Z1MANyogAbQBZDXIINe3UkWCi57/+LzzZ09s9QVkEbxNVuiXgDPl+azfTz89jywwWxPA5n306w9fcgYDQBOsNDrm52TUWkHG/sntJZoKRchTZCfbC9DnLbzdTP+sO1VJQuK3AefQU6hg8Ozps8zLHtEPpu89W7JlV7NOHz6+TdY4mbuUbuZcTq/qyCqycNcG4Pnvw7OAgtiBrOt3VE7Lf/AkOsqTZKUzdIIe3r0x2w9ZhX71IHuH9Xkc2lmi2CAY1/9LANWnY5dZVYn51R7v+Y6OtUCVfoVWLkGXCSD2OqD1w6wL2dyCYzZ9pbQ28pvrXqbH7zffEkAd+RNwFNCW67+hTDH9fDP2yoUGKBEUh+6tXG4QeQF/7sk8viSAYBD8VjMQcO1WiZwjgOTBwwWAGaS8z7n3W0q1bw9p7IcF0d6mHPXqpfBks5knkxgScaYD9nEf1u1dSjBzzrKmyJ0XKWHdnsLsb/TekAB9ntE2UHp0qvrPxh6rzZrhIQZ7lnLz3A9zHF61koW+IXw/TxIIxXjZH8Qf0TO4faypQFJfkEGG+6ovZ8BTKkzYIon1Ya9DL/b2ec4ZQGcp9AagEejQ8xteMXjPAG4EicFfPM/qTxOclYC5bV3R87U8uD3bqXDiObP+L/gZuxydclutMIWthlX/KPzQrP4JtsWenFJy+xn0KhZXLJDqFJZhZ6jIHfY/69FzJLpVbaCcL+i2/M118O5WEUInRufYiqLwTrNeNVyUydlX3VXwR/gF+YA9p1ybgGpslAksr/ydI7mBDejGk5G6yQ8C1FaM2Oo92lfOfwMk9X3U/O6+9jP12PVbct5vW5vyJEGo1clMUtL/pT+GPw5f/fjGoaf+Gq8ZlXt0mvl75m9AmbYxrx07v7da1bwKAHfIFTwe9P7tFX5612FVJXg+uIIrKEv7OoEpH1ZH+hKbv0fJuwXAjoFdnK87hitIfDzo5pf/TgB4aXE1ZHYsxzyHbvcBcfveLsTVQb/j3GuOmtzLDDfz2rEczZuvg7qzbiq8t3Tcyw9aziWblXddB5j0dp5fo/ft+1+j/1+BYr95M415c3jvDm3ho1OYntlcw5sDUArKVdu/w79fG//t8wF7F/y95f29x8nz7o8F9g7nNYrr3Fgjz36e1/te15v7Ho4+hPF8/77rr8/o9y4HTOl5efZ1L9533V/eG0d671OFoXLVOeLsnf3bQ6p0PgXJn0jmyQAmqr7K3CjHrrPK+wEAT5ToFbjdHhtcr4P2BNOu63eAxpc3b4NYfKYD/hoAvGtwLWF70Kw+UDfJdT/5u46rHoYXOtxm+aoArENRWl2BkS21u6DR0td7nmDoQeY8egFgIzM3okcA+APRYI1SjpIyfLA02HktaMw8BEj85JQLyo8FSm/3LdfWMc+h1FPIG2xk4NL9SrMzQGPBnd2b0nczx3aMx6FVz9DJY7sWh+E+4AXvbx/fKxi7B++WrmtZOVwD872rjKvjpv2/VHCOZ40MQnHa6K0aedkPt9nqRs1dgjzmu5sRvHTaEowoWYdzr3tjsz6wCXUQLVBauk7Yceefz5pJNEDgAhoGEM3ezT1Vfi21LLi4DpRLpjC7fZTg0hLAhQyAKGMF+IZQ62SUByY6MN87Snjm/hhonScGQmXZCRrv+l7vc6z5RW4ViDn0kInUrxPnbiDO8sE1E/jQY1DmKpuVXToYk+1Sp+MZlbkOaB5XoABQPeO2X5ZK45Z9OcdvNF+BS/Z4n4GSjsyZDKa5eLO14PE693q9zmQVb3uDLsiHAtySisuDc+QBghwlhOHRUWLrnBk5uePj50aoX98jm6zz4dmNCFwjbbKMiIKPY7BOIWRAnRYqz6eDWaW8/DjCo5mCcw4JDGNYON4D4IFnxrpzj5wBTpvpvAFA3AqDwDLIZERN1PaIAmbhNUT9TrZJ+VagFK3bbGvlzKF3jeLMWmhY4ACVP9chLY8pt52TxqolDVfp51lm9XUvDLBaBX3m38jkGCDtPXhZ9x2L4L9j2/cwtnkGhgwPlc46kQE8N2O0Y9yyXIcerS5lcIL/CvrGccCLe22pUEqfVf4fQQ7XPW6ZJpzxAvBmxBE8snyufSPIvPxsySiMXx0x9Gorf03QGDT9TKnKjLtGdyKgcWJQohHHzFYAWHkvEINRJGBtrzajoDcgiFFssKPzEdBGj3gXp1fXdYA0rj32Xg1HApncazjAAXSWLzeD1+xmxmyPXdZrgVqet3SuAUck+fDbyoXun3EY8F191DiVNR8LA1fu5r44vWLQ2/sxluRF/jH2awBug7wGUK1xnv9Dzh9ZogOMm6FtIIXy5lznB+HTAj+XYNPSqNzSwfnjVLnLF/C05+i+/L0R3gPANxCjFRLs47g2C/OyRKMZtpuJZJlc9yK0VBaa/b8tFxasthS9GTLSRXOb7xR4hw+mdHTnU3mrU0RHLpkWcQLP+X015pk9Tm+zkOxLtdnE8NaCiJthbuAWPGpGjRUirKTwMY7P6lH51/6G+T4ZU/S4Y/k+hOdxtqyuIa1WJlMfZgJfAMBKi814dt6ORyeT4KFAqlHmrrnOYzMXrR5AFoRZoVu+DerpdFyDMA769gc1a9osOvhtzwqBVc4p5ryvrSxh/1rBF/hR+eaYzMCDXwW9t2zZ9j3bICX2okEwU6Z1+J2yegAY314CRf+YzPmVk90HRZEMJPgua8/9tz0AmW6MjeyR8jdOpfAGwDCqgT3SHHMB1Hwm35plVEqFjj0/urfnPpEz9OVFVzfjCN6TZuzRZqG3DKMtNnBe4jgtbXGaAjZDU4Lf5hyhx2vB9OoW6G4G2CEDKRuuHnkGU3Y+7cPa3zy/kFOjxyjfcDCaLU3ADzL12h8e2jfrm++xdpkLYB58UPumNs3FPplSh3UaNnMFInpdx5drLVFu+VgzsczE7Jky+hBCEX7BCdqzquBU9mvupf6FvEUHPsHdMyBYxx2yjFLQ8Il0y33QXTgTsjDwXHV0AD8kMPeuHNehd+rpgkItbQzrl2aAqdlDdVTG8TpnrOCzchUAlDKgnKutLACANvrT61dxdOdFxhzrv/K1oHV4EpkOQGWWNjTQidv3QqvGh2i+dB1Yv4kT631xurfMaOUNfPqxjvc6hceGUrexosWD9Bat7Bk9j/KLVjfgXJbfyVKrzxr9VlWn3594jTmXyX7GsQn/UwlAnm/VlwniQ55YglR5bEl/zqb0Mx4AZm2z1TnbsxN5XT0VcFFdeas1Hfs89O7+bGAYYLJ78tt15I5d0/YMoRvnCf0z32c8BMZY7cYgSEurcpbSm5X7ICsEmxgXQC88Rkb459JKPRYac/3nADScLQS9qC+EB1YnSPYiulFVIghUPuZsTDbka8rMho7dFyF49jlQEjrYVs95MgFm+iSUWQAf1XXD6+8IbEEf4xyI0//5SzOeV/Y4DIAP5gfgSCZuQNroYQDuOMtZowcZO/1OmyVPVmmDO1x7QXd1TIAOSIY+B3jLsFnnN7+DCH9OCW4BYM7ijwE3Xoc33wckIZDrybMAvD9xRx4g0Ibcga6IKioa1I/V5xKURclYAI9tu5P3ApyxfrWfsemRjaU55cDfBVDb9irKPLMLU/o/a4Tc+xgAhaCkR4D3TBBC9VzzuW/bzzebKuu/WeflfwCFzI89Ri/pBjnW/pNGsB2BEdrbymADzOYMpd9qLhIUW9mdktj0LCaDu6Aq96XthsyP3v8iZawLUKEZ5BmvX6WPd4Dbb8Oj8Bk0StKugRCU9g3tKd39ZwIrWJ/PXz60T+8PtaW+/+af//kqn1lJIGlg37z8KUELGRMyByDGoCt+t384fZePVk5kjdKeIsLx2XPsC+RXzqMGnMGP2JDyOoFwa5MA0j9k/4T23LcFNsJTBLW8+DEAKwG2mfN7eCGlvfOIsR+m5H6eQ79jwM2PKekLsArwDq16ZqOzUa0Aer0Mb4QO6FzQhGu7l8AuQtbfwyOphZ3s4+ff/PYrvdT3bKQkNEEdMv2r35OGDQAc3oE3mVMr2FS/xbcCjydLPAEXzK+YV+0wTXgANjPn1RfQQZu5iomfntjsN4F+5C+olv2eX4Ye6G9mUBPwYJBW5T/6U/gKQJKARM5pzkrWr7Iqe5I4D2wo3BG1ERhHaEYgSyTwN89S8pt58uK5H95n7ADGE6BLEFGz5QGoMhFkDDEkjefIdwig4HvfBoBHj3mWgA4Cr2pBJODjdXoeNws4/3UdKutZCyvGAKhrT7rG6hqAqOi50pYX5woAJjZDfTXjp2E8lHnmBejfcundW54VL14abEkLgQa3EE+FbVy6e56t36o6WyvIJOgsvMULPaI2JXpIeMggnVPmI39ZE85ztsob5kugcG1ge4PDLwQDMHbtYgMC4A33iXuMPVf6j15F0Bove2fLU+y1DchFH7R8sEJnbaO6ZWEh7he+Wf+bbVOk5wLD2i4GuOuHmoxvApUywKeRbS2R3TP79Dv39MHevfhe91znM/ayustpI9Y23Kpy4zNgfbUN9K/0O/U3bUstdaK2kcp9G3Q246FHsz2PTdAxo9VARAMZ0Ze4X87YCQA9g1zRhwmidb1vX6MyJxh6/I28cfHRlCfZb9XJTnuaMwQAuHoyq7q29hjQBCp2PGO4Nlyw+ph+BIMZ11/lOta2HbOM67CJ0ZfgnxnWnJGcw1TguDuhJgiMoum5sMknp932VQCYWVwHcBfwvQ8ADqPOfRsUMsaPrg4dklcA+Mimm+tugYorwMf3bwHqvy6d7/zvAoDvG88VBLmCv3vtFQS+ovVXWlxBaBVxN9Zf6PUXh9FpsHv90OdgKP/+7wKAb+l+deAvyHGlkc3Jv7qKxwdXGl6vvgWAj5KbPX05hPbqe3b55UbXMZS+Y/hen3UFKcvL9wxcwGzW5gJmXJ3sC+huRvF963il1fU592UA77W3NLrlje6LlSQzsSsIg7BuNsSsB7NAlT6FT95gfvs5Bvbs60a2i7JU4+HvHmsVbpweJ0i6enYzDrlD6HgnE2qWSgEnALy8e45FGl/B2fvme986nQ4DN0Qz0/JzgYnrodVMoRHQ13XSqX3uwSsAvM7GZb3SYADgnYv9i7yijoCS1uiiw+nbw3Uc6Pm8ZdVGkO9cMXh1BJ/32WjYrtPw6MF/A9geJbwzBvs3uqhnRo2037lfaXsFVAgM6PqNQral4JZW9+3b614YNvzqD55rNvNf9+8eogVtZ412nNdn7O/Q2QioUV6mDMdtdvKfi5qhTPT84/7Sx15Uvra0818BYMFfXsuvV/rOJwPsbGaavFDnxGQUlIajKOCQWMdzlWs+m/EJ9g9IGY3hzGBTYauiVkeufMLnVwCY98wk5VwZrs3v6/TG2djyMhdlbu+D847vtQ9cPufeVXJxCtRhpxLb63GWzV6+lqi+yrorEHZ8DxA8/6HEXL933Lh02+wT13YdAi1lNxfWcYmxRo9TxoIRsMbUrG+XrU5cAA4zznHGqABvBPeCdUtbxudaE2VrFu+Zed9bDnhqaUT3WwGSlj1dAJjoWjNRuyaAyzM3lkWn1vAwfLyBBVUazzVUX5vAme5PCbCq2MfMiz2/WYH7Yfd77tssSAC/Ggdm5TZTib6bXNPx6tQ4MsFzE5z1d5TZ3KNGyvDAKqFbinP3KvJjgSJLaE+UJvSsgS2/43hlLtCCeMVmL+a7W3K5GWnHd8zUgDc3QEYe9Lxp6ULK+l4yDC2dJLGODGLoNnxfBR0QB4cdxnfLUQrWmm27PX8tD8kLOW8GN45MAHKBOp3c8qqZVTrZzawmghiDJnyXe3eMdSQAPky59JHjh4OTsqLVPTbjSvC34BAGB313QjOM3WbKwyP810yyKQ997G+EuXSAF1peqs8nk8Xs4rMdwykPmwFe+aEe0UAZxpTnbmYidG35amQQffLKt0NPoq3pJ1gw4Qyg0LDT0VQAnL0Y43iBW45E102H6AYmQD+j5Zmpmc8F0TMG7qNjTcBSIIQ9LxhnxpPZAfbCFKzaNduKBe1rPefnnjNXFUvZSES/NGmGMLzHvtBirqygFHsz/sMvZFuyJl2nGx1gn98ghwkMKECCPMncNwCKfQCvCvhnX8Ro3kzQ7tFxGD3GIRP6UlXVe6vCfYJGs7+UpzqyUHkWoKuTu+c+X5T3Ws6ujoZdC7Jxx4vjI+rIWWARuljyWEfMlRc9l+fMatDSyWtXHUSjuBL4lAXQb+QXstwSaY6vlQQiHwHPoG/pMXOEh+AVgVfLctZBNPzPteW75SMCpADa5z6eXxlLhk3WC3TedVy+arWPTgUQYcaRpwLwHHowOjSgUvihpdt6nlpqfp015an8jZOezGGDXgSAe26Ff9p3uEEulpa+AsDS20zaAo5V3wXQyRDZsu6tOpBsHpw9BtcYNCaP+pw9W/aseU+5b/QB5FfGzdnBSyeVGQArV7kOXrLXqPueZ7JP6Xe8wQBk6EMz9LNHyW6qF3Lk4AKNTaQicKeVhKzeUbmHoz9Ex4kKiFeVkjlsFHzGA/jaDMzwB0AIY4Q+lSdMcHQM+/hqN8BXDdQAEKiDX0cf5wLO8vJT95b74zPZMg0itPQ162J/PeTOrFsze6lcEBAgdTXNAhZwJGOzZY9Hh2Bsrq97izkhkxg377VPWfXX0Qdmk/NMgBAzPixFvpnIzeKuLFmgRVlC9gV8Vh6vHaIO03uPzrwBEmyAtgQInXFgU4bT3rsPLVmY93/I+rXMHwBV3mjwwsghnZs5qxrsg8zUNoLFkUMbZFk9lnOHnn5lvmSh0TuQyXPMtYSrWf/Q5cHYSw1K4Hxk37G/cnmzRUsnncSrR5J1RDYaZ2UBSZzi+QJ036CI7bENPwAAo0tsxjW8Qe9NXq+TGcnfL148PfSFckcz9PTrkNlrf9qU7w5gwZlKoECDBRpQ5X5xTelpGyf+9BGE3q+TZVmeDQAIfxFIdpQ8XV2QPRew8PHjpx2XgL7ZODjmDUhRlgAY8Wf122Z8qSM2GDz/tqeyHGgQkBnoVgOoHAlt6eloZR0DD3gmpYQtcWr2+tu30Md+1g3iit4JgNWlRT4hWtG7qp9T+pL3Ik/zDHpHIhJ63kY/6B5jjdmXmYd2ufoJ/A4YT+9W9rtZSUUhuj/XJmyGZkDFTwBbc/4DODKHyurqplaoQt/h2s1WV3dnvLlrZSt6NE5s5++G7SMLpP32K1mzAK8pNdwDlzWBn5JlljFCnGL/AwAAIABJREFUgu8aZORZqJObDETGNi0Jjswlrk4GXEr6dv/0dZ6f347uzj6s7RcAmMEIzEemZZ/yNebc8qPH2tqntfRB10owLTxJaW34iXV/FJnV1g8F5LRTsZsBZwhyAMBlnk+S7fniJbYTZ8X0I85avst1LQse2vf4H56FB+jry3zhg+728Aey8rsJKv0SWgHCsca//xZwM99vwEsDPcx6e/bcrGgCFT7lTIE/t5pSXQLweu+grUFP2LfN9D5pSEBHM+gI7iCIhbN1HO98F3lNJiM9uNFVCsIhNwGv8jlg3/tkwAJIt19vFSmyMP/45pd/vu53AHa34hl8JeAuQFC7ITf6PaWzyYJmz7VKWvugA7wDqAfAyvMB8YgB43wj4JLra3tlTf75n28qZ6qwBNA2O/fRN2+p+JF9BkDHiyAQAE6yFMu6nLFfBIDRpclytaILsifzaoluWsgY2NkMcoLSRo5AzPZZbgY6AR7oPgQDpjRxnsmx/DZ88gaeiU3QXqp5bPdyfqMnPHYidISfHlUXsaQtK0dwB2cncrT6b+hH9q9zyVmWNaM8OGcF6Gg9mZO4xrn/NOMno7n8m/fhOVbuCRm1tT8EgNmfMAygI+tVNhzzCZ9Bdeb8TR9kg8uQawYlc+9HKfXe8yyzekdG9AR0RCJ2jSi1/ebtm9IRWa3NLJPy/5R4Lv/DVyNTyu+t4vJNeg8L+gGmM/5WIcDOIrjoczLbA542ICL3wnZgPTnvrOxHhrpy84fS2/6+BUoh5JzVuCsaxJe3AMx18ahv8DxA1C9tXYD8dTMja1nvn5Ih7t/9cQC+JwCs5GlFlKwJWew8WPvcYF+y0beyTc/L6dQDEE71igYdZ52tuiLgJ9hL+wFspKxPaFwZPjoYe5oXQQqI4icA6+GbguRtBeEe5AzgGe2Jnee+SQaytrzBJvBQbarqYvpN+K/aAHzSM03gm+DJTw1cUP/YksnIqj1/9e1oK23QYKs8tsWLNNwXfEr/d16lE0FWe/4P8O35ZHAJ8pWgJc/m0XdKX7PnO67LuPvrzGF5gWeuLtqWP/kSczaQbLL75171QMzn3Hnv1VL2APmjb8sgBrU1MSG0fheZvPiBNhcVbkh4suoYFG5wWNYEVn6Q/U+lCvbkMZfqeTPeocsxP/w06K7Vd+7ar+iN5UkA5Cxkza7OSXtVv9memJ77GxTM3jcz+/Thtt0K5/ol8c69wE1VfK442dnKxJXWLzW8hH51sZOXF5a2reBZW9fNeyQgbg/g4wsL6IwBcxgY6kizyCfyfT7ofw0AXsV/B3c68McZeADJPklg8STypmxfx7+/XwHWr4FEe+3Xfv41c3Wk37/64nx+BSQOsOyYhxd9DTzdxTvWAKHxLwDg3g/D7wDWZdrrPbzmXMv9zioq1zHdlwF4m73M9XcDBLj3yWz3g6ruvPvA1F3fvwNe72SfIsyqMC5fyOx3szPPMe7SLSA7e+IvoNcVoLwd6zWDh8+uAO3ymlvY9bg6va/X7zh3TLe0+q8AnbeseDrJzoPmCsjV9thokys7jzOrpk0NzuFPDE48UWu7AEBd9mXvxd9zz2aYDXCEwrHjObMdToXgynvHuKssnnv8yl8eBsvTp2GzNNjv3fLO+fnd/Vsnfh04Zj4eQOIYVAeoVE1lvnspcX8tZb3ZSNc5lW9Q3nEt5hYbTQwxLfvgPS0WMftm6FiyFnCglMWCT+4Z1UBfSzcct3XmzHIsKNO1H4fZdb8dxmjugWK1GY/7vSvd9zkHUDfrz7Pq6K9D+9zTRwbBvLclAjvHmd+1RPWVh90vGrn+3m/VqcUzNOLssnGV/4fMmayEqswLyFzk5oKyOjTNiOi8phzgHdlV4JhCkScw4V6S91o2cbXY6yRmLZcmx8Gf52x/wQ1IsLyXDrmCqYynhv65xipYwyONpvJ3RrbrtaUSr/Kf3lvl747HAVb5q+Nt7sdZv7x9GfcCz1tKcMdj5uBk2GZgC3IsXbuXLk7EKioDVNcZ02etI+NuNqnju7tHN9v4WgqS6yyLTCT6uTd2CVT4F1AUAEa5rUMzBm0zlOswHiBg7rM9ReuQKXjm2bJgIrfca1YB71hwxDewxbKyB0hbxU+QDrrh/LxmlsFWC1B1v42z6czW1fGnsy0gVoy4Xjf7bcsvrpOrvIpMa0amTlL3EaZ+QBeybvI5tGvgC87p0vGUt1sS1YwhDcyCvrnO/n5mRTpfS4k26xEldEqQ1vjhuZcUwt7nRqnuvpj9tPuB7VTgnb2f+285VzgHulzP0wUY62ibez8OSNDI4zK9cxcglU8qi+Z8WcB+eXszsZvRMk50g4R0TNU4SAli+BfxDT14wHKstLEXG/NfAJg1W9m/8u3cjxvIghFjefrjLMV8714zqnVC/Hv+1sAKT7kWZvi2/2He3/UQ4JqAjOrvCoE1CNTpZw+UUOOwmveAA9tzkVKbubaBDAVuT1lvBvfsPAwyAA7Wr45l+wgzBh30W05beca8vsSJwvXH2TL8zV5rjzqCAZqJ6EN6/4LmOKFXFplV3/ON+U+P8t0PnXe+XgMawD4bjyjt0qpOUfmf9QJwUt5uRQfBveUdrlsQrHMcYOw6fn7fCPMD1M3eL8AK/41Tmp6UzZzN88j4WSe73jaNvH1Bxw1QYHw1OJHtHb+0ITCCZ+MML2BFxmWe1+mzdxhrePfR92TZrJGpodpehT3XDHggIIVSogZYmNnGcHBy8gwzUC2RWacoIFsNYwMsWINmH46MrTypU5Yxohe6Py1PLvBuoJbnvPTH88T+1QC9ZlqbASkgpzycTAV6UM26CDRPz3L2ZshUkC33NDPx2jOe/SVf8+zuIUCcAp3Slx7J29MRxxT8jUOQuROowjo283b2p+Xj1zFgiTkyT+gViMONL7RnHnu0IOT0rKvBXm+V+sfwwQaarjOC/sjViXPOA6bgvLXE7zgYoWEzWm21AZjYrBv4jhLU4zTAubDg45WPyerCmYrcI0Bh6awz2oA3eUEvFI4ns0XsCbdAPtexlgusn3o6+qDr1jOWM6NrOb0W89m2kKAf5Q89k2f/wO+cZcikPGx1pINHIsvepf9n90Xoo441VQ2mDDHuy828Zx8CsPEC7CejA9/+UaJ6ZIV8x9rpoIR3cXpBe5lH8U0P0wVIeZOvCHTbz5YgsJ7tBejpeU9ZTZ+Pw6t69WQfthc1QSQNSJnsjgEr7aNtRQv4kNfqHD1r4NvIOs9wgEHX6tSzPBPZf6wl2RF16rfygYEy/K4zSl7UGX76gfge4LegHoC2VUF2XIwRByo8j6zAad5y8JPVt5ouqu0Ga7bXLfuVvtWAxJxJtddGbuVDAmiqBcMnlK49dD4BIkq1oo8RsFz51+BEe26zJi2xDTHKz7t26pQ4Ee2la/9Q+08jjAxugPcAKECc4Sue9zzlRXEQqjciV3X8VocOMAs4AlCyQLPlHw24ffIE+cD9HwQUyP1CG1rnFjgcBKVlSkt3s6fhi8cBE6pH4UzkjMhakT2OidBs8+m1zufoSO8iMx5OWXJsdVvUbJ9072FmOHq74G8DjPIMdFdLrVOyWvAL+tWO6iZXTqIDIY+4Dgd8323pT2WPNAhlxhY5Ki08AsAy6xQaAs4w5s8BEg79v5lLKonfZezQlF6a3Y/5R4CPNoe6THWxQw9NoECAsve5hgxQgjhahp9gjFYicd6PClwBALsv6BfdLLvwJOsL17Vv5thRjylbOeABZ8v32YttVUAgQtaebDv2HQABYq4lSRtwY/ASfPgDGc8ZJ0EEBOI0UAdAFT2z8lOdHjou/756FfCY7xIM1GBc5BIlZMngouIE16+tpnjSBoMX51wqbSyjTnnfb5OZSDDAxw+WVF/bla0F3yAv0S8o7f00mam8fv2VXrXYFzmHAGYyaMooUyrY4CVAASs4dOzpZ/qYDNVkrzaIHP0L2YHt26WlUodlqgmgZBqUZP6S0sAt0Z458qruOjZMK4qgZ4a/oX+rLyH/urEBCc3I5/z4QsWF6sv2P3cvoz+yjgSasj6A1gZiCKbnWZEx7PVvA56yfthvP/2cPb+BVJ1bQMZk6P74MqXP812BobJnQQMASUouP3jEXobPk8GdEsGvkwkuAOz+QPv4mdLP1YUEFQn4eJdMTnoD2x+dyibQB+CJgAsCSv5Mad0EVOS+zA1wl+eRkc0oCoBmD3yX7M0fkoXMmgAOwt/uawEsZM3D0kdb216iZrkBWv4RILg+gmZswkNWByCznLXiOz++fGGAY+cpz38ODS2xi+1kAO3HTym7HLvtZTIPsRNeBdAjD/6P4Yf1v1hZDLVJuw4ghh7ByOcHkQHvK2cJitR+I1AWOiJz7CFu5vwHzqEsNKPWf4X/67tvXqbPL5u7p0JoyjzZXwTDMEXPCKQZdivz59xzbTjre6/8ja0IqPo6gS4D+6kH8rUEaPz0c/YNOkK+R/llguzMagzdM3fKeMMPnDPP0m+79hNZneXFrEkOhsrMOY8P12T8Ucizn358UmDxzSuyTynjABgvn78H5K//cVJ6ydBtMGH078niZp+3yhiBewHQoHO1ykz94up1XM1wJiDkm2/+8W/PS+/NRnydigAr32rPIcwyb3rawqMbpGJ7hYr0lhO3Cgq2rC02CDjx2jPQt6WvIx8NPKL8fM68/Mc+2KC1L203YDC/OrTfZ4+1EkLA+bV5WzK/8mEqTUwQCXo9suBMxOG8JkiCCkqR39VhOI/x/RBoKsg/KsbIXHlkX/BwS5JPgMhn2ic0uxPhd143oqtvcPZulY6Vaci8ZiFfvsO9kYHQq7Yy8nVuibxAD+sZUh/iGaDiWCY4vHa1c+gYVJfuvFrKmU3BOV0w2gnCRwb2GQSGfVMtDRmA3tidPTesj0ratMw2TX0Z1UEsdeoG0YY+Lb1O5aTqEvASwCc6C/JdW5Nb7xmLakNmLs/Y+VwnsXTTjhkZRUDE6PLaUp4zjsNgzYeTRFSXE/Ma8pQcuSl+i7Zk4oSbgNl97uq3BvUgN4ZXuKDylX3t80xsNOOakvvHPicIgt7ULUGOHjL612VyVrUzcG59UXy8pbNrG1wB4HWsXR3cy4D1lw2RGMWtk7YG8zBIwesDIBpHBoJjPu+Sbmr0cOYdJ1QJ/v9NAPia+doFHAXk9v3bv0uSAUauDHoVAHWoDl2XIe9ce/n+CRRL/2Mdh97Hxh6OujpV7wOqryD17dqXqWYnXSP0d/63oKZrfSNNrhMZgP8+4HgvuwWA9Q+tI1VQpg6kKSnA8O4DBdlY18+udPg7AJjrNiL/GNMYHDXQxqG+jhoO3vtK3V7neBW49433Fti9Q7L547773RrqjXpegXY9OGZJWhZrjIZ11CwA3DFyTi4ANcDJLQC8vaiuAPA6jPYguPINv98HAPOdayZJnV11ApyH3pW3vwYA71re8u4CuDz/awDwfWM7AQ+dXzz3mil0uy8PEKvGihlIOt8mqy77cNeErJLrq6U45/SVpwWAb4MnkK9j7x3i94h+HoekQQ86Fa+OvnVAGpV0Pl9nw+lcP75TBbwW+ijQ9wPArtOU87hh2J3LMe+RIfLwROwtTzZyzRJu9i1aRe28qVGz0oB5u0bK4K7h7M8FKu2hoZO5n10A4OtQS4NGe102y78AgG9pvCUeGff2BNYxr+JUB+1k6XXvj1yu/BoFwch/FAK18I7rGIdja8bugBmucZRkytGNc0KZjBIwmXArNw5AUf4wuw06CprsS2XmGhziJyu76iicsbu+47TguRnzOnGYl6+741ga70/uwfjrkAu9jlKx+WZL7u15eGfPYAbreOdtMy9VbHm1VCEBBjcAsLQ5DYDNhD2VP+ai49bypJTs22wjyqiZJcN7+2IcZlbh6DW7gSyjBZS/b/aTYLgLaHYtWYJ97gQnrEGE7blnVg2VAhjX7PYBXOq4ETwuLXGYVVHO3FtG176mAM6ng8eMnD0vuvW6P0beDqC59FiAC9CCFwAD/NJMcxxwOAfrwNMR2gjIZqjclW/rcKycaWS1AIDrsQZAxsa+xrycs1UAajKTVx7lOwDAzbTGgIMcGB3lvUtm4YzxKuvqsJ6ye3AQNNoqCxhKOFLZEzg3GhICSdkPY6zs2YtcqRdhXhhB69A83rz8Agsf/YQz3oIpI1dxvtZMI5AAB8EGpQ7fsxdxPgEKCJiSzaxhx3godVsajRxcwGcdrhjY1d3rFBw5ObQpfw0AzC2VC5b03Z7r6+BuZgqO7vYBFDDumUigQeUPWYmJ6ifwHkcWgQhrXMUcFLh0rXhh0DRjMk4d3rPPqONbAHjLsCrDJztueAvgcvfycWbl6/YfRNYasbuv1TG4j+WgzQ5uby0WL/teAMXgAebq9lgg9AxMUEbbI3wDNXoxQQWcbT2H/O4XssTDx0Sa8wJMbLQ7BjX7DvC8a2Mv++XX9kDDmTYMgZOpn8EXPRcEOJtB18x+n8cqNRgGedh9AaAfvqEPE4ELzWgyapzeUwCkZJp+bm83MzVx8PROpfWcBfDHsDxrJ3VGtwHkh26T1Yusg591Bm327vQ5H71k10Xfg/sWutmP17OjWY6Z7xraK0MFqK7ZqjpKHZGZEwACZsaegV3cq64K+J59h7zIAJodMM/EQbbl1R7F0Ql9CRgg8xTAAxK0dDlrlu/X+V0g7HMcRmSQISdxcsEbMAHZL/JhM27bU7YDNbBgzkmDxE79Y3UqzhKYCWee8thZAiA+fRaH+EXUsr44/5ANyBgcx3Xg8qxmoNgTVb6uy6a6UUtYAwpSKp1gIc6gObN6fxwuh/4g393V5ZW9HVn1uO017vnGi+/XRmJN61WRmQRM1TG/p71EM0IBSg2/B4QvF+b2ZDrh7gXUMeAsPB1AV4DX/XxUpSCgo/taJxZO63U69bikjFye8bjrcRKRvn8GkEyAM473Zr4nOyFOUKo7cT633OW0wzh1bXmq5aWT8WFGAA53eslZknl1LZ6vnHBf6yxijwJURT7AlzhAq48ByKlTkIG3On8DF4YPkc/lbwABHEcXZyTzReZBJ+5VICEXEFzQ3mrQGH2pZ63BJAxgHUn8zdlY2dWzj2z/ZHO1/LAHFvNeABjfDw5y+M9zJHJi7ZMBalv5ZtcQYLk9vXNt94NnEOfHU0CkqsOApaznygbLICKtWlIVXiJ7OtdSaaOZJsiILbuIg5HsW9aHAOdO0j6eZqQnI5me6B2nz6icX9APx2rm/z3GcfnWUt2I492D7pWMC5CCQecNAiXI/kM+PAIArr7CXib7DLkCCJ/Sp2Tk4d/o9tTZbPALAU0f2+P025ampVoIALJlMb//wdKROhpHKiMkxpf0XWiCvkrmVXsmomv3LEZ3d5ivkwW5/gzAn5cv6WNq4BPkrg1NtmdpP3I2zyCLSp1dHjUoUwC4gRjInmafEVBh+e8HAYBttWPgL2xKtrDBMgyIeewawA8A5I/DBzq6+SpVCNCn6m/gngTYVKiahQogjSrh+W4WGZ8VQAVgyVo/CejOHvnYEvPYNPaChy4ATkzzQ/uNRp6GSHX8t1INQQrKBkoB/5H5Yfs9f54SuwHqW4I779Hz0+oVp47+gPKwOQsetaeqVUnwuyAbmmR6iH/7DUOd6uat0CM4wLrAQy9/fFb+26qQiIxXrwgWIvstcj+lgx9lzKumNmAumagGG1oyl6xbqrWwVmbIV9B3XIBKL7bvad4GVEQuP0+G+9NnPwQQJtiIXo/wJHtQALy9ljPy9wnMocoDGZj1R7GH8wkBsoyBvWsWnvb+y/T0fJ/erF8+AhRlXgE91i5uhmXe3bYI1TlHwG1VtC1Nb0l25mEwa7WLyoCAsKFfA4Uy52Zi938bdG5J2W+y1wDv04K9JXg//UnP3R/Sx/Zl6aaw++ab//P/+qV79fvIrBcvXjR4hM/JJOQMoeTyw0fokuhi337z6y/sMXSFlBpvZq/AJUBgz/TSAfJb+hjwSn6NzpBMPbKqCRSBnz6mnOxvAeQBlpGvvP/Tz5QvV2/dkrkNaPnOjNn/+T9ftdoH58fjVCLgWR+y/gAdTAt5S09zXlnmAv7oHGb3BuwkeCIfP0n58IqXltomCJGzDTBRn4zBXNqY9YG1hDBgX+aKjM3zsBPeBHj9k4xZAi6wVwOS1h5pQFR+L/BC/1u+F7mSpQRoQtC3qkJA8rotAIHzNvd4Fr4koIaSwG+ppEDG/xztBGlQ9vYx94KMPbY471xSMsEJ1FqQTH9KeLcBwaFx+JvrbdtA+d/YO+GnTw2S1geCHdRs0OgcP/4k4Il8YC+/fEllCH0aH96hXzxKWeHcK/N6FtnR0vXhc2QJe/5xzgMAIda/Pp4GGYZj6ptQb+G9V78lcCXrTFYsWdboDfAvWdbw3ZcEYgBIU1qbuX1IwAZjbCl4SrpnPg8jL57TE5gp145Edi6rK+daLj3BHA2IC+/Aj62g8AE6wBvoM7bn4cW8fk/Z8w0cfBqeL70J2ouOatA7epztWF6/ft1zgzN4A2hrH+WZvJoUQiBBJmfLCitCkKlvSwYCIVnHyLVP73ue8mxcZa9DZ9bnafaawY5kQyO3N5DYyfZMnPOnvJ4x89Ny2CB/noOWambXEACurcd1rK9+KG1J++1aWQRaURJcGWIrgmswNjpxgdXDhpKOjAn9DH5cNZW9hX7TCnaV266ZFWQst6z+6RoapEqgyF1dhfH2jMeear9nfQRW+6NsP9VECLgg6MPS5mtLtB0ROv3YDmyp1ash4g+TpIPFhTsc84oKEOqwZ/CWVcG0Nb8nyCsvst8/RzZVMsHSuR/VNwqIjj3KcQb++i32a+TC+ob5PuNYX4J6hkF6e57oNzHAZPWZwwcID8BTtadnTshwY1edI3bJBNBoA45/eWTN2gi7h/Rl8yHCBrxjE9HwnenfWf5ZOwp9uZUnCPBuVbMRVNxhFM4dcwNkM2arRTBWr6+uuwDwXee2jLEG/hLN9/zsOOz8s+9fAeAdzwDlf7n+1nF7EPNeh+48ZJTL/cufbs6/K0Hc8TXS4ASur46/u/c7/zqyJGehr8+5grW3z/7a/fb9K8AqLU/w5zrW+7KPr9d+DVS+jx777Nvv32bzXuly3xyXT24z/K78c0vbCrz8W/Bp5yzfzPodyq0jvQ/I/FfvH1yyQmQiUnze3VXZTfYXEG0uXIBiN9yVbvuddUJsj6Wddx2PswGu/Xxv+/7+HcDMfti+Wlfhs/vkFnD/O547eraNxNk9LP3vfvOWTgq0FcJeeysDrtcca4CzYACrUyB5GO56XMHaRviNsL+dy5Z/XbB2aVDH5hgs67y+3UtfW9/71nMz0JbPFjjRATMO6uGj7UWkAaZitQDwGb3k3kbx2ego+8dG+KIQjaHN88obeW+N744v72PCIsC5thmwjQY6FZIrz93HA7v3+OyWFq7lCQg307hzvTg4mNclw2mfvby8czgOlAtDdfw49S6H07lHLVlx0mCjlFWONM51iKCotKwwPabyn32tVpESvODVfk7lh1PJEgRz0apYDEi8mShV6gZk2x6/1172Guhn1qclU04HL/ddJdbnnoBVAd4CkQNY14FmxC5nJQe3jhOiaM3SOzJl0WBnfTZKUmXskpE5UdNL0517nbQoNvzX6GYz5nbfdP8NGMt4mqHHe6OYytNoOPLHOk07tnnPsZ0cx+/tcXc4kOFTn9tr868KcB3F8u+psCpj7tNBYPWCDhlvHa+XhzLGlqq9OIyvThIiAnnGKrLIfO6HEbFZacpq5nI3K2YzS5dv+nOwAhwdmzGIgWuQwzj8ccaOZr0RlputbgadAHCBhWZaSJ/l4YOoC+IPka60sXS7zoCCBDglGxgx0doYL8gY9B3kB4AWCmCjenmu62Zm5enwb1/jcWQu7+0eFogyKndf28Oxzo0+x76dHQ/G2hg/nGM6Ceyb25LL6O7s1RpH3hPH7AI9G2nJHmmZzAlM4TsYeWR8nSU57Te6ukwzgHMdiu61BLu9UrV6DuB25LZAiODQloQ2S175wXlrD10rMsi/rp1Zt+Oho6zYPGfl0PbguZ6t/N5jo7qlzuqluX3f7Of0KTxrtu6AUPpu62Dp2ZIvIQ/bz5G9MhHF6C/ttYckKI9ruCjvcmEzbwXokHs6bc4y3ziFzVBTN/UcG4fjgPlmqxFdTznaZFPi2GmYvGvKdwB05BnpW0MJ47m9aSlXBmByZvEePrRciwOpvcSQjYCR7LG8b+lgSqZb8tE5mIlXY/VC6EbOkrE3gqFBActvE3AD3StDWm6OccuPOB8wrPdcEIQ+AY2lycqnrUQgjY0ABoDfdS096khLVPQ4bBZMFIzEAWjmC/y4cv8aSewayHc4mCzjqpz3HBNIbGmp7hmzHnG64aCmIkSd2nFYMM+WCJ4+k83EILoap3ie0/VnfRlXAXkcGoAWZoIgN6HrtQoHMsmeXmZxneexANepCmyvTPUbs+al/+GV7v4QCODZzANnv0EHZkDbS5dskbsv9nlLPBY0nbK9Cvqpcm6J5pYKHYG458jO7XrHlnuefWoW/DpuItfiTMMpC9hgBszUZeVZOHrgMwBvAiPIDIkz8yPlcGuEU2aZXtPqApZ0M7vIPlaAiYxxyxxmVNXJBSgLADNDo9eG96dXbAELz15eLA3ZycszZrN5GDDG5TO+YaaiICv7DmccfXQBV5C1ZAYLtJtxt6XtATMBSI5smXn2gp2rYxNowKv6X9fTTGVoDG2gW2UJ0faZh3J4nFEhwIc4Q9fhv1nA79Nk0pJznMnO61OCdQB9eP9hzuq+N2X03DcCxjx/I/LJtFiiXfXr9gsvcO95xuus7PF9s2AAdZohEGd5nfijOyKTILX7ASeMpdlZTErttR86gTXs1fGB7BllX2BklAFJ6mkGmxkQYTYQ+4MzHr7gGeWr0d/Yp5yl9HeldOFWHmIOLZVIcEDkDvzQygjo7XmWTnxLt+P9rY4KcNKky3wwAAAgAElEQVSKFPIeD6MULM+EPq2QAWABf43DF7Fp9jk0+CNO7QASjK30dPe6Hp5RBTa7DDiU3TeIBvbEh87P/uAEn21w5YLksNYfOXd6phKYQRZKxl8brNWbBC+3px/PRldFj+m5OtKkZQSzJuiN9H+FpQSmua1njiNHBipnt189lQK2J3rXHGdwz6LIimTJtzJPg3zQRa0w8F3KGDZzKmNGRljuOcBwM/KQLdKHh/a8jn5ANi9n8JOnZFaa/fbwh5QPTU/COlMD9LWtLPRln1XvsK90aZ4xwHPo7gWtq1uqNFcnyu9mqrpvWOPdd8gWAsRqq+V76G8GLQDgmRFNwEwz3AN09yzl/GKfw+dQbvyWZG4SHFaHP+WXGSu2EVxHoMQ4zpE16Dt9DjpgnLsAhWZnsz4J+IiMY5yUEd+2LGS7Mn+ASmWsjn5bQQBkoU/AM+inlhCF0O+a3cWcedb0Ac+9WxIb/btAQYKjsGXh0Xyn5zDnVYABwCEycgnGWQCG51BeuZH08BAZqQB5OZ+pypAtGoCRliDh1QDfZHCS4UjmJIAH4yFLDjo/ffK0e4zn0AcYmQJtAIDZpg0a6TliRiKgJc+gUIAZ6u4j9RwDCwg+ABDD7v/5H5YKp3R0vRFlDQA4q4ag9zPfV7+nXyklq1O6FlTsTWQhe+IPgpoiC//j/0jJV5J+ksH7AZCqapFe9FaBiTyDXyxZGvuY/QvASgZtg7WQ648zRwNEg3QVcGhbh9rOqSKCHjoOZ3uWky1Gf+LMl6CzkBvW1vz0vEU9Y09DI+QjGd9ujQWOBG/Qzbp+33PWhUYBtpoxmd66jOenn34sbfb126/v7DuLrpsAFHQC9kQBk7weByCjfy5r+Cl7/bcAdQDw8BP9X58+hzbqi2Zw6Sthzj1ncnQAPDW7N0DUw0fMh7FTJeq73C8Z2Q1GYbLJxP35aUHW6mqh9/uAds+fW5qZ4IpffqH8NGcJttNUDMrefkEv59G/Nogc+vz+29te91PuCy+PSdR7vgdcqm1gwBXyDvn5LHvgS3WJMUBZhfAl68FbXZfKWwIrsF0CbiVojngbSojbKqCGSj+nn/VmGEKX9v4Or3zOPd+/xZYjYDaAegB69k95XMy/2ZSsBQEIZIPSwxuZ8TaBMB8SnfEiQS5cx1kKX71Kye22qujZNwGw0Dr6F9Usnr3ANjQQglNrq24xpsfRrykV/OaNVbRYsycNBpn+u9nLtI1AD+dsAkz8M/uEdTZL3UojyHPOaNbjeTLvkc+tsBDBCX+11y0qU8AwbDH20Z+pnMAuZf4V6wNUNejGZi+Vx5yvzPVz+OKH7Cn4gtL92ANM7HlKShNIwPfr+5xA2Gaf57/fwg+sN/K7OntAboFXsxBrsowvpnYR9sQEX3H9swQwmRR4Bn9baWj00wZn4IPhb+oUqTN2f7DG6HysLbZp7kuQQ1t5jR2CbOX8balr7IisR338FzucfaltnblnT8DCyOb1A3fjjix6kiAJ7RvPMMrFl0c5D/Mm9Gdv1xaoDcMZSTCTVZWqM9TQIDCGntn4ygxobcWMVviYDHv0ldpf6lucQw1mbNW5kXstZ88eQqaxfxm/VTMaSB1BxDMAbgG2P9J3OnyDvcVnjxO4YTlhNRrsDisw6KfEj8ralmCQGTytdgi8pd1TvkPETx/c6nP1UelHKPnwY7CO+b48zfWOr7ZkrqvN4v9J3Pxs0lPmR+AWd2ollAYFy78EqvCzZcDr81Wuc660VH8O1fJh/nWMfa761o6Nn4ypPudcxDPX53j46QiQHl9qJwRF0PEnMGLvRSCTGf229tuzgWv1ecx8up9MkJDu+L4Hb0DVq5KU/V++Rs/U18eLZxBDpm9URWrHyd9HAGjeZx9e/Tzrv/wLAHwL1K0lNOt3ZyJLABf2/98A8MngLs7VYXt1WpdW69QdQPqW5rcZuF8DaW/vs8+5BZiv67QOvR3HguJ3AVfnsPfh50b7Xu91BbDOzXCC2ddxXOlzd3xLr+udTwD4kAMVNr6/9N35XoEtnWw4HVFuTo3syr/eR8fc/1MAuOfaOAOumUA6XdnYKm5sag8936uTsAfF3flIU2nRjMcLSHAVIoeTE6VIX8TxWifbvt/SkSi8B7B3XntVWisYx2FZ8Oai0N59gn9tluXy1BXo5fM7GbUI9ry3wnDXYwGzZqgNALyAc3kwXzqzsM5RML69vzQ7weUdm98/icN9r9nQfn53v/5lXa4AYtdxDyrnv71ZPATGqL65ZyN1MJYbvajT/ZqFzTgWAOb3dZ533+ffAjMLAN+RJ0PIdWpf+0Fe+fK67+tAwuEw49z7HcDG8GxBlMxxS1JgIG5ZrV2J6+F5m+HONXUaXxiUewrEnIfeAvtH1k2BPgywdWir5NXwy2sBGp9tZgK/rrPpyqvXHgoaMsu720Plbi/HrmHRqW6ZGh06pk4+6XP7TGXdAsB8YQECARx7j7D+3LbZlfmePT5VlIqpwg+5F44Y913+HkcfozXy3Cy4BYC3dyoOmo5hv4f8I6uLSOtqaGa6LqB5Xa8dP86TVQ62T8V+tj93/ptRsjTufsEBVKe12b/uoXWQqgg7Hvm8shH+qxNHpftuCWJprRNXZ7tlTox+PbJnR575LGQpNN2MVhReFS+dV/QWodSoCi/v7TjqgGy5rLvrfGTGMs4qbButP6GTlR+CLCvHGOcCTs10AxAcpmt2PYocIY8DpC49VfzOLEYpk2EhN9gv828DIJjX9pLfce58MW53neFN1qVg0JTnIwtDwxFnhAYWn+Pgr0PiEvBhcItyoGPlZ/lKGbKOU6T79gervMjaWZ731IVayjHzbC/QlcujTHPLKwC8ZbGbMUbJtaExPxcA1lGtAdExD2+ZsTQ93qHpZD9dAeCCx50rQAuOS6OocXzV8R56COROMEkGiCOAVx3s67SujqFzjJ/21pyM2uFzHPT2zbt7PhTMm2yXZhFyl3y3/WIpfxYZQMlr5GKdnRPJDK3aUxewPXNnvp8S1dx9NuXkC+THOUypMMszmfUOW9V01ld552Xv7pN3kCNdh85nImUxTkavagYCPXl7zakvcG/WZIMzlE3KI8sxJmuHntbzrCvAyIB2HxZooz9qzyADb8qn9K5teb4TAIaW6xhep4ARyAMA7zkZp3ABJWQ1TkPAzXyGkxtHBGcLhvf2jWoPbJxkufYaCKM8UMZZDtcjo6KE9SGjjlLADbzwjNlqJj8gl0b+4LRlIQxOAiQUyDvO5ILwe9acADzP7X6EU6pPKjGgPfsfoE8j2yhw+KwOoXwB45ksDo5UpmCJUZkBxwG9wjmwem+AxynZ2TJSjSQGsDJAAR6t7jKZbzV4cVi1d/hVgZzo47F5NpMU57tOaqtMCGJ7LV+XxIwEhwS9Busm6Fxx/v5BENDFwWC5O4PImg2Hzle5EH7E3UW1lsokI+O3ZDa8WcCCM5l9OUEJS2fLRZvBIl/h2KPEL2ANTkP7XnEOrvzZNcThZf8mgkjsLbs6OvQUKEI2CEgiS+B99he8XP5B9PRc3az16VFch598was2A+fY2phzziK74A3GUaBvxqkoZ+4nMMx9zBCmdprgMDKS93hWgxha5cIgmy3RbBYFmYqspwEtXb1ZD+i2+viIT9d8zvHNNK6uMxlwyHrkC/TiyGxVD3SNKXF+nnMAHMkEGzk+zV3b67Fl87Lo0F4Hj+WIbcUheLlnRNe4JeDVTxeQbKZu+O02AKr6UWWiGT/anlSLMGOMzymNvD3SkesCZgTt2M9tAdeTVhMEufpIdVGzB6szdR2nROysI/cpr4yjuGW+J5uzYyiYi5fKUsY4hGsTzrnKfjz3IOMXMGs2ECk9fQmOQOPqq1MKm73EXmwWTvYP2e3oHGxS+lDyE3kKH8HbsKq9cKkIgr5mdRdVjfO8rsM//B7cRz2u/B2gKw5zAdP0ZqQ8I/Jq+My+wbm2+g19OFMimICwfLmlWxtkobzk756LY493oKPX1FaME7Q2SbM/zVAic6byePRe1TRsKbKJFqzBPpgAlME6lk+3DHvLgx/6psFR2z/Q0tMCM+jlZBp1/4/90zKhcdRv5ixjI4sIOrx5myCIZKAx7tInfR5r09euzzlQuUrvy9GZ8xug5+r5BMQAGXymRG7BSPUi9nkz2qBp5eOcLaWnuhKBkZaJhTfUd6gE4jzVPxtgDBDTte6J5bnVgBYrhrC/lQsAQxPEOTYCoJsBM3Pe4qwnYGTtianUsbzT++Tatn3JeADlzCzDJhNkxx7gHIJm9FHFsUx5zzrPx7Zg7sohdB50YOUWPZ5brrcyjvmPPam3o7oE/COALH+/SbYcAEU/q9j2LHpCD9TM/X1kJwGOPYsH3H72POcGWdOT8NKStWRtTcUI9uW7ZJaSkczc20McALEgNVUmKK2NTkkloikTTjWD2XfPXxiA1mdG9nZUkTc//fSMxTkqvq2tCgGajda1Dbj1Or1Ow0dP0meXqhbaCzkfAFvSH/Q52ZcsesA5grZsITK2aWUuFQjoy/t9s4jRP5p5vY7xXoOOj85MEAaBgKyb2Za0tlhbtLZRI5DQ1dHpQk1UlO4f3re6AIDKH6EV2WKAXS0tTaDR+MEAyit3tuVAsiVb4nZ8ApydW1mIaiZjKpV27wJAAmB/jl7+H//xMnwm2Oc+owrAq2SBPi0vwgu//UrZW3wFyXb+yVYalmx3Ltvz9qweBuCkzgC4+PM/0E+wo9Xr1B02aCPrSAYwgALRlxk/WY8tD89ZmgvJXG1VFgDg3FX6/RFA1722+8jffHEdew++43u8w16iDYQgr8EH/N3WAXnr3//95153ccsJylfFg89WD4p8RmbzNns9/377lcznnIHsy/z3A7ZS5Cj6K+eZ8xMkevNqKmARWEF2fvurry8nNx09mGc8buld5/Sf6cNcMC5vKFOwCcmKJRDnLFP8OUEADTDOjVpJ5QH2OzODrzyrmRLfI/iEgBJ6vfOiswEvpvomGbfwCc8jUAegdauyvE0VB3xH+oi0K179bsAPwLyAt6Kd8/Bd9j7nMM96mzVhXA+3BAAPzPdfv/IXxAFqV/1HM5YGdOXMA4hmTei3Si9psoypGEAgA/xeQBAAOBPgGbwIXChPFLA1YBkeaPARdFHUN4ADgL09Z0e2whvPKb3dNVBHrA3VYCt6yNNiJXux/gv9MPBLK0y1vy8lqse/AQiYOeCCsBIA1xuUgwzWxtZOY/x8Hz4t/QmeRnfg/c/oB9D29Ff1vCoAnIpNkWkAnqUmZ1fU3Z4ds7/1ZctUPf8yBs6PBjIjcKYC7ga8VO9vcJrAM0EmXyIre2aP30bdBZk/OiB9uGsjS0uBd+2HiZPQRpszADnBeiAD2tM4IDAvZIpZspxpG/AtiMrzAVQNxJ9NkoAmE0h2PIKm0kIwsnpTftLiCJ/KuhrYH81Wrv4gjbdvuuqXPvWr6bjuY95rYvTwG/LcKnwCzZ51BkHwHOR2q6FV+OtrOcvYQwfovbojvGGrNbJ3O5YL2OrslC/XsXkG+G91vL121/74bi5WpmizF1wfn8vVv8x6blUS5ZBeOtfjfH7pkfesuuhrfUxd1wky5/ctB+1YoZHf+DaHdn87Dva5kUwLFXzw7cPv+/ta4nkzf8/JX8kicfvcOeBXwN1f0nG/q5C5+/J0+t+dAXyLwF+zEG6Bluv4l2luAZmv0eVKs4O2F2v6mrV7/Xyfs4x2O4b7AKHSdRZ6gbPr93deLeVzzxiua3oACQvKLsfOQJafbvnlutkcj1f83Xiu2bGrlF35ld+Pkn+3DzgII19dAdpbzlvQYh0YC96uUti14gCaZ9yXCbn3vF53O7+9752572brM87IlqXRbdZuBUMN3crCbdVzZ0oKsz3ITyG863il/wHcXtZPWp/fuwK3y0d1dK5Ev6yn9/bZd3lRcGXfa+ST4aN9LV/dAtZVjO4RFxv9zXc3A9U7EQFHFodyb+Wh0USnQ3b78O3zBXVmLPO8K2/qjDs/X5B0EiCO59xmAPONZqDh+AZ4usz1umhHtsCNE/C4JnSo8294cJ1BfL7vbSDCAmLXPd77w18t4+VdNeiX/v7soXKziXfNNxOyUfwzjwWqz3Xw5vZHgN5T0qtOtCmHOP12t6SGzz2psX0adx5+cj5zh7cZVJYDFSjkMzMaFDBsr2u54asy1/vXcJY37wOA2WSWbXR/wrJH2VUM1hk2ytACJi1pimJEpmbnBmBCmRjKyW3Za94/y5tuJikKj/07TgBYeupMrEMc5zf/5RqdsfK5Dh2V4K5Plam7gFWvzX/Xcuxez3c1GHyd5/reZzPGCoJPhmiN/45hlehzj22mIneT8/uLP/JMHfrjqJ/NxfvwVEHoLvTMib1TZwX8KaBF5Ny+AA51IJ7Z6DgMVHjXWSBtajDJHQet6uQZuVW+mGcdcml69fD8pXH3yTroAVUKnlsaea/ZDNkGbLNe3RcyO445ZlC9rD/93MhQS4Ot8rq82awV5Pue51XSNZ5aejxrWEPiwgc8S9mg4tv5TdneLRXNNfattNwhxmgdk+V7swPMhIqzDUdZaF2nTc8JNtmxFOWNzbBfHtCQ0dhwnvIlZy5Odghx9E0tm5jJsGBvM6PruJMHzCY2G1qesd/Z8lYjJ5vRmu90PvLT0opsFgwas+gc/OpcVz3vKm9XTngfA0AWsMHoKNA7ZxpnoyAWCxZaZnyCkwKfGDvlQAzw0kJQZDObBZV1yBZoyjNbenzofT2Lmuk0Gc7KTNdi99cGkjDeQ6fqjtSo3KAcQMu9v/TAIYDDH+DFTNbSKnu9VQIyNsvI+8C78nfPF8FsjOXKzVzKc9oPOt8hklvAYvUVgY3VD8xaEsTp3p/gLNZ+e0teDTbmgmO0MjLPwpjffpmsZct+z3jVYfDKuCfgLx307hP4BpnSkroFhwQcFqhb3hDEwRmgeGNuWza22d8AFuxBgt2aUbG0ke9qKI6x7PlFoAffEFCpFByZ3gomCJWsBxk+zWJpHzZLBB7jz+eUDsWZLyg953Kc2ytTmokShx9jamnOjsvreBzOBJy0Bo9ofB8bPfzWzJnJJARo4tXMYeQqwPqcCVJF+cSe3OwH3pPPI3Pq7Bi9MT/htYJwdfCT33GCjshcAGPPPce94qcZgVmvZp23hLABIqzv6hvs3YLE3av0W7Unq1mRVnNwXGYU6oT1TDCCX3m7GdPNWg/PWTJu5Otk5uOcRiZAAZx69uA8o9Vd1plDAzzsr75BfJ0cFC1QQFlRncrI53cBgD0/BWZaLr86ghnufmZGJC/kecFSZGsCXHq2cW8csZlb90V52HJ0/F5QeBwo1zNxzxe48zjroEl5x6yAZmpmSVmLd1MZQd7y/uyRraSza23VBA6DU4/AMQL9t+z76jvsRebaigHVm9WDStHMhRLslS2c+WOrwEuUiYZfry0ddo7VS7LGPV9yvzr7pvqBwT/oYgMso3PGca0udc7Zct7O82pPI3u7jhsg0nHqhOO/4yzpugFkmT2r3chZaHZwHcVRKKBfy2U2M0V+LIA8uhlBDVvGECC/mfQT/NSelhm/QVfoywtqUNJdPpaP5M3NhoeuGzzRvZnnQU8ARwN2ziyRrchjn3CyqdXzCYaiNN/qHtD6WcB7n6cMIBCJ867Zy7TkyDAE7uBvyg5PNjHcWlpPRYU5+7qneC+fUYqUc6zndRUoMn0C3tG/llqicx7oJ1N38pUzN9dXnz9kmc5cFphgCwLFVrbKd9DzY/udkv2zDmCckYIbzq86YGQE5xNnnPLD8p3I/7fpg7hBCM9S0vSHfE6mjwCwdj9ltB2N8k3eHF08n8MvBe7Q03p226/ToFNB3NURON/K6+E5jgpKh7YVSGUkvGYlgeqCyJ+twtN1oDez+45jgspLzcBsAIzVZh5wfpp01/fUSTwzSu6uCXqj5TTtMx5AK2VEm/VDOwOc24hqxMM4iQFp2sc09yWDEpCSIQPOQleyVlspqGc/vCSosecTvGgFCcta/0F1kMBVTTwo0Im8R85IH8CC79N/lBflUlt9I9m8bdExdsmLgLCQg16WvAq05HwFnO5YBlg5zskJIj1afuReb1KqlvsacGfQA9c/oV8l9mrdQJaDb/uEzK2tB9qjmCw5Ss2SxWjWISWIK5PWX5t7rk7xMbIBvnkfUOdzMhYp30om+h/pNes1oXvW9GEyZ0PdOv6/JVMeuZXstDqvM0j4o8Ew6FKcVZREnfNwK0UI3r/PmKg8kf6blJMOTR93r7uuADxst65xdUztgNpK5cZ+6PlPxQ0AcoIpQgOALn1XMJVAgWCBsgm68nqWgIoXKUctAhUZkTGRgW5FEPhtghOTFQs8+Cy9TnlBPjJOv4/OQK9vWg8gOwVryKBOKWbkYeOquknlb4DT7IHXrwLuvykc2vlvyXUy699/eNueqi+afW1PWeTGumQFk/F1hNc+PKne17Lq4Q1K4XJ2vk3gCHuc/XoEv0LDjAeAlDOo4x99sC1dQjPAXcb9DACPx7idmw1JcAVygReyn8DRf/sfPx3XeCWvMkL5rD2rWZ/xNb1+NXpsgzSoHID+El10bPNnQTIpCDTLVglLT3UCEgjggX7wH1m+G8fUaiL162WNRmazLwgwBMxmPuyZnnvZY2TiYreYba59BM9VTyIgISXOHwQgfUCv3GkTxHXrE0GVaADtyDpAc9a59OkZ6jnNe88D7DYgkmoEmQeyiSGylrz3JiWM2asvAhQbYGbAZ8vah09//NGMfcpFa16fPh5shd9+NRDoxctUxYCe3Jv905YwrENP9Gauk33/oRUO0IHxl7qnK/vRbWrTjS9kqiaVBwoqC/7Sn/ZY5dz+XTKs2yYoN0S2jFqROWh/kgWLvEMuF2xjfBlXdesBwktbuAZZ5Jae8yO/Z2/0uxkPpG3uTYFR9Czp2OM619DihnLs6p0EiqFDwrfIA3RvAoXhqEu2cu4PSEqLAP2ZyFHaZZBRbkChQXoqFOsHWt2zbyZARl2as4Jy7+6bDWBgbBsAxvMLGGLnFUQeH37Pva0Co2/WGFoBxg1Kdp6ChK30VADYPcI8S0uCaULzBkmNfsF7ykj0HmwwA9LQO9tLfaq7dQ9Uz4QPc8bN73dsa/SB+hfkC15Wb3DMBP5g+7KgnO+tyEEGbc4FnkMQRKk5a92fzLPCRvm49i+2rb487GPWR5vLvbc6yPA8fIz+07GZqGS1Gc8LXxP4Ds/0THKtFmCH1xZM3W/UV+gx4t5lT5Unvau8sPebYM8LJtLqXcgU/B8zkGGnDmx9OOozk+mMJTDzcNjax2tzbtuk20TOOwDwMWcGeQHqduIOfsgyA7v+/d8GAF+iJ+54CMfZcx3nfn4HAL58/1qerHTBeN1B373RX/76GphaOpwe79MIvtzhCkJeGeNrj7xuGBWUUYyXUZYTbp7dOd18do1c2M/+bt67Ce4DqvezHffdqP5h5hta/Cu6dXw3azA+nL9dkd00XHQLNvHe7dhu+fUUxvCByvjXXkQGXl+39Ltdr9vn34KA94339tnX8dd5NULhzh6bTb7DF7zxTh58512b+bEKjnKxrwWAr9cube8DgO/SYe6Rex8OcHW2YwxL99vM3aXZZlJ1LDfjvQven8rDlnvWePkr2HgFgAWWzu/6nI0ss8TMvnRcM36A5bPs7n5+CwCzJtdMWfsfnRSqUAbsOxxpJ7C2QGt/Ds12/p1T3zszrNr0/bpXaqyrzPC6C6SfjqCd33305ns7/t2D13Htex3/yBWBzDPLca+57uEqxWNc3QY8XAHgdapuJqi8cskQPQBgD8ktnX2UECxAaoTm8vxJ/ROYO+TWKKa7fxf85TtbLktwdY1l9sm5oDveHSf814N2HE5XxU5nylkyxow99yWX4/TuuHkPfhwlsA5YlG0yxlBQASmo0dVD3b21fXdx8rSvzDgtt99qleBx6DVTdhzdVwB4y1gewLb60wG6LfjWLNUB2ha43B7WfwWGx/FfAqF4acjpVBYkqiE9NNhsNtcMZ78yYLN6efcKAG+p2zp4j41mRktlG/RiD4ZIAAvH2VLF1fN+HY44WrafxvKMTlGdO8sjAMCWY7Scj3wmaCXdT6G1wAfXlC/GIb57D0cfRt5V/vNtSu9V1uY77aFbpfJURhcA/jO/cK8FIHXEWZpTnjz3pY4m5NOZxVmFm/XoPMzq6/1yj2Z4VJ5ZutdMwbsgcOUf/40caokhZBX8wXxzWzPYZs800MEea8MSh5wCAGYj/ABQ17UfesqGHd/VmV0wgiyCMTLYCBqCEMvMNF7bV4y5NJvzSp8CcMoLs6Qmq3X2eIHSAm2uc/mlALGRzcsTm2WEA+To03g9vODbi9xYnrmeZ3t2bXnSlvZs2eRZr+5znIIEMmjYMFedBGaVAQC3D2NpYrniOtbHgKHKBzxaUJ/fxwGw/M79LN2tsdVI2TkPGZ+Ggv3wahTh5JyMHGXwnqUw3zUQAh6bTGOMURwYkWcAHQCMg2/3pyWJ4XVloFHkGnwbYAK/WeLbTN2CZVOGl++2HPM4tTd7/u8A4BpOnDMFTc1S6nzG8YSMIlDBwCRKiOl4cmyAsQBazv8KAFPSzudK4QZ3d78NgJAxWg3CgIE6tSPLlK8jK2sQGhEtz9nHsI78vN+gA3h9ZNmu1zqo+A70wLHC9df9uI76LaWsvNDZbfQ7gO04R2oQ43xCTpwl3JgzGebLyy0TmznbS8ro7u1VCq8QYPMFhzxEuADA3ZsDegPU0Gt06UbUfgMSjoh39zrztjSkWZp84RqEtBmxKyNb2nOCl3q+75rHwdDsyEvAQ/W+TG73JYA9ZyfA7gI0KzdahSVrTSBAy9MHIMbxC//gzGi2Q/v2IccFSLb0s4FQ5Y6CF+0jP9nn61AlS1Sdxp7x6qSbYQE/mtmwLz5rWa8pUc78GZtnmb0c1bG4RzLL2t90nJfThopv+ScAACAASURBVEQdT3UH0FvZsEAd+2/7yyo3a2tsJv8RyGUASnXRuyaTwPcYKofOuGNYAAXABDmYa+0hb+DAgwnQ+TRruTKX0tOCIfRue9frDdixxPaf7atpgC+OJaAHz6YBqoeA0Iuyi/Vh7hlf+Ua5vSlt3LWckynvF9zO6/30SoaubcdQR4vOMXUDADwB7JanIwMNvs2bldUEa0Uurjzb8Raw5HzLtVYMCP8ToFQgkaw+S3Z3jGR6d3/hWDbox1MUZxhnCuJCx9jnlCn1bHJ9zeBH9kzQD1lwtakmUPCogGFPtpUzBhVt2Wedcht0uMblcZZNVg1BaWZ0AHySYT/Bi/luK9sc9J3ebweIDO8iR8ze7HOg/YCnlhzOXq2nTf1IHUleOOxY5v+Z+Vuakld102YXLxCEPqEybNsBAZ6WaQ9oAs8xfgACACrkIVUS2retOv/qh/IgjnbGxfkHwKe8sP3GF8rwpoEocuvZs6cHAFC9LYAaZYTZ518o3wh4mO80zqRZTJUuldHNes1zARyYN2VOydB5Tz9hgOSAaPRiRZY3MAjRmTnUbsGGArhsJZxTD4A2m+3PPqIMPNm4Ul4HKbjL6kysJYFAtH/49OW9gUQhSTMTYU20i+xj1t2WHpAL3TDZdA12wsZhTJ4LfNnKbAQ8qXtt+dMGHVACnUzPCpqphpHfAeUBeDq+9tw1yIxsoD8byEKJXDPE0IiQ2+CiH+Kw55kvXj6pnCS4MTECXYeWZE0mHXsC0IKSsoyhpWYJ2MxB35L+EwhmdYoBoUNn5mMfb/WWxirWdgAANtsT2nyqXm2QwZP02QQ4O4I0C8xYfvrN29cFH+GbrejE3jYoaKtfqadQFnpBKmhPwAfghqWm125gjAZaM3YDnwAn7c/MWfjsWcpIT4DWB3od5wVPVI9qwHyIlTmRwfrmdfZD6EMp0T8IGJizAJ2wIBDZ0ZHb7pVvv3n7OiB4dRECaqgWYenZZwGF0Klaljpfe/NGHR/eYh3MHP7jm3/7mbIABgU00JHA0gZCWBmu82bsDTSEjiiu7PcFbdiXUz0nNP8lJZMBzgs4ZJyPCKadQGH2eUH72kLI7lQw+NGKAPRopn82usaTlALm83dvsUORN9njAWYZMvNuoEIYGxo/SkYqQBBlnxkX4MnjAHKf/ggg9eeDnG1WcKG0MOfH778lGOqNQRV8D8CXbFFKb7N+kVYBC59mrZ8UxHxO8McEPfRc+I5gh8jz9896Lm5bE4L1Xr9KeeMHlOR3raBXq0XkRU/ftImsvchzAKx4UYKYefOPvUc5a+0BNnlKrb8KMJzzaoP+f/3tddf0RXrdqiegEOnPgg8/E2wTWYmsbUWg/I4NAshVmZ11ATD8PvdHLlPZhfG2f+pZmbaBSchGe7x7tkPvH6Ljco5oo1vZocf+Bjjme/SZ5X3Odcrub6slqgYg0zhDjNlSxsAXBrAkECnr9ENA4K0cY+lk9suDVtxplm96syNnyIBtaWgyijOI+hoaCJrWCDkTuOtvv77K0NK7NzTUDgsPBohGL3geWlsRRhnJ/bkeefrzzyldnRc6SoMiCEzIvv69PbrDl1/YNwGAfySQzlVokFxlogGL6ERPGFsDTw1E4VkGJ+DfZL22Ys/avXNG1yZm/9t3mO8YWGMAbatJoONR2SIyaQNWye5u1YbvAeDDu7Mu5ZTKDH5b3IB9pxzrKYPtVMSP6xJMUtaNjdXqJchrbSpEdesxwHMf5gxtEIY6DnyMjkBwFT3Yo3lwOukPGNuMIDKrwXCubNA7FTmQmSZrXH3y6xOwzO9Uecvc4RPPcm1o7r+2EGPFFVjAdVgUu3/B8up05fMAp9mP6sPoK+r77ec7Jc85TjlaWVcAf89g+9d3b7G0WW+y1NuepkGI9mpGR2Rsf+Ss+hjAeKsCcJ40mKc2ivL80DPqwxBQH7W634P34AMTVSxljzr9kYoxGcfSyYA9S0obmK88rm2FD3GCfQyo0l5eHx5B4QSPWaXKsVXaV0cbD0/9V1tSWV2mNlOuZA3EoeGRtcGcy7KbZ+5UMhvdVR/RRKzAkZyP6FsTsMDzGsA7N+nnE7xVru74TvtEPwWJW/IXX0NPLsdPYNBB+zkDN3Fq/VVTWqR7vbuBhe+1/i1on39v32sx3Qfs7QbrATqDPxyic8DvIh/7cbflxUm6k5yP+mOB2btA510ief1dIMf3TgDn7n0u7x8rtk6V+4HfXRTuehipo73cB54ugVeZK20aPXnX+r3vvjv/W4B0ncbXe9wHol7pd9/vfzfer333a+Pc99f5uj9v5/mvxnQbSCAvuDmvry1nedBoLjgY+h4e3WuvYOt9vMx7OvYQwhqjG7VyhycvfH773KsDfwGzK+2Wf27fu0aQL+32+/eu4fLtADzHNSMIKoDGqSLwcd7Fz86/t3fuzvd6/QoCx33e53r/aybuldbS7u6zdTT2SBva3nXUXUs2Xw/3ve8+9+SzM9JpM4DvW9vb6xd4vY+PdPxONnEOIhwIC+Bdy3ev0CyvTlTLrh2H2yp3ltWcqCL15SNibUs9L1/crvkRbAFOxQGR/yvoj6C+BFRU8F8OjhOgHwGOsVnHmYoK87iPL086W6LjOq79bPmjSvk40vhsnYfbS/ooJTuHSPfXOGBaFqtOHPtzXF+WL1Zx2HkscFFa9+A1q+TMKJLBr/PuWZabeOjdFSRdpymlolw96bSH7u4Ze4z4eZ9dxfUE7HfNW2ocpWGyTPawPvZzwU6j7HYe0m2ym3AscsjH0F8wis/X2dyzpEqFitLd9diMJaM10QJUWgRc9nWndDugST2AKs46JzFsYkxMAMEqEJ5fXr8yb53SW+Jvy/F23WogTDxdHl9HZ701RihKE4GdrtvKqox1e4I75rMSwGbUHPRsVo6ZtXVm1qk9SiVOzHFULq3dhxj+I+PZk2QijLPScqWuzRW83e+bBURWi60DOm4yty777txTc9ZX+T15S8PybhSen0/pW+aQ52BIbwnzDbIwI1TZjTNsebhgzewV9rj8J+B3lCjNl9Zxzucrxyzly/7T8Xs9t8vpoYfl0zT4cfw1kw0nf4HDKSE+e899dEa3AlIWiMwct1epzK/8WfUPGM2gCOTcGeTSM4lnDZ/IozBrqX8Yt6vILm8285eMOZywdYKbuX3uA8FphEwdwbOG3d+ZHz8x9k6gWeO7jo18Z78L/8L/AoNjGJV/LBu9Z9jyZscBmBFyW+7VLLPlG+RaHf75qVzUGN6+l12q8qG9lJENZsMJ+LffFZ6nvPiMc2nLLWIIttd5jfTwQBwdGKQClVJmx7ElXBcclu7qY/KrEeXsF+7Fa79j1p0+E6NUjTC15498K1Cr8Q0dWga8AS6dco2iysLc30AknXDIxQa3TKYrz0W+6TSc8mqV+So4yw/QAWclz6BEK88/szQ5j82mW/khuCLIZrkox/w4GUAUCRbkMCDCksye8XuWeUYhJwzagKfI/IBU2ZYHnXG0Wwrd0tTQp71N8x+Oyj1zdl/KR+piBcLnHNCZIIDs+WzpUl4AOdseAjC2fJL3AYzNXLFlwBHsOGARWSNQcbPu7Dk0QWs4lKtLeI43eyQXb89BZYNZiy2LXSBeMLLAcy5XHtlL8bo3W4Z2yhpbdoxgE2StvZvMAsYBIfivTFUu9kwah+yHAN3NrmQtJ6K8BCkoahQ/8qlOumasseY4CrM3chk9CFmfigac77OvCtiEjqwJMmIzYA3+cV3gT0qQMh5L3Vqm73v6Vmby9nCFCue5XWc82VyZzJbtBIRwb40DwONaOZ2BId/JKCGgSmePuqil4s7qA9wPBx8ijzVSJiNKzNpvybjuwQkSmKonzofzklFQhpgsditRtARoboIDt+B4z9vdvwYuNUigX6YPofJ0M327d3MvzhTknVlxm2mskcJzGhAxGb+sNU50SgL3++yb9pb3RRlAXmTnNBArcwQAXoDyIevOnMYx+aVZZTknA05dWwKsHtCMg55N7iuczmT+Vo7hDkKHrdzBMaTTcvds+3azRugkLRlnhmlLDM94dfioC0HrVmFoYN1kJOdKS9EbEMO4Le9HKdY8O9daXlOQuw5K9DdWC4BrauFVDhcsX11Qnbs2cfcOe1uHUt9nP7BW+Z1M1Opp6L+jJ15tPp4LEOZZOeuDTjZ0KYA3Dqb6Hsq66jgdY8YAKKGO4ff5iXO5ZU3RY2aBu94tuao9Qz9RZaOBBZTl/RYnIH2M6WG6853nX1udMFZLp6NfGOhpRh/g1oDFeV9ZaUUJdVj1N3wEBvuQtUgpdAIY0eENvMTpSsYUtPvIPHLWMl/4jGzTypusIf1qC1jy9/gd6OOKnvk0NLCqAeV5LTX7uQIpgQtkXQUQMvOKc34C3yaTiWzjlsfM/Lg/4+QM+jKBPbhBWW/mBUDDvB7HaYvT9ctU5YB+gPNk3TajmWABzmnk+Zx93BMHbfcRe66qcfZYxlV7DPnyLWUt4bWPBaXayy9nCKVHW26+1QOU1TiOLVsqKNfzLHxDdmX9B/kPuqG3fcQmwWmNbEU3ro3FHlNP/A49M0NARr999/abfwT44H1kV4PXZiMiFwva9ixTJ0NmAxq3HPrIkwKQDVTF5Z+1JEgC8CL6DWBcMcoQoI7yzcbFyVsgOhmab970+T8QfFOZ7gB6llY3VF/j1cogDbTinAJ8oEcoOoSlSzfosnJo9geyvY73zIMzBvK3RyVgFkA8meJkwDImztRcQDl+ehWra5vxuucTYzHQKHIvNAOUXjnx4sWz8paZrcoNABz44VnGCc9+/oi+Fb5NT1wy1n/9JeBUzpzHL5R59bOwpuVpwAf0g8jc9pb8lOcB4iV7H5o9SnWFALyfCIx5mD6/ARpZ+yfwX55FlunDBID9+BOBTACp8iQ0AYB/nNK00lo9oeftH+mrmuzJ9inOGvT4CNj65wTK4dNoFluDjwB433dPUSqbYIEGxVVXNSuVZ5LpDI8+TgZvWtMq+1qpJ+vS5YZnM7fQ7dNHlOSRy7kO/bc9ySs16L/7rODqmCcFtwELmTt0Vg+ktzV8+31KGgO2YtckqziBHYwBUOif//lb7mmFMADa589fVrfG7iSrHfnw62+/f/Ps0dMCqGTIvafH7TNok/tVISdIw5Ghx75OlqlqiP4oxvXmzduu27NnL/IZGaSclwH+C+zRK5hqAdwDHqfMeXoQ5/Ui8+TFWV19+RPnLjYwPGFJXPYoa1eZMrY4Ng3Bhey5n38OP9agVC+qlMxaLX+y1ZBr3O/p1lcOn9VHNBpEywB3kVgLQPvwKzrAHJvQDtlhln8yvZPRDHDM1xkWGZ6W+NVXJECTdWhfYHw9iBPvDe/+8z//mbLcL8rzXM/7v/7ytkGPAJ/NLG2ghEER7Xdde9NS3thg9DAvH9ROYj3CNwH9C86RkRtAsfcOD/76y5vy2L//+4tei4lJFRlKfKOn0Kf5998FDC01DX+Gm0MS9j97rHInj3oYGfc0mfy1RbPP32buWEePwzN1TeaZb1MyXLvMc3tL0fdYDs3Q5bfS2tuUuUZG41N48jj6QKveTTZrfkL3V78jzAwigD+ePn1eHuQFLVo2+XiNr5ksx/JE9mPG1j7GOYfehn+/ybn0hZLquUfLkVenZ/t5rnx6hywksDhyhhYLayg3KC7zS8BH9ejYSldwtss2PFO1qHZd+lw3O94KVS0lPWM3YQe21oasPQXThUbQkAtZT3Qpq8eY/V2our4U/AaU5RZgZxOxXwhQ7n7Jc+pbbqCk+hcym7OY5xrsMCBpFtc+wugV9CTnsJmKMLl/A9RyMXuSM4nMdl7w7rusYX3MmQd6Q2eRZ1vGGUDdJAf9QZE9U+2xaip7KPfFHoDfK3cL0qoPt0XL2Evsz/ULbbUR+GUDSQpm46fivfED1ZbHJ1K65vwlIBdzEeCfcxKdoTLx9Jde/WGslVV7uiyzX9GL1EHrUx/eAyhmzfAPNChgFX7mCN+PD5g57JhZFwDl9cGsz6qJLm6nntNbbrw9iycQnwcYQMy+cPy1O8bXiqnZ708G//pF1u+BLlPfR502AsAH+Isfd0tAX3ZXfz0JNBFUc1L9vwMATyTRnUGdi/evAeC/AgPbcLxzG6dQt++ewJc5L2j5XwGAOYiWXvfd98poO52/y5D9u2tu1+j273VAX9dvGeJ23vvd++a/dLkF/bfU8232833jujrPdzyQesm9AtJnCdBeX0u36/hvgxT2+tvs2tvr1uF426v3dgzc7+owPgAJNvwY/M5lhFoP9mwwT4LumS3FeAWa+eyaHXn9/rGfxvhckBrpesdpP+SRhv6hc1AqjD12kLAG5YAeV3os/ReMWTD35IfTgcB7LXXYNTqzbm8BYNdPgOV6v30PxVJjdRz2O+jLghfUusiYBZhv+WX/vo7H8Y3xPot6zYJ3XXS+8X0uUcGeMc94jAg/6StdV8LP3PL59qa4nCc9HPfefs/DsMpinWh7hDjpKwDM35RFWvCaw7HGMdfNCXMIdt6sQ8Q5r8NkM4ML4Mx8rnt7aXQN6LiOo2s9SpBOBecNrTjI4C+BDZ3FfjZGbsYhmGWARR3ePXhPp9k6tOsMAeMeh8j1HjrXBYB7fzSMmwxe3x+grdf9FbC9CwDzLKPOrtm/DN2eujqn2s9oxlQj5LJczT4ZJ9yWG9k13ntqkJ9K6ipCLPvRnzTKZjNp+V/5z7J8vMh4wQA3gn2B6fPMqzFdRVLn4AYmcIXR3nMj7tX+O+7JzUbi73Vo+0TXttcR0TngmOMWaLoCwBsxvDKccR8KerPTVCDl+SnJB39OMENlwGQS6unWWLd00YKzDkhA9i4A7HgFawrSF9gw+lugyx5sG4y1ADD8vlkzXbP2BTlBfz5vCdc8sw5oeHgmxs8NRNgAhNU9boNjvFYn1QLKKnRmnvLCcVl5gHJMZCZACc+Pkcg6NiNxSlizhbtHxnHLnjSq0gxUDOENKikfzfm5++rsqazsOeRNhZYOmu2DW4MacGYU3j5nAOCzvKIAv3I1/wCIyIobPmlpPhzYzXTBA6Xcw1lYB+NhNZHVg7U/jrGRV+w3nCsN6kBZHpV7SwbdAVInvPNuJQkBlqVDy6iXRzx7O49Rzu2pPbILU5yxTMn5lmzFyV2leh3HZv3wMhN4I5nPjH+BAoA6SxOvQbdAPJ/jbCzwyXrlATiMz3LkOCvcU+3BiuKOETGlFxcALs8D7kc+b5nOLTVLAAu9CdtD+JChcw6VFxVq21O8f4xOtnt5gUR4gIj5Go/5XjM9x6nZPYgsm/68GMAb6ME+b6+sXHvtJywQYf8fjGGBVugAsG0mUDPHRyBuAAlGnnvrbgDnrkdL7Ya/kCOVL6z3RRau/Gkp0QFhlG1kCGIAE8mt01Y5uj3EBbb6bIywwwTUeCfEpXPIP7JFoGwzK2q4h9+G1x7kHvAFRuq19+qeG8rTs59mz3Mc5rMg7NE7mZHh3e1zrjw00roZ0QSiZhwAwJsFdQ1mO/VAnQk63eEBy4Y1mwwglrOc9zBQS3uv7+9Zu71P+1DnX8umF/i37C2OTuZXhy+D6/2VQ7s/q9uQKTyAPstuQJcbrf1gAS7ddupTZPfCi8lyAgCr/2PkLgCgEeEC6VynTmimyLdxCHW+GR99ZX+og4hnAZ5QTo/APoA41x9e7f6cSHbWiRKI7D32HTKb72J4Hxn95esWN8Z13zGv/DQg0HJmD+JsaY/U0kCgkftsVQXmRBZiZUMAapxLxgOw1hy8GPHyHOTSWUDGYbKTcWY0At9yqFdnlI405TT7bbMIoZnZ2DiHA24CvABExplltuRpt6krWaHAHpDIMfeJGfUzL4JAsI1Gl23gXw851/MTGSdMauR/HfcFNk/eQ4aTAYsz0v61OHXU4Y8sP5xBnEWjE5gZC9B1AsD0roMnWA/24Z597dmbjI6q1OXt0bkbzECm26njWv7Wsofbf32dKRsgt5md1T9xplbe6rhB7hGgQu87dC3kKeAia189i6vQYwqUWymgFS5wHJbenimMsPet/rU6ugGI7lGDN7pnOMs4JyLfAME899WZkcEFKKdUPu8dNsoEcXFtdQT6e2dOOsSUFfCLpfs9UxbwWX366JWdQBnkLrTaALMFzAE78Pf2bKycVN8FaCDTt7oMMmjsmU/J5H3wXYIvGsgxkuGoQuF3OePJgmTuzeRDJkHHrBv8hH7dzH2+3vlBb853dW6drsqN2iJ5zpaQxjEN6MW/AvCcAcheMuTCR63QUb0N56lZNh8D+GqjsInoFRiAJyDas+gC9B11/zL28F++QyBwSw43myd0BrwENO2Ypgd0Zs9ZIti1ARNkuWVcw3EZWe9TOQPIGP579jz9gEffBjjrOmTPE1BDqjVzKV3zP3gNJzMl2Nk3PSOxA6ERF1S/QIbE+Rog6AmgwTPn0bvkc8YIAMzLACGyldRbGwyBTRl5iyPc89A1BdiiFHQz+wua4saUb2W20Cnfa7/zyqYv3/z8E8CUPQAbXDN2B99DR6icDQ0/tISqIFWDJwiWA5DN856/fNHWJP1qHf08NwBwshkhETYGJY4JFjsOJkad65EJrWxCYAA0IlinPhz3hw5h9X/tKitwQPMCqeVxfQjdK9NaAeBrs6YIHijAPvLYLEbOkujXeVb17wIFTn+rRJVks08loP4iMm8BgFkDzp/2Bp/sqwIRGedWXmgACsAkZ0T25+uASY8DKj5udv43ARlft+/ww2QxK/P0hX1K9QE+Z9wE7zAMMmTfBFSPRGw/1x+e5kzKN96TfZb9DZD2Oby3tmgryWTv0o+Y4wXgl8za9wCQyYxmfZ8/f94sWrLgKrdThvp5s2exywnSIHM85anrZ6GsPUCf8hAAG9lgZix6Lxnj8Ki04n5v35jZy/nz8iUyw+DFglbDlwbGo5fQjxV5iV0R2dKytFMtJePfNWU/AvBy/1/++XuBN9YNOwGfSwGQ8pBgPzIVgOnpU/eo6+pP1q8VTPLzXco5E/C2Zfvbj57Zs4dhXVTY7i/LcP8ZgKc8VbOMgAyDAXgtAIwsBKQE5EdoU46ZDHl0/9ev35RvKCctH2vzNsCrNNxqV4giicoRRZblVozoPEjQcDrV6XkePba//Z79bSBRnSDoGpG/lCpv9aY8h3UksOh5QO4mGsyNCpBAroqrOavaI5b+tgZyMR/9H9r7jPk5a5P1kMj++OUXs2ThSzLqqwe2PC08NEFPmR/7GkD55388m2ARglW+zRq/aT96AWDsaPhHekF79hU6KAO2QoXBZ2YuO5DKk0yO9+BBpXD2QoIDfsse/B8psb1DZh5Z4r7eB/Aki5ygzOfPMu4kAnNPzhvKgavbGHiwfZ8bUBPg+G2+CwD84qfopCuC8936bCmBjbnPVAihHdsVXtgqDgJ84wsNXz55ovyUN74kWxzwnYWyLdPq7OrVWwEL36LZpVbCsNqD/lV8KAGXB6AmYOdDZEEdbZMsyK3Y149aISiPIvCAMz/fZZ0pt8ur/FAZPDqh2HFflauMGH8Z52r1dFu92DaAijBedxW3K9PJti+7cXzm6wRFNLAKnygB0OVBaVj/Dnpg5Mfj0KvxiqNXEjjE2d4zbFpDiENY4aUBvRmI48CuUGdv9am2OXK/NPO2gSJWKoS+K2tWTmB/ENAFiL/+k5bLTlDI0oV1/kS1Hc7T+jkI0JNm9Zb0LOW80Qaqe4g9iVyboK36qNB/V7Che+FTLGAsOMvCIN843+3Vq15afa5HDgkTyD0DWaoG42cj0JVAvPVF1h5UB2GenWvPjLvrVjAcO3NsXPQWsvK3deRBo9lw8MzaF8o+fd0nX7H4BGwayL36+yabrP/fyku75+GVqVo6vvCe9Yy7Pai9rgHGYBBYn3NwbXKaI5AXrgBweS/lHVbmyiwsBMZQDaKNDJ2NweNm1S+4yLE59kHdLOOhwVm9D79+/l/PAN5vjeS53qTM5fBd3PHSzWRvn3cYTJ3XHAaXnXr9vGO+XHMFKpY2B2HrFB2OX2IXEDpIOzSSptd77z16/8st9tk30/3qn1+77+0XjsiAm7GVhmtQDn2ufen289s5nfffCJUROlWsJvqw/CSj3gX5zm8b/X+52/LZjPPvwN91hO/Pg2NWQuWN26zHy0d3xvV/M/cmSnJcybUtQRIzQLKlZ7L3/5+nK6lJTAWABPn22ss9IipRaOlK95q9ZKOrKjMy4gx+fNo+3K7XFaC93ndBZd5bg5vfr474fvaNeTRCe9Znr9v3+pwbOlkHeg97s/tgLiqHDwmc0tg40zquG4nURIJKtN2b+8Av31nwd+9/LZF8BYEXvL0PMpyg8HUdGMa1/MGuaeXuGN1lzgfNzLgqMaavXGnVEkTHubzHBzi7HqbBr7svGmZzVq9OjkiLJmXVebgKxioD6xAYB+js5y2tnQDReY40LszC2HOz432InrdcHsZvHa0oANXwdDZb+lhH1kHP7HP32vOzkea7ripUjmO/Y4auvF46qUlfZbOrUEf4ec/tUYcwXKHJddd7b4lU3m/ZKJTY40xbguN0VrAvZwaoY7D8145VYELnmc8yc8vPGeMJeO7ZMFJP0Md5KPCaUdH7KSSvY3c/Rnj2LOnUQRHZNW3G1wAYa5A5BpWtPgdllNHifGyEGtmY3ksBbZ+qOrUBQnYfcXgitHv/U+jv/vGzmVo4FAdARqY+ugD0zpOnqxDXYTTjF9DyXzNOlp9e5NWWauazdULy+/Ysbr/Uqxznsyqa9tvajO2z74nRib0fDgoy0/L905Hm7LbPKsrzPV44wIN0caUJlSYUpJaKm8hqxy3trgPYrDkVpypEw2uXDyxwgItnQdN1WtbxPWeNda9xyN6OXsRzcIw0M6gl687PzPREeacMpGWo1lGjM9OoWxxo7Us6Dkwc2JZwnX7dfd9Mks04v/LNZnyWnidgAmV6MnirXJavQ3xTqm3GuMEQsYy18wAAIABJREFUS19LD5Q26lr1mQLNDVpqBKl74P7F6UamQflk9jZnFGO3znkcUEMrANnLB8j0KQ0RBJTrD9B+tGPu1d5P7Dfr0nnp8C/vqzNBEG4Bfq7ZDDV52WRc5itmSgus8H3uzFz2HOHo2tLoGO5mO7KXnNPpHTuZhS0b2MAYBS2fW85QwNJsA0vWuT44apKZUJBZ4wvHDJliOPoaZCAzqsNtgUD47R+UKM9Y0Ls2a8by1uHPua+VGOJAZM8pDQiAUP4gENUcmoyxPZS6zvZiK53OWFnjRqWXwSqLl5fxRgHfBfMLAJuBWFC1X9GpqZFlYJCAkKD99pIu/RTMuU8/DSbKPKHV0iuZmdUNNcgstSwf6no2Ylm+bMDb9lY0sn3PMeu6/Gp1XIEu7r2BS2baa0hq3OHUxSgWHDPTGCfJWSlAua98P20QHDSsPXsFGMi+AKh9X76JQxPgJTRQUNrst21jAbi0wJpE7zlewPAASTtn5mDW2rEGmZdru/oKfxNAx3oQvT39rZtFJb2tvmHlAPbtzDLm8wL3gF6ZY3s3w6K6D9pW/W/sE0t3GgzRPsD52eCiXEAmYzOhkH85UzjQfU3AB0/ovpmpzbKOz5DDP+cJ4ErAfquP4GT5gYhvnPLNSvO+PS/5m16iGvIotgRCbODi8veUbAZIxVFD6fuMgz1hf8w83OAzzjVZa5vdMOABDtyCw44XB1x7xRdkc4Y4Pw+9cDwcAofwaB0M9vBStkpvzNMAiDriJwCFcwRQgbOrmfGUBm0GMNnnZvhuliV7piz2DDK+Zp0C3uXOgNbqOVOBJb/VoRt61TsKT4AuLJsKPbS8NDyx+tIERUWWKM/OSiXQvWUKKdk4lSkQt0MrPwK29A/pB0dMM1oWVR6ianBIBl5eElrfvwHrCSjZs32Ah8ng2UA1eHIPY17sOrR3ru8AXawDVS4uNlF1JeyIAoTqX8wZvqr87K5W5hyAJqBU/jEHesE3UKG0DpA0ZdszD4IKCgqNbsOd2qu1fSXJJkvGWXmq9tcguuq8zCX3a/BBfqqPS+9bGvtPMs8JDpngL2ijWU7lm+r3guYCiDgfl4+ZET993YaPrIzvSa1taBWfZoZCAV03S7tajlh5f4Lm6h+VKXU+um6MYSturK4BvZlpEvmUuzZQoYCFjnnkJzIO4OLwH42cJTOzPefznPLU/KdDTVmw8gu9jTkCAFMOETDWijDhb9Ob3d7Gw9uY2CAFRw/jLMRyL9WR0HpLF0ePAfQdOlWd85y05GTWn8A39A1sOV7y3dwha0Kp2B8z1knsKl+pDpRxwt9anpgsywwXABjAgBKXBIKYgQOo7XnbV3nI0MpHsvwZe72vBiR9n6oBBYDyN2sMfdryYAPj1ik6wccZDwAMwWj08cThC/+lxOIGCjbrKBlilKx+kc9e/WRWPfyZsfHPOWZu2TN5zNgY2NzDx8lEX71UmWbpeMEPeIv8s6xI5XlKnJpxS4bUU/okl78B5EEX6lifswfPUxKZ+/fMBXQCxEXuV3cPiELmP+v08hUg08iNOozRqez7/HvmWd5A6coAX7Y36HQ9H6wFtkozlGstaHesMxZnMMSO3YhO1Z7XPF8Z77FXX+dl5r+9ODmL1Q+aQWbQggEHlkHWgex9yPqs7eeoDntvAen1fxSQ5PzAitFfMzfo7GgDNJWL4B2Ul4UfAsCyp/D7d81ITZbxy/SgTfbgl5Qupuc0580d9zz+FYDi7uOHlqWGn8LryCCmRDA9Np8TpJFsWvQvypdDJwXkCIRlFZuhnLKwBAnmfdaDVgevf7LULdm2zImAJwBgegwjRwBMnr1Q1jbj73P4KG0msGNyK/gh7g7AuqPvK/6lfJf7QUPIX84fQQ4Al4DLjwOCv37NmbLf53cp19zzXVvFMq8I6D9Tjv3vvxHYEB02MttS95lXs/vU5+FPjwP2klU+4rn3slS+Ao2AIQIMm9F/BLtYvpu9v4IYXY/0tSagAl0CwB2aeJk9akBDryebkz66Bj9Cpy2xX/PZHtwEBrF/gKCURJdW5J0A91Qg+SVZuWQZClj9+d2vv77LeiawJWXKOUI9AhJCv4d8s2IZNI5OAig5GY+RYeWl6Pt8WNlhoMSLlAP++PHddz+nTDt+KNbvfc4GAPZd5O3zZ6/aUoiAFtYIQBbwaSvYPQpvuLiRhoegh3iuV65pY1IRgb39nOABMlVDK9i49D/N9XfJWv8j5wweQKBFS+qia8JTj4DS0XOyAACSWzXhy+/J0k2Z8WeZIxmn9iM2A3hf7B08vmvX56irF2wmlTX/g+W3RD1gZ/aydBPgNEewwL36byovEahAP+DSXUrIp5fyp2SxIytf/0RAmk/9xH4DtHOwCIRoRRZlfCsGpJ/03Xt4OlVikhmdDORqc6p0GQuAHPRm1nl3O7wC2U0bm+oItWMMxDAwAdon25/noPf+FTA0dkP6iGMjf8R+vvARE3fgxMzNwC42lfUCgGa8BFLAlwvi5Zy/yV5tMb3K1uoI9gSun7Bz8H6eC/nu/KieO6SonVhGrJ0E3wQ0Z1zbBqR6cm40RR5Gh/IcwH/uClrCc0g20HbSpxJdtW0HtBO2atj6pOB/T8LTNRGQg8jfrHkCTLoB8BaYSX6tXMBXgywZ/zYfRNp0btAEutPa7QRvICc4V81WHZ29tkp5NY+QfghyY5wtxTz2we8NfnW/KSHOOj/Bl0I1JN5HzxvirvaoClm+O3G//dwKZuqznGMDdQ3wZf649iAHg5b1R7Cu6lTKCu1xAtTG9sl68Rzi45Atj3Tw3wOBWwVieNXSs64Z9eb1edbeKcA61Vwmq37t4f0J0Lx+zwNLg/YJgi2dnT7l6qvjU13f+fppt/2Afhl9mmWnNwCwgLXVJWobokvMYNyjEx/S3HoAAE6Jl9zjBCtvAeDe/ODmOjp5fQsA3kuJ7HLMXn8o/0MQ/7cB4KsTpc+v8exYrpm6M5yO7/r58f4NMPnQdddsw9vvXeddA6Wn4FzHK6HsAXS8K0H3jv/45/8UAN5xXNfnfwcANmLpHPPXgOvXAHCftUznG9O9Asa7Anxn6ew2E+shWi29jhOszo0L+NFDlv+77tO1t+rtql/vvz09FwDWseU3bsd3Hef1ebvu6zg6xvENAJh7b+nbPq8Ggs+7PnujqE763kwIr0PcQYrYU5fjfTB+PrsyOB3dpyPRvZtsl7nBFQC+zdC9AuELLN+u7X8VAN7nHuWCJ2Dhfma6G4GzbMHk6/N0mEp0CE6E6jp9F8jyHJ78a50MV/D2mtXimgyPGWa/oNqVb3RcKLlDd3VEEc3dvSDDZXrFcr/SkuPcUoX8fe3Ru/MyMkjDc7+zQmezI3ufyUSsQEDYVnkRUOClM/oUVptRatmx+5m0y2db6mz2QVBDJ9RGLJfWcETUsXYKw2vJ54ItGfuOucBOHVvnunZPhlcsMOYYFqDSkX597fhVxjSKj70sYDyZhxl2DQKM9TFgdz8nILa3XfBo97v3GubNM9ZBUiVuysEIoky2KhmnmdNG5vU+FdCsjwrzvoxMZfGyp5tBjDI7Tmf3y3VC3VLZvYDXAwCzRo3qH6dRlXKAgJHTJ21brsxsmbMn3So2x8BwLBZocz9UMOQx9gHmDbRIDVoVErNb3EN5bg2gC0N36irr3BNgcq/d8sJmILJoZtroiJus5emjxz16vurcwLCZfswX0ujZmglp5JJVEaOfsHHWtc/X+LnuNb+TDcN5xDnWEV/2rCB/gW/Bceil0f+jsJEBe4pKAWMMTTPsNaK4b/n0ZDxJd1vWmT12jB0X/3JxI0jh0TiPB8DGCdjSi6jH7PlExHi2zrKzOotGNykfIFI2n6/+l+sLdNVJYGZswbgoiC1tVvmDQezesXiWugVQmqxKzlW+J1BgttPSOqU/3QsDC66KbK+/0I7f2cxu6YhgoC27b88W977PwZHOkOBrGNYt6Ww2HLzITGj7rSDT4a309qoTe0yYK/gv/5Q2FizaAIcnlKHa7I2SNvsi32wQyEXX3tLA3VvKKE0wwf2WIp6XR/ms2TP5k+zG3+PAqbNyjQLohmdwzsZI675D/7W4Rh+HJze7QNqkF+WWty0fbYT9lsEFfIZ+dOx7dgUP4dUAjfv8dSRvP0wzFNkDgQAzVDTEAXVb9jR7Tg9BeafrbT84n1UnwDC6laOMWx4Gnzmd1t2rAU8cp3KKKblPw0d797MyRbM/62Scvcl+m3UED20B83sy+JjvBJtSahiwn6jqtpSY/X0a70aBghpw4/Dt2SRq3OhpHG3Ln5b/7pkuQJ65MpcGJ2yFFf4G0Oc5bMrIMoxPA03sG2vQC/87wUbXUGCW61ZHkE86RsBEztGWzV2nI3SAU5q9KqBTbzYO1GTFTtalLNBAH3vmUuLSctCHDtNQdmVfAdjQrf2trvsVmgt9l58Q9DBBOI8BMAhK4Kxg9Of9za4mwKF6xTiu6C8IjcjT2EuUKwE0+DtATDN+AIPhY8ku9GW54oI3zfZQbi7wuHKQM8F7Zgi7Fyvb7D3MOXKNGOtmuBV4rzP/DGDje4AUrB9OZoFBMhPYR6thwVPs8YWeJd/ekrmHjgffKpBlsBzb8bngsQBng0HGAcS4AJla2jwXQjNkHK/utLqpMolsIeqjqVtu30X3GmDHoDtAttU9AW6RFz9kbz/Eqbnxeo8KlGRNybRCnuTxZPKwjgQRtA9drjEIK873lkUE0GW9pEv1U8fET/ZxgRf8dFvhQT1PGfOB7CiA3pGNzK+l5zMH5FcDbghgIlsq12yv2nXEbX9o5oxjfUugH3Khe0eGuHQLje3+1GEY8In3KanMXLnWwKgEBjV4wiBM1hFaAsQrMDOli9mv6tOVUwAI6ngFtUsvZFhaIpbz1Ez8OHY5O+1V2vJ2BqdwLnjuZve5Z+pvqyde9bRWtcj5YK8o6QwfOF8TxJBnb/YDa1QAP+uInN0M8f0Oa9v+85nLk8mAMVANUDhZZmRV4UTmnGZRtqpGxwYIRyWHjBfH8x9HgNBmVIzuXDlmz1fWxTYO6qeWCGYf7QsLELHAnzqWwWu1MzlrGThLDN1/gR4js5C/G2wBDVhlJD2JCzinJ24DbLAllLtkjrQ3XvUvShjrSG72TPqrFwQPqPCYrLM49D+8tx8jflmym7aihNkwluJshm/bARgcRbBAgVdAzwbzTFYTelDkWgNKUhYTGrWcsLQP30cGWsLSIGNUC9brfZzsZEo14yfP/lyAPs7sBj+iMLFBnBtKaQryIos+pKyzdDX7kQGjd6hzcj5SghIdjMC3OTOH0xvbaL+WeyxYqS1OdhOgDmAoM8SmQLc9g7y4529vBS3rm0GvaG/DZIkFUAYssDqB8hX+DHD4Y/gRcqlnLZ83YDD3BtgiIxsgEF4PLVEiFhHLcdI+oQJJpUfntxUAHqGT1QYY2kavCd+yYg575t61vG92CV7K60OyTeFtjxugYDlm2x5sxpp9GLH5GB8ZfpQRDjUFoAw4WqBd04qXgUoGSiKbzsA+7TL73mZ/kXmjj0HfW5aSoAVIV54THYwekhnz98m4+usRsjM9cAOs//w6aG6WcGMTOIaWPtbH0IotBRiVJ89zBgE3yOa9Q35AfwG21EUNvCNT85fXlrZ99+Y3y533nLKl6pm8133Me6wrPBCQt+1UGlCh/GTNANReJFOZ/TJzVvACUkFXLiicfqvtX54bwqvprVsdMWN68TKB1Ck1y9o+JZVyXsjl2qv5+8cfApIHhGqmXvbscat59Fft1dFdH5X/m3WqUWjFpDt6DlPONOv0NKWIn71At4GfA2azpuhQpdQA888LksBXmgEf8Ppter4+zZhZi1ehVQFg5CFy6PF3b3+jxDI6Iuv013evfiEYJmtVXdDqLa1EAMCeYaEn//b3BCUUWAIADnCdzMSldcojQ9dv3yYbmPKx8E7WAUCxuh06fYVb+dL79DO23zWyJeXNE8zwOXYl9surBGJgVgPQwOeQK9AmgR5khhsAH3qPvf5XAHj40usXtFOIPQFglOf+FrCV15OMu26I6gGMSPuUoRigNZVIqr9Fz6i6+Nd3P6XHcQPtRl4AfBME8AN6fSsGYY/VSi6/fvvmY7PMyYKHfinVXHmKbpg1+xCA80u+T4Ao9Ne1Y6DrgMiYKF18Fz1BWbx2qTpuex2jnwFEZ0/oF/7Dj2O/h0bukqEOz+D16FF0r5wrgOZqoHn+r/9B33kSACj/TMLLBCJQxYmKLwQNZ+7QFnv142NbDDA9eItZlp9Shv2FJYBr7wPk5/zkfBrEZCuuVrrJ3pFh2gorlbXZX3vk5AFU3UH/m2onydR9G4CaZ7cP7e8p+U5QQh5Pf3l+r48r64l+SBY1tyHTl/VAX6AfL2Xb1+57/wG9UL9gM2LR6evPsHT6cyolIGdqm3CZ+hRj4gXPWF2YygsNGiVgKgTSgO7QugFvBvrS+gEdYdxblevjTu26tlx5g6a1/bZqVttJ1H832cwNQMLXrn1OFjPy5jnBLKNL/JFgFoJv6vasrY5MsPpDA05bDlgej+5Xxa0yfZOBmKE6rgkL+EjYuwnig+sMiMtZIHCGtWR1mR90gWpTfluwP7pbeSOJMgLsts7KNdjfec+dgPkZhACfAYfJ9ubeoSF0ioz1yQSGGXjieeU+rdZOwEPtD6uuuD74O2w59Qc6ce1jr18AuCW1bwBg9K22TKh+qe6rHScfhY7XxhUf1V+/FQBYr8WReg5qjxqIxGJfAyr1dcl3FhepL25saGTs4gicFVr2HDgh+sn4H2vP5hlnBrBtyhhbK0tCt5sV3wBghT/0vf6CBnXnGfX/XjOArwDY1QH9dY/F3rOM7fZ1vcepwY0G8tXV999YRaWH8eKgcQLns86xjSO5RICt7XO4j1lJDz/3OreHhnS9zz52F31rcV+dgVfg9fa7tyBuna7HXIwW39f+2p+XoV8znK9A/e08bjOQjxtXmPhv16cEkf/z+RPdPWt4zXpeJ4BgwUT0XcbfnbrsDX8LbJ0OnyMqqO+fQOt5z28Txo5zr7gCt9LF/ec/lFV5BX5PgPJcj+uYtmzmZkLueu2zdhwHcIdAGY6/+3EFOq8zuwWHcRz6Gof5/FWlFoVl9usK0F7IRQV5XpsBed3fdeZbasD5VvHx2Bz0cND4fH7e8/wOj6rBMuDB3m+f14j9A1hwXFfaOenC/d+99/vrpLv/nUJwO9Y+f7JdoMMFUhCac/7XgXzs0ayPpfBk9BsViKOL5V1maRmP0yHnuM5DeMt/DtqtArFOlXWQ+90T4HK8CONvZXju+mAs4TRYALhOYfaKOeYXnFPyNw3KKwde4OcKoOpUnuvrdFQRaGT9nMV1kK/hfwiLIQwVUQ2UltJAf+v6nzRkRNmZXXsLsJ70N0E2OPWbTWLpQ+lR8HNLFq5zi6hMs2buP5PvbBaQ+7OgsoD+lp/mui0tt3OzxPJZKrv0Ci2xVhcAeJ1g9eXOcVNhWIVNh9KunfexzCAlvTczhPcbRZYBkKmEAsr9FoxeetsIM56LurUG++5V6S6f7RmWRnW+Xo17e93MehUAmaweslIPxdKTUqfiOJQch+/XGIgWXEUp+9uzwn9zfjerjnNHZCFjKHAWxtXSgPn+59BLnSRHuUsVmJ2vyqnRkFtW5aoHqN9Jc9vT2B48OrM6/lgo2DLtDcR1k1axvXcN+BmwESP0G+oI/YNvAWCDE3RCLECzfGEVdrOuFNnrwMKRxhs4jfaU7ve7l7w7jktpXjB1Xzpm/Zu3jew0g2XLsHO/Zh9NxgLrhgOVM74Ak3Q3PVZGhi8AbIatzxCrsNyd0Z8CpnWSdQtUxLfdZuVIx5y9yPO2jOR1jVif7XW8dNbPifjNfVuyczabNbGvrbRxDajaz6rgXq5fnr1A79J4T8Q8Z+9niU4zqaGHBYDlKWYo7RgtgYyxLsCi6XLKKXmNYNXyYMAcs4gtM+sZ1aF0rUjAV7cv9QKaRxBVvrfAEL1KOx6CFstnBfbIprvyXuU+RoDA3cH3KHM1GUobmML9AF4Z35YilL7szdfsxqsIbKah/AYAyYoNrAe8gJKDlE7fdfOMQLfrSG+p1tlPDOX288tzjuy0ZtDZ13rPavXjnjUBtd7/GunS2dJbEWdMl0hPTufh2vOilHHXCTHTTCzmDm3nl8v96ohuKd/ck4wI1nz4G4yiGbtjdF9ptfQwZ4czs4EVe42R+w5PnsTaoCsa3ABdQDubeYg83v6A3afKkMlozo1wrDULqrL4LM9vDyLLKJMZQQQ0Oobl4SDuU1dCvxHgdX0aIDIsZ4NENsuwRmj7855nFD5HydZGRvfzOLryc8E4e13qaGmJ1MpJ5A7Au45Ar2EPcaQMKEgWzICSrhkbFwcHWVy5xixH5Q7ZTQ1WYE8nI1bQcu0AnFbwQedZg3n0HEuQK6vrCMmnzJd1MIvyFAxbYm55O+D0j+35rLyv1MmeuhcbWKxuJQ3rzO8I2J/RncnuBeCSTs1q0OAnM1TgZfk1420vwjr5yV7SUfIl5SsZR7MbB8DcKiSnPuiph+bQJdXxeCY0qDO3oHL7c8rPKAO3srEAIlkvyMQ4u3CkW6J5gwtx2gqaPW2JdvUFgA54lpHwOEgz/jilyGrZvmYF6DMOZEMr4zSLXNAURxrya1vFsH5kAtpbGsLR4cn6u6/wR5z8yEUDsbjMygpLuwb3IdtZiwaPkYWbAT+PU5Izcs1A0IGjzGOOC2jLw6Rx1n2rmSwQy3c2S5hr1f3IELG9hFnTMi3ARfqB42DnGnoNqrMxJ/n+p/RpZE7PklG1AU0dVwOt1ftwKgJUKUt4liANY+RZzXDKvjSDLM8hqKwAV2ku1SigxZkTAOUC7eXRE/i0663jE77v+dS/As0r71iP6kvwqTqpwocaIGdADeeUQKiejwLKlLQ2e7pVIsgabe9pgD3l7WZiN8Mk69WqK7mX7RUolznAUnX/5bnrF9IGI3N2AeiDt0splTPsCP0g0W/hi5stw+cGwZghBE+WTjwvCxQ2QCf8mbHw2WZHV0dCD6hydZZkn0eXF9J3VJ3JoCzWHT6Q052yyjrdyRRGCYCmWK+zaoj0WZuuc5Fuf6eFAbySgI5ZW29B0BVWhTrD4wbU0Q+dAB7kOyCu52Z1jJbippw/MqW6BzzcoAJ6S6onufYAXGSQ4uRG3QfU1vcCD9PeVFbN2ci+pP2cZ+IIYtss9vs2O+t+16Aa5UuD9gryEdjmPho8jLwTgKX3MZmiz1++7DqS0dkMo84RhpgsOgASdJrqWARNjF1NkEX1GXq+57pkIXIdfSFbUYqevc3AiyyaUvbcs2sOzY8OWV4D2DpBknz35csXBWzJcFp6RI6TzWYWrvQL2Ezw2aEvtewn9BL+HTC2gTB/wfPYUyqAfN+yzH8k8/TlK0DZVE5oxrVyrXp0bSPvD89sNl5btgj4t0oOgXLltgTdcOaQN8n8S+AHARP4oqGXD9AGoEZ14QmmwfEfugDYf0Hm9jyHks3QO+NGr4AncX9KacNGKqcKrlvx4rsEOsPXeG1Q5/MDaBWAgfZfPCcj2b6Wr14FeK7Opx9AE1j763PAZfrVMn14SQHglMGFJMlGBsACMGBsnL+CJ60UAj/VxgFo+qNASPgOARPleZbnZTYEhtgWIgBs1gzgivmwCI1B6LIzr+xq/SgQHS0tsHfQp3QyNPss94MWkwiZ/RDoex5MH9qAhwOUUTL3U0Ag+OtPyY4FnHuansLVBSKnybAGJIFOuO/rNC2Wl4WHZ9f+7V/pGaue/CgZvS/TXzlxLeOnQNfHBmGs8JOhH3SCitk/vvsp1z/L88iAdQ2RwaGxTwRUnnbl5y9k7z4LTWIr0GICEFB9u/QfHmXJU0D6z81ifZm+wXKz8KLSFMuK/0wNh6Xr2QujQU/EZ/M6z2gQBoEFef3r//qttiaBAbxamSY3BSC29Li9nAENOefQsdm/mXNoh5L52uTsSfY3NP0hPOWHAPtPsg98BGCOLkNgwZvfKGlu4CPjfBKZ3pi53A/d+0MAb0scC9aRWW4VDgNLCAJA37sLH4DPI7uRKQKG8NanWRt6kRu48Ms/cZYMev0zZ/9tMvL5Ca95+gx9Dv3eebGOAP4eKeXhX+EdyGACLFdWw9/vApyS4Y1Ogt7HcaxuF/pvKfbwFHgEgB3no/TFGQOYr07W5bafdfS+BudlX/7lX34uP6h8RUeo3sz/k1mPTQkg6Rn548+70LR0qw/UfYGnV9yh901g39qL0GJLLFf/JEhiq9CRFGMwGmNeG0VArjmjldv6ZWoV9N7cp8EtBIDln32Xx8+Jvym00go6tREpay3FApRyL/upn37L9YGVv+AHaLsx6WP9xdUX2TfoNXSxgeTQGrYPfbPZS9YJwJ/KG7XzYqsTUAA9W22INbCFAs8qNjj70kxe2hRQaWR8r/WPTc3m6t74Rqu7qnvwHIIbyq+Qf9NijnUjQEawf87zJPG0ilzGzf7cgqFtx5Az18B7zgi6VYPKANkFeBvsir1RPQqZu/Mv+XR9SKhhcsjN7jfl5QFDo9YTo8DzrRSDvTbBEQ0QNogantO9KHirvLEktzKzfl14MTw7g1L3G39D9aXRuWrvqHc36zZXNTAMWh0a1kegjEXr1H+3/Fq948A4cqF+JgKmhpfm+gZklS5N8mCY+FDa97kZ/ONLzaKtz5zBNCBg7rd4mG3qMjxKQJfpVVlz4rsAPY4bwee57kN5fQsA3getg+SbHte538M/zgh9x3AxbXcAo8hcAdIdnyV8vPNDc7o+8zZz9gri+uxRKnB2Arzg4Htgnfrsb3mX54FXAHcVsR3LTmtsu2OI/x0A+Ao8y1ycx64Pv98CwLfrsDSxA/mvAsBDHZclPh0hpZsZyC1Ye2zrrtWM8bpX14iLdfpsJuV1r6/fudL1Gja7rzueazQ+710B4Ifo8xb0fuhE4KaTAAAgAElEQVSafW9p9xo0wGcHfHdzvsZOWr/zUUrt+gyVNvd0fJ7H3h40e2T23QeAr/eRLhbUuw9E735wTUtd5jp7gs2ZmO+yFgtCcO328Ltdkyswft2zK33dCzgYAHimcdDr4bRs5NYpPNcxeTC6dQbjYJ71uoK8a1iZnWcj+3UWek6G0T2wubcZ4kev5QuIs/fSESvjb+naA7C+f2PWZAHgloBeHjOXMRqd5a6/Je42Gujs83kFmqQFD34jjCYT6wSNzjkuHV0z1FwHAVR+6ki8D/RyzRp1hyI1z1QgXulq+Tg/ddCcpWzNCFAoOm4zUAWAVVb83gL6CG6VrXWemsFwdZjV+VGw14VsFP8/AIC7ZkSO51GrmLUcYOa+z70CwFyPkr7ngjE3A6il4haw19nc7JMOqATRsW7whk47y8t2DGOM1FnebAnpqAB1HcBEoFmmj0i+BVz4fNdD2VXbqQoO12/Gb+lzFF8BMve3KuaQBQ7CGrpHP5EOe5SlQcSJ0BsQkutR9s9SuGZ6btTj9Zk6as0AMmuG+0grKvnef/lhd3/myvtGezJeFF72SsV6S1ILCJ96wxXMqKo/jgIdmJayZh1Ls2SvHftzP2t5I/WkJsbk2AV9pGmzmifzrwqfLpV1Jm+WmmdqSuLhYB8HKko2Sq1OaA0tZlpApQ43g2bO8zLKYDNM4dOn44c9NdNOxfbqEFreaqZE1goQGLCsawPoUOSseg0BORjQ+1yyTXqeMJ6zx4JLArwNOuq5oD8rire9r9kNS30RWd+35SflA0a8Xnl6SysXtCE7TeNLJ7OlkwrcjAP0UJgvoHjHlLHIr6dUO8/HGd6MUEYkGLFl8XGSWqKaTEFlB68VBzicANpvdcDeCwMJ/sPZpBQZ0dX523+9S+8DHbR8a+d30m0zhvL6noytZonA6JUdGEGUYCzF1yOzaz2gcjPyp1w4rKJRrdL/BoccznoiZoe+m/3RkoKU+1JpXno4y1P7Pg7DBu2Q8ZmhFACr41RwkfNj9qclVC1ZKEBTOQsgNMEiG8ywTtuOMffWiebv9gyXKW2vLxxTZsJMpDYAY/mo5eiYs/vpxuFsU1ccftWqAadBJACsM+n6MvCO62ZNsnHNQp8zhAO3QQuznz3343wW9FdWITvJAF69aO+31zPmZuSyXnoEDj6m8xP5atbj0j3jBGyCxgQYLa8myLngLRPAaLTqhr0vzXJtaeXJxOVv9qLPGhuncglDHjqu99Kgm56ZkREAouwlpMjxaqbN8IDyuZkPALA0hmPcrDmWZjNh/sx+8FnXAEdPV02dsw6nnnPpmJJ7zfgFSCW6/wIclLfV8CWLSeALujjK2hfwgCbUGfm3ZYUbbd3s1gnc63lj3oI/Or1wmABI4/BS3qzM3zPOwDX6PXN71uW5Ouu+DJ1pzBOMQibEBnxYDq2tAOJUApTlCGDg29+QtWSelmCuwwS6rAPH87Av1rqVN3B+kXXVst5mQwhsTQnuAigDljYwj+Aq5A38X9ChmRpZv+1LWqdorjCIYO1LeJKyTFAZoDNjAxAoeDdyeioHwL/LgyqzzMJoJmxp25KQvEmJbh2WOpMsB6gsZByUtK2uiGe6tIiOjUJwZmQblJJnFVAhO1NabqYwgMYAvcqxS0sIMoPLW8YZzHjq+Ncp2zPZ0nBmicuXoD/BKmUZWSU6SVdWAVzhAPzYvpSTfV0ggXvxA3As2VYZy4uUotSJs0DvVN6Iw6tyKs8pDeVM15E9jmuux6kG3QIE8eIsSrecR+XnlqgGAF59tfYFgQalcwFe50sAA39bIcGsAisrEPzUbEoA6fIP+/oyDubL3O0NbjABWcQ4Q+mLfAbaUVliBC7LUF1KvssR4vvQMs5w9le9ZoJKoVfOe9k1YOAEubZ8MWVqzd7crGzPCT1YsTPgjQY7qlXKG7h2AQTOLuepuljVd+UJPItxSXM6/wg2Yt1evHjV89rSl7WhlP+sO9nZnDEd2eggZt2gb3wJAHX3Doc9UDA80TUl89mgNJ2FBvKyTjvvko7BlLV51XvK8zImM/7NDH08wN+25Cg4WjuG56EfW76bz9c+2Ge1P2H++AOHOny1vjiyMA0qehcQp2vRcwNP9lyXBke3F8DZSlcDvJSe1CHW18PekBUHz0dGWEUEAFoHPmiNusLYAx2kugl851OeUboJfb8I3cC5/qQSU9acErcE4pQ9h24+hsdyLuE5zdgFICmwTSldAlnIfA1PzeU/tgypLUHYP0Af9qfyqf2Jqbqgrrc2nvLbViAMnQy2DUzkuQIq2g6lrQaMuX/4p7UFoMkBG1qWVwD4j98ftSzzlwMAzrUEQpMNHvpHZ20lCGiuct7AF8ZGv06c6dq1gpvoegapGfTwOF51QJ2WQ6bcf/l2+E31EwM5uO/79LWkLOq2dDF7MYDjvyVzt8C1vJwMW84xdm7boqj6lDZRDh6F7lqJoSW8s/4FfVwYMv/N1LV3MeMCzGedtBe131lkMrj/bJavIJYAMAAH/ANgOIFt6W8J8ExmL1nMrQAwTvSq2owNADg/ocVPOResT+3aZKUh65lD7dlcj/7R9RieRAlmdBdeAMDIjHKOjPOOHtpZ52cB3CiLW8BgqpC0rG/29Pcvd5ljSjIH5GSO6F7gGYAyH97T71fw6zEgYoN30L3z3XcfDvvl9YuXQyvaDqwFYBCy70vo/MVPCUzI9+l3jVTCXmsQq6qLwFLGDlkDHr7++XkBfL5LCW3ORYP6v7ysrch3ei5SRpnS8JgK2HlWE0qJ3jdv27eZvuXsOWROT+B3bwOk5o8Xo4MIjjMAq+esHbb85FOez/l+HTlZ307OMPOn8skfgHP5nYpbANkMKxB/npfgxdAuS/I0NDnJ2QYQIPvYnvUPNEEqd8nWAO4R3PAjgTgB2wwk+atg+yf65NJ/FH5IAEMyhFtCO4RNcMfnjyykPKvtGJokNYBdHgqNFFCHraDPk51ZX5UJBSb04JcY/1AI8vXP6VOctQGYZi/J1ORsNlCIsuLYjFBMzjp7ZBUcqs1ELmdcBD7kFFf/4szS+7d9tUNT0DLl3TlH6w/iLLD+VDNhvznLz3I2JWzldXXO/PlzANy7BDG1CkneB9DlfecBnfOH1bI+hBc8efyiNKud8/G7Vz9DF9y0DKH3oFIHfE6ZObKtgcrohYCkBDJzJmilZSDQ6m74KHlOgd0Jkut+1FDeKeBH03/B+SBIhfLt2BTfh46bEd0EBA9FdSE0oNq9rDTrTHUDdF9b2AC+sn7wN8uol0sdAczba1vZYClmgdOpBtTECwFoS18LPr9PhRATH5iMFbngIS3RPH6S9VOvHV8dimAYAu14zWHqbCprDDSdDxvAwPgbkJzj3ZwB7Guqf3Sf2Er0kNjktVUhkMHuRobBS1fnO2wFvpvrWyFOtq3fhMovHKmuFXwbHslo+Cx67FQc6Dvw0a6M1Wt2fHy2ADC/syvwSgIIecFDrF43ew6/bmuf8bGOPgndVNeqLnzq7idQrC8DvmgAqzr28apdYsAtrysYvIGs3H9tSINU9bcefsT6Tk+7Tt973cjjZ9PuvlbrVN9Cvp3zax9jDu+81odRX91tCej7s+iS3XtrGfD/aQD4ayDXAV+duPf+HuN/B3c/A3gNRAHgA0xZTnaZ0c6nxNyN8pd1huwzr47Tfj4G3nVxrqDRt8DgE5ydE3Kz4OMr+GobeL+67WV8txftZwVWjkjh45zfu1xFqbP7aq7/2fz2/vdviMRfIhtnG9Rz6XFwO96Hsof3moeyha+HdnsGYyjAfHbMt8DyAsDMddfwqkRwoOxRedL57u0asrd7vADmQ88S5NAA3ozidWrvM9rram560N15Pv1kDMwrPnzO5T5Yu/e40vI1A1gaPvfkOp/dg2tZ5uu13Bvjt4L0snD7vWvGWa+dcX9FwJc3FsDYssG7d3tJnzPne+ngiIRZIO9euhJcSo63AE17QNVByln2ziuAb/dzI5pcp92Y2YbjDT9cwLum6tDdjn/X6BYk8r6CFleAdXnbAdqi5+LEyL/bgAGjn8epfQFCdl22B9jyoAVKHtqH0vcl42UNdZb9ACEu52Hwvd5KJ4BAqg7ydcD4pCu/PhWwKS042VfS0UnDpZsGvp59C857O+dbB/1VMDJUz/EJnB/gxwBlmx330PjKz3KDQ6bNDXduLTWK4pX3Pftnv9F15G92NwYr9/o+EcCbebw85kon9gRizvfP5Y4PxaZgZBa/oBnOKeYZmqvDMl+n9ChGzlUpaynDcbLpKD336FopgDO+zj8VEZ13O0YAFLN+V4G1nIyArY43e/haUgzltwDwYTidTuX2f82W8/kaCjzHUo21oaCc3oPzugEn12vlycMXsmYt4zZzt73DlF5rRrBOyqWhPQPrtOXvzQxuFGjmeqWLAxyrMuZ916m/WUC8Z3lzwR2cAS0f3OwfymmpzNLLDmAN3r+Z4paYF5gR7JXGNfrMmKEknxkeBkYUlEOmDD/anwYC6ITf9TU6kMhXlWMVy9Mg0sDQmds1bYlPjBzX+AtGTsHmMwO4+lB1KQjiLJGOo6vgTmlHEGz5AGcORb1A7tAX99RRhvEnOFqT6KKg8hAzzqRl/w2AyzlFvkIKAxru/g7x1rDYPeanZxaniOWReubIZDyyR+stzdyhHfm6mRGCuOu4dY+iqJPpOuPyvMjLWE/4FIYaZ4VITfawRjGK+4DT/NxMwGaLV5ZshOmUTev7ZkaVx2DnNdsxz2D+wzauNL28XyMCupAvlo56vWd1naVdm8vabpZeDa44FqqnNINTXVXDGIeEvZ3q7GBgY8CZAWxm+tLAlgLe/WUc5bU14M6Xz7B/LdkQZ7sJs8N5roanDnTKcJZvN2tiqmvkDjpkL5meY7Tenptrlt7yiVMe16+c1ZfmmC/zbElb9gDQLIPH8cSZKK3WIJ7MjpmWYLhncFsd7Fmvgyw8/to6gXk1gj+gCHu5WY0Ccr401uEXVldYGmnEeIxmnFIAdvCf9uUKjRfgn9JlWza5vZUaVOGYzx6MGPtx+taRhAMDXmT1nsq1/G6G5pntTkY9qtAGNRRYvdhaOHB5tXd1HM08j1KuDQKo48CM3GYTkNEZ+aLBqqPVLLPN0OEM4lgy8vlqX2wm3RW036zLjexusNAhx1E8sB8AtldfhC/Zy9ZDthn9rtUGbzBF4R4lV/Wm0RHcKR0qy4vNbI3czHvtg805bnAMYIUZmrxwrG3gSkv6NuuAahJ8GroeUGCDAzzLyM3Tftns8jog4kBoa49cBm+CjxZ0yJoepdQP2aBeAyANXyJwgSwUshIA4brmGYsAqIEDR4/uPKBAUabh/Q0iwH1AmUB6yXHGcaZx/9U1P8cxacCBwHRB+ovODc24nPamZrboDVzSHuJz1gF73HcDhaRpOYxZuHh/1TEotd/AqyofViroWahuBW8R4CUAYT8zCHLA9pFxkOiXgj3yB9YbsGszfi3PK804ZvuXLSjUoAn+JmOI/tahd85szQrGmOuf5uzYs14Asrpgg4ZwQFIaE4A8/VzDlwRnBOy4/lOAEtdBvcFAgbNqiCCXQRnwTOTmUZYuDnIAotXL4L1WjlD+Lr8ga4sgL/h8W9RgQxQIH50mZ6v7Wv3PIDHGUqfb8G29Y+izgiY6yMaeawzaZBcNnTxjvtPbcdUG9O4tKQ+NFOinEk9BL2SXQQAF/cK83797L9hTfoYurAOfZ8ErKXsMeRSwIzOd93FaNmBIPZzPOZ9v33xQ7nMu0HNS0hT9AcBrK9bYr05HIIEkbQ5ZJ6EBHfYH1IGP4xNwkIg7MnUtG6iDtW0XJnycspr7Qp8wAMGMTvZNp6a9tZkzQBdztbeubQDO12lbVsdjjpyjgjFmEjVbjcztBvNRNvkMsuB35A6Awl2CRpAP2sM66/dI717Ck+TNU/UpjyeLDCCSs7JZRc1yR2Wr7imfw9FPyU9bLhjwQ5bu1d5hfuzXu/RDVR8g25EbuU4tFZtn0hKgJSlDJg26wJNAwPHYQgUfZ0FgRdBYA1TgRzlvP/bsWqYTmuy9WtXAoE/+t3YjPxcoBDRvT3r0odGdKfnfygkXYL8gZnSwBvxEjlume6sKMJ/CdaHBT2Zh/cm+Am4BAk22be6BztKgsQZTqK/YisWgggYIY2umtDF0uTrNBkq27PkAUejvxPhAxwCl8nOJBmCXVxOSsnG//PL68L/0krxH5re6T85s6JEADYAiKgSY51RnQOUiNM85IsygvsrskPT8XcravqX+SvvOGkSFPOccS8tlQaVxsv8CuL+1vO6r12a+NiAydEBmJbKN0rKvXlF+M/uKnETH9Sg1A5gAIvrOUmZ095dEjgaakXEXXaV2U/mpJUShZ8rdvg64XFrgdqgKbF1+f09f2VzzIqWzyfTlKWYg0m+XPtqUAdehD6i0QRC1mfgPPZTs2+p+9J5n31cvUf7V11MdKhSZt1CzyjczEFQQ1v4TtmAyWFs1Ar5G4BjZrKx/smgNrjFT+yeAx2E9zBtAHlC6/e0bWGCVAOwkgh0AkgDKAR476zyb0vLc83n2Drrg39uAv8jTvtCrMx9kEiVmOTcA/W0PUZBbG5p7ELwD/0Zusy+PASazBu+SIf0J0G9tZnSn8PhHfxIgGlmQXs6Pc36bIJDbNQGjd83vpPA1tAVfWfYkn99NCXCIgixywG1ChmrH5vIPyco0AJrAIkqiq6cAPBa4bLCJfoMCwJSsrTz8IqBubGH1PQOxXRderRaRQVpanjWEkrRhCS4oMBV6NpDdYBmCFR8zntqBBtlVD8rPzwSl4q8ImE9wBbSKT4UTiL4tn3raUsnIbvgU+8p6c17lyfZm5cV4D9VNtjc6nt8jo1gdzUCZ6vehceibPf3nf37y3d//Lq9H7yXhv/Jp5mmGseWG0b3vsre84OnQF2XMsbnJOv6Qc7OZ05V/0Y1avSDr8jHrqM1rMBElqmubQvNZmwaS5E/KXlffBVxuOWGB413/fp915fzQSmZk7Pq/WRtsjmehRZYcnlf+2Wdp86AvNThufGi9xZwF1qFnO+cN8JLKFvh5GAPjZGzwT4JoOKdUMfkxOg90Xz0jX5bu5YVLRwQKUHkGmjAI2HXs8xpoJsHJvwxc47nKD/XXqs3jf+d8aNPKa7Tlsqfom/CbAZY3iAwwVX5kxYQWSUAGMt7SthUTtPM5COyVujxZ0EtjnRrjmPPSktjRm3gP/kfMWedf/+dgPJn0gr9Lv4xZAFhA2/U3oBad+lgbxjhz3DLQxfgmANVTcL7k76dNpkgaP9f4ua364HcEkk//Aeu4lcQK/Gb9G4yKtEe4zsuqS/o/SnOVa8dt5ZLjg+t6cJ4uWcnNAHaSbuDXr/NhfHYohwfYd530El2uW4D2AdD1oaf8nwSAmcpG2zrmM1vim9N8YFBXQHUVnNNJtBG+s4M337/NJN6Pj+fPct+Op+s7t6wz/Wb9/jMA+AAQ/gEAvM90Lx3I7f4vCHqd1nUNcKheX9cMzxq9Syg3AQRXGuo+XRbgeo8ysBp8Y3ij/A8p9lyP5belpXafBc5kaPfHfgqo6+Hn90aiznNmMcoQes/r+3PDM/vnSvv+fkQGwwhnDl3bKgbDjPmd/3afWYeLLXatE//QWeG9+xn795n8zn2ztdzf8wHX796CynXO5gadP8MmmvjYy3M0V4B+AZ6Oa9dt5np97pnt6P4IJK3AOenpCgAvkHlkrQ4NYBCxgO63zM+9nKzQCnmjmfcZG3F8PcOHQnYRvJPAcAgE5rWK+0YqGZ0nYLZRO+sodb0lwCsgfs0APtfpDFBprBdrP8JzV3vB4I3k8r73CXwd6PuddTgffQxmPMcZfgAA3vO191BwahheQWDnpyNWMObcO+Z9u6c77jX+T8fAKU+udF4QnEyCEVjX+1+vu4LAu9Yn7S9fg+513JVm+OugmZOH96zONKxud56XWwC4WQ4TyXg9t+vYa4nJoX+zKa+KBPsLgDPjm7JGSzO8X1BnAOAtnbmZ0dyppSQbdXhGna3Tc8snNqAjF6NUHHSU9xoQgf6FsxPrD0WUiPRctADiyssGxoww2r58C14dGYBzc5Zjv+8aa+y0jCzPzAEyC2gUztD69rTm+uWb/N6SwjdyQXk0YBxRbhPx77pZBtTNPR3GBYiq2HmmeLYZaYIa66Ts18YxXqN4HPM6Tr2uJSCrgKmA60zFy4ERbWlT+3HEEIn1svyKM4KDuA5WFN49KjPO5YkCAmMg4UgnQ6sZ8EZ08sJYuJWRlnyXH1wB/IPmAO0AxOfBm1lRcLoOHY2o9lOj3+YFAD7L5hhRT9uCrmWe1+I4jA23QbNV5QNMr2ctfzfbM/+1dzhrmPO3ZfF0AluS6bb6iPsxJSCHr9+KIHUAS9atzOJ7zJPAiFuZpUGtY475YowTP4qQO3k0WrsG77JX5tMS3d1znNvypi1T3ZJ5GUxBukbWm83DeJVJVjLoio3cZxwF+7jPZo7PAxvoA23dAMCNTMZgzdn/SL+lOR/Ls6+6mQEglnTFqba9vE8+4G/lV8eYJkq0AQHwILPaFizf/rrt9ZTvbM+Zhl6NTLbEpxlfq7syH+hvA1HaU646p19SRxpZNmeCc7LGz57hLWmFbLaX1IAZA9ALcEygEfSzmWHlp85VHrByed676Ac1JwsGQRWOr4D/OE4bVR/62Niz7bkN/zzAlEN+4xi2tG/n0OwaeUeBsazzhzinreoBCKFjGToC4GBfN3JXIGnBejOWlLP2e6b01QLA7BcGMLyOLAgBdTLwpEMAYHmijIh1sWzdODSGj3NGFrRauum5zMPNeLPyBbwAB+U6q/7Y7KfquwYDMOeuVb7fXnj5DBrHmWhfRXis13ImN/vTM2UvSuZcYDt7U2dxs4KtPnGc37FJcSAdEdAK8/7jG5UT+cU+yDpYNOjpRSho8Cm1F58/p3+ea8T4zMLH3cF4OL9EFpyVGCxtt45nzp6/r57ccmVkt7WfsBH0DSCYALVrcF+/l88XAEZtkQTIfHNdty8U2SSWfVPPYQjKkbMkt86X0Ycr3+ijbaAU92qP8HEMACQBRLA+LbnX7CRluT2Izx67lsSl56FADo74I+ht9V/4H0Es9Apl/GS/QL/5q/3u6miVDqE3HC/KM+0PquFAOziYLYtOkAmBY9Jxe6NnfpudoF26QQ06xQEHSlsFU2zFwfBgBd9T7tMvd00LRA8AhaPM/vOWyT/0TY7vsqz8NGsbZzdBfwt47XlT51ywzipEBrMUBBlA1Q4HrBOOWSt/tC1KwTpL8y4AzP3s7RuQcYIHkP2A9YKUyD+v73rmv83OZ68PvTGT2IDP6lv5h3PWtTVz8qga1IoWZ6sEM4mn1G4zY9FvCFzpdPvi+fAlK2JkHsiFvE8mouWnJ3BhAvp0DAuAcJ+Wtg+tAshojOkQhp9YCtk9LDixcg49LnOHd/T5ZP6O7CUgiyomyLbSdYANdcApeT4VVCx1LOjGMXZf5dPqiZbYNljMbFz4+QYawD/g5a6zOmJ1sD7buVliFX6CQw56AEyGz0SfKQBsqdYXgIL5PucSOtX5Ls/coEIBTPmJQDe0bGlUHNcGFAHuUCJYwFLe5ti75hM4QUBp+fZkuSMHnk2gZssqZxxPyBQGOBmeUx0qz8IZzXKSIdkqAAQSchoHzCBL1gAUeNGu8bZGEnTg+2SVQXeAUVsmUSBde62ljTOuz9TIzdKzJujL1QkbPeEeI3sBOqqjtHICH5AlGzpIyVF7ORqkQ4nXj5PFSQUWHOq8Xv/009AidrA6cwNfviO7Pc9AlmHj1DE/IEHmiy60L4JpDTJVLrenM4BzwIrt944tAbB19/FDzzu9RMm0Q25s33ftB5QTgweYj3omQQjJ3MycKDNLRtir15RwPfWh2iXDm/iu5Vmt3oMjnp642orQhftpQJcBqLwv0GEg3F8FmyBd1pd91RZdAPhV5CfgNCC0+zEVM/Id6BA+WB2mvMH5NNO7gRS2G0GuQA/I4o6gwbrKY2QB2ar0yOQcNzCi2bMTWF5di6VifJFdAXTevst6YjeHV9FTk/Xh2Yjmu/RPpdIKAAplhbXDGbn+L1ohPEumNMvDVOlb/+V3SlgjO+UHBO9QkaJjLI27NticvyRDlXYIvBqEhqoZOnnfrPzPzbak76o21A8pKQxYHQApz+QuynjW2zYXP7RHq3Yf4MddSgwTCIDsfpa5FdtpcAA0F54zeg9VJ5DnT/J9PsdP8Sd9wSPb6e/7PiAml8rXXIeXCZrRD5Fs6ZyLX355mXXq0nRfAJX0qQjgNBAp32eff/75dUs4Q7Z8JypvX2WZsHRuk88Al968Sf/gCbz7mHPw00+/dP3QM1t4IWMB+OLMAnq25zJBTNk/Mmz/jCxH3QPEp8CCWX+efVkV1wuivE6Z9GfPlvcBuCNruY4AaBZAfR3QsiBXBomd3zOc+bSHdDOSVWbIQHz3jh7Egl6PA1ZtlTIytdGdGghDcC36du7J/du7NAT4T/9MAIBrw/3epKcwdFCQLI8QADZYkDl9TnYt+8qcoOV+93t1BvjA7+kTW/naAA10Z3VX1hwA1UAz9008ySAkeB9zfPtb2i1k3Sm2IYBppjW6O3Ie+Q3ffd7KJQLAvADjkWeVraPnwUvVw2iVQDAv+0CAvAEqBBuTjV17vICf9CIcXwqpDcB52WqE9sG20gZFeaBpvofM+JDs2LZs4dvotwCxtNng83zGGF4k+At5awalYD/78mPoinOW492AJEpwsbb0VG7LiPJI+RNnLEe3fLFBk9ULJtAC+7NL4x4QKGcFFv3+yKsn6NmD72xVsfVJrT3FmlDp4M8v2Jj466gswu+suXvgumdskXXPX9oD9/QPT/DuOLWVxVQTiR6Y6yofKxuwjw1i9wUfNYizAYd527LL07senzuyb+zsqo9dR2XH6hHa6WY2t5z+nHsCZTf5lDIAACAASURBVHgPs8OgOHUGaLaVwrK20OmfU/2Js9T4wtoGwzvQ/6BcZEr4N+cfXvx4eEPbrHGuJzt3wV+uP/yiGT+6FTLXKpnKu9WR12dQPUFSLy2iXz2t3uHzt4Lo0tz6vA87oTa7/xh1q5hAa2NHqPMbSFmenQ+2hHixhvrapa1rS8PZrK7L9Vk9Q3P+WjkP+VH/h/xJmzs/P3z8I0F+p6G7N9yf3y4B7RX70NvvTfDt0Qr49nO37tuvs2zK/WvuZYpwvOYAreGxBHL2Rpm5zXW3AOo/AlQ7v6+AFndsHW7HBnzj/l+t5839zs9VvP5R5vE+83CYlqLYA6OYrq8rMZx76W/3ASb34SGHu/s7FPrAVu13fD4c+34EA1+B0V3v7XswQYMFvg0AnzS5oK7rLs0BAFc0ZN1hnrx5lug7B1slY4zS63dvHel848imXEYwJ37X/SEg9HZZjvlkXAcAgVNxFOSjhGYV98u3UQi73mQiZl7rYHgASN1v7bPO83s/q/I+PQjs7p5eHcbXbKZ1pi+Qd733SUdmqe5LEOIEYXeffNbMif3pvp/XLdC9NLHOsjKn/Nu/zSocx+nQzy1wvWTKPe0BNxmB36RfFTEzATVSKoxmvNfonZ3HzqtGJpE3c+8V2irAMtdbAHjntJtulOjXQSQ1yHEWjKG8a3zLb1SMTv57DxCerKizNDfC40ps96l2x0x2xtLkbq8gr/0kFgQ+P7vPwytgaqCcwOQVtDaz0t6SS3O7Tju/0t/xT+OdMR1lCmfoV760xscBNOMQKm9xfO1p0bM8ghCDdc7X8ofyzzmzWwL63jPKR3TmSytGK68zveU3yaTpvnl+C9QSWd1oWoV9ewBhXNVoPpWK9nLJuAUyojTFyN/Sd2ZU5Nncd5SeFZ/L0zajbUHbGrab8diZa0g1ahH+yV4MkIXzjrFZnkmZWqBmaJlxNPM19zmcYFUgTpkjgKmz0/cHIO36y+t6bAY9qWJeUEb+cKxr3tj950s8U9DEMRmZqNJYB0g+F/w+Ayl6rvhv7lVlChCipUFxwEifGm8Ck3UaTuaoveZSUhGgqQYkkfE62Y/9mcPQrNE5EGRHcM8z28ferGSq8T6Oq0M+DB0xB+65wSQ6SszY2X91yDL3OpvkVfvM7fld2ik/UCegzCW/GKlKKTgttAOYph9gDcDl3eOI28AEMoz4Tu63PWMJ2GlGFPy+PB+a9oxtGXLGeThLUY6ZB/w71wOWMv4tVby959R8Rk4MKNHo+zmzX7Hw+cIq7Me5IQqSFYde7glXxscab9YgtEsEt7SD49xnqJiv83Mz5A75Vhp0Hbds72beaOQARAzA3LXBaEp5q1jgy5u2xPS1N3RvuK98x+hTMhHgFZvhuvrQZJhsye3K1JP29xwBSjaTfmhWV83qejWbnMciZfndnqZr0FjmeQNJ+P4GKeC8Zv4Yw6fa6f3raIxhd32xzzj9z56EjregbPnGWfoIo3bnXz4ysqyZ26X/OLJj/fM393gRR4MAswExGwizOvL3Q584CA0OE4TCHjYj0rEexl/+7H7X2ayTzl7oMVhj8G0PWkpAG1BkAI1llqevb97lvhjZGFncwzJSOsALAObmODxZX8+7QPMan1tmFl3mY67jhLDmGJ2W1AbcVa7gTNHppj5MpDTypD2W6Ss51Qg8Y5atrKMr44c2zQqS125QxWb+1nM4ZwmdrBkeGSdybcHdDfiwaoQO8sffWwUBsmumD85RovUL8knLjf4ncwVZkLMIWNF2B9HdkEUtF5n/mIfrrA7YXqF5GUBEdo+lcHn9EY9MMyKJio8zCnqow5RI9vw02w/ng2fSjC4zobYXFrQKUKtc4lwoz7qXXTczZZth3d6jk21aZ4ABMWa9Wf1AeWa/YRxRrLT9JR2fMpx7bLaeWdb2dLUKAAAFY2jmHH3nkd3Q6WSc4ez4seU1sz4Ff7CPdNBsRr5nzmw+aEBQGyCSdZt+ogXjWD9KCnNuoSGzY+uQCTnYy/vH0Fwc9mSBTQDBU/rtoQdNBH/PdiuioM+bJQddrryrTjF69AbZUHaf8UFj7ZOWwQks6mRnLbYfeQH0lRez/zwTmm+AXOaAM0l9QGc496tdVgevsqy98JqxuHb02m7qvs2yoQdZ7nc4sKq3oM8NIAQAFg/3yu6Ckg0UtD0HzvkFDhsMMOd+SzFXb8y6YS8XUA7t1hFEGcdL9OXaJe05TzZv9SppbIORul65392Hu8pCaIbs6WYKNFNXZ1czqKuDKsvb1/nCD7cSwAK46EhU26o+1VLbq3vpJCVAhkVZec21DeZjT+KQtfe0tM/+Vuhnji0/PO0NtI/NdoE/kNUIGN0M2fxjTXmf/p/tFwcv45wB6lXPwEGGcw1nc/gUTtwGaiDs+D/sa88voPyzZtRaIaH8N9/n/ZZQRy6NPld+1QoX6l/qhuphllzmbNrDrm0RRl/mGsYMkNAgLs7kVFXoDcpXugzaVwSxxJEJAMD6wFMB/lgD+E511+rvzT2cYDErcdjLzuAe9BRonoxAy5OT9Wxp5lZ2KCgCDST7saXlswasfQZjJjf9k5WNto5hDtIQGXbfJ1sRXB5SLggYMIkAkGbPxml7R0+/ZqLjSOccxWGaEo6W+hcAaYnp9hFefZagM0rfZ7zIeHR1MghHPgEosdcA2tDgp8935R+vXln+lbV8l7K37DF8tvIiz+P5tWVQJyif36A9QBL0fvVbe9Cy4AAith3A+Q4PRl6wrs8C+lA+2pKL6jvwjfKQJhGkjPDoI5bbDu+IvmIvXjIBAaztz1zgLpmT0C3gX3ln7VNlm053bdhWVoGmMx/2sSBr7EP4UauXZdyA862yAAnlWS9fG6ChheRY20exqCgBBn8EKNFeAaT9+RfsHYPzykoBB5t5LE+CvqCTZpjDQ2vB4lyX7qpDhMfdlcaS0Zi+tIAyDOjuA3pDdI2Aqxs4ZfBT5p4ywOxzWz5Q/WLu1WCg0H6rCPV8a8+8yL56/r60XywVRLbyRMvNZy9epN/t4YsInTJmQCF4yQLAlIGGp8tzpdPVIe5SahbagGcC8HM/xouu9LSZnwBikU/pw0ugdvVYxh/65Hf2EpUBwIdgTWQANFr6G/BCuwi6R9YHXIZeG+CGfiNYjU4CkAavMlgBGrHc+ePMi7KonPW7D2QgmxlOWeZHuQfnDQC3vobwkz8yVmj2aTK56SX616OP7ZuricVZgN9KKmD3ZGOiK20QcKuN1b73XPz8ywv7niIDO6cy8/EPaA/+9uu76B8/Zx3CC56EXrrWBGJRjjcAOlnt2WPk5scgbuzp69evm13b7E90/4wdmiE7lX35kkzaAvgBk394PEE46ZP8H//+Ie+/qHyjXK+6isEs9CYvj8k+/J4zh15OSeL2QaXUbOXn5waw4Df6En1aWkHvQr9hbSMzAd0K4OYsvrCCAPoH+8X5Y305XwCaL8vr8szqhFRwgUcSwOf5BFwEVLXnNiDu0/TZnr632YR///e3pQ14HdmzpYecc66j+sGn9ohXr+Y56InQxstkNT+Jbpsqzi33m50vvTxPz3JeSfhTl0TfxD9AcNtUbmkcYIb5oaXF5b2Ml/db9jljbVlwKhRkQc9KT8wPnmSAFOP5+WdaV5xgYvGYutiUKcTukGVbvp1exYD2rYDy0cCPZ/m6WY36PgTd4AGCkdtmhPPLWaZfLfsJH74LX/vxx/TFZpr5D3p5NkA1YDx85lXWkfcFEKGzaFbxf0LPH6eSV5lpeDD0aBu6CWwqf7ZCDpuLDNsy7wQywHNbdGf2fm1+dBsDjuCV6JP6NtnDTdxwTZkz68LeojuT8TsJFMnYfvXaQKurX4QYcwKKyEpvxRKOz5zWJj7UjDNosr6KeXZ1tMzL8vWcd/STzfg1IIs7GcDNd8m2RiYLbK8fle1dngsdcl/A3Foh2NSVX9njlpBXLFWOjKuA6jD1H4aGDPqaD9A3u95WSOFVGz//GlzNOuTZtSUrOtGjkem5T9jl7wQkNIkDWal/uwEj6MN1KYxf5XicdkMDi7u96g48H/cgNIW9yfvouytj0RE2CGL5IM+DDwnID+g8AULwecuNux7VhfA7DuFYOaXT7WszfXvvyvUzqWN9HRsUrA5/6pXaW9L4fv8HwF/k0f9fAWCVlq9f/xUAmAXtAbq8brNMvvX3Lvoerv8MAL4C0DUIx4G6j/5WBu+Dk7u8eQuMrDN+L1mH7zXTdse+RHX7jK7LlWt4nPr/h7N/D8T8vIIgt/f7+l5fz2oB4Ov4HfMJSN4GIPhM9/96CDr+cXQvoMbnmw28QPG35r+jK2DspOdArKHjzzoILgrNOb77TPfYixq9pwJUR9kN+RI4VPqogWvJEQWETiZKmRG8vgDw3tvSN/dfV+CUT9aJe6VdHGk6+OfQ3+znvn/d3155WfBbwPY6ii2/uvfZa/ea61jujXfWqQ6qy9iYw/Wet/fjswWFdz/KwOu8uL8vNYN6/7P0lBt7yTQkQvgCVPIxyl2dyXUan+tesKri1FdLbXHFCKnrPL6m81GZhy8scIPj7uq43/c7Dvbtcv8FwjuFcXLggLnO25KAAyjjaK3R7HiNALqlIel1y9VxbR10F0z33EMVNYSdSoTfvY55766SI8C2rIb78D3WTfq3zOne43rW1hF9AjjuwxXgdhznfHjORn5vJg2KfF/z7GMuMz8MtgUet5zdFQA+SjR3HmRm6JjuLet4RXnWAOOwN0KrlpACGkO06573mkE8AUJoFVcAmFsedNSJOm6KD7mIm9Gj87I0TeM6rskzlj9ce//y2ZYxNur83GsWzl6Op3wkWwJSvgLAuw860Ccrp/x3erXqvZslli6uGfF1NGPaTE8p1pgl4LHlBwNo9mytspe71cE4RLjZ6xvcVGfRZOngeFnZVQNuouuvwJ8A+2bqbsUBy8w2EnLAoSrf7TV9KW2J83ocwyjUV362SmEVQ0oDjVGzADA9gqrU4VAdzrEZsQX1yvOlg5Yhw8EGf6tT2LNTx+I4ZksGVeJOwGrnaZnnOA3I+rrsKeXMy9tzPww5gA5eLXlHoMMGa41OsLx1AXpKvjUDIHvW/c+9mU/56qzrjksQmJJG9IKx19hmlnYMQ7db0nnBrS0NzecL1tdp1vO9slhaOYHMcTJAN2QY16ktiFEaHNqRT51Mj/JsAnRncM1mLpKxczj0ch5x4OB4bXbgOJi3PMBJUwCg8hCrJAD4JUuNcs8j2+THGMo4LMdJX2d4xjtps/fjcuAzZkwZ8GBvy2slmgLorHNpdsF7mSFrfwDGBDdhleW153d5tw6PybyccTDmLX3Kd7akqnuhQXgEHTR70jFwH186GXnhqGdsZnTaV6+0d6lYsHJ7n2VZU8/G9stVr9HBjvHSbLmccwCuFiHPuMh4KD/LHuA0PCpfcO6RsRitGHO5rxmLRKfH0ZLP23tuzskhw+s0isOnFjaAA/KY0omRqfTny3sfCyRLl5yna1/Jgmack87XyGcAWhy3jToGEJr1QY5xPLY0vP2lLS+u08mspo9xruh8cw03wKROie65ziD2AJdkMx5jfGJUrk4AwGFWqNlzzKProVI6Ge1mQXY3Z/0KYHW/de5AB81ExHkEU4Q+uLa8K89s2VjcNJPZHIu/JaHhhACxVDEAyMk6NYI/13VOACeRa/D4x7HccZYvD+RI27fUvlrb6sEyoWYmtJ1AHfGun/xSumx/Rspn4vTIf81CmEh95eRka09prU8pBQrNWP5SRx6AMWuxa1qAFKdDnmF5OPkKY3n8WCAQ/lPexdnK8+sAyXIvXzEifUsPTyWBZtvJu+z3aY9SnHbMCUckDuNDT5iMzgZOIL8A0TlHRwaaDn30HR7O+dlzuP1ZdTiZEdIAhSnly7owR0BeAi+w5erMyvOrr+eZnHWzMQFNyFgTcO65oXQ7WVwFf5E7ZuGTTbUCFb2aeZH1x3ncXuzQGPwU+toM9gIBuTH7jzMevvKFDNPJzvT+ZHjRC47sU+6nTMcZX/naM+W8ANKhNeXq6qynfD6Dmu0z9+LFizqPoMd1dgEAC/TiOH82oNdWeIjDtpknZv/pQJRnAkyVxYRHITMssYynCEdeStHmyBQwvVQ60ealcoWyrq8C0ABEZpVzJnHQITP63+iPBi6hh0LryeBpWwLA8g18oHepGd/7vVZh6EPOYB3PDjq8+4njWfpnfvatPWzCzA+nnE7HH+tg537Y30eFtryx/cH7pK3OAZ008EO+sRmW1XUGsKwczP430Knn2QARAWBokAw25KAZgw27zOdkL5Zvo9flCbVLuMfIaAMONmPetUZMAjg1wBK5zsgaRKauIg1pQyFH+VynH/oyspmqBWaaHIB7nJArczfQoM7PAFL0EuQ8/EDGz8sgMpk3vLHZcAQSImp7HgSzcYYKyku/7pl9uNFdcKC/f5/+rFQgaEnn1d+VSwRz/JH3KDle+w1ZkbvIEq34QUl0nvlDnx8AI2P8g0w0nOxhVa9ep+dxHvr27YfvPmc97PeatSdDMMArPSbxOlZdhPbyHAC/Ba55kv0oWT91ZGiQZ+MIR1408InxA2ol2OfPzP1lADqmzL93eTaAKAAkgCmPUjZuZpYtBpqRnbFaWllwxGBIz4z8DpCZeXJWvs89qeghD+1FnKh8h7/pOwmPoVw26wUAzHe//8FgpFbbAdigWgg6XX4vn4xe8Op11ny6PFx1PbPMdbjz4hwggz/RC5Nyl3lOe0a2pCPZmwSQIStRuD2Hngsd8M1M7TrwXMuMG0hmdp56pzQDgMieYfNyhtG17QFvAC4kgv1rpYGzOgYZdjybEpwEH7Anb35VryFTkb3iBaBFYAoVcLYajqaC526rrrTtR3UtlvxLyw/zghYAsBcw5z15Mo55nP0AGgGdM0728v1b5IE+Iejiy18BXRscIYi+7BTR1HKzDXQDpD71IWyigv/QZs8Z+gxlYwGAzQ4H7KfEMrsDnf/69n3BZLNF6dXrRhvER5AFlREoO84+mxhDqWr6USO70JcAcr/keuQ79iT78yyAFwADYyAbFAC3q0dgxp9b9tixf0nf2C+/W1a6I/s++vMPAa1yHluRBbnw15OWoyYr8XnAt7//BwCwgD9BrIydMcOLoDd0gFevnidDdKpv9PwcYr3Phfbev9s2A/ZbLwgYZlp9I2cQunoWfelPAJl856dkSpOxyr2gh7eU54YPZhzQwvsExrDGv/yCjuU9vhQAfpt1eR6+A91Gn4AAqZCT/X2ZrEiDMANkplw/cwJYR74gS9AZXgQgfZWsYHiZQRYTuAbIhfwuEKQ0JJuWTFF4Cjp0wd+ubfYyZ+h5AkVGdTkS4A5TtHyK6gbpJR2e+zyBTNLzx+/+9refCrDBr98nQKN7WxlhZRp1cFtaoGeS7bqJLgBcKA8//WIgAN/NI8zaL0sK38PvUP0D3p61yXuvstlbWhf3AZnKv4Vmv/uLwJXoMwB++XdH1n7k+6NmQo5dxni26k1nATAPYxhwD3lbnxH8QRlev27WCQD4/QcDnCkP/uo1MglZMNmPoUv2+Y4+xSNzoV14lwCwpEwluJcBj1XfeJOey4Bp9uhF3hKosFWKoSv2ncAOZObF3VkT/2NLJGvDlG+ynwRtsjZTDQbesOXQKZ/NeWRurdAAvTDHUc88fxOwRT9c7PeLbxbZaJuD6Ss+NoF+Lv1LP1TvZj+hgYD8zJct0HTrT54BPcAP6xfJBw0g7JqdVTxtV6YdhL1EMAH3rv+PIKjq23q7P6NbNfhp2lPl2Q0KIOAZWQIrGTViXGlwxq4dP1ptqn94D/gwFaIOesBuHJ+AgcPIRWnkqKbUtdzFPLEqbaHQQgagXaKthvyoDKPySc5oA/no250AxALAMy8DinyZMOC4Vx+wlYMy5fCJjT68lfl4RgP+mG7mihyUbhwvz8PfB1jOeWxJa55X29q99frRFTPWA/jOPPTTrJ62Y12/GIlFYgitslhdmyqAZ6avyrs2gTaD/rINkuTcPUpt8rRBOan1a8DvPgC1l67j6tAjj+Wcgc64v514dj16N1+eBf36XRWgB9+ft1dw/FcB4L3Xzmvncwvk7nVXoK+bdzMeBcW5aes4Ob5/s6G3c/l6/b1iMx6XwNbReWayfs14lrjOsZ9g6fmci8E2i7BOo9vnPjSOK1j60L5sj67bbFWE7jWj9kqDZkF7t1v62rIVfIYje/d7r9t9vH1/16ICaRTFBRq2N+91DDuXZea397+O7TaLeTNJVyFqtHkHdAIglB6DUS04WkfI0PD1zAgUewZ3TkTrLx1cgdIrDV9LL1+zdU96v3+O1rlbB/dBB+fZ3/tdHfONcr4w6G8Bxo0sGsf89Rysc5nv8VwdyjIonR3LIC9gwGF46ey/gkeuyX1+dT0DDOEoETUg6XHeGSMGNUwXsTmKzZ7kqtc7Hn7vvpxruGfmCgBf57DOq10v9vr6/dv1WcFaBysMHIGenzp8cTbYX3CFh8s7kc4ovhfHvs/ZKC4GjgfL7yrovubFjlNj8uCpNXpO3rYG1335sVmFrs2VX+717DVjt8Tl9uiyTNbSwvndycTKc7fE545pl99eooJj6zSvC4TzpS+kZ6+0sLjqlIzjPRTmvuqQN3ij+lUVrMmE7X7jTOIeGDKWo1pFZQHgnePjZpT47JYVQUJz+ZwDwIzuKwDgRLjz+Q/DJ7AcNtvQe+rY5SUQPBF4dcSbWXPNFEEOGVAhACxPvR+oouzy7PGrJYGlM7NsJiAAOuh26vwgUm339dxfwfGucb6/oMt5P50lSz0bCDPLXn82z2g0+CWTuAr1ZCminFnOlrGdWebcYzN0lxYX2KhjtVkeOpdmG2a7Lf9ooAyON6oOuEcqXxAPwJ4Zfm6g8uMon9lAjuHje8nlIYPVz7pIU2bZbRlxnCv2Q6tpNOAez2mQxJz9Pnr25p6cKs0a+VrDjgmUrma4lBoaAJj5/Ji1BKjdc9CsqovT1nnHKRSjfPnNAiqCKmQ0kXk0wHP7Z27mCGGvRB4Lglra7QQOd/zbh/CWN+w+7ly93u8vsLmydpVfrrXEqfS3kcFL70uTKOuWPhWcBkAsXWR8zWyRQg5AA2cbjqBmKkHTGBazFzpwBXj6rYyzfTbzWvDvGph3KvXMRQcybvaeEShsFPnOlQy34b3NljiiqA0EwRlasGsntjrDyDYBa+SiRiD3tm/g8mK/QFnyOm4p54gjtE4BZU3HF5qQHyjjOQdmqAq8cpb7nYtRwbU1zFrCz0xvrt3KANcS5tyy882dP7XywPSGmiymnstx0howkKzQzI3+neWHw9PMTgr95W8c9zrEz9YST2J0CpR6RtjwlnuCl3EOcfiQsTqgF0BAaRdnMM7P8lD2iuxVS5R+ZF2QR0QlZ1wbzCR71oHMT9jAZoQ1gh2nX8+XgM3qFDqg/d5Rwn8Bs1zfTLYxWJHX2yt11xuc/9q/ueWlmlGnY6CBOD3jOjRWTrT3EftMOasp34oTofR+6JxGZCtvrAQBgHfYfwUMt/8b/c4FlXFU9nxXhnq6CHr4Ic7m9icOLQvkPC19QqKMg/tjrLdELHxlAqG2/BWggn25LbNJmb8NUjKbUucna0bgRZ2b0YdaTrlOWDPUOFu1JUYek/XXsmMZ6t3dhwMYL/8f/lJAc2gSGvLZ44SPs5x1ev/+fZ+rroKe1cUsD26ZwaxBnUctN2qpepaHgIv29CILJH+3pPB83rVoKTQd2JxdlRr205J8/VIR9mEMI2grbzgT7SNmFH0dJ6Hfu3gIDV5AN/He93U5S8Jtqf7OudHvZBclO66lknF6+bBmemf/yVKHNbbkeIYJoFz5XDqg9LeZUm0H0IwmnOZk2Chv4ZE8sxU5GmBQztQ9OXqiDy3+OaBYg2qIIai8gM/raNrgheUJBlm5N/B28mCaZVHwTIDJl5U8BHcZd5z7zGvO2tJ0C7blfnW8cTbpl1he43zJ6ioeEz5h9qpBKA0AKltFpydLAT0jshmgDc9t/uZcWZLR81ugIl9bfooexi3Y3wLn8PN8p5UQcAQND4K2WkEhr/bGC60i8yqjoM3sT3vR4UyH3w2IWD55sacq/5upgePZABsdmjplO7fKnFnBOJgsLY6MM/DE/ZEv+P6Ap+heY1sof9xD9qWllZudpP2xvhkCE3Amr368urhZKoIpb/7+Lt9/bhBK1vrpZFm5wzrmqp/nP2iEMoYEI6yMb/87jlamcZdgk7VbKMnJNa/TuxPaRuex3zoOUvv+4UwXRNKfwRocWSy1K6ZXKoEWnOnM+zHl61M9YQOuPoUXAWgJytqOwqBDyw4SALPA8rZNqLjuArP22nqW/E2WW/gcmSuQuY5Y7Yh3795VFj6l3C4bmO9B25zQ2iQ5p8yv1nFowt6EZFyiixQ2Ke3j0CZDlVME4G8Vme1Nqs5Y/hvAw8ooa9sbxMi1ZPsV9AIgAvgBBJ6sJErQtmd6ndxFU5S/Bbm/BDCiWsaXZCi+rAxsH+icxQYpNRBsg3LkAdCSve51ekMnHzM2aLU9dBM88DFABUDEAjvfBaC3qhR+Ah3dzPtYo+ERgKx8v/RMX9nJgtrA4Q1qJBuR9zYg1SzZOUNkwwOYwTNq10cPSjYh/AV9wtKmrK9lQAHZah/nv0+U9aXKCX2KCYiorc3ZCz2kH3QDDKjGFR1pAyiwdZo9hSr/wwTNjFwAYG5fTNb355fqecy6Zyi3HWAGAI+1qG2b8b99kyCt0OnT58lETBAN5jb9XgVeBVoZlgE30jh0gi7SvSaLu3IH8AI+EmDozl7d2miiIcvz2p91nPrbLvEjoHldDWYVU36TvqClf8hn1htyhbbhDoKU6GXQGIEboblm0mvfPE8W6OP8wx9HRRjG9gweHrFFJiDlluEpzXYOcT19GrBt2lrgqEd/gL8UYGq2H+eITGJowUz57HJlT/e/QXWepedkPA4IBzWBvwAAIABJREFUxNq/e1vHRJ5NhqaihfNK+V3ogHLVqxxQzebLX++boU15d9aEzwHVCTqiDPaHZBXz+r2VMuixS2CAVTI+fnzfYAfAqFevfuo53/VjvduvdzK1aXdO4AxnhKzp6qb0xkXWEHwwNID+/iI9ghuwgk2baX8IzRiEHL6EThV6I6MPOfMy9ycbm4UF2P/1728bVNUqCVmfx9EhS9tkSzfzT8Ce0vrNxi3NGGhH7+WC4ekji0z8I2f2Lj2KC6qOn+zwd6DvUY4W1YT1Dc8iWOevgOzcE32Gez3LNZVvF/usXDmPtjINNorl7rv+oZ+WPs9tUPXr4q1eaBCy/jx0dfQHzyVBiev/LH02QMR2Jjz81wRe0I+4pcDxXdFeION/RDAc4G/AfAIYGns5cpmzip+pwWh5s42SGhiVgJa2lKH8O6AkjzBApKBheBAZtSv74R8tS9yAMqsPVOXBbiQgNvT07o10DT/46Wf1EtaiAVP5HL2lAfKcC8ZdfQU+w/+pR0PDz5MBXHUiZwi64qzTExtQnqo4fN7lg39WV1P2NWObW+YzuTdVGqhuZIAxAUCPWn48MjlrUr9BHkQAm1WIBOmqdme+dQG0eslWHOwR6quthKI38dm2qNJOybqSpZrXE1qHdTMEYzkLa8dxxsnKNuCSs1iOd6zX+jnRS3jhp1O906dq9UKC3KDxDdrSNtZGsCIM+0mAA3PiRUBMA3QIcgdUzdnSxzr25Nhne/75jvqHr8p7bIFmnY+O16QH+R55mjyLs9nqTMUAzmQm9qHPG9/liTsOw55AMX0wBja3wmR7e7PlBuk2+CbrOSqDdjF/oOc0wNmzWZ8JelhuBQ3Cp7ueHRPjNtACWqwdig4ATRMA1KI23M+zumvLvVvGuXqv+yKtWK2lphtVurqILl7B3AkC0O/k+0LYfIVMZTOQ51jk/uovVpeY88J3GlSprg1dSA/Qc+bxfwMA7oAGU/jvAsBVXpnoDWD6rczdJbhjI/+T750k6m//1Uzdq9Nyv6ez3Qm7uJcTcHPvdVxdn3+d497/dny3APDt52z+CZidn94/jP8zAPgKRK0zd8f7NcDrAV0A+Ov5fBsA7r6vB3u+uPO/vw7378r52f3fn9cr9r0rYHtd79t9uwLUt+Pn773PrsXuf+XThSOWPqCDKtIymgPgmxtjSFwB4AVcbwFgLt9ynreA6+61jGwO4GWcD83hpNkTZL2CvA8Bqu4PZR40VK59gq9zPJnqfQD4oXVuacWCGPcB4N3vIwtwyrWu03rntFli98pHdKAC7cuE15FoY3mF31HGFMaJk6H27jDaOcoTIHSc7wYz1rBznZnTgug7Px3l3uCaxSvw53d0XqBkrUDD2YBGMn+vBnnZvDWqBdoWIIXBO89GA2VcmymzCgDv4zSwtI58CiG2/Quu+7Jgq07TVRCnjMXSLPOb8S2wfktj13Ng9pz3E/xFMT2/AQ9eYKcgWR0zaiLOVRq9fmfvw/sbyT3bPsJ+si1Dr1sKur0oWhLW/h8LAFcWE+HLOI5xCRQAB+jIUegvALxlNRZorQmHEzuRin3OVTOaqW4GcOeCcF5tK38fmeaMY2jrcHB17eyb0Sz0AlkCwN5LkFd6W8XFhxbMG2C1wNy8Z5b89mgd0AXH3k3GroqkQPRtKWBJwLO0To2WlBvnqYqH/P62J/UCd71D7sPwARiYBde3pFMtdHnIgmCrH/R7uf8CJ73/jGMDRJoJMMeJqHAdiSOvD2Vd59A1An8d1o5B5fVaGnu2s2urc2xecya6b1U0dVpuqUAWarPh+QaG9e4Hc8bxUXBpQMUd695+r+3PzSSd8w4wi7ZH70QVXIBOouGHP+CcQpnnsqEX1mn5ZrOAsg5Eu+u4mojCRuE7Q85ZATKc0c2q1YDZrEXK+fBsHNgcVjPOFwAYJ+ZkZW4Q0Zb5q5M5z9+s0fKMCZAoWx5+yYQKDOdnHdV11CyI4Urxt+UWlbkLKi2PsfelvaJ0XOsoQ8mGXMjMWhrSASSd7b2vcr8lkVti+uTjXjiVHuponaAvHL6UcWWu+bclVHs58xhjh891+lMGltJVnAvnSx8+XoP3e/agKxyedRjoXGtfoxgXOBI2g9wgA51YlBjjtUBnQVdoL14k5bH3quOx5ewmkGQ8lMufO/ZqOWZBcQ8d7HNmCRoguhk5OXtXNyVjC70z5ieUnh1exljhMzwGUAPagqY/T/BbDbXKb/cdlozzCnlluTDXl0AcjObdFtmiwC8GGplKZGi0nw+EUvAmzpmeF7OcnVP+kb2Ds38ygNmnx11n5Rrzgo6XVxSgdWFq4LaUcebfDJQBWwoYZF1wbLtfGqM+V/7Hnh76YEE8s2vtUTnRxVuesc4I5IF0uO0DrELRt/pqmVB4BoAOADB9InMvQILK2p4717f8bb4Mj2yEfGWETnUqHiy4vfLL9kueeTO41asex4Fg+VEcnTjFyZBC3zGrhHFT3WFptdUGOtezok0zuyMTkBNX+muZwtxjs/RwqFgONQB/1hz9x0xMHSfVGScQh/ONowgKviMDc8ZOxsHSFXPAicm+cAZxrnIvzijOGpxmzY6eaiClv5Yhls+Qyb1AGDyeeaz+sGXQn8UJyp4RSPKM8qPQZ+iRLBnoolm5c8ZLL2RFw2fn9G0E/oL27HWdiAB+2auWDS+v8r51gGYtobMFS08a0RG1PcQ3wIJzDj2Wd3RMBrUUVM0cC+zWeZqzOXzv5IsCwAu0PgPwqg4inQFGlC/O+H7ovk2ZzdwfHrQ9mxnPX2T81K4yip81JYOb/VV26DJZxxLncEHLz8lYBgAG/OfaZuCPLGtZ4vJJKMJqLw2kynrgwK1syTy3okZ7tyJHm/Fvb7m6XdKPkz0HeFsAuHOdCg3yIc44zrlkIs119JJsoAa609CiAB8ONWVBM38BBLIOG9TRM0kln/AxgBVonvPUXoahZUAL5CB70KxhnPChZXizfEF+Ck+GHgD7fM/ATsDAzZBpSfeMvU7zZNx8IWixehWOMgFD7Qx1DXgeAMiOtfYP9DwObm3A0y9gz1q+s6Vuc2/WpQEpZk21rmh9RTqO5TcCwAVh6Vs7fcbhWQRY1OE7vK+gc272OF9Svn6Z/t+ux9pE7M/dx2TQNlPycYAESphaTQZH/JYs7Zlk3fIftEKWKjyqtDKZ2VuOm2stxbjBIsCo2jw/BFitvpE9ZM+tFqCOyqFj3dkjgN2l1dqCcv3S7Or2X4YerX5hgEDLqdLCIevInnz+PfPBDjhA2fyOM5un5abQN2AC8podppQmfO75kwDGNSfsWYfznYxZ6LoAcM9PMj+TYSeIjxwkABKZg9Pf7KhmVwGsFvA3KABAqvPINVY7MYue57RkPDpsgVGBHkqevsm+QH8AwFaIEHzaCgToOdybMfJ6FsAbHlTfbCZGH1K+T1lmgMRmgjbDkrONepBSvLQ3yGQK5gPkk41ce9JSzV0N+qoS8IUcH76kLiY/wyFMSW7k2+tkAFdVDoAhf8M2NjDFktmWqedZ0BC/svacb6uMGGxMT+SnL3WCg6myHohWxvn6Z8tHA0jyE4AEPaWl1yMTuXY6WuR9giAA2Ue3mmpj9NzlTPKsv/3Tq9Llo/pJhldlDd8nA5j9oy+nPVrRSQXq7gIcUv4XGWdlHPfUzC+UJM8/vII1gV7JWqd8MusPgNIzE/oF1ERXtsWFYLf3QS6pPxSwAFDM62MA42YqF1D/oSWAm5E4ICrbtEH6bY1RmcrYoHaB5/aVbjnpALu55qeUUP4zc3wTMBu9Bx76IsEL6ALv3gDUUbYePeXuu8+hu6fVR6DX8GHadOTW6EDQ6eNklrNejP/HBMVhqnf/ABLhCpSJzf2gUQBGSngW0Miy/fbbh5xV2mXArzgXtG9Bj7dKAYEogNb0AVeXyzOfAp5RZwzbAp2HYCKC1OiXaslb1GFwG0AQQFP5DwESJwD8+vUv5YnwoQbg5zsfM99//ufXAxxWEheMJIuUcT0PjdaWG9uALNSWgn5hC5CkpH33qUEXgqSoEmT0PmJMsOt89/3bdx0nOh5n6UMyhQEmuWcDtuunIcNQgP/9O+/1ItnABIrcJUsUXRBACxDxr1SqgZ7h3VQMAAgkENGMcasMtaJbS+RmPMnyRWQaQCrg32oX0T8JUHidPSrfKvVpp/H5h6yTQBL8Et5rRjz7Cq1tqWHGyAtZg97Y0u1kXucM/JTqBn//+5v0Df7bwEH0ADcQkgxgzv+vbSEgEFWgZ/Qj7klbHM7YzwleQhVeUBP7hMoCj7OfzxKsUZu5MtiqDJj/8BtGpn2+LVCShVu9Hm6tjGZN7ggW4Zxn/1jnlp3NohDAgtz+LX2GIVoCbV7/hK42i5X33vxG8AQ0TICgejRnZ/Xau/S9Znxkd+PLIFChlQtoaZCzrtnG/ieQB0Cz/g78XALsBCbUrzcZvHzA+cEOo0UE9nWBvToF8bEp6+GnZu1iq0CJ+mAf59w3yGB8JJZrV951HwlwzaFGd6o9O3oTe0bARNeYdjzV3QS/BXu1qMhq5hw3yDB7s1WHWrY/skabe4LZx0bXd64f4N5rqkMow/zEwB4GrG7B+/qL9TUyzvKEIegv08+Yc2ZLBCdanzc6Z22A3jDnkx7qZ/nstkpIH2POx13mRLU1hsh5YO4LBPdeoRPWRNuNfd6gH3U96Fu6sILOyrCqzvzrNQK/6hrOl7f1WVuJhL8Zw+4Xv3MePav2+2YuxaUIsoLXNGtbvw7ylMC26sjVcwx6kM953wOY5ezXTclc9HPWX3LZJoOUbcNVnT6/8DnXN8AauT6AtnOZ8Y8XknU4bPdiHfrPeV993ICyAsBX4viKWIbF3KegcxEpK7DfsQ79+drFfAj03Kuu4OeCsNeN2M9vP/sWMHx73yuwe5sBdW/eF6DlH1330DpIUCqiPQQ399rvfCt7ud/fCIce2rnP/OTeJxCGYLtmdZ178dDYlqiuxHP/urOW+LfmJsFdvEf39vge+Txwi/vf2/EsbXwL0N0Ds2vbdeWgVIG5/5i91757veft/a/Pvd2328F3T0eEX6c/2EEFyD2A9DLV4TMVrlcw9iGA9B/N55opt+fiNhvXeZxjca/Pvx8Cg/8RuL3AaHtj4rTu2ju5vZdMB65DGQ77B5xZI/d5wDUDePfw/r7I/Oq0na8efIiInoOIZdp14MNAB3Exq2acjSihA6jdA1XDmxoxOucU4GRwpQq3pa+rA3/PHZ9dAzuuPPIq+BaY3+v3nnv99dpdoX1vgeQKswsgeKX/g49kPfZ7196+18zYRhyNMtLxZF1akmIjmobPnPv69dHdzEC+x4vt5r3TKazyc/CWm6Ab57+Clgg3hRgRm98CtZpVoD94HI8bGWUPxAWcvc/2X5X3tgcnQNvw3z4bwTv0oXJyZrnUqTzA8J7pOvYqbIcHl+alj2vFAPvF7T6cwrvnAmMB59jNPu4Kc64eTWQ4DtJvvY7nDs1uj2FUB6O3p9RL+aLnc8undvw9o44dZx+Als6SBYA18qDbRjfjzNjzgeNvzhfvt8zIDBWAj3vrhLk/fh0pZp9smRUM483cfZxn36PLKj4e5uWNdXADogOu1IHs2AQZ7NFxDQRDecJposNXZ1HXePZwv79n6Xe8I4XO3euW5QJgHto+zi1OSxTiAiGng+DQZ8Kbul5VsFSqGglPlN0IjHWoLt/jAECP21up4NEFaNkymazgZlFfx+UcTl57DXgp2LOAcH4vP40BsI42v0tko3TvPC3HteBAnU9DAyf9mSmxGrLK/YBe48Dd8s6VHXNWWNeqzegvY+zzTB3ORj2vM3mFOtlI7Mu+394rGP8XIema6jjiBYDerMQ9++gIQ/MdZ2ULxrNOP51eAsu82i9vpldabICM/If3AXAA6XhtT/QFHzdaVV5wykd7aIYP9Fu87DnW5+F8bsaYpYnNYPGzo29vjCpBGfUe7oXjuAZzHP5kL+DQWh69ZZ7rdOTsHNGhVo1YIJOz0ZKCx3wHkJ2IfOgCPtoeOAAu+W4jTUe3t2QjvIcyUBljDSL5taCOZd00igRKuE/3fPhO+fGxLvb7ZA82s9VFIquGsp0aYA3eqbFF9jSZm/Jez4Z3gw4wUhuNe1Qz0DmpvoI+MwE9uad9gck2jDM6ADDOePjlZgrLMy0Rx7nECWIwC859Mq+MzFeunJnA3a/JhiwoDq2hs/cnJeTo0TRjvgDGSxstz5pncH7YB+a42ebQZ3toE1XdlBbWO7RG2ULWBUorWdfCPPikjr9RUCc6l1MivWjDFfCCt6+ezVlGjzx4/Mp617CO5zFcLa8tD94S1Ub/Kw+kj5R3Zo/od5h1bpZunGxc45wBtA00YvyWbR5Z3OhInd7FQBp9f9pKljYWOOA50BLzcd9Za/kpJIoTnIxa6YZ9McCL7LtmJwe0IWMcHm1/UhyuyoB1gLNeBctnnPDd9iss3ZrNV4AX/kGfxjzfbD2yYKDH4QWc1TyDcwV9A8YwfsbcLAx4Ssdu6X4qBKzjQsCRsxHnfhyY5SuU+ubZcebiiORagC3WazMUzSjDOT8VDtAFLyWQWd3nAUYKRrBg/dz7yXun/zDjyX+CnaXe6mQ9i8M/+J09xbG8wJ/AsxVLAOT4DmddQMKem8s36uji/I+MNHNc0KsZulP54ipvK+8nYrP3RC/MHgPIcda7p+xBzibO7ecv7IWIs4t7H4A3JZibyU5/cfeLsbKPzFXamOox7HDXZfo745jLopihbUaa5eF1eBHqB6ABX4P3AEjhXGfd27uRvSW4YkpUQ6frIOU61qdBb2RstKwwgQ4G7ywfgc675gBCzcBY3qBMhqb+DN2sc3X3GlqhQo290zbAVH2XMbRcXs/6lFYEREhWj+WH1clxgj1P5uoGHiEv6Nn6LGUl+8q94GNWQpGfWPlJfsrcAX/gx2YA6wFkH7c/qL3MvR1gy+q7LXOdDDl4PeRLic7SZM5KyxLDSgAN4uyV17BPyV5NQECD2JqJBa1zc8cD2ArA1nsEdIAGzFAOAJ9MlqOd0DgMHZMVR1rivlnwysiPyerdSkftG5w9ozILjme+Qwba8ge0KfZx5Qt8klf71ube0JSguuNFVrEuhyykNm0cxO31jUnQAEj7o5t4Th9WQBRktcEg8gLpiAwa+Z596AHvap+xrnEav3z5on/T05Oz3HPokpYesPV4Ld8QvDOwrFUXohMhY3//I2BoMxyVy9CDGZTM9/StFWQKLTRQD0f26OAAJWCRZALy80XONHrckwYboWPZN9isUYDFdx0XOqAVFJBT6pTQV7Pxm0XOXHlffRBHOUEdgEIEBv1I5i6yuP2M4eVm19higLKrBFhsmwjfx2kP0AJdQqtkQpF1hbMfmc4zKJH6JOA6FZM5u2/epMRt5v2KnrkAcpTVrowhuDXgWmj5x9zjGSV5s4YAnoD0P+b+ZJBjewOEUMa1lW2y/7/8kn6rmeP7ZJZR8hYeXxAjPVtfJEsTwKQ8huormbs8iuCn7wuwN6OwlQUAaODj067gS1oyZPnJ7ixoFgCY8/kx/K4B+CGvJ+HrG4zQqjzVnQEK7NP7MjQJ799zwD50L8qXvg+9cf4+FSgmI/Zf/9dv5S1WYZAnU0r/KZmiWf//+Pe7rNHH6q3wlp9+TvZjSPW3N+gTU+K09OCatvx+Z8YLW1R5VRrKeSLj94cGKmTtyFQ0A6e8lJKzb3/90KCYZ+mLDZhCBjk8wsoUKZee91HHPmefQj3t0UqQUWkyC0Qp7Y9Zi4Kc4WXo+gQiNADzUQLCAqA8yzz1LwoWwxsoHdy2AxkvdPrTz68LxmE6sOethhLw+WVK7vZ8ZzCcxwZbhC+gE3789CG0kQCK0CMy8a/QP7E2nHd45C9/S5nmgMe8APOgQwMYuSF63d13/++//K2/E6gAOPruN3SJPD/n4/Wr8InOk2ASA/P56lPsI7I4AQnzvH/7tzctM836/5z9+vW38N/sH4At/Aa+a3nkjJGAiAbyxo7I3lUW46NBxmUpPqcPNa8nT6my8rj0w3iRQYyXoL9nCVh58SKBDfkPgBX+hO1p9SB6bKMzddG+++X/sRS2jCPrVDlDFYPwsQTKELTAeSMQEta5pco/fvyQcscBvJExbEHtWOgPfZIgLXi7Nga87lXoQh2a5/q4qvG8CT8HEMq/dylx/l2yxl+kHDkfERRQ/pBzzzmDxd0RtBP6829vhjh589u70hBBldrLlCZ/lH1OL+GUBedBnDFeuJPIZESP7X6PHwu5Cb808YRs1ei5VVgEoAnIamuanqHQc9YEAJi1BiB+lZ7lXMNcrCKhfkMchhmp+JpOHOIua01wyctX6DY8hsxv1sW1lO7MUEbG/BW6gm8hZ+E3jR2rDWnASQHUzP2PATZdHXQa5H/G35LC6vMNIM15b0uP/I2+gF7Ad47A40TANNkmc20gQMdOtQPtc3TCBr7OpsLX2oc417QncHipck55CuDNOUa8AohXv8kZR1bAd19Eb4SetoWa+hTf3aQz5dL6OZgb5jjfYZ0anFxdZwIp82zyEtZ+MsmLodQg0dbALh19/+rblobIJJ6g2yxXdetpY2M/XWl8A3vRc6tKV0eRV7VKVoisPkz01XynPg9AX+QIvsH6K9CvnSe8YLEFpr8VILQZ+cyfvNYncg/DacUaA5ekXeyHBYA9a/vaqh6c/5Z/HpuuuEJGudnbXC++J33DF5t4VTvHKpzlBZeXlcwctDrPAMDjz11fv/NwXMy3bsf6u2wfIT5j5SB1mU2w8+//EQBc4Z4Z1LlQ5d0ZqGj6byf/LfDzWwBwv3fZrPvLw0TWgTkPvb1g/v4WAHx7+RW8/e8AwJ33BXi4jv8hEHuff12jK/jkOjq3hwDgY/yHsu07V9DrmhHMc66fca2fX11x5+HZ++93/icAsADy/X3aeT803p3HFXhp381xTI1v/R6NXce7IMa+dwU7b9fgG2RzrDsCVmf3rC/nvLR9ZjQdzjVtVA2xme5m+u5zm9U2RvpDzz7oYc/ODbC6978CyRp+OsOu70tD98/RFTy+AsPX9VNII0zMfrmWtKjjaA73ZuuihN2Oa+n/ClZc5/sQKL4OiOo2y0zGwFsghXtgUB08BoVhsnRux3otq4wwvQWAe498ySyZExjccV6f6R67qcfQrvwJpovTecZ+DeI45jIWxZU+ryDfZrdtOVHX0CjcPRP8XDCa+8L4b0FPlZQNQXA2CwAv2H2O4dv8E8W02aE3JTK6znUinmDrQT/jBL6/1zh4jCA7So18FVBghKmAlgJtQcPOvZm69szTYWS2h47+dWAT+Ss/2/ktkHY7ngVvd31XsB8AKDG9WZoqPbv+Gz5WInBPeDbOBa7lWKNgoCBGhbsPJC/RQG9k3WzpOubG+b1oFldac+5+3kw8wOkMarOcdq7Xn/dodebBFFrKMd9tj78+lwkIIh0lny+8bZUmHX+jfFe5GOfDMsW9V2nT8S5oWSCDyDyURX7P/m4JwzqLUEJyfwHGs/wXDuGr7GnpTJSa3MPeiL64P+fBaL1RcnMK1yHccwiYPSAR6/B7rI8tkYPxSebhrkPBT+axjtSaqveDKQ653OhHS+SiwOHMafbXOH8247c9dy+8Arou6N51FeAw291IwEbZHnJ9Itsv8qDkd9CT5UUXbDj4CU4iMhnpMdW+ZLteJwB8ZDt3vSwNLR/3YWb/DvjbNQF4EizWSatQVFk9S/fs+JDZy8u4ZwHMvIh0tQy2juw+b+bTvR1a5doC00OvxyS675Yag/cv2MB7gGu8KI+54yjPYK/GQb8lkb3fff6ngSCoUfmRm+IMWkf4UWK6xoYOW53pZqqvXlAgCCN51qoGF/3auq7O2x55GiJE6vPeArgbRLCBJluqvKWVJ5N2z5GOQGV/+2gWsB0gADoA8DrO+Pn9XU+BI+ZrBnxLTHMm8x9Zt6z/6rbNThwAuME6Y+ByL76LznAt/byZjewLegR0X+NtgNOCzADt+XkFgAF4eR8HqlYh59g1oy/mOr52va40p4G68k8AiXts9v/SFY5BnC7rpLc3qllGBpUAxEGaOo0tbT2BAIDqkT1r+3CWF5go/c06bdm18rY4WHEw7tgIErAEp3u1QMgtAFyKRObdA4LNNqWUHBHlRFnXYIWn4GwIoLFn0ntvVq/ODrPKcR6ox7YXXuimJc+zfmbOn9naBVuGLxSAHtn//Rjp3UcA3clo7pgLCCm76oQL34UnQAs4Yvbc4IDUoTQyNd/lTJ+l0szmYw03S3OdJermm0GJLKY0Odmz98uLLjjdUmwANzhSV4eHHlm3OlwAU3FCjwPqqM5g6bN18GxP9VYGICK8RrwOFwAbSytXrMhlahsEdEpv4wZKjLOg8hEgE5mKbA5Ntndp/tt+gaXXta1L291RDfjuI5nxlrHneQRlfxdAzgoSGxypbIHHbzAHz2ZfLXNvoKW83zNjZo8lwQWAJ0Vj9on3yRoECDdjezLWKs+t2LHyGWdYHW0RlBu4Ax0QnLRBGOwvRwFnVGUM/3E+GvQwPC3Da2ZrnsH6/ElWRbMHPUetKME66IXpqxnz+c8yooLm9OXCqfnuAxl/gOtmhvG89g9uiW6CCKynKTgmkNrShFlXHMT6PdYuQI7ZN03AFXDQUpQ4gKEdSuE1Gz0ZWziLWQ/Gt+uMU7/VGbrmOuRYI19TKejSFsBWQj5fUN/gOwMCJT6cmNVJo1TALxYUbw/SkUUGQa2SgsOUSRtQd5bdngC7cawBVMizTsfnZkvgnGwmLNlc7eFo2fddq2bojWxk/AWyRkdkLPCfdW7bO1tgeft9U26YgBcrrJRCK+PrnA3wgYMVxzNzBvBCNraUcvbid/hSnKa1keKs5zlbInNBTHmW2bgGH9hawPL6ZP/reGUtOReePYMBeW32Lb9vj9GCpuV1KX/c1gSAzVlgjisBey2trk+OnhhkAAAgAElEQVSNvvHc42XoZ6v9mEHkeYS/rPxX7pwlxll3xkxmVX3AZElnWAUOWyLfc8p4mqcO/+KcVWdA5+mpkSeWfxC8QrAL2Vqkqpo00FKvnIHhGzil6/SeV3sAVmYpa7pfeTZgMvxhAeDOqTzFCkuUhmb9DSaRN7eyBkEU7cOI4/955TkAsHSvivAh5afxvdR2y168SslhHLFmv3IGDSCvDs7vs5+Uqe2sw+O3jPrTlMLtq2snyNIAmwB2vOAPzwtEK5dY35awzatlal++TAYaep+Bg7WJkIOTDdUypflPWqUKCTKXjFF0aXkNcE4ry2QPCuSiy1ddFkiB+OGHLZdMNQWywLHRArq292HWtecne8Zz2nIp34cOK2PD19HZABwqA0ICnIEfUxZ37RnAS/Z6z8nr/4+59+CS40yyLEEShEgIiq7Z3fn/v26mp0hoTXDffdcs3DOYYHX3nNmzwUJlZoSH+yfsM/VMBMBq1iQZgAQrZN/YZwBCANuvX7EzKQNM4EOyXr9GjgRg/hAZT8DXPcBUxtMevJEH6Ft1mCXrMyBzs8EzEGht9V1UM84b2ZAECjBeA/fut7c09tc7KndkPNAVL2iWxeCskL2MrQDdoj+3akL0yJcBv4aB9LwBgmljm23YoPULkKDfgaoRBazZ98ypLAfdF19AsmyhqS9k9YV+H4dOAY7QsxiPfYgBis0Q/S77dz+ADlnXZhGyt+HL04uY5XoQOvwh6/r7i9g79K7/LqXcA9A/SZa6cB9BFGYlUqab+TfuJ+Phd21NMoEJXCDoKjyQ6I/s30OAqvAVAkI47YDH/I4eRF/oVqpKeeMCwPT8RjYFgP6//vvPXWPOhAEl6b3NSPJc9uTXALZtzZJ7Uq771Qt1vwLXWY/Os0fe6jDwv2aJ5vtk+dnj+V2A32d7BBvcQWUE+Nq9jMHKENp7zWKlYnAz20JiIyPfAYpnTR78ALDLnChFPhW3et7N3i0A/Cgg2gS6snYEUFg9689k2CawpOxI/nfv/pcApE80WzN/PsstKk++zz/WHDsX+UQwxh9UgijtBdRN0IJZgvKjyif64hYgs2IA54Lghg2w/wsALGe6AoD1JzB2giMI0oA2tzw8ARBPUnKaEt/9bm3PlGNPtvD6zRhbbZXS4ZHgYVl0KhFkT8N/b54MONc+yiyMIBn3rF1cIA79A/AXXdJ/O+a3b9KrN4En2k/2ACYwgXPyNr3JG9DFXfMs9LRWPxkfvP4B/VAAiewTD3z6LPtKGelWBelb/axVAVL5BPnE8qJrNUMygRzoP8wLNY9xP0tvaeZQk6x80nYtZKjrdxbn6rlj/fAXZWDQLe+3zC9kkP/amu6CU3HPARJHz117j6u3nR/fpp0EczArFNmXMackO/2RGRclywXFBXQ5Xw1Q5lwgURrhdoCB1QEuuIX7XhuCn/lgA921ARYANtCnuu/M6ZzgaaB01rbZwd7L4H/1CWQyLWLgI54RspMNDrCCB4skEzUAWUCaPdb3a+WctlOpfyTzHb8/vrHNyMeGf5jAAfUv9+BTeGz1S/xPEzTez3LvdeGi3m7rqdJKFsUqI+M3ySDK96sPrH6/ttecnfBQQXwzgH3+ZrJjiwr+dxGHHi/+xY7F/bOilTrY2l9bGadnkLkPkr0qepeU5eO8sT8N1nT+DbyZM8ij8bkuwHz5/qg23737cMbE/5oNegsd7zRuv84ww9hBvaCDm1sfYAObME++4153vVUj+tAp77ynzzsuuhhkLOh5en/zzOtx/Ve/9x+c1uWy6+ec1+queZ0zn7yJ67mM5zqzc/ekhz7/t/ffTNp1jJ8zMkus50XP35ZyHvCvf/+rfVxurSO5xsTpO98CYq+vqYO4h/EAgO969NJJlWxW5RvPO9NJV++Om/WaAo86MIzg9/Dvslxny/VeVbpQYHRC8LprnTTs/fxqmcs4HdexfnOry3cWPNh92jntXIy8GmaQn+fM1L0X15x7CW+01tKRYzuMrx3rmV52fi2VMQ7XMwhdZ+/cY9+/6/s73wJjM3aZo6DTArw6N+1jti+cLQv0WqrScg8dL6J/zn9B9zLLqVgwfGid7iiTCrvZt8p3VAfX4Xw+KgjX8Z3rKlgoq9RwScGj2yCtmTHcH4VgsxvX8bugurQuYLZG9ZleBSQ8B4ei6njP9HTOsLysf50sK2CY1TqdRzg1QkkeqiPPSLT9e8e6z1J53P6Qe44UvFuissbS8BydzJtFt5m7s099rnvLv1UkBQ9GaRw6OuaqIrYZYNz/UsqZ/RrnI/1j6hAZJ/u+v8r4OrcEiHRQHGck45k/1ml/no9jmbKdOAJnHxoNnv82s2KvuwCHKBuokKzhZEzsfV1vlCGNedZwnc5dG5TI0P+WmSydM9+JTK1x2UxoS2g3SyvX1AFfoEWAh9fZIbelcnm/+kSBPwx7JqUyU2Mk/7OE5m3+v/S3jq8tlcz9AAXaP7ER8pRpwcF39NVt770Bd5v1AhCZQayjuOceJ9wq16Odq4wTVKCDpGtHYMKAXf60bCJrvWO8ZCANbbWfWL7fjL8BDjezj53a6w/gU5o06h+wRQDY0qZEUx5aUfsurnUwtLQlkXU4uI5nALx9aoaWuv+UaS2Ye6y58iH73i1xzy2lOo5gAL06Us223Vedfhnj8tX2v+v64hSfvp1zcSsrNDpepsg+bkDPERA244e3lt8fjmSNu6OCgzLfck5m6hl9uwE4W8Jdnmz2aOn5lEm8ZwgAH2dgx8bGNnrWbGpeGwBzlo3QsCCf/KZifsZ0WZ8OcSJThx+aiaWjr5kdlz0zet4gEI3UBYS3rH6dRdVDj+wpAB6Oj31XV0d1HQWo4HtHQBLXkBXWaOmp2dTzXQe1Di1ofbPMDOY4dABLObNOBKlMpupJYAhko9t55gWTHc9nyuENIMzfdajP+HCs1eQ7KTGAze0JG1psRH4eC4DMkf3USPcJKmtJyymDVwewvUzJKey+T+BXnWuse85ZQZjuoQEI8swpITi0An1vX55K8JYaRLYfWY/Mo4Za9sVI5gnGqKEl73GuOqBxluP851UAqfR7tKtowGj+Y/x7Lrp+8J05jxuwYz87nfgbNNAIYADnkacbHME1Lbde9NNAN0DpBj8FiMbxy3OacYuTfUrxtixkxkiENntgQKt97NhbndTSuPxL8Iv1xGlZQKABDZ6lntU82zLhgg91bMA3mqW+usSerOFBI4P3bPX+AxCox1Huk9KrBppZCcJAEXu6NiSmp9VKDTgRCEBIJg/ZSj2HygXorJm/AEPx8uyc2OOND+T5AK3lf/mvEeCzZjgQ6TF3P07yz3FgF/jn7hnn9r52L8y0W/CFuVXXy3P4nLEASLIvlHBGnxbAQQ7kXt0/6OoYt71mmToOR/QCAaulcekV+0m6ZT0AzO3fLcAGfdqr2GoYyujzS3q3F5uZGjgG4MmAnTj5HyaDqiUHAWhyrnBglsaG74ipTpY5/Kn3sVqD/arM6oJfwr+3Mk9pS0F1ARPVBwMqx7nXDJjsnQ4kHVJbjrp2QKYieG2vwQJJdeiET3TfDahhHQuyFmySJgFKjJa3ogBrB2/CMcRZ+Fz9Sxrn+e33lmtZgx8pydcMIh15W8lkexhvmfuVO3W6Z2wGgSlf5AMGUQGYbFY5DlPl28grquKEbnGWmo252S6WeGXt2P9WrBmQsf28cJRyXgGEcv8CBDMX2wdA8/ZJ1C5AJzQjuXw7Y7MUcLXX/t2s54KClgxtaUjK2zYoYxyhIzvrvC8fOexW9rQlNSv3DmcsJd4tI8p6yOfRKRoIVaefgQQ917VzdK5tptXqBQ1WaWnUXefVb6adTXTvZixRMrO6mGezdMAKFHA4gvq05ZXDVPvQOd8Jeg6HfnheAd5mVAualZYmw9+KEAYRoIit/oIT0azXacuTzyjdDb0+XN9C1u8D+gx6CY5R5BOgdfaKZ1mtAt7HfJT1vKQxzjRrQNAU4CrnxczzAsx8I19bAJk9fUIGYn5+bI9SAHpKQ8MTzSIGMII3Y+pSepJ+4fAH1QLBQYPZLcXMOADv4L0FoBoMI//5MNmJrAf7QOl8eFwzb+ssnlKK1d3hR/CpH5PN5tjfUt4V/gyIlWw9gCkAsLZxypwbQAR4krHhe+GFHKAqDBmxjPNom2VPR7OeoFHlcDOzU+L75gZQR35BJufFSU1WW8pwsv0fyfLLGkC7Zo5ZJWD9E/Kdsbc5t7UL5FMGQKu3MSerSORZKYtL2fSvnJf6EALcZOwfKakNIJAXvLXVEHr+N6BiKgtAF2R9YgB0vhlT3vo+NM29KjsIDIv+VL0ja2kZefo+buaXPr4nydDcfrTQHsEOvCpbcm6ePgvwTf9GAhbi+EZOQAOU1cWpDgD84CE9crE9Cei838zUD6z3lFJ+ENCTHq4NCsztyVSuGl9gwYCxDSImcBx6pf0CfBlarb+lVTyoaJOM4WeU8438+IOsbO0x1KwX/4tgX89swYlM8ZJNBRoUXqHNoC5R4Cr/R6DETz89bSY0cSKfQtsAaJT8v0/FhVzdQA16rOa19iPyhvNCZhxqJ/oE1Xp4vXwRELqZ2/yt/fYDOmICCgBv2gsYOU+2fh1PZQNsYvXhly8IlgQATsYw/XuzftA/Y0O3a1uN+qDQLdC/c2YTvPrsWQJWAMkK8KMvBKz97mPm9jjAqLrj8qyVA5hJlPAtOJPvvcn+ZaU7qAYrBACEb/7xxWcZ3IsMhv+lqkbmQ0WdBm1kH+i9qz/i+5ZXF2CEN2gv3q/stQXHm3fvem/o1OoWgkgv0s+dwBjkCwEGDSCg1jgv2bzdoBGJuMryH/4V6OTLJ85VVus+QO9xz+VdBrPYKqn7Kfu//M6Ze5ds2M+fCNCjwkuyz1MCnKxE6JsSzKwv/JJr9dnom/jxx8f5noE3N8novXmCrOacmmkIvWwJaU1T2uGkLHJKNM8QRhddloocMSjnzz+0S9Ed6p+v7UKJXTKQrSBFBvLHgPc9b1ysytCfey5x+qB7/PRT1pO1K2+yPDkLW4CfvtSlXc6b/Jc5GhiAAqu8bmBd+z6rb0BnAMastbKf75AlPNWGQi9k8hJUgn4Pv+Ga+iTuExhx2LPd6lZ44l4GG7N+6BPIi2aRz97x+PeRPQQM3W9FEAKWrWZBxRKecduG/hLQXN9YaYBn5f9aPaznJ8ExrUZyvmJ+X99MrmcLePbqOcoH+8Sz/IC32DKsMZnS7Bk6DaY9laPVN7EDlEOwJ+bLmvF9AGB4nRUDUsEhZwt7sLr9BYjWv2dgpNVWeJ62vgFJ6mAA5Oo5YjwGqjMWeA9ccSudNIBdtav3IHDHVnoE9tmbvYFs1dm38oRBRfU/tp9wAspDl8bVar83eKt6zK772C95c334pbv6RPKDKk34EPFlIL/HpcN4NzCcYCRuuj471+A40x1PZZWY56XH7uBcPcv1eaIfHOPawN0GZE97LObc8u/QLL7zfI9ntf3MzGmB7GVOBXVz4/XHGXA0Nt/QDk/dnr3IkvXHw2MX0DfQ4kKyc7AnoWjOIwB28ePMY91ly9vuBIA3e5Hb0tb8+nUGffeznejlaHAI7wBf/ysAcEll7nd2Nq2Tys+PVdDxOCvPZ3eM43pO/38BgK/H9a156dQZLl5COcqh/WXDTm+cr3PPvM+3AOADwIQO/vcB4H+VgfstAHuByTr9xiF9nmfLHZzPAYzvRJT73PN6cvmZhg7aHYVx0ECjPDw8Z0a1dNlzgn6BIIa5YqSjxA/D2u96vY6uHe4eyAuNzzPPADDTqAE0htZ/BgAu0z+Bs8d5tUxqx95xOqY9RmswWRLKeXGfM8C799IZvQ4A15374QxeY+oMAJ+zoc8RNwJwnuNGXucMW1LtAJItC6sjeoGJdZZcQL4y5+Nex5wVqN3z4Q9rlOvMOeihdHbHQVpwaY37BXq5dEse6qybZ9UBORKuNKQzthFPUxKz361itFkSB+h5HnuNtenpcC4BIR27dwucn9+TPnd/mRV7JU2v4Fug3OeZQXmUoFB52uO0z2q/nnmTn665YIj3nojZ7us6s33Clqg++vrKr89ZxY06vpyXHe/uq2NaAKdGxPTFrAGAgY0B0OixkeA7JgwXjJE6UI910JFsBoWOJ0rGzIrk/tLO7sj8zKWc/U9kUuW7Ogkp/WpvtZZRH2fubV6z0ZJK0/2M5+s8OJ27AeH2fYFGFbw9A6tYGECgc1wAXYdm9xOADvAAjbKAiPu3Z1AHM7SIkq2zYs8LDoE6nXCy1GF7WxYUnL7s+2SizJoJjOk033GgsJamxplpxu9GAg4IfJJpgpHuG6+NjhRUIJpdmlsAkHEDnFrObhSiofvdk67xKROR7KgPPWPLuzUmttT4ZqpsmUciqnlOe7iivLcclc4o91TiWQfirmX5xPCBLZ7Z++QmrbaQ33FMS9NHH0IpTvogQ0cATAcsr4LA+X6V8AJmCCwclDo/OYPQAM9oqaYBu3VgW8KI93Xs6ajdEj3cf3sV8377iUAoub+8xbOx41nuuXrK8vV1+lbvWNB9eu2SgbggMM+Vvl3fPSMt0ZbxohjTR84MMYI3JpIcGrnI0Lq25BH5h+NQZ69Gj2PboJirc80aDH9Z3ajOaxwTIy+ZwwLABSBi1QEimUl73FfdFUIwEAhHOOuL48wyvjo3l0fj5MEYq4iaM9lqO+wNc59zsOXrcaBrrsqDW1IPQwTZPXKN95RP0tQl0CpjtcyfwTdfkEHDEwxkss8aIAEvIsALvGdS7QGK4+EkKHk+TqdLGwYcz4PAyY88D2SOmrltCWjOqpn9o0dshmTmj8OG6GGj6KHnLesM7bvOK+/Z082ix0DeHu+Mv7Q5ekGBwInOZl6XUs44HTgLw+gFN44epzqlBFe3fOmCwduLb3WoAuSZq6UwDycqALC8fAKTODdcM+C52WYCzIzrKEHsWXencfy6HgSvWTbfXttbEpQLP7acmHwQh5DOCTJsNjDGUrY4XXVQ64DYjEjW5rJu+fJmxRQoYPMwcpE1U5rUcr/u4QYxFEye9QScLMDX7BoDA1adX9m6ZYQbgASfGtojA6o8JrKV/pQrjAuylw9u9rnrpH4wfbvrTMHO4VCFh+be2+P1zwZShNZbWg0A2PNQ5wPO3wZOGeBzzrYrjeDAKJ+091zXPI51M+HtIblBKlbSoaQ81xm1zmct+ddzgk5CYGbO6gREyeMHHO9e7D/1C0FPS8GauWZ2iw4J9kgnR51JOEEAWSgTm/Vh/VuatpmBOGYAsKcPWn5yvilTfJQfJzBJ+UEAl+XJLVFrFL/9rcnsBdhgHbiGChusQ4NChg+tngOtal8d2ZPQsvIcukp2M/p/xqOu1py40ZV1+O5rA2oKbBRU4iwTSMc4CaLifHg1pVsrs8YJsy0jNrhkM00XHEJWen+rLOiUXvokO575T0WcrHUzBZtpqR7KfS3vbcn/deBAA+wpIOv2EG1WSjPXqMQAKAfAbqZKaXdsl9oL46zZM9Y9R+/KlYCZOMvaU61gSXg25Yhbyvuo+sCZaOnjygoIzAC02nxTyaAOeQI2yF7mutGV97zr8DYwETr68UFPTxzUVv0pfdSZJshkRrSgBOvanvMt9+u6WYKvXGT0Cvk3lQ1aWq/AofeobBoQtL2nA5AYRGswuMHcnqPlbWZQbuCIjnODWqblAPKzOriBoejDBdAarAO/9LmtPlA9RJ25PYErx9AN7KPMv/cBNcrfU9a3pXFLH5YvrH2QMVJ6vpBmSJ91bBDLBCeSgbQZpAYWsVPew1LcngQyklZHhI4e8PzQAPRWMI/SipkTACoZUWTbFcwO6Nqy9+WbBlM0wy7zQvZugEjPKUEC9FMkmKhr9H1A2vTVfJ8er+EtVEx5khKoLD5AqwEl7id73T6LOZ9cBwAHsTbDH9sC/eKjOitObsjlzWuqdEAbAq3IgZsCpjqoreIxVbxq21B+PLp83m+SEdnjBPQ0M8ZgANYLfrtrBWixWU2wdfaO7H14M7TSUpt5xtNkx9LLdNvpbLAZZ5r14jga5GZGeukNZ3DphDNuNnSBFfhHK3dAa6zplzjzM+CMk6xW7sf5JsOLF0AivJu9LFCSoB2W1R7mBA5Iv6hOnLsGHY7tDQ9hXhv80UDZ0LwlttH98Y4rIx8lW25MuXsvfnsX/vulJW0BWN6klyo0R6YgeixlcenDSvnXZuURcBbu8ShZpoA/nzvfnJd81soOXU+ykD0rDYVGbhDYR4nWbDi29JdP0BR6EvwSQD9zRBcdfkaPVsoeF2D+/sO9n34FaA29fbCFANmx0N7Lf1rCllf3in6iGYMVOpA5AnZdO6jhs7rUq1evAgY9rc7E+fjUjP9k9FK2PPvwJRMK1+g5XzuPc0/v0NevMu8ARo/pT9o+ngZ7A6Ju24gGbdTmYm8tCfsg922ICvKjWZUBtXMPzs6nlLx9/XoCVb4nA9jysK1Kkax3uC3yhYA8aO/lC8p88/7n9mu2jCrylCzqN/d+/ceTAnVfk1V40d8DPG7wzZv0pwbYgy4fP36SNWJeBOaxYOH1GYN+LmwA9AEzT99RUSP3+cevz0uLDZgDIE6paAB0aPom9MUzYbdvXlMyOSWAE3TAOcb+YJ9bLjh73RZnBDplWgDA6KfwDcr9smbaPJDT6kn6OuCvPOTBBJH8z/+xPXFTqj7fv2kATLe8P/m3gTa8x37pY0GuMb7Y4VnDjykljTy9ecqYqNaArE7J7wGAv4bHU52AjGLOFfRs9YTxIWeNWPdnPyGn3GPOxttkUgOm1+eUftDwPvgcPJE5v3nzthm9vr62Bz37Q8AD5w16CJWkdPfPHW+nNvPi/r//8/cAwI/TqzcZrhUV4gW//fZa3TDXwrPJzu6neSbnC/CIc/M+bQvkE4LXBIkgA+qriG7xPueRfQ7Bt7/1m2RvdwiZL/OoLCFTE52iPAHwUxnO+b55ip44cio8Bf5Wf0aWaQE49VjXgyxhW3OEFrBfcn2BUbKMa09pdzEuALlHlReZS/05ZOePDB19mh71NQcLqsojSh/wc9YiGbjIgMeh3QYhc6/yDW2P2g9jyxwBmIzJFi3wIs6AFUPs48v1lY/tR49MpsKDO8wcAYxtf+QZJU6aluRUZ3iU/Yb+/qQqQnhDq8rU3uUwbLULg597Tiur5fn1A02CwMXe5jnVpvG9CQCvLwcboPKYQONZL4ZUfWQSn/jMoDwDwZD5tUPbvsu1qU8qZ8fWPvJdjje0QJAi+grUpU9Qf07XGHrGX8kqYUOFLxCEyVVQ5LbyIuDEAAx9dtga66fv+DKvqiHMn/XFJkenRPcY/5h2jJgIPEceoZ9IvdV1KW1nbI8IJiNon/LqY1ugn5Z+epS41goZ+EEu/tTcv/wN2op8aduSyTCvPTt6vBnZYi9NTsmz9QcsRiC9zGP8FfuudLDJYgS8drEu+7f+/lsAcIda42Jm0u+MBxyi3GcN+LhA6zLQJY4O4gp0vSzacN2/ZrLOzU8/rkHcKuyz+OtQqDN03t/31gm84/jWs//6xP/8O+d57nhXsFzfretztS5GyS6Y6zeuQckd//mzYy2ODJu7Rn+9XtfXmB11FwB8AKg7nzLfems2Yvh8t4NObr2LkpsvGmVx7N+CZFy7mcnn+d2VObvX/R0AvGu3319j+AIAZ/wLFp/HsGMe/nlRDmQ+fip964yBH5Qvnz7fv4dEL8twduDsm1y7h1yH4yodh7PnLjpyDwRir0Ht89zvAtqv1/QaiL1+3s6tAmPAYsa/DvC9fgHgpe3rYIrrdV5g0UhM6WYB3fNZ3XLA9l2UJ1kKSuVsM2aWeZ/PyTqFr89Sxz8axV5/cR6vYyXXLL0e+3U49K8z5ZapH0z7AJp5xjL+0hBnHSF3MUoWoPBJ7YsFjVa5HsLjjAyg0PcHbBmq7I91Ri2QzO117uHsE7BZh6zOEIUY913ac22mjNqFev3l+rmrROzcz/dcnny+xZ4BAbN16hxXcL/NSK3jNG9sv6t9xu37LeCGVBoeljnj8COStJg7Bu4AsNvzdO+xQP4ZnNXpfjylY11Bmw82crjrdmyNAroKhQEPXds6hImu9YblOUtf2P7I54I6U0J4eMA6vjZ6bGXqgnF1atYw4nlmaO5r9xQFq5lL7Rk6SsApcxDnywLfu7erKBVcw+k+dLOVH+o8njCy9nlD+TvJDT/X+VxH22hDLfmJg7sOKEHN8vE6vimJKt/DiebZkNY2m2k9tsurFkjeCLoaObgte85SkoUI7cl6boRfZQ/31NjXaa+TaHmD0Y/uaSMkq0TKl6goZIlj12x1C7PidGAWkCgwZKYTgIGaporroRc4ztJIPzxkCvMqMJf79BrWhIyS8sghts38wfCqLCLCeQMiJmscEI+9aQljDoGZdlsufcGIzcA51sBncE/WzwxhSwfvmHfuBfInEGVpDyfZnmv70FkqektLLm3uvfrc8ihKYRIdLrCKMm5WgArzQd8aEWYm+lQd7oICnBtsfkEP+Wf7mNVwEnxrH9/usaDeUQ4fx9lJyHPH3Bca1FBCcZ9MoHxmNrAAuT17XWdKE3f/Zp+qlZ8ASgFb9J2Jbs/cN8Nuy4WzrmfZbSCRNLh8vAEmOPYKoCcTYMpeM0cjfJWXW41hncg4Nbu/Q2fws6OsJM4qKge0667rRVQyju3ccwOAmK8ZkZSLSynvZiXZW2z3uADw8E0cutCxau8Gt5jl0CACzm2BfkFYItS3FHDpcfSDLWdcAC1GPzIQ41mDd0FgjT8eLQ+Unlfeyjs4qwZq8JnAhGB/e/hlbSyprhzccszsKzyRIIVWC+lZGeCxNDB6ZXkZGYhWnpBWzJpWrpnpJo+jnByGvoA65LJBKTiJXXMdhZdScPDPCR7xXpaQRF4QEIGztrwooeSC1MoY6MqgDsZGdoplcAV8vSdnSFBcmWG0v689Uw12GZ7dgDSOVAHALOcAACAASURBVK7Fkbxnr2eTs9zxqwsB8PBeAxnai9m2AHXYZB412gnkGX43MYs14i0/aYa15TIdkzqH7RD6TAzt9rhkLXVKbnmzZoL2jHPWV5/Jnk/2Md9vxDfR0q0aYebv8kvv51ncdjbqmPIT6IoMOfaMzBvAgrNu1MC9jNuSYlvunWx5MgrGMVb+JW86AHX5Eo43f1FzbKBcZY4O4q1c0TKGDTo4qiC0pGbBUDNCGwwCWFXwVQdRV6/6ExkSAxbGUYUjDsctS8pe11kI6A9gUEpBnsOLdIi1L271E7MGWY/tsWnQEOs1pYBN0xm9Yvams8NhYrYZ+9m+9AVwBLG79xvoQTDJ2AP2DjWrjsyfnrFmRWwVD2m8y5gfDUCY6gnnzEoy2wA3HmctyawikxC9ukBL7mkWt7JrA6GUKQGGW4HIvmWecfkKZ5Cyo6634maDeqpHjB6zJSzZU5zuApBWADG7l9J6ZOgNbWcgOO6Ug1vFRsckPBBnng5GHVotO4z+PeuM0x05z9gula6wceEt0Z8+tnoE42X+j9s7uSAUZdJHLrCJLRXaeRvYijO35dhzzTvK67IWed/y89IR37GM/oAh5cMCKvRIJcBOfVCfw54D2lpos/CevLf7AQCDEy0lJTlv8MOC1fCd0UdXz6pDEYd+ZaK8rnPIuuv8M7OT51Y3xSOeF+tJWVvVbsbqPRp8k2sATh8/vul9Cvb0vGqr8x7n3c+s5DBuzQajsui0RiCI9G0c/vSD9sirL5r1aP9riy4wT85ssv8A2pE69fuhP861BbpyWqHb9sDGIU6gnX10gcjbDzj3ht7WhpFOWGR0WTLAcJYCslG6FhkqCNzMw+g4ZPJ9zHmHNp48SdlbSkV3zJa+ZZyPA6jW3xXQ9yg5PjpT/Shm4nxpaWTOuY71AkNbxoE9wJap2MiYR89u2X16drIW0Atri4O5nwuc8eIMSc8bsOw5ff6cs76ZusqWVopomc2MOPPjrAOcc8tPZN8RRDH+vIJv7XmbNa7OKB/7FFCcAJj2s22VGvqRW2WjV4SpKkPItJXPCnBTijTXDZDBGMys1+YgG5FzzVkiO7ZAGxQwpZ5DvZ3vvj6kn/YGogo8QssZb8lYEIojouw0WIPz+iJZq8z7l19FJuwJmruHXJs5nqcSELF0yvkim/XBI85kQOr08gQ7gj7JzgYcukm51z9ajj8yNuA2/I3yrZQmrtyt/Lnf7DjOBBms2Fbw1C1DStbf77+/rVwkuxAACdFA+c8F6ukh/iljBJh9Et7FXDk37yNPmjFfWa6+SN9jA4tCW/mnHEkAE2DDBCChAxC8AYAHWF/NkuVSQY98zJkJH3n3xv7LzOtry9E/KqAvaA+oKgDdSjul+wlGCr22x3z21Qy9BBw8vymPpAfon3/kTFWHIHiC0rgEfsi7um+A/+gkkc2vfv9Y3enngNit+FJw9lPWVMD5H//3056vz+8JbnhXft2M7UkNffGC0thWNxCESkBFz7G9YU1RJlvXUq0///JDQOe32eugVPneL7/81GvW3mY+lLbl7/JVgiqo5hK98YfwEbJd0ReqA4f3PAtgx7L+/k8OCedwgzXIUqV1gZTNtJsROjr493k2607CELRI4AL3baxzg/Uskf24pWnly4BVT8OzPJHoPympTuuL7q297OkZ3Rd6Vf41Cz80QKA/VS7eZ897/6wzwQfwX+YJOGQFJp6vHAL8Kr0GyEMSk/X/uQC5QQZ8/2EeB+3Bzxn777//VuD7WegBwn2Vc/k12b8wwkfpx5zWxQFdX1cXvYn8eTw2YXH/3OPt63c5u5ThToWDZE8T/NPgm6DBjx5Nv2KGmC8UWJ4SzACepZP6Zw6eCQC8NMC8AFRfB5S9fz9VZHJv7EZ0KKs70JscmWPgWzOeP1qZhz2mJDWAfsUtQWRZSmy7tv4gvqP6wgSs1a/HutjLt9RO//fqg/Y8r39eNS9j4FwgZ7EfrKYC/8Uur73DNbnPk9AbPdTph/4x40ZnZV3ZZsb5IeeP4AnsU2QCQWb0Ka/d0qoc+jQph13bmwAuqoNkAoy9vq+uad4PwM/6Y8v02FYXdJ4luuwvvj1La2s/Kd+Rj/CZ8PxWp5AeCdBC3rFWrdhWXYOPtYHgi9AcunBJOLfFltW3cgT726YAnmiAXc0CaITZjS1q4JlZvOxPk+Hn/uuXKfCOXtmqdeJTBO4pWjxjBDkQJIhM4vy2GFOeTRWM+tGm0lrtzs579Pbqc+qO+u0N+LhfHdKx1M+XJfkQO0yez2fYOsMv8BWRsNO15plbJchxwAOR12vnss7rt+dMqodDr9i46hIGUHM/gwd6dvlrsL1LO5yxi91X9sHAQ/kia66dt8Hpm+Cwuimf9doG57uW8+My99ryl6Q5bcRdl56/8Wf2u+cS0CU9DA6iIOcAXbKDYLQ7oaLlKk41O1j0KuT+47XZbP51LMTF4TiG3H62151/3pXFeyGEnfXefx88C1RFswNiTEM8u2B3PPvvMpP/IxnE3xr39by+BQB3Ha7GeX5v76OSfACpVcauCOG0FLcA8/OS7TX/WQB4FeozwOrYbiucO97z2HT+UOJJx9D5Hjv38zzvoomlu+vPrgHRXad1dG+UCN/bz85j2Pud8JQLTe+6Sd//GgA+j43vwKjWgXrem83M3WyZy9mpYcs4D6DsusSytOF1d4H8107kvd+Obb+775//XvBjQVeuWVByDeTz+ByL47kAkIy/yqlM6qADgQXO5WbM8PmCvGc62F6/K7C4bgFgnofgrXDB0dDSVfIkxzOZTA70crZ0rEir52fV3EQY4Uzgu8MjMJU2gKECJ9fZ83gY3SzoPm8z6M7Ov/YlO9E746kBPGMobbBGM67NFlpn6DGng7/OtLjDbmnHdA0ALzhv9skoADPHOlAHWF4nM5eYveBt96zsQ8yUWkEqsNznLuCXD9e43u9czuLQK8JPcN+94rWljs+Z0Qq9A4ByPMM72Kt5prRLLK3X3q/TY/a4mTQLko3wnM/OfEClYpzHMyYdJzps2C8cMxLOXwFg1mudFKWN8LrNxrlMEpmEcFYP9PwS5VbaOIDCy/Wd7zyy9K7j1MwilbiVJ93LoXmcVNwPp9Q6TrfE84JWpc/T+TT7YQCIfAZ4sOWBu+44WjPuRuSidq8FdlqrZvrOvBY4ZEwY4HWcngBgvsY5wmHiWARhC3QVsNAJt1nZZgujUFv+Badpz0X+t71XoZca1zjZcn8cXsgbaRsDQcDAcolz/tFr5nx2aqzJnEfpUtqk14mlduuJHoVtM0s8LC3LnvufAeCWlO0585rODSVwaEmnnSANxoIAGBaBUZyXQIV8Rx+WAHUVxdUDelh1dO/Za5Rt9p8hCWhEST3Rd+UY/13pQtv7kyf1emSX3saeqZb3LP/e7Ht4a72O1boFSg0AKADc+eqg3nNUxbvKJkauQSr7nDoHMh+e3WyUEwjlGA5+x6UYK7xDtCzmdHkcGfLIhvyOMYEDh4ylLf/sGdC5vCDqZvsaMLPf1enV0pQFGonSpHeYhmwdz6XXmQzLxBmhzOamUAyd/QmQzllHvx6FH2fx9kWuU+4ku/YskylfcuiY5WPN1J31YXztndvo3gGFZ78AbrinZdQwUo7zsM/bTOvuBT01McB5Rv6z5JPg0v3JUF4AuBnMRPjme5zr9gYboQEA3DM2PHGz17ZntNgwVj0ZS4CuON+lbTLY15D0HQOBPOublWWZ281MtKwoNAUtLgAMHS7gY9AU42tfvCkxvyAw8r2ZJwVpmZcAMw58jUxoh+w9ewOv/N82DAv2IGe4RwPMOJv57hGMQpk+wZ/NKEY+kP0M2NeStwVADrm4AVvSvbqJlRnkacwVJwGZfjg3uHf7l+LgBHCt4erZNZNx+lhSrYAy0WSr4zwj+xBndxcenmBJfO4vTQoQXw5tfuMscS7ol9u+zDn3OEyXl56DWbYSxVmPaVR8syp1MLaPLT1Rw98fpU9ZZXMYXbO7wscZPxlZOoOkyZWHDcyBp+bMLXCKo73lsgm6KMHJu8ziw5GlM2vLcbc3IfOEHjHss35EvkPv7eW4QYfNsu6Slu9VNsy5bq/yAsf5XvbA6g06UHi+WaA46nUylj9n3wuq5D9kLuOHv5511AJk9AhnH8d22oDJOmgzNkuvkVmGo4N1EOyBNqoTDbDuGbAMNXxhg7bKjPPCccXYWLftk9i9AUSG7/EweBxV7HsmkcN5RjPCAcHJBFBuQ9s+236jyvBDR5enWZmg5akbEKF8xjlXp2kBOH5RtrV8fh1COIqSlTDVRXCst+dWsy0yv6xWwefJotEJq0zlRYAE+/UpE7GigvRdW6IlmCldSP/QnNHhA8yNMeEcbv/Q4RWW1I4Mb9CT+nOBzbwPzTWYrgEdVjYBOGa5yWIAbGZtH8cJW/1yglkYYx37DS7DiUxWhQAwgTdkolU+T2ZX6bHqpPJrA2d+iFOT9bSHNz1BAcW3nzIZ2aGTnBMyRR/kvojXP8LLKXUKPeHA5lXdBNnffs8EFESutLIIOp+0tiUgl2fUQQb4fim9bXAXc18AtkEWBKEwttAyzirOHnypjmh2vmeWn5Z4PrKhOW6HPvDjfQJE8AISkGHmKbpPe0VXH5kMXpxz+RoZci3NjNMT4HUCu9o/eYycL8wV+RIg1KAD+3dCuxuc9zG0V56esSD2AW7hLwImnAuDiZh7gzcrG8pA5nec3fa/dI5USNBbSSY7dIj+QP/wZksCMjcQBh6Noxj6CMXj+K6M1C9X/ZFyztBhQXWuN7MKeQ14e58+n9NixBYfGnfV2eJQ/64BNZb3FQBG/8GhbNAX/INsLDIxAYkBmwAwVnZw/tkH9hkAU3BcXqHNojN3dZT6s8Y+6jnKHAqW1z5ZuzF0O+XCO97J2m4QA3wcmsAhnrVuQAZ+ifIn7FTBd/XNQ+eCjwICoN4z9vV9AHZD11joZG75uUBAbRVczLm+peLJzAvaSXWT7+nhmDVs9n6ImVLf8Mn6qeB7BBUSuEFgUnWK9EodUBk+Y0BB9I6OfwNyaJFRxlCabd/fyhwz8arv5PfqJzNOncoZfX0XY0uTNwWfRaZVtsRmCfbGETZAZ6vC4PtQP6PcMOuirf39vVdvXjXzF6+wtMKm4TemYgmtADiHlDUHuKT/rN99mozW79vCKKuVII/3AMoBSVl7+wrbsxveoq3JXqQfbHgu/qD2VB9X4+v09WVvbpKVvTojAXCARw/IBiPrrUHLh5+B8rLvMxj1LAJGLEdaIK9ldJFdKvLM16ALgFtK2hJkYuY8tACta/LlTFPCH6Ay+/k+wDU9O1sN7I/0+waADkgPPb96FbA1NsSjlHvG9NKcwf6zjRE8Az3KSm+xN9oDPKvyB/ocgR/ISYLLoY0J7K+dzBwFFbjl2wCzAK7PfwIwlH7od9xKzZnt0/RxrrxIBjDZg9ECm/mtn27svfz2z3++SObp8wZxI38eJ6OWK7Tz83n68v7yc/r0xuZri5YJVDPFwXVX5yVr9V3BOqqygJk1GCNzZC2fUP46/JnAl5uAsY/be5ey2ewJvoMPlXnQ0E8/Rz7wfOR5xl8AqcGOE/Qc0Ao6guL18UAPuV/G8QBapgR0GZQlqylR3yoODQoic5BsVpZNnwPAOKWbWUc9dawgr3qcOs4Cih4Q5esEnFRXqq3YLzTA7nVK9nLPqlIF2uQrnGmqIxggYCAVoshghxeV++pWBPOw0fRAhv4zlQbEWF0HUPim2dFiNh1vaOhdMurD+rq9AqVW66D0+LjQeh1yF8CRdX8SoHrMUu9Te+jIjjQ4S1vunwk6AJ28nzE+eaK/yAAHf+4ZpR842cUA35Qyj0jwiF7KqZNhbxYw56TmVB7TSmxdY8spb4WN9SP2OegK9QcLyl706CxwAeD6BhURnXPujeysL5lgD2QOPql8t72H8R9kHAQlfU2Gti/0PIJX0ZfQA/Rdoec1MzX3NmEAfT/nHmInQDrPw8+Dnmr/8yOYfXkremQD6QiAg3cSyMjNkUnIHHhsdZA5W7O3ENi4NVd1GXpTj4NvPIgubHunfDTnl++sbwoatT/9yNS50GsMcLa1iSXKG2SXdUF2buaych9eqP1MADjHA1mH/LuXeVVOkK2dvcdX9AVfVeiSM0BlnlZ4QdcawhtVrPOZwmDSIgD+HCwCb6AvfQvubwOUBzAuN8qjeUZtgQGYF/w9gprVTSzlDP1IxxebL/dBF8ceq79NdXZ0Bs+HZdMPPWL9lBf7Fx/w+hXLPFgz13wB8ov/Z3x6mzS31y4wbLum2dOhzt67AZnafeeWmTwOAJhN6dgT7XvRoNtOpgLNDBRfElp1KnXDYX6z0HvVIWNVFMYodsBulosywEydz95vX3dlwuqkPr5/XD2jG6f65R7nG+7CXn/p9Pc6rXZz/g50/pvb/Jc+Oj/z7Mg/r+wZoO0+nLixIN8yJT8rgEOk3Jlrn0a3a76g1u7m8bcXWyrteG0miss70uz2FXeuwQ6je1gGeGQ37mdVtOYgX2f3nks773rd9aAFgHW2H1m+5wy8u75/vU5H76xdVxw5/j4+4HHE3x7FeS58sucHo4D5nfuk/YWGuzYCj9drvn9fZ+uer1vw9gJ6YWDNvc7z28+vn1+DbIwMPttyqucewZcSs3N+lxYXpHZ9BIAFh3SUbpTY+dn7vGXKfLcK0NCA+3QwX5jVucT0CjEEt+DZ0ePnvMf7mQIMmj5AsjOAe2HMCAgUHHhx7tnvz5YUvOBf5iaQIC/rvK/uy/cEXHVI7956hg5QfO9xHjPX6thUARRgXSVS5UsQxLPOv8va5N0tq8YZxQBROA3PzbP5XeDwON/7+WYA6AzzpdD0vNfJWoOU8biWS9ctBzLrsSVhnZ/36XM3Uwdwb+6156a8YYCRs2Pdsfk8x7MZ0DoOLvsEDWSTazjnOhwoLXkyDqwjgEJHovvpvKDDdbYvDV56g8RIxHlW4GUcBvCUAnd7xs6IRScLUej8P7/ISil/QgFtaeJcesqsXzrAAbWgdWkJ7YRrWfN5rmXyjGIrGDCRea6PTxUQcq44q/Z15hPyS+fiHAFQNfYXzN3rN/P3uM9BQwsm14gii7DAmOv7cAD5ls3bM573MYxx1vaayarrXqOc5L0CHgsOjuObDzZbb8/kZmysziEgFEOOzM9GMZu9xZnYvio7JxwRBbhwmrMXAxbvXlz4EvtZ4H3PhoAmCid87hwgA/BQQBuHH33VcOzXMIOfDB2NYtc+UjWqvG+BNsbKeRinOu+3LORsLE4+afhMXThyBEP5wGEaYYxzac/QX+X8bZmjA2SAjZwP+1LGYJ6DusYW9lWx43wdJX/LJwqw2MdQUAMDgRKPZGHpZMEI4/qWZ8dZlntvdP+ue9cw728Pu8tMx0Eu74GmOfM43yn9LD1uD3V+Z8ks0ywgQGT2OaIU+aQTbRxzze5yTciQqzOYpwzQq0Fg5CevjzHSyh8BxHH2kjKeMVkq8jhzsyE1HJqBB1iSdd3yyM14z/DrdAcQHEumJdwLnHjeZegGgzSwLM8hIwx+gSMXftDSWQNo2k/T7M/llRuQdilvzJySNfBDHBeUeJWBSb/QWHvlzfrVAcoZznpxZmnrXqdqnGo7vpb0xPmZ8e7a28N1S48KFnh/99jeszolK9PyoOoTOF3m7O85r6Mnz9ygpZ6DyESjiHV5AF5j9H6IMw2HfaPPcx3/lscAtm2rC8sg2zPp3PO40b4ZB06jxjmMs3WzgZVrGozQzVE6VpAeJ/vul7zbwDfm1PkFYOBMCg5YAQBnI7IGviJwpYOcl/2rnGOBt6zfOjrhG2a1pQff9i8dDxBkjNPErHAjws0MCajTOU6Fg2yAAKk6wzq1oLvlfUeADFn37kOzVocmybDYntnMtwFwFwDv4DdmyKlDuN/04yMj4HHXE+cr+vhmvgs0u3/2AiYbzuCSDTDBeddgDkCXylZLc/L8PqP9gV1nxst78gtBb0ETwBr7efOiZx3HDodM73limTwXum6pcfhe9hQAeEutIewF9imDJ3/mmdBJA6xwzGSvkJFk7Jh1NCVdR/eqvpnzsqWo16lV/gj/rP9tAcip4AEgVec+hv6hcxpMaVnozcxljy59qdNfkd95r+XH69when+cLRNIgO59CWQgsKH6tWU9C0ivzCufpheyPbsEzQR+cJYZdIf9YXCnOuvw2JaVXP3EAL0Cb6ODtmwxztO89xEEI9cia8ofsh4FuHHGMPbRLRd8+SF0j/7xme+SBZrx4/AxiAr+ZsAQusQGZEJH0IB7pz4MIME+LIgG4MyY9yzg+FK+A1inXCHl48u/BFnar5qqAg/ikM9/Bra4PtDODzj7ASjywDpmc+9HcSqSvQmP/m5oVD4wGbfJwsLu7P7HmVZAKc98//5NM3NwSrIPf5Bl0nYeyjLOLc5NgKXHzQjeQNfDV/MxZ6bAatYVoBMgzEAKenMi7zgpZtOyLvJdxnLs+5aal4fJa7jHls5DphFjJjhrP7Vmcl8yOEZvH17APSwjiKNVvWxL1KuvEEyCrCRb0mApdHrA79Jwxnu26aDhru2cvwZBrQ2ALMqn/H2TQBXu/z77Uj5S8Fp6R0S2RQgAAGeuui86IOAN2bXy8w3UMNsbpYISx8lozL1fvnrbTPYnT27mfJlZBD991MAPQU6ctvDDdjZnfPD3Bg9YchYw7T4pm3npG3G/edx3zRxF/hAgSLCMALSVMOgZSYnKLyk/C9gGAAztwW/hXfJXe0AyT8pYUib9sBd5hgCw2djQCPsF/+BeBrIRRESWrHtn771xqmdMW7lkdWqY6Cfsgsn+4X6A8OzX/UHVbqZcO1VZKi8CTjdLjAxNshTzahByVbRUKwhwCw08KRphIFXlNCVQx14143WdrcNTqw9AKwHIQk+vUwK3Ze2xo+g/nHm8efOmmbzVK4o8IOMJAPLZVnUyuAlOXsA+4/79xatm8j2O7gHNtORxdf+c1ZQQ7Tiz7uyx+4V+O+ADIEkrdCDHs4+5bwMGxu639Y16XjO4AzIB8NX/BTPMfHDyA86112i3lL7IlJwVqHMR9TsiUxuAM2tnT9WU2k05XOTP52TQ1Q5DR0Ym1palHy1BSx7k6v7YtdEDyCLmZYsBSpeHv2Sdnj1PqiMlvWuj5J4EujGH+g/IPIMmsXvIUsu6jXwEqGXq0ME7+DfyqrosMvuPZKzeFNSxh23WMCoqAQ3yaHlceX72rhUQUm73ScoCk+nejMMuGTzPssV/Zk3hx9CpgSHaji+TWftjgPNm56GTo2vkOqqGFLQc4J6lKEgUecKewGMYa7MiszTs9dc/AhaGZpmbIFzuk3OADQJtPx7QftTFBj7oH0JPhCciqFGIE2SSLGpoymdlbqCKeZE1bP9W+SEbzBFj/SjN/iaZpchAMpzvMf/yTQNk/QK8XVnXPQ4Pgc4+tCe6wR6UOybAAL6C7tGgCGaEDdHWBd+lxLIliKGNX369qayGVzKG3qfrfui3JHNUP+qhYgzYRmYat81DbQZ9d/w0QzPAeXgu5cZXxyYYAID0YbJBu7+VJegE0F/GCP1nGenlzHQN4La0a1/Vv8ZsG/ujfpWhP56Naq9KaasYKgEA9tduIWsz12CrAA4/Sen1j9mfPz6jc1IimfHNOGp7cpsqhGPrTIKBR73Zy++QFTl39Tkk+IJS5/uCdbO/L17AI8OXsiePsj+Mobr3PKJTO5m3ZJa/STDHnyDRBHTkbLBu6yOoH5XjnZ8NOm2mvtmSFwC42aYGYBhUbJCfgTsGN8OTuBH8s/4D/DXwsvxHMLW2nvo4PAgZ1nLvyDgCo5jy+IMrM9Ahs4f0qC7N1JemT+G7zOMm57s8aPqN64/znNS/w3lg/6srUyHBoMf1MRb0ZEu2R3M+I5ChuubQBp832aU6W4saN1ADXnVsTD7P4BucXTlhoCShSRKydjuf9XP4By0Jqu+PryVzq0xnixQfEibf1KSvTGrp/TnHZOSWLzewSP2XQF1aMJDV/f6NJZM5uwYilTIuFRLRKUyIYFDhI/VTIgPIQs9eT4AVNME5phVA93h8MItpra9rx11RkTF/qO2N90J7D78Dcgh6IQOYoPZWfuseoIfpO2HQpYesIXpl75fPscHQf/ZEtvQ12fT5TL+QWMNWJz3bgnzeCmPNut7ALXRS8YAzlokrZ5Nkug0zsYtvOht3bt22PvilB21KN0/7b34yztArAYPwQ/Q75CurX5bM+eN3ZCcB/v+7AHAjoMapsoPbxXZiQ2BlegcAs4txvvYMAF8WZCZ5mfg873BGLCV7/32tQ/UMrpzH963r7gKAHePJ6p8v33Xvu66767m3Nv0EYh/fV0s/l9a723m7mTg6xiEGmNe+bgO3x0j+dwDg85iOO45VcTXZ84GtkgZR5s0d1+7/twDgzdxdplqCv3Cv2w8ToBvnmFzy8tpnLk2yndfryWcLAJ9BkiMaf2i5NDjZTif618E47++ZGGYsA/krJSzjue7Te9deu2YqYtfkeP3eJVN5QK7z/a6B4OvM3S3NfKuHL6FSVd5vn4Mdk/t4zgDejItjTXbt+WmpSoEPaf6gYw2B0ZoqFD3j68CuUJjIrf1sgbvSx2nvjYw91n2B4DLHYdKOnaglech3BUzGCJ3p9vMqmAcAfKHZcVJdzlwku0aRD15AYT9fI+5MDbusdVDhPMEILBilg4QoUF8HALz4wrmX8xkA1uBePuIaMg8F8tKSBiVrto7W3R/XQKCV1/biXPD3zOuOfbCM5q4vAnMdduvUb8+q09oISDC+BXedqU5+ga6zHFlav5Rf7dVkp2C8augJMEeZOsmEKjs9o9Lcll++yIoa9/5bcPhHyqINSMlTdp6Azfv3QZcK+d6vdKKGzBC6hwMAMz4cwp3HOGO7szWy4I32ET0HROgQ0SG/wO6CQvYzkic4XTNomQM8/AtjqQAAIABJREFUx8wFnRQdD+duzt7O4fKsjB9n9N6r/pS5t2VjnPcFUBv5fJxRAeCNxkUxB/DD8bBlKrcsDE4NHGBnp0+dLadnGjzBHA5eYSau49iettvLd+ft81UScZZKXzqNyqe5XyeiY7kgBvtTunGfPfMa/9DRltKVOudcRSnfbE/2Zg1H3mPd6Ml2LiPLoBpIAI/gzM04lr8QQV2ndQNiDmC+johRdS4ZwA5kaFLAy1IzB88kEtnsYnnJViM4B6h4j1GQWwboyIRvbxJ6217pYcuvMAgwWs3sMToVJ8o61TnT95OZ01JQ5QsYZfbKhA8tEIaholG/a2/2/zmLXv3OM8JZVoYAyAggAwCzjtt7lXu1f1esqRoJaPp1Ah6ACNHKq08YRW5pS172S7M3XUmFsUFF+XgBYNQNnFgLAH+JYbMgeDPaZj7LhyxdTOmzZD/GONnSQM0exIDL+uHQOwICV8nfck7uIYDDZoLi6IJGm2mV+bcMa533ll+s7lSDQSB4ZcqCEL5Hv0iq/2ggL7FhHLfUcksc1YS4jI1z+Ii+Onl3MzI1PAHMLH1KZhP3Yw0baZ3yWpgiGLoaOIK/C0AabGfARIM/8sU68RbAzqcAxvLsQ/dn7XCOAxqskW6/OPYfcG6qN0BBoQV4c0GCrFH/bmUBQPSjVDMyCmdYM2DijONVx+EAhdAZTjvKDHJmOETtecq+Eg1eJ3IypnL/ghzDHwQKt4QVa+pnvI9TfANS+H77Oee+9krFeQYALH0aRDSmXT0zAgTtRZfnskQLrHO2jO42E04Q2OzAtoGQxHVQl2YFq6V6z2T5Uf86Akw5c+ukNQsOh9SjXru6R/eqUXVHiTQrbqBXqFtUBpCx03YBUyoVGsp+EPTGXkDjRjTjIMGxIADMa/lE5XoB1snoyLI0QyjPhn004GgVivxk79sTdXRz6GeDdZhn+83hbM3nfGZbha5+11uwG1krD8VRB9CzJeK5rlmIBRMdQ3s0DY+1dL6y4m0yZFoquPe0P3LL5GZdybYqaFCadRekl8l+Yn7QWIMuyMTQgWovsw0YMgNe/Vo6aZ/AuZ8ynMANs5HYo+1dW3kIz0W1gU9m2yyxSwCBRePb03EyBlcOCsAa/GNPtyOjBEdnM0jHcWu1F0uy24OUzGjPhnJb3dh+odAdGYq+L+AKpKAMud/zgiAXQF6g2eCF0F72sqBTnc4G6S6tF0CAX/L93LuyrPMDCIc/AxhrH+D85kWZaMa5gWw7J87jvhZk3LLkvA/YBZDagAUymQqsm6ZTvZyMiGSccVa/tOS9/RH3VSClep7r5HkGGBq9agBgrm8rAwKwIpcqL+C7DZ7K2cuakAEMzTXjuTQH7bM/XtPStT2H8OsvlrQm2K77NmVtm20MIDeZ1nHm/RAQqgQ5ulcrUeR+BagJCMinDZahdB7OKvglYA69T3HuZw0qQwquyos2+MC/mXPAj4AklHxEDyKLeOmp9IMeSKUE+mz2XMFbR9YXPLe0f/txD79amtFOGKfe8Cr2+3nAKMbCOA2owIEMSMCamaXE+Brs0GehZ26wo7ofa2KG+fDZjO1RxtE+0fAK5p31IMO+FFp9NZl4ZABTcSWfo0PjUEcNsY2GrWvYS4Iaq2+xlEOKX/Neq+uQHdzzqA7UTNXpJ186AwgveKOzvoBRZgdgU8dwAGBoSKeqg5U2PcdW5iGjTsDVIBz9Nz+GtizdqUzCKczak7Fq5i7PcsAEE2rTr1PVKiUmlbhfzYrjOa0odO/e86dP/U5kCroa5VVruwcgINPWjHBLtHddW8o1c0YwXuiRbDb/bv/k6AIERji/cSCfQZDQ37vcG/5ENqsZXugZ9HA1W5fMP6b17h0VLOCj6ht1MpfXeW64lp6nlAhnT549eyJAyzoHmDDwJOei+qKVgpBN7fGd890enpGBD8k0zIIAUMEL2zc4a/X0afqJVsZTmjdZsbRCyPu1ywl4oDpHzgp0WPC8GYHJ7AvQx3NfvnyrvVrww+ol0RDUoyJjACyRTU9/svTn+2SJV7ZRDQqR0Gx0xi9w3SCKZNhVt8n8fv6FKiAG1zXQf2xzaPtL1kzf0ZfuMxnG9Kf9RInWylkCuACPAHc8BwXhRskBJH6X8tANZkwPVfjaw5ShBehUp0RmW/YcHtB2JdWVMjdKnVceZH4BLVtVpP4ey9UuqP45PbUJAHlIP+XwNKrxtBIDeEDuT8UKdMNHyZbeyiwLALP/VAoBAP4umXLoqfT55HxV/+Fch4fSh5j9t/wpspfS4BlbQJVnPz0qeN+yw7CZ6h0NQSzA9jaAF2AsmdJMmRLCBFF9zpixGX799dfSI8ESyKNffn0mcJZ5w9/ep1Tum9cEq1HF6F2u5/Oj2gl7Vv10KlKgfhM8gJ33+nV6XQdYhkciZ6EzZIRtA6z6gpFFAEVbh2QkL18QeBT6zjl58pTqLLHpagOyWrSZ2HNrSxp8C7V5ZtPJiAMYf5oAIA+8tsyHqS5U3whBduHlnwNw9XzkxTkFyPzxARmiA+yF3l78Tka4/piff42+Vhk1GdCz5vVdVB9Bn1V/8tn37v37v1MXXdokExLau5/7t2VC1sYKMvSx/pSS1wG8c3/okbmTsfz2NcQrOApw//Axuqx7yz0/vMUeUR8p4EagVwDWH6LDRNxknsyfCinq/A3cQ0UfGfHqpfvTkvLNVlWuLAD8Or2bt81O1zFj477e5Ou9X/8tbQCy1I2XzKPoFQ5rqepd21B7sPZ65CYgM9mgfMr7bU0R+RmtZGSjASyUg4cgsGsEfuVX61+yzY12Qu3PrFur7tSXSMCcvEAenDNJq4N85x2lzLGDqYo0/it8zJwPdc9yoJ4f3qNaAnojfBXaVU/Wtt/g5J65ScCwkshkh8cmNskGewf+ia6Dzm6rHPgqwT7Mnxc6BoEABPNEAvQ9dCzWFQCYeT0MH4FPI3fbozjyg6zc6oJ5n/1pkA6tH6Yk8FBj94TM4/WDvA/N871WrJiKSQ2IxM7hfrGhOLPIzg/hA3yfs8v+7D02v4h52jIF4hcAVpfjfEtwrARZ4WQeExBj6ynlMj/669Ale9LxojPkp77erEWX5fDTbZAlVI+fRV2EdWNi6lTNT5szOSZQ9wWAexMHeWzXkgpg6NqVkTMuzYOuyaU6W/YC2bHVDq1Ooh9eHyUqlf789UNXjtbJBIB+tADbLO+9/+7X+n3Xx76t17ZSX31H6Oz4a6GQPPdR+E+pKf+H7sR/tQ3ff96p7+0vZHH9xmXAGopu0L96rWPxnOFagxSFQTu0rzN4e57oOZP4/Kwto8d7Z9D27+51/my/c/3c63udv1MnbY2sw4H4r+Z/Wc2rZf4reHw7o+eaMPc+58zOc9bmAqTruF7Ac+/TeawBMHO4Hvv1tXeBfdffub7mX63HNWh0YRgzuLtApfM1O89rALm0DWHfQc671mfguGDfGHoXeqsTxb+qL/dvD/D50gKdeaORHku/8/N8r96Ho8KzyiiWoXt2btH/eqCuFvC8337n7nMHkzxHifxdNvC3AOCl9Y3UvdDurgkCvDL6yO6zJJ1j2kit/d46587zPNP1Rmlfn5Hz2dChbUYir91DjXgUBBdywWT+rEN7Fb+ldWTN7gPneAGlAezOQHIdyJ3XamzSytLX9gBeALjrdqK7dbjZn2UMzKEnFfFD8Fwk2yzCPqfzqCNDZWn3dkswn+nHzDqVOARYx9JyrBto4TyWNywAbGlEo9eYasuUDbKx5XQFLMaZc7r/nsMFAr2/JbY2I33p9QzuNgp7eP8+08xgM13PJaZ3DEsfu851uOKARLE8gVVHSXGJZfcE403B6xncsTcrZXrZLSi660Q8HuvVzNBmb/q6AJ04G4c+lGcHvdzioyPjVkE4Z6k6RrMn6wBv5s+cpSorRwRg17n7NMBkHRisgz8B+ORXk3FVGaWzjtfudUuvnYDFni8cRHlVpmZvtiQ9gFjZV52mBu+YHaoTetfb7y1wK+hSta60fpv2GGS1h1mvLR3bM0cG3Mz/WG8dV9sjuPRax+ycySqq0s74bqqYa7hnLCiUAE1TCm6jtdf4MCqevdRZVfmf+9HrbrMD7VNnBuMCKgIWBsXIKwA0dZyXfw5IpZPVbCzLppJlaHWEOrFZqTKFoVF0t+xRoztDCusYrPK6wQJzts96GHyZ+wuKCu6giFZhTynTZmDm82bddY8tC919B+AePrUgqDQjLW6W2fbk3mzE9lkCDCgqpuFn35tkuU6QyfKHs7KL8WCk+4K4KzzHwEZLHX7brLDZWO5B5o0leAUAcBYtL3Afsw4tqWrGHyUU23M017f0b+5RvphH1mlSA0On6vZibNZsAjRKU5X9gll1XEGLzRywTwynC0ePzIFzQV8oSo5hNBM5OqWvYclL1NlzynrhLN2Mwg2uwXgjs7FOmzmn9g4WRNosr2YZYuxljAt+mU0jqGVJW/ZWJxYP3+ybnj2McNYHEKUG0Qbl5IwjdzB3h09jNG0WhKCdNFvDKE5OwbGjBLTOqKPSz54PnGAbZMSeNiO43zUbhvXccTSjdPgf42bvLOsFKGdG4jlAhj2tIx0jskarzj8crM3cGQDYTESDg6rXQefllfKTzdYnY6rgFk42ZFMjxVf3kl73/LTU1QQzwEvNQHVNSmsnGhakM/gIYtqSuHtOcNhgHDKeLT2rw5z7UjaZrEl5+iHvoF8j4nk9fvREBwj7Oz2Bmb8l8TW+rYoAWSgnmhlECSoys4dQ24O7vEHesjKs57GeIh1c7B/86hKMM7x9WxUs8MB9ydC1tYNnypJo9jbczOgFwHePpSVK+04gR69HXnH+DajByGetK5sKbhk80mxFAPzpicb3yAovQF25uX1WIS0j/wvQVVef7FwcqXl9jHOHrIF9FdAsjSlr4H1kWarHWOXADHccoa5vWx7Acwp+AbCQTWj2yQYKwTe2YodgNn3rAuhnzOz/8gUdB8qNfifz4axyjXYLvRihJ+UXYy3oitOagLksxp8Bq1kTe7oD1E7JWwIU8gHtNAgI48X5bdBdnkdPRZxr9Gql3yEveqZ9iayhUKJy0HEBWrAflTkt0af9zFoavEYGLVm86WvHvlAiD4AIfpe1wpnS+ZwCs3ie47faBbxh9T2+RzngvWazcffvpZPNEFbfn5J72HboMz1zOJV1+CsDWesNbhKorM6dtVJm4AhL8AuZGuPgWXoU0CVTlblYHlBnnLLKjFfKPTMOSiyP44txNAsRvq6zknO5FWS+Cz21XcJkQpB9qs1AAEqcih0j9KQi2uo/nL3ovZ6v5RGW90XGkbVG396WXQcsRu7ixIP3AngTfEu5/NB45WNdS4KdZIkCbtgXb7LYCNirTF/ddXU35VdbSuRlBQT4guebbJrvCnoI8kNvBoxZJQP5SU9OHIuWTKR3tuXxAQ+4F3a6QRQGJD++MTCywU8EGYU2lX+eX3QLs9QFVsne5I/2jczc0anouafzWbpm35g/8V6UvyXD03gg7SvWec82eigOaUtZowu6DwXEq1/AV+n3+mOB4LVzGW9tqwLi8Hh0LLKOyZYhY5HMbWRKaDnvIaqgJYB6gVZ0Yssf8351j6nYwHpvC4CWOZ+AglZhaLAWQzIzq8Fv7ENkCGBQdS9KOC6g14uxB8x6hNMI0I7DNj8f3yTgAdadyfFcK2jAY/2eTme9vjpu1SXkY8rWEiHfyI3UyaF52wK0JcKDpMXh7W+lEfcJGmpJTnhkwC7uSxBIn0WQZEtjGzihPZZblKeid6KzmRXcBceBGt71qJVDcv7yHg77qlrwvZxZM8kRK2ascb+nyYhli3F4138xehQZw5TA/ZNS45gD6UPb0uLRXzjHv/zyywCFAp+PsobtHV/aok1C/oX3clYeRf4D2HMWoAOASvYLmn3XTMp7AZWey4+QKVTIyZQeUSJ0Sov+/vv7CYhQJ3v75oPll++n0kLO2+s3lpqFFuEba6tSspWMcfrvEthCFip7TKYor8eAejmzf2SfOF/f339coKKZq1/g2TnHX97e+7d/PMlzbanBc6xg474g0z+8e99MsefPUn445cd//3dkEzwV+s95DlhSHSjyrFVBct+HN5xhZdmH8DdL3SbbPqDgjw8wJAmgQ2+md2zKXAdU/jz69E3WpuK6cpqKOJ5VKiK8//C+GbNkAwOuQGsvsn7I+J+TWQxN0x+Xz5GB8GCCVRrk1TLVK3sNesQmfhI6ASCB57GXH5OADy3Dox5Hzr4ugJrxtOQ1YLL2AWV1C6T+SBnt8JbqxYCK73sunmWub15FV2yMGPq7wM39lJR+mx6yf355HFp/n/V/1nNJQAPy8PlPTwrSkbkHf3v1KnIj96BVAOWjb55YkYA1bLDLZ84d+lf2Pe/RO5uMwZaKp59qg0YIahYEA9isPpkDBB1yBrYSHc8nA5gAlF9/FZh9FfC5waXVWQhEs8cr40OXaRDNJA9w/acBG7EH3gO+D38giAZOs7Y0IPPj0MlNM00Jygt49vFtQN70CC/Aj+2a3tj/BKQ1KOlpQMn7oR/o8+1r7E50rGR6JhCSc8C+3aQXMZnWjO8P+rl+JtM09yL4/H4yTQMAm/WOD237tcPPLCncai0Z60/ZB4yWly/wxRgwQTb6s+d+n5LYL1++LqFiJz0PHXHN+7fvsrqRjQkkzG5nTlyCHICeQxvhDchM/SobLIoXB976tUGUjBHu/iH9it/NeaZCAsGmBADpj81+Zu1uQqNdr9Dom/AOA+HUqRYAblBZ9fDIzofIPPxfJAWgCyKb8W8ZYIYexuf0f2Y9iHHkVV889lRtHc6UwW288D/D/xYM5m/s80sgeasxoFuFv+U8EhiHyf4Zu7uRBYJktafHV8I8qx+Go6D31m0CSN6AjfWnVNWqLlWTDPmOnU1gCvKk+6tfG3HCEdpgX9YSXbGlzfFX1h2FbgHAzLPQabIa+JXIQs5ZhGc/yplvwNwCjusPq01nOw0AYoL69GOLa9wkQMgKN/rx4QXoEuj1XKOdbhAVtpEV9Abnz3sExNROalUQdAOB/foveE6DXiahoJnpygzmQnxIy0VnkoDOXdd8rwE344fmWnTU9fFVVGd/WhkLGZ03zj5VfTnYSAblmgzBNmvDaY87nwb15Brtr634w66jr1gpqTwoOgYBuFuZp8Gh6OcDRtcmqj6jv57nwQM3Ca+6JT7BuZ61MYhWv1srnkzkxWIHQ27du31Vs8LuBdyd1nltRZHnb4W3XTeGvX577omezBJ4NAiUJYA4e/kfAYBXAVvFyJM3C7regmOct37TsYJC40zOjqH9rO+vl+D07W+BtFxyq9fmaQzXz7ss3lxzV+bwN4Z+6+3DGXcAwH8HFl/fc43Ty3h2h+eNdZR/ayw7rzMguLc436rEdQEaBYDOr78Ddc+Xsmd3XfufBXzPz9ZgFyzgdQbYrq/bzzeVvtkgYwg0UieDPR+SHdf1Ot91nwqIcZxsIMN5Xu0PctkXf2k08Wkpv+QeOBr+DgAu3Q+wCxPAUF9QznHtU47rzsAt13wLAN77HgEJOtN4Xe+5e3nKCpuFOz/rDGY64dsZuedxnwFgLkWpLcCdB21UyhlcuKb5i6NmQJZleh33rjFrV2Vo+8x6l8vcMNALzOiI2Xvys2XH1AEu67efr3LQe0GHdXJvZPEB6u13N5OBa/fZZqMohLa83l2A8XlNt5flZsEeey/ott/vOOew66iyJFejtOfcLB/umAa8sMTcRNeOcbI8cs/A7kMd6wWcnPu55PKCs+2JMfdf8NmMqgNA5X7nTN7N1t3n7DhLf0Ob7oPP3fk0e6r7oVN+S1DWQLgjMMJeiu7BH5zLMdgxzgWFAOWO0OwFgEvWI1BRnloyJKV2llaXx1bQVvHyestmnkK9Sxw7Sx3R8LQFR888CDClz92QOGY/NOd4dGJ2/lUeDgf8lkdeh2X3A4WH9cwzW8Kwa7RZj2OgFnwboPTqGdd7w99mJx28SNonylKDtA7tmT9O7QWA1zG8JRLdQ4HO82tJ+vzeRdyvgpYP7ZVS6rjs6a0bdVxmyrGGC2ozVyMCPb8FKvOzPYarrNrLankTPF9y1PnHq6V3AIPhYSiW2YftwYMjBWVKoOI2j9hAC+6xAAxgBBqmTjcBSH7XSS8dEbXddc7zde6xdzqpNjtfh7MRkvasUvnDKYQTyPO7mYn2X1x5tvNC1F3AKRwvtWuOOdT5yHOrsEvzy/PkDWZPN2NmjFEdxSuDdSLhwOdQwCNYt5Y5jhZ6Lb+YI8YMzoHOPwPSqatT1jkZoVhneYQu4I3X6Eg9lzNep2lLQFehtpfthbcMWImhfZYTrH/nXmWfcXqgMbRbarT4XAXn8P2hB+irQD9gd9Y+a3MAkQJ6KAXtoZj71ChGvsz5V9YouwCfLAs5YB68IuMgS3ZLRDI2dR+jertmBbksVVsDreWjN3LZbLcCPPkPXro0t3yu8qsBNHnWGGeH3LZ804MJxtEZbElcXmavmb0FWAlNYvBtcADXCABr3NjGwEAEHHd8t+UKiUzvfuLgJMPHaGN4uwa7vSl5teJH6K3nJAMnoKOG4zDzHmEAyJFrOEE3mITxkaG9wQHIvgK0+92R/StfcdpavlTA0TL7gqSCMDqqO64JFmmAUPZUgN4ywDUgx0h1Dn7W15wxQUBlf29QZ7lOzzOf2axt5bA6ES/7Jg4fCT0AFPLngzi3Wg0g121Wbh1llIDGadAIcZ1X8hwM87EVMjb2r2W9mx3qPuLgMNN3MjOasB7HYkF3gKHHlReC0jrrCxTnvhqt6nFd0zlTdbhPhprOBjNFt/zmWafjPLDOPZu5VwG00EmDDDPmXeutFAE9tcf2lPS6SZ05+eca9qsvSZvoWAswQNc6YgfAbZaiJeZqB+JCC522RDdnfLLGoWlKetP64ZL1PQ5jVZxym9JNs3Pz/Z7B0r+AMONotPnYO1BF17VZ3QvOuK86PkZuowMMn1x+xpjp0WwggkAga8vYG4SQZ3yNLHmWLCrXYAP9KBlsJjT9LJtFkoFs2T34w9M4vNu/i8zDOLN4kU0CX2qmXZ1bgvI4nshogDlbXtngB+w4+IoluLm/Ds860rOGzl3e4nkwm8PAjFmz/F4+XmeioLWgvrL6DKqvns9Ylc2gNQLTOEt12uAQ2rYUBJoIAANmlNAmA1gT0vNrljrgn9n/8LHKWb+hXVR+qw27QXvtRZiJ4xDEAYZzEYCCDATWg63t2kxmTHXe3Af5zxnl/Pw5MoYME2iu7RYmexQZQ6/UyvHJCnFUTHuDJQC34jjNf/SbhKVRFpuMFOjjx9Gjm+Wb+9zEOX6vwD/0gQMSeWZ5X3mnpeY3K5nziUPdrGbXbMtBd44F7qwiAm0YuGb/z2bodF1z9gcUb7uAAqdmmwISAUgBkgA8sS8N1AmNPXseZ2c+xVELCMLe0eey5RizD83ky3qqlx1Ox/ZMYx0WAM49AIDpbc/ZorSgAUVxVLf/rzbw02fRa/J2S1xmPHWMNngCnRQasXw5wD/ZpM3YGD8aASMPmg2oDoZeU4AZcL+OSHtt4zyvA5XAimmzodKGnIY+9IugggMqfggtbUYSgRSM91n6f7JXH1q5Qudls+fL+6cMO7IOPg5ogO+irQi0R8l4siyoa1pnb7ODx54ByIle00xYsubXVqqgVobpJOaL+kEu9jAO7Op/ALIGM2yGr7rHyKmpELbnuAFv+R5g6VbLWB6O7soaeKYAOXSgct0GnJF5tAHrnOXy38we6W/QD7bWEWSinE25UTJ82fDaeXh48SxHPkwrkM6YNWqQrLITGQygCh9+TJY92VOwlsp2GQf0BW/dACDGWt4xvr3aF5zP8Bx0S9aobVeavRveRqEKHFbZVzLTHgScKL/C9qkuOsGWOQDwPWSAwd4CBi9evGwpXABr7WDGznfhxd+lBzCAbjKCb54UkCyGUEoPuJ31ehvAiTNT30LWRBoM3ZJxB3ANKEUv9QDdgK+1xz8JfnxORum//TdKMnOGPEdm4bn+lWf5SUZp9a2AJS9+C1hLX9SASV+Tico55Dlfu/fyHcB/gjjKh/KP801QhP1YLc9O6V1oEcD1TbKWCVyBL/30/FGzuqsPN95Dng5Ailxk3ZUR0EvWqOuswrHVa57lHsxJwB76ptKH1QiQVxvgBgAKkN3gwPwHH+Re2mjsw1QOArTJXjIP9uU7dKKcgx+zT/ASeD7AJ1VsKDGNXPglACLBp+8D4P+ZYB19bmZcQ1tb0QnAj/1phmzogjLk8Nvvsr6AOJT8hcaIgOWcPHlG8IAgbKuzNJhpWmDNmUavhibIZi4ZU80Ae6DBEmxzgLT83h7d46dp+46M8XUA32bodq7q1/D9+nywE+99bACaWd/5V99Vj7rnqbtLUNGA2gtkMYySmWcL+fI8+1S2XTuNUrLvWwGIoJz1Hbz8TXkNTSMK7idDmPuwttApGdis2T//+cqndzzqRYD0gJvVu4sc0RZJwFY/S26U8cH72VteGwjuYAnkFnjbKhCArVtamK9/TEl76OnffvlZXoadx1aHPpDjLwPgW8UAfwJyEPt4e6xbsW2rYbK/ZCfTmxl6NDDLhQUAJliPP1lv/hEAw/lqAnjOF+0DmOb3OVsN4st/9XfwLxuJvvT9D1QAsT0F60VAS82/AnnojMn2z5pC1+qqU1EKP0ODp0w+MQOY7bQtDyWcm+Gb9Wg56LZ1IlDbKiPa0pSOJ6v1YdaQwGh00fe18QmgbEWFCXDa0s/wCEBVK1Vu6xoyxa/8aONX6WIBxuZZ6CMErNW3kvO0VU8aQNSU6SPIqX7IZJY/pFd55l5/B/ZO6Ax5SEUFZKR2uPZ+H8X3+LU/5VVkAev/MTGk+x1dBF2Oe/TcwDOxWXJ/ziv6y/b3pUpD9d7cTx1OPl46qE0jz4GfcV19OZnjyqz2VieIJfsM3zMmW/5OYaXuxQQfg6giAAAgAElEQVQ3r78Bv92+tJcn6KG6lMAq8zz7q+3xq59lK1rBj12XjJNnTyAq+mu/i/5Klr7DGV4r4G0AvmXJW/knNLwB1FzfgOZmNpNYsRWxrGAnwIudw/rIa6Rf/JGrI24rivHLcfyHbyl7XQFtiWNf+yY+lNr94gPMo3pbnrF+Wf14Jsj4fImymMPfAcBnA/wMkjgYnbBLbN1KBn4F5LYkJkbzzOKcQbuf+d2Z5ex2Hb0np/OFCk6fbybuGYjdBbsGeu/6+zz+84Lvs/a9jTA4z+MCGlwB4HfNv/P7xrrs3FESb2WoXpTmBZxn85bx9nQPMcyAd+5ENLAZf9c/95aD6TSH8zZcZ9SeDejr/bj+e9fn2mF+vc/7vct65o2LA7rGovM8l3bejJKdL1kb5/vstV2f0z1Yk4tj5TJnGcN57esM5L3h5Qt61dmbe5RSWV8O1gloOq/B+eButI2ZcTIhXvvdW4fcjy6HfgGwbwHDZ0fm9R5csmUxspuFdvu5Sz91vq9hseNrJshk1rpCFSR9IUAXcMma4HCp8jPlCnmOZQ51CO2rJeJgTONoOoC320Dkrsclm/W0ZtcAcEc2G3U4uGcRWcchjaXlBQudOxahz778fVpEM6qMLjYqyQ9bcqKMf/Yz722W2tzqsn9cjyMbfum+Gn11Bv8FPYyGP58bDb4DYLhtoDqxM1/WuTKOadRywBUE3pyBnbsO6l3zMT5PAof7LnjF7wsC8fs5y/ycLcyczuVaz+uwSpYl2W7z+TNPOTKSD5BEBcGXjgJ/qmKqDJmhq/Lv7wIj63DfI3rwcxVTrt313mfo1ItRfZBQ91JDDUcjmg29po5ShmaIDp9CiTnx6MV9V0G4TOYSYDH7mOfCt8w+EATG0D3v8fbnteeqytlmbLavWEHHiawt/1fJ3HU/y8BzQFaVhis+xmxwDNaRX0VVXrwAcEHnhiRCK0dp6KPP12EQEMQNuMt3WF+ijpdlLxvmCAPUtMd2Sy1OSVt2dompTzsCFy7nPt/dXr67D5bVpOyJAOfKhCPQ5wjocO5rMOJ0I7rYzL3er2d9Zczw/xmXNLnOCZ1adVzhmMEQI+uujuYojfTVGwUdx2Z5UhU8FXTW+wIUDr+4ZPIX8NApcJxNMyTqRO5z0agtDeQ5UY6gD/w1s3pA9nyj2dJkovAfPHt4eytcwOvyHw49I1/HiTs85RzYIohjtD5zQrFW2dSJ58ssJzKVLnRZuZz7VrE2EtxMNsu1bsBXv13Ccc2P69UPtrRm9cZRiJcemqUFP8y3m3XF+ACHel7tb+N8jSjdsdf+qKzfABBW4MTDRkco3TcjQxB7Hf3saec0jt4Vs6x393sMHHkV1Mqe6ohlLAAgBSQwsAe4dU6HvNjKCRuAhUGw/JF7mbF5DHsDpNqfJ/eWnpZ/C3qZ1eXZE7RdYNYMtgWA+QxH0Z4Ks1Vx+g7/GZnUknUTALcZ5Iy3pawBRuZ6hsl6MaYNsDpX89jKP5YcHCNzziogAS+ev1U6uE975LXUF9lplmjkX+meiOUBJeGn3avyOXQHItEXPDZARCehwQaCPUcmXc9i7tfAmZZMxSBaw1P6WRndTNA8p8BDI4A9HZzVlvCtg1YexXx4NdOWbC0A6nyhJWxxqMw5N0JbuvCsmOXmS8O0fK6lLzHWtUjZ+5akWnAz369jLYsA325wQCsldAbNBmDxiaZ/N6UtOc8Gqo3dUZoZALhBK+qBF7qAt7KayBGy2PisOiSlHOlhTC8vAFX3mFu1BPPsB46LBRgBSDYrWv1n+EM2o44kQNV6MdgP6CNyE2CsBnscFOVVOFml/fY2zRoR+MMZUX93vJcqHPAIzk79Ezplm2HQPsb28XJ+Myf6ruU513yYb1saWb5deduMYfXGDSprmdA4qFwns2yqR/Ypfs9stgm+Gl2dUsCXksXgE6P3bcAx5exwiuMkbmm3zINzgFO7vBt5nfdwYHQuk+1OFp8OLQBe+eGjlCG0D6IgFPRLWc8CcwuIzhlaHiLwZW9ng4YMZDJYwExPFkO9wfJ4KwMNHjILqOuS/zj3Bt4gUwSjWRdLGavXwrPU7aFJ5TVgwgLllkaVH759Q+oVfaDtidhM5Tmf0Gudxg0MM1AOJ3EBxFOAvNH+liZGFdgAB3tCAyKGzgBe4iDjTOJw3b7eTE0nl8ETLQGejWDdCg5nnJZJlfdB52YoqJ9+jDOumTG5fku1tjJRx5554kgNHcNT2isYgIMRlO4tsa28ybiy34ATqCaMhTX+vnos2Tnso1UGcESq6xnMZaabfXfhPZWP6CvdT+ULfJk9Yc3VHwwIAEcrz6t+A98i8zUBUg1KdFwwI/vQQmT+TVYaDmOAso/JjGGNOX83BMk16wTeTq87sjJvKu/lxwYX7AtnJi8+a2/IjPF9Aplu2iMTHZW90/H89HnkXvaOc9xeeYA8BIqEvzWoiMAw9FJxISm2RwcbWh5oFSbLMcuP1bmYlxVe+N3sHQBgS6JTicx5/5nz9iW62sPsxeNkTH1kvDnbPEvnb/qopo8kbIJpNqhqaErbTEclY9wASvb6c7NqYPpkmP5oWX34Sb4hn3JfN5AMxy10+yB05xi5KcESTYkq7RVIDyDbVgq5UasD9OEGzZXn8jOPZWuV05Zt9izroF0fkxmi0DEy3MzADeTjevkBYAZgbjL9kqEn+O95KICR0bVEIoB6ggh4NkA5POz7VBWoXjuVKPQtqbcpHwRvyEwtPx/dzuoaPv8B9JjvN6P24eNkPtpHeh3vtfk4M5GnHLv37wNENIvZDNhLEGO+swHCTURg7XlexqfNAdUgC+DJlI61xzL/EYgHdg/fam9x+uvm/iVFgiQe3ZRWAEHgUWT+bqls6ZZyuHNCJnjMvQh90zMYWTfgzp4dMtUamJdhoZ6UNwHAfqKMfuYS/vj29VROSEbjr/9IxmUzbtX367uYZ8ALkFst+5vnEFz0+vfICuYchvH1e/p50gM4vITnhLcAPj1KEJg6YjJS6aNO6el89ssvnNusW7LCW7o+pXUB6H4IndAW6NPn9y0dTPlZ+ab25pZjR1aS4UkQD3ur7vZn+40/ilx5HwCX8fM7L6orACxC+7UbqusfFUCePUf/YCstz93qVxnzz+nVCl9BthB4B5/Zc19ekHs2KDNgHYFE0DWgTc9/9hWd6SaZuMiSd8kCls1x3tIHNqW6H7QyEzqSusi7ZOq+fvu268ReWKIfnZHsdKt/kI74RwBEaIx7Uy74+5z5dykxDWBMoAi8lzk287e2JjIOGYntCsuJnvk1a8j38x3kPkEX26favTcIAPC0ADE6KSVq4dk57mRLF5QZPwX7Xh2ENSroiO4SUD+Z0x/xRTSgOrwFG52g4rFTAICb0VuVApmR89H185wDgnJtjkyCDjgfD7L3gHOeB2TMxwDGZDRjRf37b793vejjDriJDHuXsrkkRnOukd9/fofeTOYzAOXqeNq0rAW6CW/zzH/+rzfhG2Txpg1AgpnkEZR15xzRnx1eBHPUZoU+qhNDt80eRbZk7PROzs/7+BNadWB7ket/Wn9le+lG3rbcc9mbenGD8NHzOIeTeFIzUzavHyrXIdfeZ83NAJ4klvqPBe1KgdOSxgofVG8gi1d939YhZLXDl6YtQnn52gMGlPLcBkhW9nKGARhT6j5yqucgY2jFkKnmw+cNGmuQLuP51LLfD0a2SJdliNXdWqKZs5L1LB+LAG0fY0rnh36/yz+qH2xVJs5zXR/jKtAuUWah6wHGtjpF6LV+3eEr7VU9Ohd0TxgS68q4G9AxVSic58fwwfAYymdznJCh+cm5NoDMv+XBQ59ZNzKF1xZvkE2/aMsCnoNazFnRxh3QOddcZPv4dIbg/UFgNmD0VKXglqwleQHwOoUL18GHDECWVo5kBPaDyhDwB84CVTfa1koq8f/zmYCs/Kz94/NizpwXg5ugKwVUtBsfXP1ogrjrf7LChxm0joH9UQXSTqwPZxzBnAjklRXWsL2HFzKnPGJLaJePYzM3gNd110/gMFyDAY3n3gsm7+fQVfka54n9pKx4+V1R19IMr9pkAMDTonDtXq6jEYlt8ubaVppwfk1EzPd6/btPS6LHAGeYrtt8fAYaeP8MAJ+/+a8A0IuydgYdr8BRF14AmAWo051nLhXPuC7AzeleexD+qwDw9Sp0DU7juwY0/1X56b8rNX12wu9GXYhk1v0A8dy8v2aE/nXEloU41us85rMzjW+eM2nd7+N+/xEA+AxYncGc6/f3rmcA6K7rGY8Zijp+77rPzmEP7CXSAacvRsZ4G9YxUGch8xom1nkOQ9x159oz2Fp2MYd2BdVdAPCuofR5nPKlQ9dUwK+lEGZfXHevvwYEb52nRTDvIMylhWua3EvPwMkykOvx7pyvAWBiRa9p0bEabXUGgFtiNVPZ8hhct2U3zvxjy0Xufi3Duj1fQZHzWefzLSXlOsN/7IXo3weAvMu1Dul1kJ0B4PW2Xj/j+m8BCAQVdxkA5kI3E8XDesCYh1juolfvo/JzXg8HL2/bPTz35hQ4VWnghaKwytUCsXeeDxTbGhRkChxBFPucHoVBJjeCaksz7/oi6LYX3mYWa0TrQCtQOmDWZrltaTvuscrCju8SBdYNQpk/ePr5HFTZnzUVVHfBL3ydM1wHglTTCGDooAofpddQ2u1xhfOlEXMjiDv/dQLmK418O0vmeRDle69f3GOz3Ji7PbZG+SDwYe5DRvJdcuqs1O29pVv6Q6xScGSUL79Y+hPowxGyJft0iDKflj1DQS99ec2trGL248TYz3z3OD/yIvaJ5zRjDMcgGfjw1QGktr8v17YnXmnXgJDeq06/wxHE9xo5l/+MQLcEy/nF8zYTiu/qlFGRAqDrvi1dTGCKCluUwVEPF0yCTsjAKm3wOUr08Inbz1zA07PV+01pGEAY+ZuAbkvWVWnjbx2J3n+yhk/6QTMUMYgmC8f+XGa5/hCnXAPiMQZ6BnSE8ZwqlpURW+liaVDj5iLLGk09vYMHmNDRSiSjxkOfxZ4VvEV/IsP4FEmJ83R40Za8A8Cxt8hkKY2j/KJUNjv64MtcZ7b9UW6fI3Au410jcIIsDr5nKRz79umk38+2l/W2ErBf5eqB0ow80WC5H4iSp8xXnQPDN2ZvKP28UZE6t2Lsxar5g8xbALVc57nRaNsxsLZVoJs9SeS0/A5A585Xy4wJ3D59kij6rBHr7dmxvC0R0htAcAAhZtXgVDh0IqtBtF9zIznNiDyDZ7u/9jbLs2v4TeQzvKeGoQAw39+SUEtXjBQgic+gzYv8qWNVo6mGJ/s/oGzfqwGya2MpxgagTJDUZm/DjwXuXJMFxPe+OJgAZMwqF6BZOb5BFzqJBcZa4ul0TlaO8PwGrmWNbwCj8qK0L1Rij0t7C9r/WiezEfU6ppEr7d2dBQPQgeYEHS1fDkDPi30r4DoVAuqYy54xxgWABdAdM0CI/Zk1rMuTq61IPwt2r4wjYpx15txw7YJWx3kZx0buhUOWDKYt1c86FiusUefz2PINjLGyANng6krKfDPI6C9kiVuN8sqWBkXpJG957zhMmNtmJONgRA7h2ITPfmn52Q0csAT355ahpNeUYN3S+6X1QFYDhxaMCedrneJkiuKhGl3Inn9Hz1VLRQOUHb0yC+rVWYHjlkxlT+eTnMHaSax/bmIggUEO8jLK5AlEtRT4BFyRubvZxS19mxLHzYImS7Aynewa5mVZYvtFT4Z//m6J6RoZZvysfrXBOvzdXpaT9bdApCVhCVgQ1CDLuOV1y5fSaw+wMROCZ7UVyvAjM2BxiCkf+Q7ZNWTsdk/r+NBp09Lf9EZttjmeF2hFnklJTvjdmwKduaZgNEDelsk2oOcSfJhrPC88V/C02b0E4D3Cicg6C3Ty3gKbh53lPp/t8814JksJp669dn2Ocl49aR1vG9XfAI6L/qbM48wXKCVYCd0qY9+AE+7f9YIucBbBN/MdHLPd48pZnEMT9JT9b5YHdJVMOOaLjUMZbfmw/9rzu8ESlp/1ecoQ5rkyFro3cwW93L7iAsACibz0FwSwiaOZMW3J5q7llOfudQUE41jqmKTvgpec8/wHb2sP+qy1Jc1ZwwHUiI+CZzSrc/qCw6sGYESHJQuboXydij/lZ/kS5+7POJgN6Am/SYlG3Gxk0bWsMNm8ceStY4993JLuZ/B+Ze/qyitHtkoK8yvfqeMYnsa6CphzjgoS81/WV0AGf0GZ38gvgkgoTUhP9TjxcUJnDk/iJO/5gC80MMS2I6s/AKxDdwIVgL448q0qw9z53ruAck+fPBHIrUN19jMZaKwFdMc+L/DD2RXYtMwgjluCTKonr1pW344gofu5ZeVx3JmV2Dk2yEib8+2bt70Wef4AkB2ZmPKi3B8AAwDs+1ZtMtukbU7g9fSqBAw82T46q3GIU9pU3elSOjzr/Ib+5C05+X2zQgE5e44y46OKxyHLkJOt0lA9g6xRAXarawyQXyCVgImprEMmGH4YdKLKRM+v6yQ/wBOwlagc/+oH6FHodpYFxyF7qUxU0WgwQoNE8jxKEpNl1JLt6JjormOXCAjYS5HzXSAia29VFjOmCCyqFwIbbvwhZGlun+kCDRMgQzaSek6CdMKeKRkMG3oYALjAbp6Ls/x1Mk4/hrdYPcGMyi8NADdQDjDqWTJuRbXsRb7tMRqYe7FLouu02geU3hOTbHh66obHZS3oNf8QPt+gPkqHAkhaU5UxIY/epYdoe86HFxEgpI6cOVWu2ouUO7d8NEAe9gb7FJoAUCao4vWr93XSs84EkkATzKEVCjJeshv/DDDbntL57ovfsG2xKQCAbwYAHpB/bCzMzAZk5dmIOoJIPgWMfPOCXtPQeC5ISd0fc8/ysMwJAA9e9ejhzcWG/zF0hw7z/uObAMBPW16Wcb982YizgK0GgX3I/GhrcBO+sT2JC1wKr3TsUUtqZwFM/gH4neCTp+mVDOhOqW8CCB5zRtH1Mj4AYOQtZxGegv7K+aYFAnvK33y3wSZvoaPoSCmRSwZ5g5W/PkjJ2gmoA8QDnOWcNxBOm6IVC0JsgL/MC36jvmtiAOrBh3fwBaZBAM+fCZhJFZfq/eGBARs/BCgiK7NAPKWfQwvwlPKYVP0AjCWDDvCybUXCb+ujyn6/e0vQUQDgZ+Ep79CVAE3pLf8pa0s/a1ZsbCra+Pz5KWusDIGeWKO1a+AdBhSEfyfw5n2AZKrTtGpQeCHrWn40uglVKtwfeRPH4vmTgNKRs69efUiwwZd7//hvz8tv+RYBPdXHcn4bCJv73RTIpjSxwHWObNfqx/R4J3AEWv6f/yP0HXnx5JmlfOvOrWmBTppy2lQxuI9uYQUZAzoBRAlsY7h5H7lL3/gA6IBKyArO+1t6Ztff8PXe//Pfn/X5lPh/m8ztxwE1yeqPitpnsk9kZJNB/OAxcgsSUEaw7i2pX8OAseFfp4S22ZwsbNcQxlTgH35GYCS8AJo0QIRnln+QnYuu0moT8CerGtyktUJF3GwpvaPhmz8/Q48hEMEgwM0z4NkEYR7tTiyRXNA4VUzg01bGCQ3l/qnA2/NaOZV/2A6AoVzH2hKkKABMRiT+OIPQKTsODeOCrUyq7Ff+k0Xd8r85L5Rvfpqxflf/gvoEJITOAQ1RgrxJQMgrAiFyKLimvs/cVJDWIJ1SdgbbfsDIzDzXDEx5BnYUQTK2nzCQxTE15KD7Zds1g8G9v/qD7Ugscw3/hK92fbJX9f0NaMp6tFz0+H0oB19pkGfQQ/rsN4ZfMKf2DMeuy1pdAODQmQHPA9bXF0h1Cv02yJPeK+NoZTf2KA9h7uACbRdC3/rKYHU1+0k7r00qY9yVJVQJiJ6Mv6EVggiGo6JF/UT5QjOuAaaxSRhbp5V1IXiIeiX68QhQYO24r/5zbVGudz+sPAA9sCboCywgPIZrAFd5AQBXF8nNqCKz4DMBUAQkdE356sinnjmqjTisPrutNDKfoggD3toGyavaw3fWonpCZKClt00EasJP/YS0brkNAPP9LfXM76vT0bpgX+pbBgnwakDe+Ae/e/vhCn29fO32L39XjvkbXxln8O0FWsfH9hdbw/36HpeMgDq4jgXe6/4CpMwH54zjJfJzpvG35nE44Yagc7/rDOVrgOiueX8LED7fn+8doMdxl90gTsuRIeWu9YzVSBiD6Lj4srF7zfWaLrh3gFRHxMLem5933f8MHBhleBDW7cys3sGD1PHuEfDg99NKHNZ1IvRP15zXcp1p3yoVfT2OGm8I8DzyDMJe7886uG9fo8TatcOQP4OzrsvtrD7euwt8PX/v2Ivju97ryAKwlDCAzQFE3bW/5+ddr/m3xrFzP+/XeT2OPTFT55xZYzTcAYgfmSw6C3Z/9x4YXTU+M5kqlxUKCmBeOnY3w27r40+GyAyqe3iQzC0aKi3VaXMychCPfKcMW9BjM+F2nS/nf+iMwABGVCfP0ODe4zCepAemcTibNfQW8LtkQs9+3hamTqhO1TqulkHjsFkmPBlvamq9vsLxYsAdDgnus/df4eH9/V4X5jSOfSbvWVrzNph5zYcESTTMN+CGYVAiyx57GKcCamZSCozhqGsmGTxphNy55EQVmQEM/C5ZiBPQMXvZ0c/e8FPgQfANAbXndMdINsu5lPnt7Huju1QUdCRsr9g6er43CmsBmmv5UTrAoYeSfgVQuqGueektfxqcIs9cYHjpFycq+2KGheVFUKyN8uaMGBBQOsTxX6VJPnMth46/DWU4O6lbWqQ8ROWlDvfux2RtXdQQjuREfM1677lxD0ZrZ58AxXEO5b1m5FRxMVqcOXcpBiTkg820O6SC55RMkmZhozg1WylGxgSKVNGdtTzT/85VZXnBKNYEAp+9K5Chw7mA1NTgJ2p/y4zX0MKI4fk4Yi9nZU7MaQ167iZSjqNy9D8+yr2t8tyetzUUsyaT3YZxugDdlpOrEjbHEwND5dmACWhse1k1SGIU6OUvGECl3+zrggILwhKJW0WbMogtaee95Av24tRxZollDAjbAiwfdp8vSmL2emUye8s8Udal8zESJuuA7515Zkufkq02Zb4WYFnl25Wefd40+BLbZHfUQIpTdvbmxxg1ZtCZjdqMxJ7jA6gy84seNRlfHe84Ic3WXT4uPXugKiuJsB8e2P6prHl5jWeNQA4A2i3zc+blzbzd0nasdfm155gXq/qlZw95QeaJ2Wj83gxiHFUMofsxgGJLZSsfO0xkEnxvzpT9+SwNqoPe6/n+ZiZ1PmTld5oElTlXZS/jpGeR/KWlopf+8wX4DX3tOn4Z/W5V6WL11w3o8JwBTFnqlpcZaBiMZsQItrg+pb/yJEs48/n2duW7yyspycvjoaPtt2opq1pCPZMb2LCysTZBt8AAAH7HSWl5xM2QtTQwa7UlwS1FqAFItP/qMPKZiSqnpHqNbnsw44TgOzgJtgd4HQg1HjcbQZ7TgIU6DKABM22MSj8c/Be9LfRqFutmEOOQkUesfD/4cbUVgZ2uv5m/y68s3b8ODfQHs4pxQqvjELVsT1d4Cc/RWFQ+rpxTFiibLaWLyxiniM50M13M0oPfUWruYYxTDHYyDHFIQJMA8AAYLW2bgW1ljrXlcDizduobOmouJS9zpsg2Yn1xXNsj04oCG1XfLEHOT3gITj6d1wIWZ7tLHmjJdCPGBaEaoZ5xcU4ERFavY78E0ZYe7SEpj1oAGPotMN5eYo4Tpy/is+BUnKSA15bilycsH8P5SpleK1Nw9rZ3EyCE+9jSjJRJ57zOWWBMBqlsQIIlsrc07lbJekePN3R2AIOuD6B6QIw4GZuRWR6CXFcPOCLK5QVkOFANAF5FCf1VxdHDoL3uZe77JMDXZilAl8gAHOwFW+/rBFYWIbC1Cc7VWA55L2OF/RhIMT28hz+zz54J918+ie2IHpHrq1MpI5C/PIf7cMa37LMZ0eos0CWZOR0LWbZ8rwFAZOVYNtCyrwRwUYKbLI30lcza4Yh5mkw9ZRNnx70ozXF28rNlL5NBxssM1rEXOO8FwDYrF56MTJY+ydSqzgYgMlmoONIoJUcA3Pv0btSRDF9BBuiIq2yEXyF+oBGcb6ER5vShASw65JBv7cnYjEBlI7RW7Ix1ITs494UGm70bvcLexMiX8ILlB3Uo5Z7TG7G6UIAte6sms/aGjNzDdsKpBvDn+dbRaQArz7e08eqgZztuaV39Mzwv/LcOrMkSb0YuwBrZYOAYDVYhq43sQ7MmUTfYa8bzcJylf5CpS9ZdHYPK/QaAtvz4UDvbmXmVjxEwERprsErPB9leyjv5xujCWXuy1XA4A9h9l2wu+CE0Ym9o9ecLT2/2kwFbBsFNNn/lhTaxPY+ZG4EgBOt5hpF18AFacPTckRKWeT/KuAC7GtxKVm+ziNivw9GrDmmABPe12oUBUNvuCZ0dWiVrGD2YjGd6Q/KdzzjcW+ErZX8TnIAtq95l1s27Zos6ri2Bj/xglV68eNP3d53JUm+v4Tm/6kGuK2PetjbQ25Zz1mGPLNtgR21bAPvD1zR9qKdCR+2hAgbyieWz2K7wF8AUA0LgHQF9Ejx0P/f/EF7IfpPlzXfg8S1dWZ1LWkH9pw8uZ7SBSMiO8Dx0yR9+5AxN1YwC8lnzgJOAn/RcpGzqnwRYU7GjNoWgB89BJpoVZpWSnh1A7vAA+Jp83fy88p05X/1BcGh4LvP7NGUp1z8Ab+ZzMp4IYPkpZcAP2/MACpxfemIGpCpoHpr8mB6o3EebAoDvj3u/JrseOn2dHqcEyTx7kjYCfDXr/C7o4bNnTwKmpn/20H7PTFGAyKaAkZBnne21i5Slv/32Vl4UGfJTShIz58qBVilQXvzQEs3cNCBrMjVhwX98uX/v1QuAzgRp0Gs2oCw8TDkrgAxoyTll/q1CgA6UdeYMETTG2X2X8/X6FRlnZGWndH2w9iIYNCkAACAASURBVLZFzZgNDEnf4ACbZu5x3rM/4zOAbjnXnDp4OsU6GD/BMFQC4LwBFmMTKHcAOaZCVPUEKy5I85ELmQdZ5/QOJgP7aUosM2f2Bjp7+TIyN2XJAUEAnp4GhOSMfK19oT63/UKtqGKgBTF/Zkha0nQrpzxJz+PvQ7dZlax1etz+lpLKmcTTAHuANdWzor8AfiIT3ybDFz6HfvAoz9cMREB7Dj4UjIe3QnfIiskoT0ANJZY/QF+czXwFu4n1p6d49f9kzL4NAMxZAJR7nAzxV8lYhpFC/4z992Tfti1OZBwgHwB+7YnKI+SblWU+BuSmhy/ym0zNt5BkaOCnn+yp28zk8JXqkMBBCWgCELx5yvnTZgB8fflSeYKO36CL0OEGRjLz6hCjexNA1Wz83J8e4ehhldEXv5A6+/sA45iSBXro9Rz7vvZSZN2blE2OpTl6vHaZfEyw6PlPyp8VXW9e62NAj9Ve6mEM/SKTBXnbvgE9K+A7AH1bBkRWwJPuZ63w/RBwpT6gniCOxL76LHrhsr7v35EVS1Ut7KYEyYdGb8hIrgrwZ85ySsgn4OJZM871p7ZlBLwL3YYy6JkverZ2J98TAGZtDNQUJOO8PkmP6e1PDk8giKZPgq9nvapzZ1xUxOP7nG10UHbzAJ0F4yoaWy0p19EnuJnH0EKdMaUvettyfu+jB2V8APKwIAMGqephqeSOOj/LCiDd/O1ZVp/XdlCHbGUKHp21YG72EOb8uG5k3LPOyAcCKVkn5G+rglD9rXLSzGn0k4qu6sSC222pU58BOjWBzOjtH7o2GwT55nWCLLMGlu0eHwu+JrJhVWsLALfoWO5NDCHzatBTE4oMqFRviS4WHdBgJQOLGxyb8XWvc/4Le86418+xLQ8A5vlO9zPVE6Dt+/kOwCwBuQZzOSh4KD4vM3kJYtefxtogNwms0LufMwUgXrp3feoWgTdMWw7OJbILGudzKzuuPsqZ4wxId+i4u89b6tnMY9d9X6UpnsdcJ0v4stcNwCOobgP79be7/qwvvNoA5fVx1E5GTmlitCc1gei86hsk8YLxIUfxiU1g3ZaAVs8jOx15rS+AezUB5TTW/yMA8Brjy5wY9D70DOyeF+987V5/zkA4ltrfVqm7BmX/vwCAz8Dw9bj+FQB8zh46r8vO33U6nHLGrAxfGqWpRHBasIv9ctrc87gWlF2n2R7I28/0G4zvfO9/BQBzjwuRctjmtFwDwOto7lxqjEiUZxrY368BYOev029f53H1IOW5CwBv303XV2ofnMC1nOfWETxLvWvynwGA994717uA4/M+3AJaJvR3QcsF5/8jALCR60f0/2a3Xo9jswOuQWDXS8fF+eeuzXmtr8dTZsR/cw8dvDq+m8m23DI3c04Cv+d93oiVRiQOzfV+MM/5qaNgAAtoLNc1Im72E2Bn17/7W5qC2R9n5wwucg2Rf9VlJvq5RsmAOmcgvYMagE6wwPnucxC213znAGSdqaUodBY7X0vfVkn4fyl7Dy1LriPZEkBpDZDsNf//e2+mQaC0BMa2bfeIyIsCu98Fi1V5M8QRflyZizJtHScL7nDtGe1/Wa8LAHzsL0bHrCnP2lLZrtkZFbUGe6dTRcRzd6XbzbBi3a4AsCCl47BEl1lh9kQkw8A+dezMvlcA2Ch1JE3NrFm77U/dNRkg+LqGCNNGFA6A25jJkbC7twWAcRAOgMGGby9VaJm515GGY2e0vvb5pcxmMxWdD0Z7I8xwiNZZ50T5/54JHGQz99I7+zQu0e/JNMpKqXpE8c47cHAsp1Jhi+KU/yx9jIPDsnIC21PCsNqcvTn2QyZgS1Cy7jNeA6d8uuMm2u08YAsklx5n7FfahffWbzn3NzjjckCrQGdfy5+JKkbZnHc3Q/MkzZ41aGFBU53ilk13HdDwdOTBZ8imYKQofMuzmhW15xwFaM/3Om6H12Ccdd51PA4ozJpP1pgjOT/EaJtROiOe4BHedUT35VnXPtNGHNqvox/WKcvIudw5KicoDwcPWLBPYEzH4GTfTgUFeM4BWBPZmecz5j8G3OvZAaRsJoNK2zrrCq43IlTnnQanwGcNgL5TRyWO/+1RWSc+pfdqDNkv8MrTd00E6My2qAO92RAGGuznlocu3QmiYAxrDKjgCirtWp006tN2z52nmUnL/1r2M+vezA0iZ+cYMDeM6yM7I79vRnnG2VKAOJOnd2ONO2gD2ZbFKTgCkDJ8pG0QcGjCyyb7SYMmzoCRGzse9YDce1kL/lkeA6H3/OTP0J8ZJ5b6N0BIWoZetsS6oK48dNtWbDDArhVOoO3tamDYOs3tEXbwqs4JXqWDnbE083zkVs2kfNd+kowKxzeVDVijvmwmRsQysoGeOTgKhtbgxez98h0Mre3fuuvQdesZ0YnJ+7ifdS8ATMnGmc8CWO1PFx5B+UPWsX2M65Q/DcUdnjwMgb2A72kQXYORtvUA75Nv0WqiHK5rJDg3xjNlZQfI9rzSTzHzaPaRAY7wsAUrMYQBx5oBSgYlPSpb4hWDXcCz+4yzhvOdZ/C+syXE9TS55lzP+aFMJ1OEnqUdqhfgcLhb+cZexJ3KwdNPOb72AbKWPbCPmf2R6ibuTVvpg35yVsxAifGQlbeOvOQ9DXhkXQCAtzxzvsBIp2c1/ORJaI09wPFvpqX9a3ka53JLbBekyXX8LDDslmK0H2BWnt3+cThuAeTjmGq55/wxo1L9w3KIOpGagZTnvIsDmutrQ48OahCC2TUY1tUZyi+y3jMeDOY96wYdSGvyMunGTL4NoHCdC4yQLTEfoulZT5ywAMBkPrQMvgOatTU4Eb1kg0cMUpqgxZy1OoYZ05w5HGvQ4sM4YS1pin4UWomTegFgs6AFmwGAKe+HG1OA3Ko80CUARDNNqm/oHDVAM88k0zFftk8vDsj8m3c+bhCBzhOAJwLZCpRQRq+OTL1dBBjYQgBQnP1inQKaxLnZCPc8BGD/dMijn7OuntVdU65r5mXOQmU0MqtMzNLHpdO5fisIVGfMfrXkeniqwDslInWkLh/l35ZdtsSyNKhueuo/lkiXvi1B/yF7CV9rCcZkiKjfmA2+5/gwd3Aatt/uGbzZuRW0Vc5JW1fb/oeW9fSDPJevKD/shXgNxrLsoMF92nY9uT3hgATVi0P3nygJl0coM+0J+o0euBPM0zJ9gBOV/4BSZNsBMkI9ZiYjQCsXKid0tB26d53QasTsF3oHjn55l/pkv99KFCMTyoOqW03FhKw/vBoQBluw1UOqgzmrBYDti7ggIfamsg8Hthkxyo8HgAChERyBXwPW2Jc4PKAbJ0BTmUpmWrOdCfrULlo+WYdie9Wbebv8j8AMgNbTdpJHc2apQHCPcqQsW52L8H9oCDtbvqxzHvuY0puejdUXN2ia65nb0jeyU/mSuQbAr90SHkNAEzzRTHccpQS6CCjz2SpN39IXFEf33QASy+ULCBmE5lqis6sb0TcaZmOwS+y8XI89Zj91e+cumCzIDFNBdxOUJqOeNcZ5iz7Gfasf7Llcns7zyEDdfrzYA/YAFZiGAB8l/YuzDK+pPgWIQfZrdfUNTIW+tQK6B9O2ZoPGWR/k2fbIhc6/UgKUEp7UQW+WJUGQ6M05GwGFKAkKm/tCpRR2kB6WGcAMKyBNMgczvqfPbGdC/AfZUffv49gnYMbgxE/pefpn9g9bDyDvp+xxnbPZb9TOLwTQQcuse0il/eHrKyA7WLsH7ImqNg8KVmT0wwstcWkwRNtK0CsWvW+qlvwU/RwjBgCIMVLxocBX7fQKiNL0NYOJn98FOOvkAxwDhpfX/Ajg11pseU5Kpwc4BcSuA77Pkp+T8brtStgn/TbYlGRNPWo5XHgQrPAn9C10x+ifv/77TXX9V8lEtZoAvWuxn7QLCtBFttxrL2VK3mIf2yv0j5Q+h1WRlUXwTGHQ0YcMjIhMotdxMkG5bv0ROt2xcSO7AxCTRfznn5b5ffIMnUR+9gAZGVp5n/6nABWls+rKZprBT/k8pp1AqsO3tC9vip4l0EqlE2jVNao8QJ634seWaed39KIE0LJSByAopWUBS8o3M1cr7XluOf+UZH+WjGPRjgnGRL9AfrMOmT96H7rC49BV+VBtwzN4k/dhl+LpeEfZ6ABejwPUv3qlrvP6N7K56QH/MPNJ8MPv7wtiP3tiCxO33meiJ5K5zto0YZxty/s+hE8+DQ99mXLTXRr2Bb9AgJj67caW4oCR7Upg2T//9WzKQQuSNAs1D/z9t8jmgPrIvQYOjl7JKNgjqhyQSSgQGJ0pf56/SJ/rscsoFQ7ox+9X7sEj2B6AIuxKxvg5/aXfA1YX/cPXYXbgA4Dj6Ey1j3IPZbvJS3+bubMO3wZB++VfL7s2796kdHNof6uTEVgFP6MnNjLm7RtogHMm39V2VBair/nhbJOdnmzmyQDvmcjz0VXUKc3GP9xI4WtEMQPSvvol/CyPepMs6K9fOMfQI9VN1J85a2yBbVFYnzya9ytW+qlFkfeRIfp7gi6+Um0PNkF58VQGQufYYB149uMF4tBfOe9jUCOSCeixT7TryvzetNKEPjR8qAQbwNceJ8DseUB5nkEwwvqNAOmVR56r2uT4bPKnrUlKU+o+8Pm16H9M9nr9BHk94LJicO2hyIqQ/du39oBHvlbXiR61vmsrv9xt38Mj0LWtkMNgtKsoD90+vgDHk0zDGMmixyaoLKfSAPoW6w3AmPWwjYA+KlpXlG/VDreXb8OAsG0IMED3Rt4y/+qQ0RWrf5HdT/UBwWcqX/B5Ep1vlqzgMf9eQLM8RpXbCgB2RbI8fj4bSFV7LGPhvawFH4FibiajvFKmtIRu0HdAdQWLCd4Q5MSXRbALgR/0NPd7AiZqALAx1dUMDmBN0fUnaJY9iX1CJbqeEjJzw6MW6JQq8pSsFxm8gkQCwNibsMzy0wKyJjYxzrZbG91oHtHrDMgVe6nPYmz+w8/ocB12PtDBthC1PZ4BCFcAWP1z7Qp5EsGX6ss+BzLeRJPqAwV2fU3fUZsenR8e4KxbvYwdGJuy2N6M6/Dr/d9mAO9idFEPR5hPrUJ7BfXyezbYQ+k1Mra/XncLnHbxRpj12TfPvYI/d4GEjZQ5x3S9/1B0Ls+7zmXn973s3+sYjpKXe4rmxu/NY5/vZhkRupl5NcLHEO2c+aLZcxoImybOa/Zarlsw9HrvdSh9zHxuQV33yl/ydwl09m+fve87n+K11+def2eW6OmEvwtSXK+UTq5zOOftvBYAvvPuKlvnfbcAcLMV60REGuUQzPxPoFLDe0Gl3SdLY/mmaynCK1i7GcBXgNdSbAsErIPybtbsbbauAJxreAXEzjU/77++/7pfZR4Dau249kzdDQoYzpGbrxnMPGvXpFH0s6EVJo2svntu7oCFF03g6ImJMTFSvfNaz33eo2HuOE7BZIQQz93o/GNMKAn5vvSaLxslvdmYVRb/MwB8ZXRLO0szjLFgDDQwRlVBEc7fPHfBSgesM3I/RhFt+SrntHSzZ+Lq3Ck5YhfzXkp1jAN57aRG7ZDhUKfcJeP3csB0LEszCsGlYUtJrNK7jlQdCicIfJQuHxo4e+xO1mi+NyJOQ8D9UqBsBjC/2wyuXofzKWPHwbEO943u1zlFJjHA3wn+et8JbB6gxgCXu444aNwLSo25/6zNOjS+thSQkZQ6X87ysYJeRsEueFOBuc8Bgh2eXyAtw6kjMwoDwh/wr9GMeW77t07mQw2V/EcJnV1f5iNAgoYsQNs55joc5zoVdcDyYV1a4XLA2y23dQWAAR1QpKCJdQyxPGx5zy+ycO4H8IVMjh6Zl3O5QP8CyXUWjuzd8QuWZ74DmLi/vqsOJ64/NKdx4DcTB8OgWytNjuzY87+gTPcGIILzgzOQMrbjdOp54+zne0tWWTKU89H5F0Am+tFzYdY3m2BUPCVvWPuCzBjZS/N6KkufjA0HVB1c0DN01bLO0vuWUt8ejiu13I+RM6un5GEGUnjgmZulj80wZgzXnnEsCuMk4MASTvKXflAA22NGkPwoz0OJQNwqPYcnTXNLnQ8YhAXLWAfBvNLgrCPbjxItAOzvW4K/YKi9gVkH1tWs/KFLMuyIomQfYmTUoTZZ28v3GPr2Mqtzux4jx24wgZk0dabn580qOBgnZ2J42p4bnmegkA5n3k95NhVrM/84unX6VBFWZ8B5D/01yjt33wd0aYar69TzWIdjHAA1NE5Hfe8nkyzDZ+yb2VdnG99PhsrKKxX9GDbZs5a86pn2QG8mbNcDHj9O/wIPdZQNuFO+Po7e3gkf3P6TZrcdivjS78hPozahXzPO5NFG0tfZVF4WWizZ44yaTLrRexip5XyN2u278CLmf+VHM5elTehve8bvO1cuthdg1sOSrGdmftcUR2vGcmby2oPXLEHPKdfR14mhHaWkOB91QlGO0koBR3R2ruN9+8w7dFnd6XyOALqR/MqJyTBvdtAJwgMSmn2hLDKrirUh8hngQZnKB8DLLC7OOtkngLMGIpBxsXqihh3ZfxvQ435huOqI8ZnVd9YinIOxGQF1ckzQjHwQucl8XOelVSOf/ZR/Z/024EoAVmOZ63l/59h9nyA76DnngWyH6l6UAp515loDFy4BW3kWDvMHAWYFLwgGEiDDIUUJRXQYssVWNum4EuRoX1eeH8duKxfkp4dxGOrYHmcK5fHH0U+kOU5dno1j5HMzSOQvDfQIz8DhwPOYEhkyluLEKSG/24wy+nBC3zhcKidCi/eTQcleGzFupYQG/JRnySfYXx0NASwaaGPmqQFRpy64toNOdx3vOCTYY0BwxtQo7WY8I4sEFJvNVPlULbTvZm4tLZY147mb3QrPbKBCnQEy7PL9yDEyFLE/uJ/etPya8tifCSxp4OEfdZaxAfBRMrQAgM2i3AxG6Xb1qUwhMpsApemhPdmcZMMxjroLM1YygMiEokQ2Djz4aOVNWgjk7aMbxNlOyb/QDB/2FWeWclmw+cyGPgPa2BfWyBLilkFlNgX5WbI61OTDBjgoy3oOCvoIhguMLZAsyMU1ZAvRrw56VCQNQN/1ld5Wx+L+lvDNeuLwAgjgQWSR4ahFd+yQsv9koMIvKnem0sPyPXV0s2qgV+hjA4jMALbc4dWfQXlLnY6Ma7KVJwPO67y+zufypWSc5axWw8771uHEc9suggoDOK/ITKDCRANPAGEnI32cWOoHZpUJVFBiUBnGOlhKWB4LX6k+mKssB70BQGbfI7O6lv29QWwCBTzHvsRXfWt5z/bFs0VBkZ2eI3SpBs2017ZBWF/jnF89kO8eB4hDh2/JyTRZZF2etgS0mX+1DeKg1a5YBVfdAtq3x6492OWH0K/yqy1Q+gx9CIAWOMGrO+VPwQN48NjD246mZbJL9/APdEXAl7P/O/xO6H9bQpARF14FQFYdl7UV4PoW3oeTutkr49AtoFwdf/Va5drhE8B26bvV2dfO616PPXHwfXSoWRdL9TImae1JK2Vos9r/1LMtmESmFHoc+id6oPp8gYjQxoIe0qyyAX79PtntVo8yYIj1Y1wFDaeEIX83eCgBYy2BDn+aVkgGpCFj3QfWErpbAJ7xrdPUkuisn/TIepNMDotl3D/dQ45M+yDK0PdsUi5cgBNgdf1LXcccw/YpzRX04vycNXkX4Im1fhJgkpKuOLGZc/H00Or9lIOlzGarFUUv4yQzfjL2waD/DF3h2JWveU5qYo6tQZbjUTGjOh/AaLJJI9s4aa3KU1sLOUBgB9UarKxQ1hDH+bPwGxzsf6Jj1xd56rWVS1lLQIwPBbdc66cBTS2Dy3xHx8l60QcaGqGcL/Ll48iCRwEsWWMycQvk5VmUJWdtAOxsDzG+xMrnjDfynt8BxPMBqFj/BeWLydIlC4wzAAjIWkALyKYv7M8A/MiN80OgLaVo2QCq/BDQ4dmtbTT+HPbo9es3PzzKft9PRYh//5rgkQwwrZADdHsmHoSmqcYA4A3wSe/QzZxXhzfj+2FkEHvyin7g1W3UKdAJ2uO6md2brZqzC29uxSOzjLcfJWv07FloZSYD2weYYYsS/+Enr/3c8t2Uah55kTVB75kjn9+zZsqMVoapX4anCoyZpwBg+FMz9R/mnFVPT99jpvWC/ujZI8rN0wahLTZyFgBJ2eOCZ3mn8UhZ0yzLm+wdpYOpriGflYcUYIzDhd7sT57ASAO6v5UPk0EqwMuz0E20uwG/mS88ELsH8Ic1fZMMaOhUEM77yUhl8JwRaLbVSPAZ1WdA5jvVzSa4ImWXf+J91QM8bw3u4FxnnB9CtwBS0Bf6SvXZnGnez7UvAqBVFo/u8DRn/m2A4nfvolv0tcwvgXjJhCfQ8/3bt5VHD8OHfv/tTcF1Xsb6EBgJHyKruoHU1RndL+ZfITr89s1v78uXWp2qNGAfbxI2GmTfEu4pM53zutmE6MP3H6ZFUTLmWZ93yf5tIY1kkBMKhrvOjEbvadlcdME8nnlzZvajPwWQnYoqWY+RRfVx5iKC/KEv1u1ZMo4fTjUL7HbL5pPFfepOG/hY3SD7QPAAz8fOhM7qb8z40W+oMsJz0EnxPSzoCF9Xn1s9iqpzZrqvD45zhix4QkBY1vIbPgSIn37ZzywTPVvZNYJssUG+hMczp3v0ws1377O/+jlpIUSmvkDkqOjV5a1UQYnobR0kb4BnVRaXQLRjmQu22JdsCFvMMRIgZT8A7Ky09JJgG8DOyS5GZ6jfA34Q2dt+ttHZ4MHsX8t55z/GCE/sXtp5p2d1E7XWH1SdNLoF61iZn0z46th5LrTBfZw3fKhX3clA+vD66GVk6CprVufAP8FYkOtUM5EnogMD8D+hZUZ1ksmWRsYSBEfrjump7Z5aDc152QKjOmom/3UqO5Sw2LSsmxWwkK2TuMNaZLHJzIemWhkJPRgZUvsNHUB6KE3k3NbmbFLDGVyiL8wglz361Tlqow1YWzr006l3n/1yQeXK6AFs64DutWeClnfrP92s7GqP+MOa2X/SW5PmCOTxAOQH96eqKMs5rkfOM3at9542150ewOsoPqdw/ut7wOYtqNuH3wC1J9DmAFcx/d511/fz+ysAfH22kXOCpDuhHekCt7dA1u04rtd3XLNJt8+5jvm6LrfPv33e7Rpes5kVcieBLEB7ZnKK2qtYyNx6z4W49vm34O4VGL3NEub+2+t57pmNskDmOfrrO5fJuSZDb/OPqwG7e7IZFbuGxxpV0OqI2M91PQvm3nw2a5ivv/fcBYCb0Ydhc9lPs8X/CgBLR57SGujz3lsg9RYArkHXg4chICi5GYdXoGvHKeB1TugKZPLttZTt9V3XJaijdpSUlm1Rr+pnnRbXrOBzrU9Qme+WPlpmF6fZbmRLHDnIXSv+vaXiruB3metskb3G5lMDb4Rwrmlvt6HbRvvNuxoEkV9sj85jPxc05O9xcGFhVTbNc/cZE7PVZzQSZhgdI9lyQXcYHQbV0sAYWKWlbv/pgNl7ELatzT/jFwB23Gd00PfPpI5vBTL3F0DIRPY+n3mXh932XGRsZJs4HoXklutZ573R9iqspaNxbCytoahsRFDPftbd/cH4ETTxj+Ay811jwYhtDdh10K+jYAE5Mx4EAbzX5xfQnjnuub6C3KXZ4W+3fGN/bqmmC0ixWaXc10hanMgoqjXkzKBB2ZF+3c+zkkDWEMNxARyi7qJ0tXTXCGhBDJVEjDQyMtsLaiTo0qP9/XT8b7AOi8lRbAZGjXKYu0oz421/Xv7NnwFgDkMepyVO8wLbJwBsuV2VxJ7DcRq17Nno441GhBdl/VvCBIcfzpSMcYHaG7FWpaYZUuF3RMVWkV4AGAfylhkZujjO9hyEzfrt/uU/S74JXOxeNPp79oGI+Dq9iF5nf3ZAVbLo1RUDvtk5ljjkNZa+tfdrexKVrwjotQRRnr38p9H46GzDX8+ycgO85fcY2N+qtGPUWGILUmhG6Dj2l50u7XTf8yLmhkNte9k2WzF/cLCwF1um0jFyzu0tiqPEKP+T71FOiO1G3haA5Czmv5aNnVC/Ky+Sj2Dk0mvVoJlV6MyalEbWKGsvzAY0+Wf5bDOhM98GPowDk8nt3jVTo882+KK6yQiX9tKsmQg/GnCcrLryCx19ZnpqMF7PtmXSlfPOC2D3khU7ewkdwh9raGVNq5ADng/xr4whrp8VBtT4MbRAxsYaI6svcTSaITzyg4yUXYcHiYQtCJx9si+dh6slr+J82SxUAIeClmREZ9zbi3IBW8uhzmzr5AaUch0WgDcrR4fxUY5n9pt3snd14iLbep7PjNtmxg7dYxgT2MIe8EqyELrGldVmBZmhn2cCaME32X8MuQJZ00uQvcj+IQMth6uFtRmOT1KKi7KZ1cswVvOzfWPJtqAnt9UATiBMI2jXfzO6lQeW6+LfjazlvI6jeHU7nF0tK4+TGDqfMkm7Njxje/NqCAkSF5CN3LG8M455S1+Zhcx8DS5hLTgjyl62Swc28o2Vo2+VvM6+ajxnA8gAgBt4hRwDABlHaPXV0D6lXhk/YBJrUFARELj8gvlLGxtwRWDGNTiM30HbXdf2opP74GgBZOVZ8HRB7SnbzFoDKjaziT0GqLaP12b7ctaga4CuLU1tppXlscuXMOonO7VUh/zLOsCj99Ozmue3hGec2N8Af7akXw3erGFLY8W525K0BolRGrl8lfD7yn/PfYEcJWRlDSAwU24GBUBExsR39+OMgTYFenE+hEZKS2atMDdLgwsmsX9kh22wpOdMMBXaxRHQM551AUBgbGZ14lTCSTEl9grS6+SDPkt3AMD1iil/FvDYNVL+neXDm908IDz6WLPI0SPYq6w368zcOEP9DJjZM1I5ZEZRy1RXfgsAA2j18vxh78kYgdbpFck1ZKkZqGCGDfKStb+fzC2e8+BBgBNK0WVelt0dQCvvMvCFXl04ZgQmfmjkvWA660TvX+8DBQAAIABJREFUT74mswlnJDKE9SFgx3UC/A6oEPldJ/hUP8BB3HLdQJShF6LtS/fdRxz22lzroFs6Ecga3sB65t2MQf5oWVR4ukBLHMx59uod0vNmYJxycO1MMnAA65WTjEdZtDo2PKbnawaFHDBjgAxbAU/OI+9nTTi17U1LBkrmuYCU4wjNVM/a/rGWKaSawPa/ZTyuiVmkygRKf5qByue0kTkznrP9DrohJGu/+0gljDCG7aGubijvo1Sf55DsCbM/cTpa1njL0eEkEuAVtI9zudU1OOvou8jvk5+SuUS5Qrxu7TMd3sr7dGC7jjh9Obdb2riVAqbf9s7PMy4o3SwP3h/woJnlHS/lcdVt4AU65+ChZujrIA5fyZ/PcTRyLgH5G1RJBjaZVrSYgBdSTnYA0g34KQ/MnwVIrMawTkTBWsbPnqJzy8szjnzXcsv8dMnWql6GPdGzwnmj7zl9PpU/zGX3ujZhroWmyHhjLJ4neZw6Ss5jHLIEabBnrG+rfUyGtzTPXNWHCBCx1z0lX+U/BsIAoMMv1Unu6LoQS+02S2RXroYnQw8c6UfoemN3oBO2rDHVGCqLAjh8AXA3+BGQzlYmoRnaKRREsFLMOjb595tkxTGGly9fmHXObyur0FPhY4Q3KFPI1EVPpNR1g21GX0UGmlmlLiAodwYGrI5NxaqtwMVa0RuzgTchZwCTB49w0gtGMr/HcVCrm4RfUDoYz/LIi7VtcUhj2VG9gize9+0zHZAhQAUAFL096+Mg2ywZdy01mX24N3KSfQfU/JD5ov//iR7Sc4+8STZ19AxBqZyHrP+j9IblfFUGrv5JmdLMrVUzordgwzabM88gSAo+/P79++4Xn6dZP4JO0Gv1wanDrS+BaVJKGTEF/XJmyPokmw5apqVAs7MiX9iz0luqYEC/ZvSFhwGkZq1w8ONfkzf0tJc+8LFLCnkeZwJ9Ic+Fn/x4zyoiZCnaS5xep/ArW6NUX67qi+MmfbAzN/QFsuLh0e2VuZ9c9zVrSK9RKsb+mX2A75E5jKzeVl68gzk/zNoAif/275QzJ3uRvqYdjWeZvX2IjZK5kSW7PUDb+oOqXwTSAF4GPP3nP15kqPKJZvpOGyQGXx0MnQNeMgGaDLnVCsbu+hBa6jmnBznBfgQrmNDXsqwP07OXst73op8AbH76IB/+ExA6es/2DH37++uu9bMAueir0pY6PrrNt4LBOXt/0C84tF87IxnegMyZVzP0ozMR5NTes2T65dY3KTlMCduWcyUjO983uIFAiADA5Ji3AktXkLLQCZxqBRfOxr30XcZw/5gex+ruPLsUgv5IgEb+YQld9WLiqsqX8gdZ9C4Zs8y7rQ+aEfio2aNUSiCQgDLcP7XsObz8QcBVzjHtS57k/cgogsfJeGU94K/lPrknZzL0/CUBG1/IKodnZg9Y9z+S1U8gAwvw//zXq44Xft0786pff3udn63oRvJi5Qa8KevyAV2Cs1a/0QRiZ40IyIRHvEip67ctMzyZ8qFlAMO1DbT/MjZKWocfjasrD9xgLgNuXzx/Xt5LFaDa0a22hr36uX2lCeL7lnl9SM9g2kLUss/v4Ff8rq0XyHQP/aEDImc4lwuq4bt4l/7VD6NXFhgGz8wjXr+OjA9zYm/RrX/LWtDm53nAXng6esCWbaYEfBejvAd+bfu5ys38BlMK8JW91J9uBjAlppth3rMH7SEz0JkYBP8bEC3ffmxLDoOYCn4hOyit3vYeBE6go8eHQ0Wb8H/WCB2ibCXrhm0CT+A8sw+PMg9kTPvBT1l65Cq8hHfrn4cgbH3ToDX8F/m5NJs5cL9t6exr2/LCtQvwo2LgocmoFz+aqmesG/vxOHaOgVZmh9duj5ziPFLuuK5HAmKwFyvfJEx0ZM4UPbXho1YqWjvp9JmaVQzP4VkBcyOvVGwAfdVnO6/xvWpfU4liAvIjf2rnogMCGsPL4fPwJBg++lWOOIEc25qwvd/zbOlUvw6tESjNPInSPWssIzotulOrcIwNaqAherd6PzqcajMDF4tAzvFpAg+BNwPwYiO2stxy+JGnFgfTn3IEJ0+PXk/6rgV2hwEp2uWXoKa9zkcNncvbeA328dEuMbxpn3nq+ryDwHj2oNEQrQCC3V5ummcyPqbG42v3jtyAXmsfDz3smAHnFwC+k3jw/vOyMC/9u6zbfdDt37eg7bFIA9hoFJ+fW1D3dvIqJSrF/wmQPiMYNJT43F1AN36f5b9dtP/03ONZ837BhSsg+3crMWO4AODXK/8CAM84TiDhvPoEts/vanDO+PfbW7C3iv3F4399zjF3iOay5XUejFd5QYfVLWtkzbU6WO+O55rZc+47ivQZUXV91+71nRW8ZDbc2aPO9XRK8bs1zH3O1WElCNvSkzvIMaC733rhC85s1o7P4Hxp/KKwXjNlryDwCczrXN1x1HAcJGKvv853wSyeraPBd9ZJVUe7UZz7+x2TwISLveDonotdwysNb933dYTdrtttNrECAIaicGRQo8fcBT0LAs7awHQwsOYcLRBxZALPpl4BjI3Q6phz/9n3sxNT4A9N3eVCfz1j+9xrifHdiytdbmbtcY5v1vG6f+eZOHnFQceHgXTyrx3jdS8VNnd5Dz8v6AD334xnS2XfnmMdbUd27/AP5muJbANA1mBfcMfz4JncPahDfL7j91sCGuVKwPE8wNt7cst3777yLsEmzxfjaA9BsimHfivYMewm8wnjAEfntRQ1+9t5AZQ1Q2mcEKP8IpAZ6wl2qLztWp683DFv1kTnf6FDFHOMXhap/S1njNunds/g/l1gbPg5xi1LsixTJ8mWUJpMz1mDawbWtf/cgluMcZVYlLAfa1hJFwv0VOfNH3uyTUnGRgSeAHD5Ary+Nxu8sX0L3XuUdKkUBzEq/ALHyyOuJXh3btxz0Nko3pu5tWeCs7UOPjOq79L+/v7Ki1A8liYP2Y0TKWNFAT/PGEqVyg7KLo5bo5QtcSOIoYLvXpv5tLxXOvS7qxw8+McqRDNhI3vNcoBXqbQL/mDQcbSq4HUIk0nULGEdoPshc4yIxWYQTXR5zwdriKO+GXGT7TCyoM5PHpuxFB4pn8eBPNlvKGyHQ0CH3+EI3yGtvK9RY8/M7VPC2K5Z+UtnZmBLw53W6FKNXp792IwIvDBmWglYKesFg5bf7DPYC+43qpCF1SnleXX/7lZHUWnFiaKDcLKbm1Vvr6Uqt82eXxByz4OAbKNGm8lgP8PqYT3blE1C6bak31SYyuvMRD6CRjIEeA97fmSdLugKmBnDqn3pQh8o1nWoDnhFZop9kHRa4rDV8WRU7f5bYnatyT4zk9LDSblIPhgv9qNl3dxL/rbk4WScda+kOH7NeHds63w+BHSe3148Ayp9Cm1uMKT8X+cWDzQzW3pohgD7AI3kYQ9i5OlEVcbbv2/LIVqmCbrXAQN/11Fz7HPGuz0rPYPz7NH7lSucVSfGWTM62BLp/E6Z5/M384drtweymXyTwU6JzTpTBbAb6FBZhxE84cKNYEb/ZDRmhLOu8EmOpqXSjdhFtlZ2tpLD6lrK2c6rjokB4ieqdo3C8uTQn6Vw1ZFbmiugg3sgn2qPuHxKP5fPEUgGyNtxoAM6hmaL1NNnqeEC3gQWTIBeMxj0wfV31fd5J2cj330MiG/vW/djqwXgoO3YODfTc9XBS3v0flwZW1mZ5zVQJkY2vBPHBzRub12/EwizIgdO6O0tyRmAn9CDqnobkdV9pvvDc/kDvbWkM46EngV7GRkQYhlteasCHwcsDhEetTwOIJ/ocz4f2qN4MvS7Jghcz9yW1atTG+CzoNaCsT6vGV+5BTqFp+0ess+Ap/Df48P6xKNB2eUvqWKxPJy959wB6DX6frKLua+lRev0PfUwvsdZYkl/y7/XSV46t1LEBh9Z2cHAAKoQMKYGqZR+CKYCnMoaZwxUKbeUuM+mzKpAM4fDbNk6Ns05mMCg/BOeDFsvmG7QFB+yt1fHM5PevTwCMXjnAN6ccbMEpWfODc5F3sWSA6rwS53wfs+1DWTMehoMNgFw+Z5+gCtvyjdapjkAMAE9DV40UAX+a2aojmM+lOjXPoKf0yNNABcmAZ3+VJrczEFK2UHHjqOBaLNV8BkdjjjvcKgONJD3sSfumcEO8km/X8dZS5JnvFYFge4El9rmoTq3TnQAZTKMC671TAzFNWBAXsXZWWcSv4VOvzbDidLPBLpScWb02DioBOcp4Y4T2vsbXNeqMwa0eU4FJ0u7VL8oYGpJSpzuOL83EAKACplyn3J9ZHxmPpxdA1d0UkEn7X/Mf7NOC4jftRMNhIEOAMjLW5G9BHENP2XeDQDJcwAaOEsABDA+e/IJfjbDmvOQBWIe2NbIEUrXmtEvP64jkDeu7wO+OKWNaZtwDQTYcrawE3sXIk/YCwKSDNZZ3b+2EqA4mTvRfwHxkDttfzLyyzKS7i89InEAc8wqH7N/fP882XaAFHD1P//MWlARpcArqVvyCfSf0nj2zjYFZKMqkwA7tje6+h18hGxqMnuU/YwRMB6eqgyUptFttwQlz5LmOGs66FtthgAP9AtApIwL3vU4WfLwAIKFYJWl31buEfDiXDVAuCCmgWt1arI+0HTfJb0baIpTHZ3qfgFB+NTjKY2rnaDuiOPeYEB6W5K99770CKC2Og4OecvqSjefKN0fEBgI98HDZOol2zIibOSmsrNO1oyzZf3vyWepONSA6eFtOFy3zOifAdHaexQHNoAyAFNla+YTh3pLbHMj/BBZh442gRPowexps5wy7yeAq4BU+X4r46h7BmBA8PNaquNUxzIjs4FT2ecCPeGfDx8N0Jd1+/guAHUCDDhTT+gFCr2Flh42QAkeGud+3klQCs9vFjGAZ84F35EB3MBL+Gb2HOCv1dUzlN+SldhMsFNJDWDNfWT7GlwF2ERwAVnO8A59YMlsS29WgOQPaTMM73wckIcMXebzIWDXAgLbN/IMcJVWfv31bQGSly+fjT5HZuLb6m8ATY8oedzKYelrHNCwAdIB7CkTWnCotox8Dz9G+8bm3XA0nl/+TTl7ggJz3Ogl+wXZTKnolts2yAfwGbmzsv+XX543oEBAOCW1kzloNiMBAJEXta1L8T2TlBSG3noO8+dtskGtRGPPTdbv2xHw8vmHX35O2f4HsZtDz98Cqn7+REliecgfyVQl+5pe3R9TxYL9pf8rMoNjb8UMFUaAL9YUfgFYQ6bzw4BaKSxSuobPvg8w+ZR+4OO/onf26/RK/jElwWvTJNCBs/9D5ktWeAPjIoqoSkI7CXpBV6bmN5yDR6nU8Ms/reBCb2yG0j6i4QuVuei11ZH0D1HOWXrTbgAc55yToQsP/PL1Y8qRp1R09untm3cNckGWtux2zjwgLoDew4Bo/eRckk0KAFxzNuMlo7jBMT8hryJHPhGcQT/R9LcOOFtAPde+TZb/u4/vArS+6HPQGZna7+lJzN+A889SwpzMQj7EwDWDElsHXaQ6WdaBAJrcAFDJIX/5irrhAeqyttg16P6sC3yofapDyxtYynPXXtyqXvic0J/Qc3jQAwKlMpZ3OfeV1ckALlhJxaSsrSW0Iy9yiLkOgLV8rMof+0TgXYIncu9WkLKVDgFn6ONWXpCe0pM6JcIZ//OUgeY9ZIEzgZ+zdnzehQ61MfR37Kf6LEHOzWAdnS/r+D78gGsN4AmfeKXOs64ZZAg8nLX5OWfhv399Y6uOsQXfhWfTHkCwS9uTkuAERGFeIfOa5APAHboiMBBiqLwID7ZSB0uCryL789LqRdUfGiCAb0vwmX9/TISJ/csNlmZtap/lsQCiR2Z36UjaKo2XrMxoXf8j6wH/xP+m7QWfJgv5TP6AnzwlkCcLid6l/uOqImIKMsLHqJYBHTYQ4FtomV7mG8SmjN7qNNgxBKqpu2BHje1OdSLkTJ4vxKKO0sCM8hDptKA2QT20Scp8tEnYM/4ty4G3tmpQ9D141NqxVvXzfQ0G5vqZT6+ZqiPlDWltgU7BnNfwVRdwLTh6zW3HLidAKgfwUdbUIKQuv7rFLBY20lpkYhRWIKxq2IAyezCTmbx9gM1KRt89dRbxDPkEthgfq6FIA7s/tiLR7oBXdkz8e5SfJr/WRiCgSL+YfqANsAaTZA+kndIswdaLueLTwuapPHFd8FFsQkUrqLjUP9zJAO5ALk4eBaAX/qfP3nMFpa4O97vOwXWCnU/cyTuRE2y9Zu1eF6j7Nor73WzN3UYXtBMs4fr9zmcXan//d3PbZ+x1tz9/776/y4Dea7tGDAddrmMcEO7ysP8EAB/P6cE7N+d7AOTfPWed6rfzX+f6sU7z+HNPrnt29/23a3N11F8B1Ote92nfAYD79Q3tcQiNFtp9XCe3f2/5rnOdT1rod9BLD1KDuWqAeACHoY0ifQue7vP+CrbLna4AsA5HwegreGEGz/lpmU/mOLSwjsTOu4bFlCpea+hy767f7X673ustkCFjgJdZD8PmMTCwLfnXDNMRqpv9rLB3HDuXdVKIo59Rox1vvrsD7M5YVRRkfnvdnczcCnsNrSrRFdTf5zdrpP91D/Zcn8EJdaYsp7+z6hp3OqXHIdn1PgGsfb/ApdmfMOg6dAdYXfrbaxesv66x++hzVZCktQWQdlg8gz8F8pb5z99cz7pfM3N2HKW7ieDmcgHeUtSMVXIvMNPfk8WIQBLM5VMgJpt/9oE61553H9mzNfgUKKWpcQjq6LSkREs+X/ZdQ1kgw3tVHLdsDYDw/a7pnKFm7Tie6/5IG0IqG1TCc3BKHx8Ef+cmILfreAXC1vHNXYzJ0leWOqzPo/vlnm2P46XLfd4tn+KeW/lUZ1rmhIFID6ArbRfMr0I/ThwiA1mXof+WmRpQAkD7mk1LhmbBkgv4yzYILBH5T3TilAzN87ZEdOlkHVzjfLoGGizYy5i53wwhFkKeePQUKb3Ify2JOcoT36PDli9L75sRiP6y2cTyVMuiLs3LqnDYmnlRZzLnrg5S9sdstQVTqsztmZwzvEB3+dScmx0bziqznUoZzWTY7L8HMa4eQEPlN7xPPmTmxwSmLMpe4MXsdhRbAUucjKWA8BSF5JblLy3xxpGdrVqTZwOg2R+R6FTCHWcN85wFD1iL3RMGvqAI9xDVeUSZQrvZ85541oWsdUoyTmmxAojIkHXeFwDWQbs8mMwKHC/sA+yS57D1Cwge+tNGSJb/sWZo9J6jyvW8oxlIs16AJAvEXoFtwWkBNZTi0kkzic8ywep/dcmM0/rqoKXcpDwEABh+UMdvnZs+g/faE24BRiYm33J+OGsi33DWF2iixJ6lnJYP4pzd/nJmR53jYx+OZ41Tu87VjLmlQnHUAMBkPDgfawQS8VogrHc3GKYAzABDWzGh69d3nWNdQ2uDKO0FbhaS/S7z7D2zUOPoAFxvSXlAX/nNoT+XNyPVxunP2KsH4Qi1vF9PZgaOY5rftacfJa2yxltOsuWoiFye86LeoC4LQMJTLA17BszJd0+eL7A1JS9z3WbrYlQzTxxgZvTCJ+Xv8APnI3DfvqOtYMBzzTLvuczPC0TYu3CjzM/AlqUbjKiuXf5DFheEo/xljWh5yCFXJrCHNVrQZ3sYc2/P7/CiLXsNv7gGVR2tGNBHMaSbge9tlggHyAFImMzRAuG8Tz7NVJcXfqv+zGpvMFicBRPwUaNvZN06Fxh3SzCuXMZ5j84EqDHg+AZM4MAl2IrMH5w8LcccHoazgp5yAkg41gFr6Kf4qSAL+gZnC/rgrHO+DJqyNBx0grOVdyrXHQMf1pn9ahn9S+a7Dn/LJZZP4qHqHpgJCpDPudty2tUT6mQVXLRkKrSJM9HsLqPezQTgg8N0e8KRhckHGl5gqKVJEWwud5z0cRjmHZxvK3AAbpNhNyXLZn7SotUQ6lgH7GNvGVH5hhm/DfronOxDWX6IXKK0MM6U+e5ZnJ3wT9Z4r7NUnxUF6gKZYcJW6H1oNu7KbfgPji/7rgMe2ttW5z5VAr5Nyc7yGQZ18NGtirLl+qdZmNs3mTxmPfFRr+PsuhddvtpyW3LcMbWVQrPUCByKs2sie9hXnF3Mi0CBBe2hIbK+zECA96sLsdcAFtLTOIAyV2WDOlerP4RWuP+P9pkkQxVAQB5nKWezcVvVJR/AEvqvus4CqtAhJTgZEyCrOjHAG45nMuAshVrwndK37e0IjbHvzOvd6Es6XTco6F36OXOeCrCiNmYBG2SCjMtcDaDoLyovsC83cKU8Ddofx5A95eHf6U+YLCTkjz3czFTZstjwHcbE3FnLZsvWuKNEJbLM88L71SkF9ikB2QCtfKMdC0BvRYdD9++5m6wYsvMnkGJlkiWByWKcPvMZ/+OcowawVKe0vzLnjPHj9P/w4X2zRh7FYQn44lmRDgiAeJI5b5YF+3G/jjh5JMDwqMVHcBm6IevP2rY1yOi7kH7Lyk5AOc+0MkUPRZ9ndus5X9a3fe2SqYUuT/bavWavKR8p2cvatt0L+kKexHnYoBj2QD7KeLHXct/oEZRf5xwROPSEQMaWVk/fzoA08M3nLwDUJiAmgB9ye4Ng+D2fftezaQBVfQKho5arZv/oQ0lQTi6Tr1G2czIIM36c1/CTAtkBKckYapZ/yrpy7r6khH+d2+EZZK6amWv2srJaZr/2WlVH1Z/qS1ZxMLsGWVO52JgRabD3Vt7DZ8zQa9/AXP8umW3bw/nU39CPzRz++o2SwNGlA5r9EGC9DvAHAkz2XDQw36AIehwi0ye4GUc2QQK1B9TVCoVk/QEQCHBFvXsU4BVQGbCZ/sEFm/O+Ommx+5qt7Fr90UwwwfHao3kHDu5//fPZod9XPhYQ1yn9YSrmVC9ZwUkARs5m21XkvezXs+eAai4u+gMZky01PFmDH0NLWykPTkkZ76cpNfpT7QjoIvsFEWTMZCc2+KPBsgBWyfLNr8jq/O3fr8s7+ah70PvZvs/wDnQ+xv0J3lhd3ECdP/9Mn+UARsjjj+kZz/go5UtZ1SRqNkObTD3GZtag/gD1O/Wld8lEJbtZvxTrTmb3mwMAfjxtJaDR179FTiOApt8za0NJ5/UfAIw3w3XMHMZssBPBAtJ6wa+sHwEQqCAsP+V6H5F9nOe9TxDOl/CXVz8HkA5wCf8EfKR0rNm14esEf2KPcBbJ0ues887OCd6ZQAayeplXNq7B0rTcqH2G7p+s7AkQuB+ab0bs2wC1AenLi5q5myxNyuWHjl8kIKD8bs5YWzeUx+ULgHnkMZUZchHXP04QyZO2PBjZTOWFjjXA9JtPBaf/iH6Kjc6erC3/Q4Dnf/zzZTX8h+gnVN7m6DNu9Lb8G1DpUbJEIZfaqJTxh8/netbjQzK6kQXqePIJzuGrX8g41X/w66+v80Dn1OoKGS/7RtnmN6/feqbhOxM0SsstArDhiz3fU0oa2/1J1uj3lL7m92QHt2x0Ph/fAi5++eGX/yKIIfumSlVV6E1kj9XmoIeHeWd4ynsM/QTuvCTwYPaqPhDGCNCIza4uUbO88jb3J3CFz6igh1zSB0Pv5k+tCPI0Y6PPc00LRY8fh6u/rcApPN7zRj9sPq34lPc0Qxt7gOc2ICFyNvyYksz7WTCP4AZ6nKMLInPtCawNDai+MoQ9eZ+yzdhqHU4eTulneD027asETPC5BYBrj6P75llt/TL0X50q555S0Aa98tAAwOmxPGaV78lSEoe3FaU4/z278+F97D92BDLTdhvwfO6RDg1cyjsyfdvUTMBsgzYsnR5KrRwCOGWc0DJ0TVWd+vmzJm1NECFnoJzgIeAopbahRSpMOI/ZqzyDgBr4vmoFQSHwTveL65Qr/givLER5AUTfBZx/Gl5J9q/BVtww51VUOXPylZ4lfQfIU+ZaUBEdNv8RQGvAt1UguZ5ntjJD9VxtkVYMmOQ09cjQ49Dpgt76h0c3RC8cvWn3F9HVAMzwjwK4HJv6IPSV1+94AYCve87vUX+Q4ZxJ+KAt4Jwj+gv7WqB66ABZjVpaK7nvGiuIe/BH1Z6UrtdOYy17RGtTyh8XAOZd9QHSOmJspuZt4xdotje2bndt9k+aQTcxCNZP9wP9oYmH/tytb0KCYHttd9xtlW364Hm/LR6m8hfiuXqTiTPrt2M9xQvU7w4/du7H9jzW53s9gK+A6THiv/nH6h9XULUTue7c3HuALRdAViI7r98J7Ou+9xx+t9ct2MZ3h6OsxpJlUq4AcO8bp+j/PK8TkT82bayGBdsOZnzzsNt36NzjfxpZ1zEXyb+s1V9BLh/u4ThfVEKexT+ce5d1WeDPtfX+6+cKyu73V8B47/nefV3rOXjXjOPr868Apcz+zAx2HzbC7u68ysjyWVfFHtp99hWgdf05IXfLHHd8U1t959G/Z/0aW7EA8GVRz/mfz7vNnr2lG5nXGiR/paqNXL8tDb3ATAVqOJRMwINaxf4C5i444l7+lV72LJhZI5NoRE6dkY6t7s0yjwG+21tNNuD3On35aDRIMM04HAttM36cpdHAtQ8QMGtRc+cQTZnWbOgVJF6AcFdrs7d3K8p86WsSQ6RK4wC613NSGtn37LrMu04m6Fnbz+05O0EO1/XKa+ogRMOYAIX9HWPcMkPtlXFE+pxlwu6eR52BCsVlu47oLDEtuNVVnUXYZ5hVu9FxEvBmza7T4aoRmq3rISqPOPidwsHz5Lu2f6P0Is/ceV7nsMDe9jpdoNbn7UmVVvix2VNLQpOBwfy3B0jnXoXJrInruxw330XxmH1fABcybBT7OMz3Wnv0md20c9kAj86zmUTy4Paw4vp8j8G9POHKswviZAwFrhlfnWkn82WPGBqAoGNQmJ8ZLXxr5vOWkTabSYdd17GGtIEIjt3MOD6AdEeP+dxzDRBZfmYvLkE4gUIBDD6WcNR4vZ5F5r9O5H03v8fZt6Ax9NFedXm+ASKuW8vPDMgsPzeKTQVrnIV59wZG5iiiAAAgAElEQVTBNIMKOjhklOdL58+WBHbtthytAQYDnI/ixZ4CkDC1OiDHeQj4U4A6/5HVxXXdC+h9eB6GIz80U4MouCFVzgdgSgHI0t+Uqh1alve6P3xQ5rl3e3m213Sdfyhq0i/OtZZanj1lmuwjIBIfr7XEp8r4IeHGKaYStxm664QqYBYtex3flgCXxxe8zT2bYbiRgrxvgUrHr6MLHROFt07J/Px4jE/AnWZllZZPntnSoMxz6ApagByaZbXAYwYinUi7OHpZi5YxakbNAPcAxp2yIBaPbMneAZ/rYsh3Rk6aocZ5OemXEqWJhm1WqoYJziV65EBry5s4k5Y0V/Eu/+9Ztqfgrjvz4t8dZ51WQ19kqYwyvuvGGK79hI/gG8ZXR7B7SSADa1vHepy8m9XJcd8sGXmz2WqcK5bt6CGTQbS0U0FwwU57CGu0muGnkdbqBfl8nmy3wwFNRHX3YgKQ8q6Wgq7hL4/09zqjC6jNfC2BKr1hwMND+W57AO/ZM2JYB3ZpO3/MsPH7Gnj9zgzOZt5yRgD/LgFIZowB5Ex2zUVHrQ6ADjMlc3VOs87wtjk7w5K38gs/WrZaY84S85sBbiWFnSP7tH2grapgdnfLegF89iwIyC6PVqdanroylGxiy4f3XAAoZj0JxmD+dahkmdgf5s8aXWmxevTsF+eNzS7J5vFmSinzas9ka54me4J9aCZpFc/TyOacmqE7tBFPxZabZd4NGAJkLB8WlMRu7XrKlhuMQilJ5sxYfyKDh+zmlIDkdTgp4J22jTmrMnBvKzlstu46DaC00Ut5ppk2gsSdQ5dxAsvg25yBZKWttwPHZ9ex+zCVUlo5wH3g2U9SGnNlkqAz/NoAui1Ffuqhp11nxqZ0zjkT3NuMTMvEm/kpAMaH9zSQhrKyAMmhMTOZzdYVmOBCHZqHTlmDHOcGuUXyxA1aOUoej7yBz66MWNpjvh8mi5sofds8IPsAxix7y/jXxly7jOFY1eFqABpYZSaoALAOrdVx4IGWEWzUOfYAWQvJZjQgUQBXxzEOz8d1AJoRIe0VUCq4riNkz0f3jMCuyVRxXGbzGSBEuWidbSwgvRbJJFIfs0S3TEe9aAPtOPecMc4QZ4QP/P4zZe1Y96G5yrehnVZ9yr83I1Q7aGRjeECrVIyvwgxKAjHsswdvJ2CFDD7k/AF2Dm9Ct8ThCL94X7DSADrmtsAUAPDqgQB9G2RJJgbnwKwoabh6UYODEPwJNAgIrawxU8AAQ8/TquQbdLIlyLcK0GaRWyLc8wnQ3qzykScGIWTt4qiTZ6lfAbZQUrXOpazBnzkfZsJO0LK703VE/i89bKDs2q8A6tUpJ6NdMM8gPRz2BpUCAKtfspfVDSJvH2Vd4WVk/hHMZ7lL6aJZXwF/0TEoXVr/Um0SXKg6r78kw5f1tke3wSqcR6p2mOWh/lvwpXKEsXiuIb8tp7z8jucUAKwu7D7COzrm7BdnrNVfsoTQA8ECh51VoEz9pJkZ+a+VDMoX/bn7i7M0ay34LB08pnwlWcBZE0Cm9gKNboD8GhEQGjn5Hfy2WeToFg0SkydUPlXomIXPXNrvvhl3ns/tZ94AuQAj9F/e1j+twBR758VLAFAyUQmkpfIANtC0sKhzOnOfIMie1fa5NmgCsAWe0eN9pN2TrcqewOcFz+izS6YrPz9KGXrOs+XZ2WTKz66NewaeLe+DtwOuAjRSBrXO2jrO0UO2h7L6Vt+HE5bejNExP6a/J/3uW3Eht3xpsEF421RzYH/YV44J4KUpgFmn8NX3GTOAIWADdMf0yESjvC/NhhgPwtfMYoD1Tz+8BMin9DHgL/91TejxGH7VFjlmst8vH7VnIeBte9C3Qgz8C56ArQvAbca/Lc8GCGFry59xQmc+2AABOc1kszpW3WsBgz4ASNIXFWrItU8CRpF5/Tn7xti0mdMzNuOualvwTv3dtTTnChr9lLNbsOHBnz/8HGCHILvXAdHI6CTL+8mTHwMwR5YEO/oIoJXv6SdfCzd7Ag1aihc5gj3lmWVcBIeQlc8eIicXAOba33410J4ytbKz6Kq1HQw85tkvXjxtcHDj/KCDEZvOj1KbXBd+lLV4H5r4KetZcI1qGllrgKf2Hg/wBQhLBjDjA7ChBGlDLzkDBQfZR3vAPuJ3LW1KpQNKAaPDeP4IHmpwWMb+JPzrWdZYvS3nEjGZcZFxCaj78y8pPZ3rAPgqU7K3L14AWKs/UBnh99///cOzlF2nEslWQmhbo/FTsS7/9V9muJZPhV44H4CRr38jOz17HLCXljH6B/D7CJS8eIXdF1Affbh8RXkEKbaMOAAwpbVrAoaWOVctHY7M1p9RNah2HTKEbPbIu5wFgFTO65sAkz/8wR5QgSCgc+bMugFMf86+2HPcQEGCDsl8RH69SmYuuhLnQ94XHbj6tzY+563ThZ8GAKbU8ItX8m+DEfMhCA37jYot9GPPuN+k/HGSkPu8f/xCtA97I0gkT4uuGLpETpWjj5rVd+GuQO9YkyZj6byqj1JJjSCLzDvvfBI+x3lskG4zEEN/TTrQMmq/7bYR0B/xNGnczxMEQgBKK+1gv8OfKC09ABMlxIX3HRRBeMg+bJr3qSqBn4O+5Prkcoa7ByYCsG//+MfPWSeD6JCfyABKwhdQzHOejo+BsUEf6InoT1bVUibCM+TD7BnAM/RvYBuZv9AQsl5TngX4s+An36OWY4q8fh1dKqP9+VXoNp8GPRKgWhlPRqlBIyxdWRN2laqTPqToXIRiUVWGsQPewmcAgAHvKJHdTOEGhDgedVvlM3tLQD37bt96eJKb2uxfgL22Y+D6n5rB3jNTewm+ReUr+TKfI0MT+ugd/l8zxqGJVHMhAxjfWEHYXpDdYg1z5hmjIDr8BR3HdQOsrGWScQsoUlHKag7tMa6YmbV2vTcrH72jrdzw9zF2hjTKZvuO5zmjLnc8d0yOGWPPRfeW8629rO22WJ0l7G2dM+NhSBmTWcnYKeg56lS0PFHOnHpvVUegjzlnfQ5q4MyLv/XnMRieN0louXCDLsU05pm5vnoyKhj3NoBAXdDNMmuYD/NoMEDYGTKmQQrw6Vbam+vnrx0zf589gcfXPwGDW0mgbvzsH1IQXb1z4bkXX79+qZl0LmeN2KTaCNXTEegCwGUh7MktAGxZtZnXLNjdYZ9Ma793IkO5LEKZ+DmQLsxQg47Q83eHo3uuv2uosuB3n3O+83zffncFgJuVfDGo3Zy79/ynMtPXOex4j/6IzGEAugtOdyzTggaeM8dfxzCG/zjbToD0BPRWICxotSCr63cS9P78PXDreq/vdVh3DmN+vt57rN8xVu+T4XqtTiKiK07H+PeA6yuIvPd6wE8AuNmxPu4Y3zGG8Z+MPDzGvsz/BM838ozJ/WcAmIfABPaZyP4fx1C/AuFXYP8QNr3XQV1J8bqeu1Z7DY++rvtm0i5NXbOD+e4EgBFa1n5vtPq8t8b/vPB7IOj1bLWkEkKxQJMK3NL59WyV8WNwwhOGRgQgNNSkmfMMtan9AVCfZ5J/bWbcruX13jX4D2cx5yDPNe7Zc7HOOf69ABC/W8BpI7m3dORx3SglV9DHdRuBwHvWWTwEVkcv9DzraeCK8z0jkjUedSafc70aklx/BYA3g3P3aq8lUm75xs630UL5bJnMVa6uvG7XfjOANYAdC0NfsH6mdeGvOOGMKlqg2CAE790ILSSBgNWc8Tq3LRF45Vk6i713QRafc7eSw0ErA2yybACgdTjUOX5mWDbKaYGgGzrj2UZHqXDe+bB3ec6WzdzfX3lLBfTw+eWfS+MITpwS2wt6e6dVsZmAEPson2tgwM5dwcpqbNBCxzvOuQWAWS6jeR0L6/o/AcAFqXv92R9i544zcfzPGgs46zB4L/Jsga7SVQFdtY1egtIKWDx7tiBlja382r6D8rg6FRs6qFyCF7k+OB2jBZHlN2PsOc66bdmba/AJzlKj/QeYPQIFuAclyufw64KxVeIc5yqEHVAG2PJw+bu9uwYAxhlArx8UxUaALz+/OohbFsf3k8W2Di9AaHjW9qdVFklrRlxjeJkdCx0SNck1GASsXTPzdnNGU+f+jZ7chWes9Gi9fro3k6nLQzS2NMi2/92C6KW9vFfDgXlo1NaYgM/nqwWAb+X58lTGJf2MYM1TtgR5eypn7S3N62flK5cvkHQNWDv5iHuzqtweVZRNQBiBVbPu9uwDMDCOyrv8BsdGIxdZO0ochbYsO+weNKMny7eZ4MyF8nTyMwFmIunN5BsdBfC4vYzMcrpGTba0bl58BVyRgRgkW2q1JDe8cisX8J3RlBxqe7PvWiEfmhWP82n68+D4RV5uVnGdxjUGpTvoT8cAUlD6ALgoTZK7NcTFnIjK79y4Po5ZMmqaqTsGO+b7VT+r4YRhV2fZGXACj1zw13kZeV9guXxfB1SrlZAF2Mwfy/vae5c+lXF0TIbsGhrMe89OS3sVKLIUr9GsBqW151nulY7lGzWMJlBg6W+fdWZyTgY3AmWC/RqJPoDBZiy3x+8B1p6WVgM0sAU489BDAW1LT0H318xYxtZsNHjcZvoOH4QmLMFpP1szXsapMEbAkb07snX152LqGf7nGLw6kziDOlD4nAEN9M7j3RqorAUG72ZKFywHAA5osCC7hvMZ+d5emBMAZC9IgUr2cXuZL43z3bdmIFl9o2cFwI9ALpwijYqvmd8AGv5uxmAcFdC0Mt/zghypqOF88UOzev2zwOjyAfvxEmDH3DiTGyiEu8m17fmY6GzKDwvOjy42kei8cHnF0g/0R6ldeLFR/GeJfvjsqnPHGcMhXcBb/QqaL4+aErSMudmQ0BaZI2weMnirjkxm4WZNu5/oKWPrsQ7lEerVlt1fGToZeWTdACxcbO8d3+rm8DgAQ84x+4lze/kyzjToaYHVXXfP0hkEdqwRjnPAyJbOnb7TkY+DoXUdqiugu9VxMMFwWQEqUfhRZ0aH3TLUnTtbz/oQYEGGcvhIS7zSUxP/Frp31obydM1A6iEpwfR/3+gp3H7K1bJKs2adAnKaaem8yuGaAWz2qn4Lypi2dPoR4DG6fu55/oLM6TMAu7I8tF4gtwC+WUqAhBs9X9qujEd+WgpdkHiyiqu3yLB7jidglCxQngNdWNLZa5q9G/psefvqMjpXl38V5Ax9I98LsB09xaE/XuL74OEtTZrxyKfDG1LW1MAILqQnKOs/Tsjws573jmPWL3Or07sgnLrV9krnCcjiR81aNhiLDxlzgC8Gj8rjeZzZt6O7zbmHLtqPtL8fW/SwQxzXYdPMGanMI3uovWhddcb9Pmuoni//YTw4yp+kVHJ7VYaPmA1vaXYqrlAqlBKj1elDe5bqNtPltK8MkiHrzIAIzybZkRvUh2wucDdrW1ssIxNMoPchgT5W/WocW+Xu6ptbig/5Kx21TOXYoTjitNEFf/gPoAU6o2epH87E0HV1AYONcBi33DQ6wARxYL5TWnGSsQu+sP4MTfmrPEYO4eznPfJ+AlMEEdirp2RmkpC6N+d38NIF3ul1SVYm/gLshR/vfa3znz378hmegl5JCWGd/KXI6pTKVs6Efo8pfQnN4HT9cmaj9Z77lGulfzPzIBsOwBT6oFIAJVsBbtC11MESa9Ezsrrr2hQLjuMcZq0EgKPzpBzwOrl7rqEfAhegMbKgR+eA1uh3D1iHlIK22mKpWT9WliFrncA5ABb6RrJv2A+fPrCmWRP8zQRYBGQl6wo95Gv4LvPZ7H8ARsqJ/vzyac/mqu2wILbibXqZwi4ZK5UForH0/c+TocYfxMynZGDj/Ofd3VRK1abEa/sk54GMhfnwS2iReEwS+Kg88Gf7uTJ3s+F+Anyl/3TOp2X/CeRLgAr9ntFXS1tusAEB+l6aWdXSk4J/lMVGTUFvILOV/uqA+y+SfUgW8evf6TVPBQvsrk+hpdDxs9wDSPkt5z+lbDlcz57TA96qGGa82b7Aikf0ukX2ayNxDtQRkFvfAnx+LO999TN8udPv8rBmLXebNWV/C8QMoN1aYQ3IzNtb4ACwc/qkBth/FN2k/ChlkAmipRc0vU/b7iG9gB/kJs4XQRMEr1ZWwjubTU2wx8e+70Fo0YQNeASDAxBFmVJv/YKumuc/T5WSB8iV9klljSmrSwA02emUfU4rl+wVZZqxsbEEAIChI3pNf6v+OuAUgGB9NNHv8vVHeAH/hZ/+17+el27kz6maEVnyNr1f//iaSgD0UH6QuQS0Yu0+hr7bg5hgl0efAsK9/OFB+ZtaAtdQcek9FREyZvqpPs0+Mr/PzZhOQEEzvNWZ0LNaOSl7zNr9M9nwAiD4INTdf/s3vCC8N3T4InKdtj21jX9Qj0IvFLS3Yhm0+fPPCRTM3Ojt+uEdvg8CLEJv9z7/8PJndA504fDS8IbPydDkDP306LOBBCQrTDAMCm79+FlT5DQA8IOWw07QQfoL11cwpd31RZldbxnpCQScbL6PrTAE/8VuUy5DK5w3ysDzAQC+z9zz8/oqK/vDzwmeRd9/TwAQlY4K6gNMp8Ru+AcBTYwVnlCfGgEMWQPo5F6CZgqIJguc3swsLDwOsPRZSuIzdHj4N6rmjM3+qWASOqh2MwDkx9AV89qe42TcPkswSvXpmrfqJ5ASgT7oRb//hi6L7RqajgznDKBas/74auzt/qj9mhnXr/82a7SHPO//xz/yC/wP9dGEHn4HAKYqD+eRSg9WM6m+jU3TeY8sznUEI6hjcn94LoE+6JjR9QFMoVNajxAAh/wiy5y1bBBI1qvB5NWl/D3vlL8K+m3Pb6rAULmkVUiyBviOqKREqW/kO20ByDB+8tRAg7UZqQwh2G2VwGc5c6jLvzPPGtcEg9iWgXXYkr+cWWjg82foGF8VfJD7oDPAVRQU7Vizdi29Xh46ADDsXMBT+w0+s9nA7Ck6fwFw9LHqq7wjVWZyX32Yo593bVcfHfnVwMasIyuP/ce6NCRt/PaCs6K3C25XD8yf2ouxg/RLqsMAAHPeDJjl/YCtCBr905wrdR91IN67Hrn6RNuKr2QwoPPQYZ/p93z+AgBvQglbMfdLGwaRc30rqDTQB7qSNg7bhbEw19rR+l2h823zsvopLRi4Dn5YANrjcAaMHP5H/UDrE4bXLOBsct/YgXlAA+GmBd3/WAL6XAIHykeHiodnP7fgag29ueEEBU8wqs/ZB+bffwf03nnJd344gAeecQMs3z5zr70d+/fesfM5y3ye82dDTgPdRfkrmAxSf4Ikd4G7a6bdCbgfawlTHmf9FQT+7jh7sMb4yAXfAwrXiVCCq0FwXn/7zO9dyzVHNt6AI7uWO75dj+v7FxCs4TZOqn0+wtMU+rsjuM243d/z/I0iJkV+yxpNbMwdoG6feJ3LuV8ehs5pDFX+fYKQnuYFbdlohMjtOL3mLk0sXaD8bSbECuw6acniaPS7ztcFLo9ecvmOe+t8wCgsGOc7bktNX8d4ZvBsdo/Awr5PQEVmfj0TayRd17jzxjE8ETl7jyUaJkO54SMnoGAGokLkNtN317XZgvOiw8HUOUoAzfyAgbIu+bklggeUQkhsecIFgRco5toNuGi0fMfiM+uEq+NNxtn35Pd1Ss76b4a2zjdBL50+A1SPo1OnGs8CON3+HMx3HWInDfGeff7VoXJl7pynBSCXV/LuZuoNGGnp5jPybc+G/bsWCGEfBD9UJI3WrPJdAElF4mS1KpkHoDHromPujGQ698rI9M0Q9lnSUh1KIyXXedi1Zu3GuKhTozRMyVAURXklUYWbge5eORCOZsGHKjU6xzZjY4aqYMdQGcl9pek6zXE65poNIKjQzHs/b7TZnIPd57531vyM+F/lRf6+AONJGyotKMk48vg9ToA6FZvxduhpOmC6Lv4xK9TnriytfMj+da5Dswdgy1qWJ8gP9mwvUaNOHUEiebEOL6NHVzthjKx/1yV0dZW9jtsDXEWq68OY59RUUaEfjqAaei/P695ncifQ5vhcr43adx3MctCJ1myuRjfLx9fpVqCZyFoM7pEzPLsZuHUckCWgVsa97dvac3ry8u4F489/GPOApyhgZJ+zD64hNIXDHCUzffm65p73g0cOP+B3jTRESaPnxyiqLFezesa5dfLJWY+8n/VutN7s5znu06Hac8n5uPKqWcR1uPAuyhsxFpyyREtbzhInno7b637yngYcQIc1QD1LBbHyc5XuOQMtLTrR5aXHy/fQMXJnQXefY7a4yuyeSP/m7LYENDKs+8M85YU4bCz1BYCZ76EpZPpmA9AHC+CnSnQM/5a1F5RYABjJgCOBa8gMWsCxJQwBkuNwm2PVNbU0uhu0IO9mHdlPRd5Upz6ljcpTprRweeFJD0t3R3YE8wU87f5S8ngCJPK9vWHkXaufbL9teLNgqFnLODuazT7Z43vmxEZwiAgmCcjhwFWG4TDqmgNcjROejK1t4bBncB2ssgKrDJCF2GCvAdiqJ1BiLnNuBmTnsP0WzQLkd83ayn2C6ifANwfSDMS5DgB+g0o2C1ggU71hAQOusVS4Tu0NxmHft4dunekDguPsp7whxIfRJL1K34IqBsDIQ3Wsc2bq9M41jfBFPpbYx5giy5B+kc18SWYdciq/LMiRZV4dBqMfxwCGnX3vT8MKo74ZnaO/EQxAVlZ1CrK7woeISseQppQb8u7jANDqFfbaY2zYgu1/3cyqMRQzn/sAdjjQ8x0ARR28IzedCVlh26tKehGAo+z1jI+zPnSwGcAAddz/Y50l2bfKe0vXUsqRPui8qyW9yWIYHeu6n6tj8HfL0TczwazgZioVMOcDyE7ZGPk5/Ov6aSZW1q5Bf+xxS7VZMt1KEU4Y3tcAm/YrtaoCtGDJZh0jOGHsNysPgunU6QH/mcz605FugE2vi5777PlzAx8qq6x2QXR9gzTIAqkc6wHs/t6nh2ntK8/FOj4MIDu/4x3Lizerx/J09J5VT6qsnDXe+5v1Xbo0AAUeuvfDD3BqAkTBnwFwzAzFgaTzxHYiyGw4gVmI2wIA2UgWh4Ejnk+BIs8pa9w+Wj0brDNBqnsNPBSaGJ17BBr8qpmVY/M0E6N1Li2pSVZKMxxHX+i8y7NB6rQ3V08EECELb/U8nf/QeoI10Eem9Bt6ScGGON2sjoL/3FL1DIs+gZsJ14AX9Pzul4DK18yVs7EtRgoaYpfkDJCJzvW8Cwcne9VAgcxLW4F1gtbU1eCx9l41U29laHu35hxvKdvVoQtKNpMu5X+n1yG8DJCkmYEA2mTewuvmLBkkOXYKfdEKcNqOofoKAB9Ze3XY6ghFJ/HMcRYM+un4JzLCMoYAy9odyHqCSqozEXhBaWMy/Tln6F95knOjUoBZPZYJVAcBcGHMlKYF9ONs6CxUfp121urtlGwkA1oah9ttv+IGWo2MarBYaIsek9Az/z4rBglmtrJJaI2+lC25OzySvzYYBXreQFwz6K089e5tMuqyVmS77VhbnaWAH/SOnARoS8ZfAygz7spM6FjA6H5kBHyG8W2QGLruZoBX/lf2uhdmfJPNKwB8lGWvzFfucjhKt0WaOeP8Qc+LIz5n2D6m2uMG4cDPtG8Ov0+G5J7ay53zyBqwjcg4bniWQCPIrHZM99hqHV+zx93uvK/Z0+XTlLkmS4rqI/REz3VxQANS4GMnc49ztSAA9Pj2bcqu5v1kg/FRVxpbfXR6QKfV85v9Ep0C3rh+Ee5TL3NtGM8GPBjcvjqF64CtDvhBh8A/mm3KXpipw5zoOdvMtIz5aQBceDJyu/1e4SXsExhl/k2GGH2XOd9sy7/+C8CMeZFhTPlTQK2nLTHL+YB/mP2Kvse5Um5o7yQLLuv9Pme1+4QTO8Pj/WQoAtZyfqCbd8mYrIzOepcXpeQ1e1eAd8rXAqAAXlnB4qeWT63cDtjtJ9mSlCfN755knvaIjw6cyTwhm5X+qFRvYK1Db58+OMbNHGxp3oyRcr1WrppKUXny84yZa7nGjOEAFQCGvJts5Cy2/an1bwF8EHRAxirjFgAOsJVy4s9fhgZzDeVSAfz43T8DTP6ensPc+zhq4E/0u330LOOnhPTnZMdidxBIJ+9Ft207ipwnsufgPQ+Y85RSJkCBLPkPAXPbIghAqUGNKzsn8DOTeh5QHhH2hsoC8Edsk7acCU/jzCWjGQmaHe582CfWdwOI6psIn/6JbFeyyrPmVLp7kf6i8MsPKSPMNQQ9PMTGIzihyL+BIf13wCLlKjYxvWqRzQQ20ueXPqHIKJ4d+VsZi7zI+aPfcvrMqmfvUVPmMunfArBBZ4/u02v2W3v0Asw36LX0/mH0dAIuABsoq4zVk/X5M3QZgP5tgNB7oXvK0PMe9A34CLoJPA2bv66PgFSvfnlWAOdHglwgjdED9B+aZcp5ab/MtiSwMg8lb9/kjCFvW+q+N9L7m8gPAO+nlX/PchyZ55u36Q2bSgH1cVCSG16UQIOoFM3CbCZ+SrbTA5z87nCp0NdUOmHp0/aBe9u+4VIx7istHRookfEkex3diM8nqn3UHwTQku+yfG1nkmdUruWZtZ9G7tJKBVvlH/96WT5EskFlTM+9ID88/us3AgXIADaYhKAMEWj9J4JPuZWetSlp//MvyUAn+xD+Pc8kKKCZ81kDeEsD6PMeZD0l8b9O4CJnG5qBpuX5yij4KefoU2QAwWYGPC9H8e93WdNHCbwAqEdN+5zgAAJGyJQmIOOnB9gaD1KpgQoesS3gXYyjgJXWr74WbFHtN+b5e85/5535E4DwPBm5BoCgN903Azj8AZlMwBAf/r3+OtYeu+MRcq46rIBrXVh5ZoPApuINOg+2GtnkpSn8LwkyYjz68Q3MBaT+sxVS/APvYPzs2VbA69kcfyBjxW5piffwX+gQABjZ/iTBLt3/TKktFoaGtgLBqwQotFQ1srf6C9dR+Qcd16ACdFsCmiiDTFAGOvPLn5D32BEAACAASURBVOW3/Ky8s6Q1stnKLshr2zqw7vqQsXMIMHNP2cdv5df4VOFw7k99+rQYid7SHsTj02F++lPdv8qD2uqCoALh+trVeU2eAHhmP97POWlQJ/MKnZEjgn6Of6n6VwOV88yup3oML6r+XrmvPYhuxjs/JWCL1l+b2FX6wCTMGpUPjb6E/sLaGiToWeQ8tE+7ZDU8ib/VsxtwhDqGnlva0jZg7tp06k7M+7Dp8xx1X94/5xzehL9gaL4+vq61frDK8MPfOGMZvomcq98za0Zg1volHS/6t3TDmUE/3ACF/xUAvIfcRVslYpU2na9/B7xwzxUAdtjnvfvz1YnPd/8TwLz3Xf++3nMFcBf86nNRnsdYZcOuc7s+6xbQ9mifn4PxDQJ/m2VpWaRxVkCBl48KwTHz81+7mbnt/wYAdl7+uZ3P/nxkiI2kvQVuecYtMHzNKloH84Jkd7OCzvcu4HYCqk7Pg3AK+kYxjjP/Co7/7wFgo5X/twDw+uB1agiW7bp17hcn/a7FzrmOaRjK9Zo763h3f3GaL4C7AHDXIPcviHMFgO0noaC+ZqwW6Lqe5DtUNIJ9nztOvb3EXmvtHHAH6L4+AofRKl419BaF63rcpfcy6/yng0vHpB8dqwsAX/vvOn6NUcF+mf46xG7PfB38tbROEBZeuH3OBNcma3kACDFZz1P5de6vEj1nbvfQjD+Z4QGWcSt/ZhGWpk+QrxxznPwLjgoAu19rLKhoXOn42MeL4wrm6/y3xLCZajvmrmYdWoJYGxjg3ji3GpNEnF9o0fF6L591pEvnfL9gxzVbwbn5Tu/nY8npWc/5ewGAHcPu/J3+wcpf39918YcrALz9R5u9iEkzyrt9fh1Ayx/j7K5Txe/at2iCAfbdGE7XdbtWJnCNBC4MHhjaa09qy+XsZ3sg9ecKcMvXuhYbjOG6Foa5MFgzpVA+iOYb4I9gEe4dZ9XOq/flF5ZPmVKWM4j93V67mcSaNp7Loydw9rjlaPeX8/szgkzDupkgdYwMuMvadpxmNAlIcXbv8q4rj14a2wxn+1/VHjUZr/uM4SEQbBm+cSyWJk8jfAHy7gWDz/8OJyB7HCerhp9lD6/yqYoVDtopK13ndGi2vUZRtqiYMJrROt9ZWpzJltQSJG1WzVRXgD/iKCfzo6ViG9F3BkF0JpwdFOJm7Mr7lg5bYaG9Ar3QQJI9TzEYm8VGPP9kOo9iupmNpw4y61/ltdxojG7AjzNoxh4klljHyYzSLAgxNIoT5kLXywv2q44/fxjzOl3924CAaykZ1tSM8YmgvtC8zn4UTDPlSyPw21l/nLALli4AzLtLe/DmDAjQvbyY9zSLxnnWoRw+DQCMl6y0MqW3dl859+RpIbvq7IY/c54mq+fsl+v67Dps4I+GFY4gy7rCW7aEtmVC5ZUb8LKLaja2nGP770LuW4odB1dLkmYe7Nvyca7fMVRGAJ6PDISeyarpOZ3wTt5TZ8WcS+hnga1madWplz1rhhghtwJtzANDG2Pa9QbkV8+RLjXcCoBP5o0lN3UQN6Mth2D7822lCM7Pk+kpWICzoDE8hIoF6ASrC1iSlT1tb+VmTMkTBGnNAGYQRgELFldHGLCc6zyX7G+Mvpbv0jj7EMdnQcEwHqLLD1k3r4eucG5AD+yPlUyUmQDDuw8tg9Y1syxYP/lLQMaztz2TddwImuNMbcWPGmI6dVo2cUD09nLL/JtlnudAnx/oYTxBoE/TFwtaaT+v/Jv1g5zaV7bBB5PRjkGL07Jl6swQpMdtzw7GNAEzlBovT3P92F6i9NdxRi87hFzXP46/lWN77jvl0mJkZBbXbAUQrXxX57LlWHHaQQ846VGxzJI3eIT5m6m7/SOlN+nXEpLoSfz+bTJXG3iAo6DA+QAPnR+bJEC0chpn2wYnbklx3vkoztsN0DNbjpKCON/IDJUu22sdHtKzOY6rvALabr/srBVyjMjvOgmazRlaoGJAxapr1j6dPL8lV3X6VC/FE4HuSdWAyI863ADDOi8DO3Z9y7PQIYZXrsguoNesDMo04iCXntubb/p1N1uRMvJT/veOPTjO1b2/gEDO7/YQI8CMLBLsTAA4QA9LbtsvcTMsm/GY+ZBNzj615DdzxDlZcHaCpzKmlmZ++LQ0C93jDJH/o3cDkrIW44QYpqkTyHLRDWAb5wXzpHRnA7jijEKnQK5V5gKswc/IaC6fsFS4mWbyMUr4IpeRFQ/QdXJDAQzA+JzNR+khCbdT2pixdi+OOpz/9mblLLNLOUuApRNgU+9sxqnPx2xt7m8PPTIloiu0jDqOL8YWeiYzqPw335kVYobEPTIzObP5wznyHnsTci4ADvidZ4q9YhHMBjHDnuctOCnISnYhWRH0mWa9N5CA8X/OmvB+bFXOSbNSsx84KQ2yMUCh65Hr2kMduqzjigxSj+LKTKuE5HzkPdyLc5F14Ri0B2mddvC8rAlZaJT2LP1QblTdig9rwT7/BQBmo7rf2gndk+p3gHj+TU/uPyuvDQYoX6UaSumFACB1WNQT7AbtPw6nWaXMlSCBls7M7Z9SwnxVmQ34Q7YcLVYqB6L/Z13e0Ysyf0MzXZfZy3UKShvoD4KunQPz1kqWPgjCWzu0GSoETpwVmghsaAld5CNr1WxM+dDq5+qbcg6rFKwDFrqhcgG2IrYnpT4BSswIIyitwRyhp/oVshwC8x5C6KOASgEjA3XcN8duGUbPVvUJnP6UZm91KYAAAD4D51BD6HH5LAAUu2mJTJy+rdNRexceDYChrV4ldnQl5XR72xNkUDZrgBb0bND5ej3XZ6PcXn7LvNBXW9FmfCl1iDfbqZc2exUbow7pgGdfwrdLL/n9ln598zpBVVviPnIWIOFZymzi1F1/EZmvbAl877//+015HvrUk1zHvMoHQsvMk56ij2n5QuuOrD/ngCCV2ootzayNxFgJNHlP7+fQEivCmUKP4QyS/c6ZAFBizHxPWWx48ufsAeeZ97588bxr3MoXDVQBVP30wy+//Dw6GKRUh0mBGubE9dAKAUA8/wnVE7LmlBqW5pM9FvCF80Rp/dXHNoCiNlRo6XnaMMAIC/iPbwYgQsCeMyH41uoHBM6OXmrQwYesKUAhlSz0VHOk0JOehubeBXAFzISeK0PS/xXQ9clzdE521wolPOvbHwCVObPwtKwdmbPwFvbrW+TU45TFpS3AH7mYbMENNvsSgGSDnzmy9KCvvAFIRoeLs5/ziRymYgjJmg22nGzjl8k8hvW04ldlIjSd/T3cLOonn7Kv7WMeMP99Ag7ev0kZZWZQ9Mf9eBSA9X0AsufP+dkqShjdPIrS4wTSWDI5p4vszJzJVpYBZO8RCyD2eyobNHAh6x9A9z7AbMpSy48cl/MTxP0Y/BSQ6HPm9nP6FxMQSaCTmbnqfg3UzD0CwNHxAxQhr38AyMra/5//E2AeQKgVGngPoPmTZoiiY6Ar6SKITAmIB38nw7LrEjptwHb1ffRnewhDf+qYBEA8bObmu3dvEgjwskAjMpKFsaVOSuu+5d8BmF9FdyJYg1Goug3tw1vJyCbAMTSfdSPQwJLiCXxpOxHKTOMrQdahG6nD3PvJyhKcc3p806uazXvzOmgyATm5D1qurpY1fUyJXvSX6syRSQHRWO37DYbIw+FzlVvhNaEf9qcJJdk/iu8Q+NAAmx/xSQXwpiR85U5si5xfAU9sKmUd82d8rAvzBoT9xhnO86EFMlrXdu8ZI3CyAeTwBJQe0hbHbiKrPLzy55ePCxhxtnqGOK/pwQqtIVvX/94Xlk7QOU57vL3LR+hCEy8pkZ3VQU/iXOIjwK9xdUPVNzD2y/oAf//NYJvqoQcAzNow9XsNCrGEPDydMuVU7dDeVg8/g5vhl/cqU6ywBW8ikA95wTFkuASjEEC3+gI6mSWgZ6LZT4BVaKgZzAMOcp9BVLZFYg0Nxnd90O8+BPzl2T/+mOQDaJMAkgGQ61dC56k+BiNlXwDVk+meChsNCMh3azv+2Sxk/U8FSiNH4f/bSuxlgks+UW2qbQbMIIcvVd7WbxA5gc1RPq2vsD6AvBPbAB/atwQbOF5ATOfxPrQkP4CO8GnM/kMjmUOBzuoOAr9rB0C+rWjXwCHOqvKePa/eDwDcHsHwUOSiiQycU3qt84ttVdO+4eP7KPDKXlZHcjDKVtcf2dKzk+++oaD0kzFkTahOoZqGfx2d3DPjfvksth06Za7ODxpWJ0OH6rowh9xm0IZBoeuD4RkGeEg/67uun4OWAMzX33Tc+kzgGQRyoZOqa7dAG5c7vNpM5ZENeM1eYNOvX2NmybWN04Pl0Me+5dknCeT956Vor/677N49xLu4V0d4l/Jygq/ZLGuwz1gOZtDFnY3a3+3f/xuA9nrPbXbj94Dg22cvw1oF8XvP47szo/WMVu7CDxB+gtvDGI4HGR1w/ZzTvf7iBF/2eh03J6j0N8vkflWQ+2d/vjOXedUVdNsDd3tdI8pxrn/nhUuQO9/vZRobHaMlaQba3bnpPOAPTFdmug7HY38GmD1/Pu85ATqIB4bE5FDk7UclTd0FNMpYVkHg6plbi6PoT+jv17l7Bb13DFfQ8hzXXcDv9r5rBvCOe504B8AG0x2w0727SzBlYF3Dc07Xrdm15PkYq0sLPMvsAKMXCyBdGM/OwWw2DehrhjG/XwD4pO8pU9Cbh/u40zp3ULhRNubPHSY8v7sFSG/nixRZAJhnovgBa+xzN/vXjKfNrDBKfT8rfHTkD4iwAqH3uc5DplWcLXcp76sxNgCgc9FZdyoxA9DMCxfM3b06x+G/rmcJWl/mvkEzveYyLn4uUFrFYKJrh4YbCYQz5EIEm/XLV5sVvGPYMddBSNThPEdaO3nGfs93PEOn8t2MSN8rb7g7pxG2nasCnHOOYrXgP8KV81VnAUAVz5h98PxONk2dBZ4Boue37cp1vLyjIH7LJQmZXue1kV86HHWkHYEbjRKXjx963JzBY83y8/YAXmfY6YzmTFmq2b31DwbtZqzgwLkGQawz4wBwUUhxON6cx13X5Qc9u/Me3oUzex38ljJVGXfPzLr0ewE6jA6+2/6sCyLznpZ1zvO27PRf1vciS/b5BWUAtwEHeurVveuEwIE58pB5mT3kQ7pX9bTMekEMIwP4PcDTBpTUSYBjMu+5yhvlCsamtGf/QyKhBY3p0Xg9f1uFYEG/zzEuqybnXhxR9qfxfibR/nkFarc0bdY6628Ja+jhBP+qAJJxCsCP9nrQwkZ6M6coYbMG2Fa1UfJ8ysJsSded3zpAXQv25ZQBW2ZXQ8beztLdZvjAtyzb63JfCGYIeunM3jVn5q+ZzZT31RC40gDnt47uUYL3l1eeDk8ERC2ojIO8mUd3S5uy1vvsjezmWc0yIkNgHNE6HXHemaHXsSwNouSXX+vkg7lUEWZNkF1DZ/BzzguisjQZo6fyA1Br5Bz0I+hp1sRGgwJYso489yyffxp/1+oue28dPdMvsVGxHY+gyK4lRkfB0tKRQQsYLRj18ACin3G+2UvQEr3wJ8rPkmXI5+vwin3ut50XxguBIMMk5AHuA6W1azwV6JWeVg/fTKAtXd0ziqwZfWzIpvqV95GZDVAkKL797FuGvzR7noHTGbBVNgQR2BuygOTNrlH7N1fG65jGkVg5X5rDqIpDLddy1llSgjjqHLwBgE8+boDdAm6Ap6Uz6HMyBnduCwIbaHLy8dJ97jNz5uwbyn0463HywM/gAfRH5DzhJIOHNXggz9N4h/Z0EC5YtH0iBTfOLD72RWPda4/y4lOR4Kx0k7H1oTpueIdVWiw5tQAw8vVxAUUNPoIlWIvtBSwdKnM7/6w1wGCZMny13F2OZS9vMm/N9MPIZg/ZL85KKxAQxEBwjjWic+f2PjYomGtayo9zX8DPCiV1UkDvddrbh9OAJT0Muzfc2LKjeQZOz12fNhFBb0/WP/x/e0ptZu+ewdLw8DcKrn/Msygl7D4BcOmYpjtbHSjIxqLnRMbH+A6owqf6IsRC5lbpVqinZyA6QY1u+FR1GQNPFqAzK186ZpnXkSV/1XHDx76hgMKVVnWKl+dmfAXA4afj0FqweIMpyPxmPRqZn3G3PF+cjziQJ9+9ZwGeta0MGCOR+5bJtmQY/LeAKdnENOrL3ci6ln5udqfAyoNkOzGuP2p7qUPjGK8DY+UJ573P6C5IH52zziaeg7NShSClXQkQGb2tYGimzho1OGkcXau7FdBPic3HDbqxzx3tFv6Io5sMBkCAltsrWB46i6OHc0umA9lMZG5AM+zfZ84wEfpkMdSBdlYacexQ9Wkr6egh0CFZV+1RqIyCR+Eow4lfZxW6IZkkZNjUtpCu25tr1gO6WlkAaANY/zDOvjrF4wBG99iAU+XDggI+q7rAANicEfbAMoZmrlodShtPG1dQ+dD/MxT4mL1pJzMZexCejDOt4KtjeBAwhooT/O5oy7P6bN4DuEOlEjL6LB/vGPmeF1KS3mCzoYmLEdKMmk/vByDQyYlzmIyGgkzw3O7nlos3M6JldUPvnMcCRDaXPM7Vo2ZNGIh4DQTiiupgzA3FLDeVpob3N6u5uiEAMJyDmDRbkcjDpfu64HB0FupEuJ2lJa0QNK1BUDX5XbOrPAvtDQswMipfsxqzxvBMWI2BoAb2qQPphN29BEzo2DiXGS5ntFnTeY/VAtQbK2OwcZvhpV6xwQiUqOQ5OIG/BCBnnVbX4H7m2/6XcQiTQV/nYfYKx3d1LM5nHJg4yO3vi55JBiIZptGnmnmHrKEiD1lmVhc5qjdVNzgD45an8p0VHFwcx62etT4G+IeVEZZvkgX5XPsylyO72pt6bZLqgej94QEZf31sWeNW3si6vn6dMsQ9g9kjMmVyjh8DbJZfmdlu4J1ZYfRdVU8DxGKUCl3WcwPfyABee6i0C5XkmtZZqS1Df+tkrgZchZzqPcvf75KxhP74MEFAVGqAlt7nO8YHwGaVgAFcMpc3ARKfP39R4KNBuQ044EwY9Epeqj0gfQHtKAwS0pYE4GfMVObi9y+yjsz3GxUbks3dKh7JLBzS7bkuf8kakoX/IOeOLRqco3NUF4f3jU+glXHgjYDm+iTQp6onV749+uFDaNB1FOTg/CKfniXj702yxh8kQ5Vyw8j/F+kPCtbLtfj0AcweJnMYe6hZyvCvjIPSxe07meeTuUhlFuYDcANfaV/rgDIbFMSZIVtse6/bUxm7P2vOJjWLFF3FKlPNUiOoK0OB9wEaPqWvb7PtBtwY/ksbB+TZk9AVOtzvv33IuSPIMpm3AdXuRa5yXj6+oQwvZdahGYF4+PFX9NnuKzwiA80+QlNmS5ph+Dkg6Xv6fwbo/Bx6Qcb+8ssGyRF4sONCf5EOPpPhR7/TyK2PyWxvrGb9h6f+hL7pcSSbmB7VrIXrT9wjWdrfkqnKh7MDvUMbZH5SXpqs9KqJlCTP3OB1BGYhha2SEZ4RHoLuj57HOYXGH2cNUOEJOCHrnvf/8o8XnRe9tYfhV434/d+21Xn1KvtMb2EyxAkcXLssVzO3DwG72c+XKTXeGTXwwyw7z7tBipzDtmZCxkbX2ZK5Dx9TySLyIO8sAFzFJPMMkKyvgUCNe1OtCH4pfbJcD5JxDB/ChiCQkMz1xwGTKV8O3yfT9X0y+5shXv0Uvp4Aj1epSlOEMhmxv1FND/mP/eV+AIZzptCF3ieA6dmLBI8mKKcgX56FbkK03fOUf8aeA/P+mD2BfzIX+npzbOAzltr9KWckPaSzV5zFVlKj7Dj7R+uIZncaPCaPU09mPm0twH+HO0OZR7n+p6kwAG8QWB8//Fy3LgeC+T4EZFyfT9ty1H8jzXFd9czRlYkZd+EFb589lxOZTQtNmBnMGhCM8OOlAl3PcWym4oOcs7xbPzI21+hM6NKVb8pPriUYgaAhAjipZIAdzVnaYHeuQx9Bb4HfcQ88ld7SZI9WbtR/QSAiur76Lvupqsb78ic/k9Wd0WQN1O3glw00qsDQp0nATduTtYWWmZ78zLM+tIQ+PJWALeQkQQ8GaK//xQBE+Q90BZ+y0lLWMTQFD4Ru+B26dmm8vg1tTXgD62ZgljaL9AENex7of871XNeEuAlqa+Bptgz649xWhjOvZn3j87FPN+PV12MWMTKHn+3jLvbER/sdPVOfg8HSo0sg96sj8HzLZON20hdnS7nFk7i3djz6cYFedCh1T/V1qwBMVw/5ND6Nyjxppz7L4hHiLIsniJuon9bMq7zc8Q8dTvBIbTWS2Ma2OibKG/BFzdybadyKAJcrmD9jonpblsSWdgbb/ccM4H3E9zJo/5ohex2SCutuxNWBto7P/g7n3jiOr3f/JwD47957+9zr2O+O7CQQB3gz7osje5VN53F35a8AcM/wqFYnqHX3ehXrffe5O+tU3Q1T0E/kFoqxD5+1PMd63eC9ZI3jjuZKAHPbFbTde67XLUDJ5df38vP3fncAfhxkBFPfe+777TNUBKVwDCYn5c8aNmekpd/dne8J8vJLwboymQGAtzTQ7dqUMU2I8xUA7tPXWfGda863f/9fO+ZdH8d8F7S9ZtXy++8BsVdA7fqmBVV3P25pUMbtHQvk3mYcC5reBYF3nwoG4TxcMIPnYNzke5S9W9oThGJ/h0vNAi4AvPPbs3ilhWMOZf4ncS5g1zXYaJv8rWOUEhN3afG6fu1rmPmtQ4FHlBku8NV5yICvY1plcM/LZhgvALwOEo1ule8FUHd/Tho7s7Y36730gF/gEDRuEkdkx9J5z8OuQTLcc/Qa716cgSdmlqmEK1x14m6Jkb3vFF6+oRFoo2jtvToTTsCF665lpQVNFBS8y0xDHU5bYtpeaHuN4Bz/8VYAYMFp+V4dxzxj+CiGlMFGOC90NkFXrGHfl3kTwQh/vj3PjVgsIKgD78r36nwdx9jSuZlU6M3S+8qdApPQ/I5p5NFm767jYAFgHEhVdhGylAetQLekLh+eu9UClk6Os1dF0msWDF4g9pZOqvSi/KBYkYmyoFh5lEYE/9f9GnByS8j2V7mxitJEhV3pSwCYErBRBMeaL1BQxdNgCsrS+JxV6lQSS0NRZL6QKQgNOoxR5KRt7zsDCOq02Wexw+z5nMfuScu86FRvfz6Uq/YpYp11+ElX81xJogoo684rcXrt5zZAqXS3+4/Ck7UlkphnNKCizpJ697un+wF4s6wcCvCCiThTDAg5AiKYA/NqWTTP1ALApWMU4B46HLc6IgsgTwTKKp17PgVjPN8tvdrAC8HCRhT2zFhysxlPsM2emTEevFnQXeu8Z9JsrFM2Q0cACmZfGmCwwVudz2qi+fcGCpXP8CxAPTIuqmCbqWw1ACM9t1Rpgc9RbpefLzDH9Im6plwb70LeAKJsX57mTocOv5BlV/4jHyLCkYwkilB0HaW4/DeGRdaLNdo+f5vZvGWkdYZqkBg0RfS5mS/by7o0OrzgOJsD3gouez2/K2A7AE4DP4aps/7QMb8X+FKu8m6cHQv0Wq7VEqOCXAOg5UE1PMYZsWcKdYm9wqXX9R6jsTwIICv3UKYRetvenFf9wkAcS6v1jNWRrXF4/QAm88FByWIV5Mi/ylPIZJqzYgaZPLS0PXzOgFB79oz91zVFnpoVJv/kHnvx4lT37ChrceIBOqlXbgAA54WSnszJDGP0P+WIwNyZdfioIC3rJX/ms+0yOveebwN6ltcBUmzwnKVBBfKgVR+Dw1hHGfu1e7c8aMeJ4d/MtwFId26WVMfAdTz0DTQbGKdd6OLiqCplz4XsGwAwnVSQ5wLA7Ah/cKKdvLUZpaUL1s0+rKzL42RzIJ/cR8tTUyGZV9TBzVnG6Yv+1OvMTO9+TETG8hD4DyWcGQeBBoIw3Gf/XTMIlTHKT/l+VzDPZN0MKpLeG5jQ/dRxLz2fkeoAM5ypBiHle4D36iTNiARgMnMbIFd+6LtwbrWnLLIse0bWYAMvclShha8tTZ9xtqe41SdQOreHLEZzAylYS1yt6HSVy9ofnNvSJz3ERt+rYxy5w5q3H/HZcgE+d+WtOliVpMzfrOsNekFXoH9jwDwcAAVr/4izP/3T8i74Fc+yhLp9+irGa1Ox7lMudrIslYUAwAb5FfTNua7DYMp6NLsvTniep3xQH2u/05aJs4wcJQIBOQ0UpaxeSmwSuc8+X1gJ2UWC9gRd5b25XjmSIJzsczNTM3cccx+SxUqJUINzOHM45XFOZv7VAcZZmDs4p5R0fFCbIQEEAMDhWTjUileFDsjMbEn6KZX3gn6xvfdjxjTATDaW3pd8HlAVYgDgLdlsBkZGX0BCIAv+w1mFdz+Os7o95wiC6DmDZnEKeTbbpzABB3tu1NsFRXr++rfz4jvGfmRyj1PaTHoz+vj0/E9AJuu3/hLGRylM3sGaEUgED15wEAcu/JNMo9Wp4VfKI4NYulbQBvwV3YXMfGRBaAoA+EH4FTvRHpeXygrYaTrcLHVZGxG+kv+Qf2QubylJJmtgBTxhdR2Claw64PeeIeiF88ian1VKdCyy5gAL5SmVQ+pBZr6jewhIVeaGPpolGvoyE07+SHYldMjckRPVKSurt/0FuglBdspTgghwNhZMxnmJE5xgEbJE4WUAH/CPcazuOSXTzcx67ECCKnTIfU5FCH1JnhuyEpv1NLpkgy6QGa1khMyfgGt4z2Qf8n4zj8jKQZ9aHo5tj/3AWZqytgvREWjZYAKAOEFt6VK9ZoOptsQ4/R1fvkwvTta82doTHJ2hF6BsZorBtpSnpcQlsuBJg1b0U9ReyRp8TXCA8poKFGwc05cHNgAwF7eHO70HmxG3oL9z56N+rLwHvCTwAbpdALg0gb7RKg1TsWLaEgCs/J4S3wjCe6FNQFPOIeW8AWTaIgFQDaA1+7F8vc75sZvln9i56JL3f3gbANaqBgCC2EqVsjkGzukA1TewzoNv0Bg0R3YWfB+ewLizH60gHLnXCgAAIABJREFUkmPyj5TLhTYAeAgzIEAHZziAO/4BMhp/S09Nzgw9YuHpPLN7OWU0t30I5wLdj17eba8AIk9bjYA85U11lGce2VDW9R4Z33l+M6jSM/Re5gYvepY2HMwJ/vYk5+l9yvIWbq4uQTUAA2IBJ8m+BnQDFOJDf+SCE3WKh3BCiwWs8pySZ/b7t18/NUv5eXQZMmLvPyDYFV6UjNKAGQR+URa1ZUpz/ds3AGlkym1wpzKHDMc3bykPG8D455fJAKbE/J8//Jrsbc4KZZOR6R9Tsnn7tLe/JEGdnNNW1om+VhoiEFLb60FtFe1HAh0436/fGAQVLvLDq8yFMyODg2zgLYLd0NXTZ6zPV8G2T/d7tqpSZy8Ah377fz2Pz3Jd9U10Gs4Qtvrojvz1FTA75/FFMm23hyzZeWaxhRcHXC4A/DN9yuVlZlILOoACcP+bBKP8/OpFgSbKaX/+SO9RwR7KIHvobIkBXQOG/PKPvJPjmK9+/W9Lw3/9RqCktjCVnh6nieuj2L2MHZL/938DllKiOKWas07N8IOOojsgN56EftFxHj5IP216fiL/6ckdevn//r83jiO7/49/viwYU9M+zx2z64fXv9nKgixbAoqeBqjcCiul77yVaiHIA4IuHj0yUebdGzMVKQWtb1n5/Ouv6Pjj+6huySZRhlgwk+P8On1ZG7ydQXykjHkG9CLlwll32zcEJP6ddWZdKDdtH1T8AbAIAnfIzAOU88xS0YSsTekL4O9xAEZKa7N37MO//x350zL8nl97xBtw9OY3/QvPAm7zfbMac9YRWei8LZFcGSwxGQyR+8loBthM+fD2NUb3j3r2PN/Dlkl0IPCHqhLPX6TXdDKBLdtONnfKbJPhWHsOeYt+T0ntwQVKN9CdYBn9yruTsMjaKdpyEEp7G5Pt3UxaQC/W0+uJD0FUKPvQx+FzrAnAOIEstuhoL2wy/StnqWKS85j9cnz0wtZXU72GQEQAZrfeQGP08ZxD7CE+/M7MdgN1+67qAfBEe5Mjx5h3A8SqN3MU1BEI0CRLlLHBC7Gr63th6PV5+be97heAds0IeHhaQDvBLNH9qchksF54cs+PIGTlZZMSCM4HcFYH4yXQUzPwW73T8WhrlQWs693jhb5bMYssZC/h3+hAVMERVNVnk3MKSFx7Tt2BD3aD5cfVjarrh5+SxYz8rw+FHsL4r8bPUbsOPaTrSnl1AH9KiOuLepizDh/Rr2LCAEEvrB80xJleHZvxbXUjxlPbbfzx8gDGOdhjZFuB7toz+q+Rs1vNirUgAL4lyXO+2MNW6Jrx12/Yqi76n9jzBYBX1xej0BfOjtrWce1hkrxOAJjx2u7KjF7kDjynOkRtegOPtxJqd6n+rhP8Xl+cmykJQBYGgLAXOm363s0AvpZM7k0jZJjQNcP2ml27L/geKFsDmUMwzrTba/8OFD4GPQ64vwOJr87MczFRQh347ZjObJp9w8yxCosbdwt09zmNUJiFHCPtGON8v+vVZ6wkOl/Tf20W6HVtr/f5rvOmBbr45hZIvT56n3vdr5tX3/nx+tzvXXcL+u2YvjeePeC3c+pcZl3vjBVBPSDvRgZtps9BH/v7y5pf13XLK6+juGvLgcEgGBD6upY6tzYC5HYfTocC79hnO581NDbq9i44fZ1XSyxhrI7hfAtEX4HtBeeu9LD0cbvXAjkjGDumNcx1hvM5Sm1j0N7JHrtmremcP35fJuhno5SXeR/gTdfNTTjOR50X3omR6zrLyNoTaQC1zqfRRmZ0nlnEOq0LJpUtSSeb+cMT1zHFYbgNhNjx7BjqUGIOAxTtnixYJQN2nHdLWvdNMvyefQ3eK1C2cxNwWyPuBF/3Xdxr1qxrjMLH5+zft2t4gtAo1dUNStgLtnmv+y0t7fN2/f/ac8/IZB0vCoLOZbNxMCZZfxSEGtwnoLv7xrN1nAtqud+nk0En87nPWy4agMyMXrMJFG0X4G8B2s5jBeMppI5SHXW2YtxJEZa3NiNlMx6rF1awev/VgXrlS1ve5pZucVQxus0gR1Jvli/Pa7m80K5rNWVthxb5fRW18C4U0wJfBdSJomUsAk5dtwEwljb27+s1KFA4y8+sj12T02t6nMEu7JS/vvAjxrkg8r6jNDCBHoezkT2aM3kASHWubOR8nDSU/ZkPhuWuQUtFN7tm1p6xjGN6sz+6NgePmIzM4QcL+OkAGyfTKIX7Po3UAX9jyKyDj2jcLZm4lUV6NvUNjTNLJWmFs+DjRvb5bza9WdOX4KSWshrHNpmYa/QvvfVcZq8bjdz0CSkbBxxOAcEFs+8YU5VfQLGhTcZjrzOiBnX0Hry62dmWLC6COWPe9hkFeSiVXJ1Jp2SPJEZK9heFv/4m+C00ODyCNeGRBnCcSsSux/I31v0q3wuEz/5qgNnD9HCYkWEqZfdsCnwIQP7/nL2JghzXkWUJEACxEyCl6p7//7npmpJILJmJnZx77jEL90yCJVUHBWVmhIf7W+zZdm1Bh17esLzzsq9jCHgeh6cDTA7oQ8aeWYlZ0/y+mclmr2NM6Mwzg5MNMfN0+aIAzkTFj8MSIGbLETc7kDVknQryyhctOXqUad1AnwWAUfQboIEs6D6bDdKzw9muDNX5y2cq2vJf9mXLinedB5DUQDDTlHWzD6eBM41qph9P6/NoRK3827F/jYErnU35+jpYNWAMpjDCdQN0oNEtw03mVUtKZd0x3g6+Ik2ey+pL98PrWcnsD1mrrJ/9RN3HZoYBQFMWvXQqP2Z88FFLYqdcWxyNEFd7b4/xX75M4E/XdfhqM5icg9GrlDnzDIolO99mW6NVZF3bCzZfaE/inrspRxpv4Mo+S7YpezdYs7/n+u1ZucFxnUMdEd4LL8BFBgMSF3SEB2AIs3fQkoAEJYTlQQQyWeXCdTnor2BNPCs4ZpkrwBb3ae+kOvw1uHGQnu2aZtRXp9PZzNhKlxhul7N66EwEjxgUAr1OIF9LQLOQgkK8zIQ7MtO7H8hEssizzp/o+9uMye2zJQ9YYHJBAp2SA+jhuCFye+h+Ad7H9OFur7Cjcgl7A3/lnsgZ1oylP/g3c9YbY19kgQwc31uS/wNli/MedL0l2aVRgSOA7RrpzY7BcTHAG1uc9X4UfvEhDsJWO0MmBhBs6dSshed7uF6DEaBbe5z2fMIXM2CeXRmBa5q9n6zHAtK5Dqdm+xFPkM3NDSCBzldLHBioYzl77mPWG459OC4l+5gLZRjXIakDM2UGQ8dWcBAwFTw7KhnI50IPeX9LRJrRvFUgAN6lX3U6e5UhK3Fi1+ndsuSUADSICYchTjF6NOL8hjdy/HiPfpcAx2SxNDp+AA4cll3L3J/zY4AKmdf2M38U8KUVPeqYswQ2QBr7opycNhbVUSESKym8eGHPciwZzhsOKl6ceYICvtKHrYE6qxcnowoQMY4kggIQaAX7Mz4qhGz1K84k3yfA5qKj9+hNxHzeJ4Iex3150bQMYOxeppyp3OiZpioDAStmX2zpNc6qQK6BRw3AyF7YCw9S0HlWB2iBFNYfelDHbkYDl7GGo6ddQJ+OAee2vW8B63AyI584K7QJcF3UswS2p1pO5ZpZupC92Qpk59q/15KNBJgYJMG4GvyDnpX1aEZm20x4D+bM+KBBAWCDQxZg136KgzMZcVyzAPD2c/2KczxzbJ/A2mvw0AnCCznAMzlPlp+2FzDjXh5IOduW7y99wKuQL125zh06ZO1ZF3V/wWeuYe8IZDW4D6ATHrFVTghaNfANAI6zyj4XYAPE4Qxs0OfoMtpZ0g3nbCsQ7PoL/BroYFUcs+8NopL2fyhQ7/iQ9bzYy/J+Am4a1MQaJ8hhKkVsBZLrgFxtsYKvIPNkLGbHTX+5wwRpgIUBHWYnPkWe50UlDHtIG2TTkqOUEWbOoJUdT7L56TkYnYZMyAcpX8p9rpv5RAbZyEf2I/PdALoqlcjZ0BXPbMWJaTe1mcvQIvPXTkEnU2+Ywzc9iXddjuBvg2GYN5lztqNoZudky7MH0N6zyHWDBQWQUV3q0Ef3Gb229lf2lxK2DQqqwxa+rPP/5ctnBWwaiEh1JPJ9GS8O4Oqia/MxF8uofo2Tnf7A8D5AV9aYM/tH5T8BXgEwAYAyJioftLo1k4cHhe6u0t+TxTuCRzYAeHTF3AewH/4HLSEbt8JDAYMAZXu+ak+U5g18uLmm1PSXgDAC/YDHjAhnPWAjzzVwFZlNIF8Amxfpl0vmfc83IIIZ6Ny7JV+bYZa7VI/UgCHAhHWHs/3Xf97knrTS4Z4BmbOeOODv/W7wisumHQUo9e5teNuPkZOAHgFMngd4BGhRBiMrkkUcUJZno7L98/+7Kv96lXLHApAEsGEw2pORXrOcLypB8UD1RnQ2fClkUkHDwxtSevZD1giah/+QHfnipUHJlhS1bHPrSIQIniWbmRLe95OdiquGcqJmEgMg0a8YoCclrgP0/P7tpntzk4CFH2kFwjOrP0NMSqmscgAiADMCP2EhBlhCj4yL/fj572SIRn4UMU3ma2iU58FWAJXgzX//+8uLX/D9G6tPcMCePoNv0SfaLN3XP78oGFPZ0zHfu/d//t83bRHxMKWRDdAkk1Q9F5nMetAm5zrzYpAvI7+pdiE/p2c45fMBnHJNAyGp1JWM1GmRA30ZNMb5DIBIEE9+sn4XvTn0BbjPGfj9K7IyAVopw9wMbapkDZ/4SDnkK0tOP3tmIsWbfwq2kq0M0PowmdgEhr19+/u9v/3tZcsaK3PxtSGvDMDoeufHlwBQN5SL/hpdN7T9y9+DEEPj+fBLAw7gfeqKnKMXAWc/BhDeKjucNUAkgSeyeNVpWEcyoKGXtsvIG18+p1pBSnxT8pjzweeU5Absrd0xPkXkIvQCIPv+LW0zkHHagRdfbQPcAFhNNIGmOQPvr+wxbr03MkpNtGm1qvhqngVMxR5TzZs2gOuHKD8MveTsQWe82CfOWBcsLwIpKJdd3T10XGBrsCJ0QLLzuS/gI/tM9Qh4D6XK6ZtcX1EDqqa1xoP4ESj5jg6VjwDnmReadIEu/IljV3L+rxJcAj1xz7bIaAsCFmBkaeRn9aUnLyprWUuuMzMYHQf5Lu1WS2M4GWfbHDC/jI+xbwUoAFlAfwPn0INXD9H2JBsb8UJFg/LYgrnyVQJm7O9uQCEbxf31K2rjoh/xYv7wWgB6XwZqNZiCihp5RvVubAeCWPI764FJUzNHNak6J5y4e1ybXd1L36p2Gz83QcsAUXvOU6mJCju9Xy8TPI3a2N3nLaowNECeudSvZss+bGgqHDyeKjE5xj2XZjOL0eim1qdihSuDkg5fujy4phnPw5eQ7/T4j07L2FotaVqXVJ503gRGIKuka8aPTm4G8PcBYHww0HH9FtUXDt9Ys7GzyNXLJr9EnVd/c+1J/uWarleGYUUe+XSxJPhXdR5xLOiWtarek/c6v/Xd1J+6++Q+et4NbNCX5Xv1X90tAT1Uc+vHXQC4NLDkxboP8LDvXRzwg2yXDD33l9cS2/ne3332fHHveXZq3r6fg/pXAPAxRgneTXd8d8ci+Hx7zKMD3prHrgf3ODubvjcf3jsAsdvreL7+nK17/v3uPe8Cyzz/e4DxzvF793V/DmLca8/7fCGw03V8b2z0rqFOKl91OZ32vOs74G7X4HTdef0uAPHQ2IUpzf3OALCOGceAAn/uY3gGie6u67H+joJx93DhmC2Tm8N4a/wHAPwn+s+8bu/D7e+f57BjObKZHQN/V7HD/JuF5Hswti3Lu+9/d39RQsZRezxjhO04KbZnXBXarNfB0Ncw8XrebzmfMqUDwFs64eeDAYCPAIRj86vE4PABALlFV7cB4EaZn3jJAsbn/boLHktzAu5ks+wZ5pwuDZ/nv0bbAifna8w0ku6XXo4MSxQH57S8x9+HV5yI28yv3cc7jG6+v8/Q2a2TQjoTOD6P+QxkLeDK47b85u39PRvQCh6FxzEOQYXN0FuBIChy9GhcAX/sOcxxAe1jTD69pYiaubZZUmWlNZih2Q3wOPNtgIkFYyrc6qReYahDropNnUkqbrzwo3SsgAsoikNTd+mkoMnSxHzYc91yaO7j0vY6sUvLJ5CIvwV4ffZuc0FBAg5mrw6Htet84Z8I+hMjdN/m+cyp5akEUQSyNqt+o9yPcXpfewgePNLn7fc4XzyvfYF5v44dz11fBaUXzJqsnzGE6rScA7hnsTIQFWMdzJwR/kOJqMEoAOZaZv9qAAm0+Tj5Bf+adZD/9pyinC4PqyNoZKsOMQHgKl65z/ZR2TKum8XLMyjfueUPpblZE5x1c1OVHmXhZuctDan8Uupy+9/A64gCVcniODP/BgnMgXeOCygaLazSppK+GbbQNAboOrwFVg8lotmgJS3fs8SlZ7NlfCdbmbKiZhBiYU0WRwAG6A4at2y1so8hcu42I4f3zzxl19zrXSNo0owWaV2MaANmjuCYs2yWHo2gXPB+59YgjXGenkGsLY+pQ9d+dzzX0n1xFtVJ6VrsnjWyNfMDKF56qtN4o3HrTHcsxwv+y986F9cpDai7GY1ESLO33KsAbi3CI+im2fQ56JSxbL/l6iw+gZ8tgQxwxe+5rmADhnGMufbgzX2375zGJMJieNgAsct3mGtLCdOnqTJexX95VCsMYHC2j8wxV+lSI32V+Y4vY7PH6iGHcAJxjjDOFgCu8cbca0Cc5c5prr3fUcqpjtIJsiqwlzXUuFJxkry5l3tApoZzsy9haWTk423ND0fAEZS0PfyGtC+696fpU9XMkgHxKRMFPW2FBc8vziHnVEP3pNv3PWRB6c4S2Z3B8EKNyiMqfIOhmBqgR0HnzKwl0KbE9rNEmdelMzqoGbFTHaDl0ez7t/JFeQ9QSu9G5HacfgWF5av2kwR01SnVIMQ4eTqPs26Nrn0xTPyANcZh3Ez+rjffGT00E2evW4q1c2A/fT4vM551DLdEPX3ccMDlfJjRbK/1M0/Z9UF5NngGUEkejh566atdw94eWCszyjMDwgnQLW90HgQWyOvNpGxJ01x/E+djgTAqBeR+n3Pe7OFu5m7pOoaxjgAWZM5v9bUpL46ODUCfsRA5j2yld29LwJbRmYHbTOIpJYtsIXOac7z93cjya4/3AlpkRxwZkVwPmMUcWxJ5GCjXWZHDYAcGUV46QXcAOw2myxzIQuGa62TlkJ3IPsDbN+BGWwcg1b58LaWZL2z5WgFIxkvfY3vycR4LtBvlVblC2T96tNmLXHCW9TSTlT3QOc+ZMkvboAGAI4CUlluvXkmAlyXO7BUaT8/oT+i3VikxiIcAD4Bwmga2kky+RIaO5Voth/iJcz0BPGcbpQTiiauDkJ8FpsnoILMbuQjPA8AvsKmj05+jJwHgAcDkb+SLa3GUfG4fVsDA0Z+XPNdOaD/w0O0HnNSZ88v0I7ePvEAIYyI4pEBDaBwnKpm4Bf+yFwDr1c8yBM6fJdbN0mn2SNb2Bc75CwCsfsX42V8zdCfIYYSTa3To9azSAQCjK1qlg7VY2pBnCQCv7rKVbsp76uhmSgRhSGs4xCHnBwGcBEJG1ozziftd31yPPDdQh0uYP3TMGAhSkNakUYK9KusLWNs3nuMBvddhRXYPWVPJgkdHhJaQ4epLgNDY7/QMPZykzdyZPUUDVf9XP61t0gwv+W4zywsA45D1+bwsHc75gVca5Fr/glvcF45L3ru6+tjsQ7LWOsZkzaR2bq8RqFweKeBfpz/fbZl1WUQzuwjmKjs0WAC6hU9uQIrVMMzatwz7ZPKRr1qMdYIOJhOfs8BakX3NtYAY9noVaCMrET0T1b3l0kcd6Po3C8cs/O7j6A1kajKngvrhnSsTCLRBb5PdRW9N5iFA1vP0aySLiLMdv718OfNsX1zAXJzRGU+DEZtBbOCMa64t0ey67guVCJJR30AVypNmvbvG7gcvxrsZw9qa2lfKL9bn8K+0JGLmjdP+QzKx4YMvAhy2L/JgtOyH5dDPuiZb5XlbLzPjAyBDplGxgd6LdcwSHA5EN/4p5d3JX9QFy7/Qy0dA3+gAD0JHVkQJf26fwaxR9ogsOPYK/kOvVXUtZSTjZAzaTcjA5ffIPJ5pT9LN9obesKMAsXnVRm3WOXxSwKQ0kfuTXYvy9CIlZc1Sjc4Q0xHZcpXs2tpCBLwSlFkdKv1mk2UIwAaIYZbx+Nn6uf6j7nFpnhUaGgR0zx/v36GnhXdWPwPYIXM2ATxThr0+u4DNnI+bBDagMhCsVLs9zzdQ26oGBcYq9rRdi6nTBzr8iOAFzj10I0/kXEVXKijBMnooVs8z2FU6Ko8m0iz0fnNFNq8BNpSrbm/a0qZBDLU5soYAzthE4sqTlZ/BtY1P3vuv/3yTMUSnefQsANqHe68CRhJ0QaWSx5GTMAyTayZDt09JwEQymQEmed0P0Meav/2NXsHjw0ogEPvxhAOX7zdIGR6Qr7CHgGp/+/vPBb55Ua6Y6gqWSH/YtgkEAf3tb6+7xgbRsDWAUl9asvhhyuWT3Yr4Z4kxlUwsgL6S3cv4u9PZ6zzGygAzvqxT+9XmJ25MyuOzHy9fPr335u27zhc6eJUsZXiufMFnUHb7okeGRxYwBRxmr9in/qfFTeDDV3S5yFo+A4j+/Pnm3ocr9Cy+az/lm8gxhkYFgAJ74aXvUur522eC+37P+TZRARrrCc5Y6QH/9av8jcxyxv81voH3KS3ffr2hLfzoZB4nvqUZ/sgmAnUYHQEenCBAqZsAlIwVnf3FS/RnA095kRnfjjShEwIgyCQmEx6QrSJ5bMP+Hh1LsC1vt++5viDWa217fqIb0jeZyi7wCvjfu7fhQWiklUWW/GXtyW4+/L/4zA229Yxpe/E6s0zcU58CvONzWgAMfQber947r6rv2hHozBsso61qyfjqpx2Pshw+gr5C32p9nfj0AoqGB1FCvmPCZh1Zy8OuAWfzJmvaI573sDOeBEjFjrq5em/gZW1q9GLHhzzlLJg4MMEr/NbzkJ7JKbXOC35EQIgBysi4lOOOLCyrn96x6yZkvchs5icg554f5QdrYSASr7ZiyQue5injzLjvrD+2E+f2eWRQx1s/CUEaVmypv6JVDOxniw7FehJkcnJb9l7n5DPuta0P+H33eDDWnjV1rrW9D38z1yNjI9bUUzJWvl85hm1K0GMevhUJqXLAfVu9q3g355ig800q1WdSHyiytLK4zLqyiDVhLqw3c+/+V2dZGmXdDLbl5wZNre5H9TN6VOt3lT/VX1v9T7uzJvYEaHJ2Gwwa/VXwd23afrM2rb4i91C7z98PvHL0wPI0EzEuPp5shoGW+koa2JDf0e8gAfZwx+5dj/sSHCTGIHjsh/o5/lsA+HtZvQq9nQQLIFWeHX7nh+9ges1S8J0Bfu855+/9q9//6tl/lQF8WaCZxzGf2wreXreZw+fvLUHx3jooj+tvj/ivMnn/nQzQ853uAr139NFb+3J3rN2TZc7zxQXW7iq2Z6fqAYAdzPxyfaNClhY8AGeG1pIfVbr9uYDnZtjlaj+bfZCOjuvOGbiO34O4jrEyPM78MLh91iGE/py5e7cM9AK9Mrvj3rte5zGdgfMdy47nezS6997PNLaJcBuF5EJ/Rn1ttqsZcZvxM+uLIEBgQ284EnDOnrg1320v20bM3qbjdXzA+M/9XTcy6exguYAYMBzGUON4/+1ez4wApubwrBN252qZgmGcGMCX647NXoBwrc4qBSMsK8Tnud8D+3ivADBRvUM3Z6a7RmkVnSqVOg7d1yM6ZsFVaUalaCPejRgbqZ/vnde/IGKu3bXuGCOyjszbBXZLIX3uObt3+/hupu3dz4/z61hvl2KGiSvAZkdq5JwFgHM5sgHNUnHuR/lOhYYOMgWDZ9hrdVwc+79jWv7QoN0TiLfZulV6yZKaL7TfYNdfQ/ygT6+4BDM0s8OsNM71OiO4hqwmy0RfGE7ncpnT0JjgrzJq+yx0zie62rn1zEzqlaWRXAOuXzDThZDPlT8QCUmme43tA4h2XXWi27fLch3Mo8bPpaSxAEC/uw6EeSb7aa+S7XvpOqyiwLNvO+Cnt0mBKJ3Ego72br2ctIwH+tjMM+6BA8ioQBxsrmnHxTnAWdvz4Jo0Mg/nbufFwuLs1LG9pdfr/M3f22vl6NMoHS2v2lLrAtI6R8xqYN3gYVyvs9GeygLbLcE82SalSyJO2eulz4yf/WSdL+91PGb44iRfusVgPwPA2++FOeAM4LXl8pg/GSB14OaZGELlCc26HPqrs06HOob4AsDQjaDOAjLE0tqnGWMSWl8g1vFY9rTZtVUo3c/2MEMmNGNE7Xkdqwsu81mzDQZg3f3cMyuIokLPmpTPsbezh2bqqCCzL5YIlR8YlKQc5wRU9qEEc/Yx2jO+lrjsvY8sIMa566wzy6wL+GRLOOduzWw5TL/Sl9dgpGzf3KHPvGsZuw2UMNuI89Uzj8nQfbHEzZ6zBemX17MvZOtpPFjiVto2wKbGEJk+UfYbAQ1IgbxhL1uS2ICRPfNbWvrbV5xIAHhGsspn3IGzo33Ho1wjO13ZgbOrQUp1rlgeuU7u1dm7NnFSMqYab/aFI4hBXoRT3TKVG7xyzkBavohzAZCB9XVfV4fnrw1GwdA3+x8nLtlAzZAiIju/61jZoJPVA1Xm5PE4IYmYNRMPkl7eJb/H6KO3sA4RDFN0M3sN04eVs+PaQW7to9ly4QAmlhsu78q9zvp/zwXvYRaWnnVqU7qsZWd51nwXvipgbp9knCTSOIP1bPD6Uj4NCJLSimS0NLbKIJnNcP9CHzICmaYvkj2gnADzbKne7q1OY8ZOH9rK9dKuwUX2Z9pAnq2CYLCH6q97ZGbwBnmtpDVohvNARhCGsb2lPScY/WbRTbQ5cqNOlQ0Yk1fbu0mjEYcdc2G9oUmzBP18gSN6gjKnXcs6K3DgbZbqAPPnXueWeKZchrMnAAAgAElEQVR8qxmu0qYZg+hplDA3u8ws+fa0D/+3ryhZLwRGsB5FghoUUP45ADa0ROZF5dNkDTYLkjLe9MmmbG6fGRqJQ9lMuulDh/cx+08Ue6nhFOiDDN5sMNazPeTzgr8uL2cNXyT7CT5p+W8yDSgjRna6gUM6hUYP3QCUGjLMFyekAUg4kHBq1ylaMFEdoFmYrQgxWag4AvLCicuzmoGcF2Aq/KPOFzK/cJoVQLNtBUA164dcIUOJMXE+Wpa852IDJiyDRhYK+8v5x6G0VW6eFlhYnmfZb9hWeQWZZwCi2YtPRPc304rMNoClgCSNngdQxIFnhjL7DCD+jFLm2T/AGfRHncDsVRysAV4rhyYDCLpshszIB0+vWcPQ1mbwtZ1CS6TmjHJFrl8+svLQ/dy9MygX3bKZyvnShwDYyDrm/JysrJ6bA0QGAIfHssao05Ts4x6A5i2V17OOU5n+iIAkAHPcUxAeUKb6QZ2Wu65cQ3CCZ3pftVOqP7BXOBzN+GdeW36cv1mHzbRc3rlyactJcz17DsgnfxewNLsBPmKWpDYJ8zIrd9fSTLf0IK5sEaTGMdoghXwB8FEeuaUgAQrJTKZM9pZgt8wftNNMmcp1ymYKXgmkSOOtVtDMQ8u+kinTfQ7NwQsbrJRd9jy4ZoCLKzMagFMaD82TqTo0vC0AGvwSfRHev5UK2ndzfBfNCMm8rtILlvMAz6BEP1lU2puhHZyZBZbN4mBfr9LLFJqEHxu8osMavescELO2FOszcSI9A5ZtB0CZgMRmha/tAtDLWTYIAJ5oAKb2PzyipZ/DM6FR+x8DoKsjcrbZY66BHjw/sNGxexocIv9qZjHZUTgtqzdKG4Adzb6kJG94q/0YU1b0SsDpGwE52TPOPJUsOGs42zmb7BcBHOjlVl4iQ8hgG/a4mbtZD8YH33mE/jTHQVvPk7EVvwg4sFS+uiPD4z0c/bxaOSkLTRYkuhwl3QHZmluJjMi8aEPSnvCAyaNjsx6d6/CPDx+SqZn1+hpQA3rj34fwOhy/7H/1oZaGNwgBu6SBN6NfVD/J7dgf+k4STMDEmBrrRAlMdEUA0fZensz1BgQUSLWCArTF6/mzl6N3oqez/GaNmYWkHqKM1zl8lYxIdQsuViY3WCSgFT2dASAjwtqW6QfkNAGLnNPqZgb2bnUbaPqnllknWzlrlj1hL6FxKkP8QEZYA41wdEeGoT/k7HxEnpHhOfTN5D/fIA8sX6ptOPp5t09ACTn34mWA1QY5WM0BUBKQBFkMqAnJvvnNrFAO5eufWZ8hFk50g2oC4gfEbe/nBvFC5jgllSZ94vg8GmhHBYBkiraNTW71j19Txrql9zOOgNK9vjqqbVOgiRdTypbraWPEPrbvdx0e91PC2FL/7BNnnAAjxgv9/5jr3mWfAHwALT7cZJ8yPMbwJPtIllzHFfDiKiW54a3ISfgdgCqvv/9HShNnH1kPgCLkce0MkIvMk97EBYFrD4maEUjGmNB/kE3wSl710+Te8NqbBAkQsPD0+b32eF13/9pA9Do2CJRzS29jQa0FkMo2OP8w9xwSMmDJGH0WsJT9XZ79MoEVF/cXZzN6Hef58GE9aGlwEv07Pm9XwJn2we8CdpMXyrgAH5+3v/DHe1fvLE3+6vXj0vN1gnqQbc9TWnsBOLbofTKCK48y/pzgZCrSSzX6PEEq2J9N8xdoZj3pIVz9mwFwshJ4wAXPkxGtvwMeZPAc/+C/XEO1FWgY4FAAWP8CfIigHTJG6QNs1n4CVwJIWwIcOSDwBfZPzBD6MvRGxjFAMOPbygouJmX06Zuc4JfH+mQ+l4Zyf/hgQTbsowT0cJ6oUMPaZ97IU2lm7RYDuLThjizmpambnGeAWubQ84G9WGIx4WMTzSzHK9+srQxfmuovDQKr71Je1cA1Al6yzq4u/gYyrZ9dQM7Kour9lAuOXnrhgdpf8jv1RIIDALgblDQEOuZg1xVeWXnewBsDOjf5imC55y/hhQLAuhW189s6pTbX2syT0Z3+2wRceD4ITI/O9RQ7vxpqN5Hz+jmZ5FaB5HNkwuGf7mLmRZWPbsAE8C1fwW+wlamgs/rlNliaQFiCnKdFmfuirmXMgfyP7xD8Wrqd52FP9PfaSfIVs9jnLNfOwR+aNQG0ra5hkk9lEADw+F96dMbfUf5ooaquCX67lmBGlkK/c12rWcCnJuhhRlNdZpOe9AsZ2L8g7MVBOhPhfvrqfBb+t8eU2cgL9y3+IgMxj6Bz9maz1rnOQDVlyoFXrb9xZEj1NNd3GVmxhEtFQT+7+A1nnRm/rYj2jBvE02sHDPe5x17t33eTYreaHfL4kgF8JvAO7Q5g25tdAOABVXh6UfcdlA8/P/CvMnL/6v2Z73/741yG+l9lEO+Nvgfk+pljvzuHYwAH0OmCukF3AdnjObeHfgYOz5/8uwDwv/O8Bbl2wzdz7ntjugsQ3gWCdx32XgtwX5yZ+8sAI+eMXRgAB2nOZg/dXXDQvi2OTKNlD8PsBiQ133NfFphRgJ4B4PN67rAu61WHgd/Z9+oAQaygbM9z7gK7d5+3z/weAPxX157B3z1XLcWIMwiFH6NgQJNdn0t5ocsB18DoGmUQNRSYC05DmCaOjjJGaZfPNkNxwVvG3gIV+XyBY42WQ6FdxcnsjWoLPRIL1uzZuA0Gs4qHk5S1aaksDP4q+iocvM60+T2eso5knSjTb4EI34xznf11wM/9d8/XQGGs+/ldoPlMy5fMwyVOxsZaY6GzTrNRW4qE97a08gKXBTJZyxnbOnOrYoX5CwDP3t5aY4XtORtQkP82fXa9RrE586ON4uSzde4vXaF4oEBesrtPh+J2JJLCgfdQdC7H+A7v3uevIOPjS6Q/gn3WYDO3VdJ8baR7M0T5Xul3I6kmeGg1h9M4y09nXwp8oAwfJHoLAN4yz2e+JVBpietdw3Pf3xWK/bAA24wVB0O+so6wndtpaHVA6PAStKuSVgBs5jzT99HmjSx4WnrPtZZgc2xERHPAFPpmdi4gakSaL89+/g1o4HsGi/CzDueWthaUgx7so2Ep9gtfadaOUf7cH2NJAAsAJgpRx+uaM9yWcEXRG+BVoMoghI6niqHGpKULVdyrBAPImZ5RPruZK1xDhLO8avhV3qsjJNc3s3YM3ktfqlkHnFwouhe6HF7GxwJzU2IFUCR/t6R91oL3dcADRFGSRjBbgNBAgfKbydBlvQqM57uAantWGPBmP7afGGcANbagloEegk7ue8HpKmYCwDx/QY7dQ6OvVcibBTEg1FZ70KgQ3FqAbp3UPG8NGQzVUt04Lu25icmmjBCw1JDhxf5uFr6lWjVGGjSAo3DGgVNFmrEsZHWVPedzLqUxHLz2kWPh7I0riMQYcNCVLmq0AC4AcFtGEh7UMemdUm/I/23pm+31uVkbaxxe+HSmLtAG/eFY7enq93e+OBI173xxzsg84nlbLpP3LB9pWU0NAYG4lk5ew52AiHGsb7nI0kGBPrK77H0I/1pH+oVXQgdhGAZqWA7IAKLQU/mPJZ8wAh5n/1pSkXUE9AIsKR0wHjLvdaThbG5ZoPzHfjWzMN9h38zS24wcqw5AFwZpCLieAcVdnzpgRx4AULJWPNuMSLMDm12XcUP7OIKWr6lkaaTi1MJJzRrixAGQXMwCJ4/tI+QpZk7jtDODr2WnAS1PQTvNTM2ebMnu8gzot9kN8iX3ymCR6juA4XWAm/VBTymuBeBShsPPNeCYcvvA4nRA9xh+xigbjTvpQM3Wa+muiawemv2UOlWcD0oYAjyayacDsCBPHA+InQZh5J+BBkewGUCc6+i6kO1iuS723SC3fbVnMetGabzRjQ+wRjrB2cKd4KVmsulkb7Z/PgdoYw/lxZwX+9Syjjh0euYHIL9kz0+2cF3/FxsIGQSfdU2bbVNQCCcLmWvZe4D+ggyru+toYejlBwDRoS0DMbKuLVU2AH+2FxqCL7dXIr2tazPAP6F9g4hw5CGPu67TPgDXec/1lFOGJ+GopCxlQZfwrgLkyK+edZ2cnOX2dIJmOacFuMdWAehokIsyQX6Hsyulawt2GnT3Ms7oOlVxXOeOBnzBHwEHKKHr/NXxdBC32kSdSpQu01bAafXgB8CrAV2qS0hPvKyKYClhnHxkaOJgb2Yr+48DJ+NkvgDADZyAV4iexzkeb22DjACbSc+TR26vU9aa/cUZy/kFk3jI2OjnmPfgJSgQLU06RPoxAAa/U+Z1ncrNAKUfL/eLM7k6NoBkM2MtOYwsK7hIgBMZ1q1MYXR7nfq5/udkT71Njz+zpMnEMSBnXRU9X9A0zpR6kwxKM2DG3q32GEXOWAJ2nd6rD5eXNCBFXYwzJt/m3ON4JZsLHkh2zpMABSPHemZ0ILF+ADHyfAB4zxefbyZYHUztwwbgRl84gwkAj3kfnthMq6kSozMVR7eAKsEzq3PwPbMTyCI2Kw7+37OTTUMP4JwQ+MB8jsoJ2oW8lBv2yFMfhkepm5GFtPbI8iWs/PYYJrstgD10ae9ZqjTAzwSMuQ7ZY2+8cZ6V9jcwceZFJlMDfMxwlS9n/9q7Nhkt07e3PLGyA2CCveBzuFIcfJQpboAm9qJ9cxk34+fMsMfwPl0+9he/X/lGxQr5Hyd25eNmta+89ry7XnxW4Ca/X11RFtmKVD+QXUMQTHl35tHAFWQSoDUtJjynZi7ZO5Hz0jPYyhDa8gbA2B+ztAEfQubB+6a/dDMQK9ORx/BZeuqSoU6gmNURtN8srWjGoXJ3M8FnMS5A9D9//TW/m5GPHkO2Pvd4ERll2w150/Z+L9/GcQ+/SYAaYwYApvwse/4oB4B+j2QRUnqVtSCrmnlRkh39W51POY523SzNBYCrfxP0ZcAu+iaZ9TjUAQ+ftzQ18k6fgfYZ9KPvgflR+QWnv70YKYULD1HX02dlye6HAfK+EVBX2rBKUCmlvAwfByXDM8I8hsCE6hHjRK9TPvrQ1+whMh+HPmtw//4AijnX5UHYPGvsQkscETJyUg4Y4JNApauMlUxUHvQimVmP869t+7AF831LqK/Niw0SvSxr8uHjdfkstIZMxDZvkFkAJbLUWWfAG4CuZs2xVJU/2qNt09DKJfJM5DRAGjR//e46panDn1pGWvlidqzKABmvBn0AYFAZKn8X99dnwhj7k16L7E9+Zx8b6FufSUBTAnjvpdx4yhm3t2/tLBj8g/Q8TeZ5xsEcyAplDmx3y76GBzwPjVXuhBDRPcgKXkAP4PjjDWV/5bHIjde/hF+h++RB0MqHAFOM/TryC1oFeK1N7BSyDoJQTIlnvk+/X87lz38niIcAlwDMyVpGtf0x378JT/Dl2kJn6AWPHmP30TsZmQtKGQA4+yv/p3Txs1aTeP0zPUtzptApMgj4cLO771te2XkCCLLXAsCAbpiEALasE1noyNk3b6IXfPFcvvhpM3qvy78pvQydAezCS28yJjInC/IhfzPv9m5u1hh0EXB8AODywWTtIyrfvyOwKXzlaWRzsg8NNBB44blv3wBMUeL/Q7Nsf8n8esXYwC11XrvGwATsiM/hF5RkbmsLaDT/Xr0yvbg6bNYRvY39Xl8X5adZuwLAo5N0vTLGD/QuJ5CXZ2ZPKBP7LOtG5R3KnKNTPA54zb4gR79F1hKowT2fBijmPtcpjcwmPw1P+ZTMYcgf2fpTdSkAYB7GfEnpzL4CStITnECVBwBqBHfBmwQkOU+YFy1CI7sRnA+4zxiokNR+uRBW6PYr/Um/0becMtDMg0CV9IDmmrTmMNsP/6t+igaYtqw564hsg6KtMOFZYH8AgP9oH+rHT1CgQmtkhqcPMEBodYPWnMe/gYhl0gTm0R855dkTBGd2qLIK/vHyp/QFTx/49Wn9FCCd16c8H13zWXqIa/GY+AM9lydUFowvqxvIervGmzzFG2unVw+hbP/4xZG3yF/7+k7Z/waukZ1PS6lUKbkO7T9JD3N0XwKDkJ3hl6XH8lftFgPK1CnXBmNI9Ju1kgYlxIn4IjBA3oLeC/9oEEiCwqjgoO/MDFYTZbTPto0idE7FDNeA80w5fOw1eCO2DUEQ8BuztquL05/+VO3LDNjQJ4GcyMAJtljA+VsAffkQ/FmaNyv2kHFWg7O6GueqNjXyvW3itFOQfZSjFkPJ7k3FJdTtrUTkOo5Dl+SO2sSWIgf3dw2UX+gH0rw8ssH4+Rt2WHf62M0NqosdVJCeMepm7NoTgM05U6fyHg3Um8Cdi09jMoChAe0C1hL5ZYBefTA5l71H+Fx5IPcn/qs2k/rP2Z98F1c00MwkAOjVtjfbWoQxj08XHbbJBdI2+oW+cvWYtSXW72cPYQPjm0jIPvw7ADAya50vXWf4jD5b3v6XAPAZbGU3dkBrEKyDvLxknNxnoGdB4zWwuttcOyfq7vv7+fnngrx+zy/efdaO5wDqDmCiBFlFS8O3xDehHZceIzOQbgKb1I1SkeR1GIi3/7473p3X+Tt3wd6OYG54yYC7sy635l8j95xJeXsMdwHgBW33HlVg7iz0GWDiuhLdKGsdexbMEnK7Hnee+Z11WTDl/KwLKAcTnUgPnGAtHTo0MJhB/2aYW4r5vAZ/zgj209v0edCHzFQgZJ+zSsIBAHvN+XV37Pvcc3/gPjf3xbAG2DjW2azQOqRXYgzt6OA5AAsO+vbN3ZKO0ow0ugDEnrd97/zzcgarYGu8lieyZ7N3SK/SQw77+H0uY7uUC+Q7+VcjGOUEZ8PWQJrPqn/s2asUmjOSX7fUM2OrYxbH6oneCgznCZ+7KfLl3m/4hSDSOsVlWPusvc+W/l1AaoEznlmHBfQ649vze5t+3JBjXPu33+VVEHGZ76zp+XzaY3MDC4zCNPOP+46y0nUUALrQ8zihdqz7rHMJTu/hiC294X0Lnm1p3BNNnefWMzPZIe694NOulUCEAFjXegSP9/dO3ENATaV9wQs+w6jkOsd1LuPMF4+92vFuhthlQqztBDwwxfPZ6HyrLKAUqRScxwWJbAbwJWtxFJVVzs5rseuHsb4vedgoGvN+84gq6cfAq5NWx1FpZOa14DIZIPZFcl+2D6Zj5SYKZabi+nneeeEYEJAlqwNAEgNHYGId3HznDADjeOaFkrjZvfyNvrTn1qzYQzmln1XP3hgSONJxWFiGVMWOZyxIi5Pj4ZzBriXzQvnDKK/sOwAhblmeNPRRgJ+9yn0347fgsSGA8t25h2sk0L0lcbrfe+4mA1gjlyAZaMpn4xxYwHPpYuWZDmZ3ueeyANKW1hRwBBStLB8HWflztl2gMkAYz0IZYvP4gD2aM1EeOjShk2JAiD5PABfG2UjQLrpBMZuFzDhbZrtjBLDSGdfgnQt/NLKQZdvMoA2qqyyabMSD98p3BA2JQD8FPuTyRv3OmkAn9nIeJ/WqP6Urz2EdcnVoH3smnZnJvgqvgAbyDaUVo9aeeD2zM+dGmcJDasTZO5U5CaDRxUxg+I86/e2n11Ubfmc2thHBPa+IGYwESn7x5+yLGRCW+GSt2lMstIMjesuiMoftiSV96NSTl+pEWyNkM5nW+V2Qc4mAMV/OiN8VUNDhxOZCBs1GioOGz5rV1RJRyDjXpE5aSlUyBs5ivqzjzf6nlBZmLXFIYTySYVHnRhyKS79sLNccEZyCstynGWhznhZw2zK8nM+HpG/kZXlX9QWNDMuYAZ4DcrCOGC3Qo7wYgsKoNjp6S2Bv/+g62qdMJntkSwD3dAM8NhuH9W6mcjM8zBov6I+ll/VuVnDGYNbp9EPmZqNj7DknG/Go9sDZ9Zwx/w0I0VmsU7+Ozw2yGP7fjMPw4BrVpccSfemOveHMFiDqGuUZ1X8su/noSfYu64OMaWZE1t+gBsYukHh/6Mf+lJYy563qaejjmXsDafKzACdlomQ/BQi2H7R7D6ENU6+Dm5VY/aDb2nERFDCk2vtAl+2hVp5nEBLyvb3gqgx6j8dkojWYxxKb9dmNY/eynmQsT2Y7Q6loQ0xOIAb0Dn8zy2l7RYfeaXnQTB+dyi3TS+a3w768OkXohnWFX+QB0q/rYxUHxots4lLBvfaL4rNxBn7LOQIct1dw9q2lVo2gv8jyWr7yT0owF7hF/rPKGUjLAA8gxDy3fG7prw4n5ey+oOP2JEZu5vs4U9fGaH/InnOzGgvgxkGE/OdVmZDvNFglP8tTs6j8jdOE0nYVTfQczC/NxG6kubHuzUMpyETvLBxpeX9089JFri0A3J6mARoLmE2ADv0/J5PYDFt199omJ/O5TgfKkydDgBUgIwyxxvl+FmfxloPEMX6T0sjlq3H28vNBHXHbdw7ZKt+raEO3yTLCzwXuOYLJSotTrVs0+hQOYEDSFwHLrtprFQcb97c3nQJ29SX4lXvDugN8cXY4H9oIPPgopwbPbn+uyfjmTBrgBiCpY5F1cT9x3AMCWjqQLEJ8oWtvVXcgYzFDA3ApXbVflyWOua59PStDdGQZqCZgC12RCSlv2AoHAiTNjOH+5TXrqFNXt7+YAT7Ld/n+6loEu/Qc46Tj/yYjAl3EoKjpvzY2gzIi89zgDHhpHbxk2RsEB1DfMo153wofG6CEfjI1QLsHAcKSUbyANHvBd/Xzrg2pU10+N47BytcKkjorzWae8t3ojlkHHOT2UvN7jxrIZSYl69QASYgqzwF88fwqly/q1zieG/TDOcwZ+RRgETncIKZx1PXkA7okQ7DnquAtlRbg18kqznweIBvgGwDYDcYzw7myLPvXTOjMoWAkcoDgjey5/Top7y2/68rkcyu9mEnN+wLI/bhAqYGmBs9VfwPwI4gG3WjsUss8q1cTaLSVmrApkG9cy3NfBsAw0EIHPGMlaArQBNAGGsZpz3oo88Z5unZddar0W80+NfMYIPM9PUc5Jz8UXKn8qfMVea/MlGbzJ9nrBfyiY2TMPANgwcoyBoLgiKZMOJlK7enO+UdOV47bg9X1kyagAXjG44Al9r6l5KhUYJmjPKsOf+7Dwj5ImeqA+ZHhz5+/GB+KGUrwhPoZ8p1tncB8AX7Yk2ZKTWBJgdCs/w1lpcluzro/zpkgSL5rnvE9zFwahFb9hn7yOPyx3ZLlHEc5znLoF5omq+yP7EvLfqL3NxMMXp++rf/xouDab+/eNuDyp1cvpG9kQe2BgOdZm/fvAVs9Z9wPkE/+auDR+/fvy8+snoPcRg5Ji8j2z4BiAbwehS4qjyLXoZEOH302x+IqZ4NzgU67ZdmhxwUkkE8NmmTpB+1g/wl2eZp7tVwwcqM8OgBdwH0yhRnG+3cps56zCc3Dl9vzsvoCdhiZq+iEnmvk5vt3BhP9/B88H0DWsrrw8ufPYycGZAGQa2ByAGYAYPsrGmyyZYaZfzPzs58Ebj0MkAcv/nRtpvzj9ILVRiPIIaAxtuXo+3z3yQS/9UyjH6PjZRvepicr2a3rKyO4jUzX+3+8ZMUDpFKyGz2TjER7VSJsHmetPwTw+JiMXveBAKOcCRKF+Sz3IJPayhQCJuwrmb589u1LxhnQkz7Sr1+/qDsD2wOA8yYAYUG90FpB4IydCj6AsLu2ADO0P4BP4td4/Qo5HMDzN/RGNhuCyPMD4jcWgQ0BAP4N3maLC2TL61+eWwI5tkPt3uzjw9hxT8ITHvS5gEvJFs761ncZGrxK6V2qrjDvglL5CU+k3DK27pvf3mZvWT9fTbLIE7ENDObA50NJ8KMfJ6XUm+zwR85js+yzHpn/pwBu2Ae/p98u/AKdhOd8+OCZQE/+kGCBpxkvtPc8n/9OEAc8OfP9+im6QkBceBnnlnlyzttPPfv6IeBgqw5tT+GUDf8xwQG8AAPfB3w1s57S68kqp0x5xlMQLfOmhQmzK8crMJf+5RmHtj46FkArusVUmCCrlB7aedEKgL15HDvGIPHIn5xdAw2otsM567SrhDUzONffZE0+k40Nv0bmROcG2DbYC/lC6Xp4DMFxBKAQpAWdRnaFvpjL798et8815/ekQhfsNzgNvUs5zqvkUx/DkFbGI9irvQ1Pa4Bdnga/U8cPjy5gJuthrBsww1pB423zkc3+GFlMqXX+hv/fJ0EjBPfyhcAuFP05Z6+B/PV7OK4GiecZLyLX2EdA4VBwbclWtclngpIEIsPHrABz0KY+C+1wzzjnkL2FPonhvE/WN9nYlM4O//2hLSP8XtuytH0SgQIELIRGCTLie6rC3UB8p71HaIe1bd/1ToHAWdss8Oo+9lf4ceRL9G34iokb+mmQX8idUNXonAmqI34k93gIuF2/FP4A5KT2TQMnQ1PXqUjQYF/2j73JTwPvR/9vgLfVmPiqiSAQmmu0QRTq6lZnI6i1s5zrsfv0p2pLV77Vt4KPhapjBC/p19QnZQBXsRyeh75+0a+ls13LLS0NjQnciytVlRm/i3qHCVboxeI9I0MHEK+vGPsjP5C10LeBy1aXvOjx2Ajz8PK7w9z0TNR+8qdl9g+9sTKZoLWxRw32U1bqU9W30+v+nR7AF6q9AMBGEt56TXq+G7JRX+sMdaDn17Gwt98//7XZkt8DgG/d6+RoPgC004oxplvPP4BsiKuOuLngLnj0p3lyRE5T/6t5dR3mmX8F9n5v5n91778CgO+Cy3eB3h5umMydgZ6Bxr/eAT85g2AXWp8vLSHyZ80UBCAEO3O/ZOFCsOtUWCMGQm4prdt7teBjjdU7rwuouw/4zuC7pxVS6yS7fX8BgD/TJLfa9Tdr68i4OwPFu+bt3zgA8H7e0sR1PDow1sdsHw/0rtcZ0F4H+e3zgdmPLPI7B5NZx+woV33GGM/r+GG6Tv0yDt6qLODaAQA3y2afW+U/f1AiE+BowdzOY5wD6wBfAJgvEGldN0sB/jHqhwcU/MWBgOE4xuXFS5nv+MQdq2fRcQ9zn7lp+Mq8v3f9goN313DvtYDmrtXhWMUIMkuPF85JnrNrczDh471eGH4H3W6ZTR20I/S2P8mghuQAACAASURBVAqXTRbC0m0dbOul7ec6w445jdLT940Y02E/Bne/I9M/g7QIs3XgLbAs3Xifc7kjgyLW+WKkvS/Bl31tSWsA4FW6dHJ6LlTujxJ6u3f2TmCv5ho3QWWn4KJOJwW0IFVflzE5HsfoRzsPJr+O3Ja+PdHL/s71FwB4HHjyecoj6XomUr5ldaEvDIXlScM3tsepA9Hg1ZlINKfn0Sx+S0+WDnIvy33xq8pEo9JaAs4MQqZqSTKz1lqObYzEZt3XsSsQP4++5XBuZt9ki6Ds49zuPgMgE23K81EQcbJRAg8aArzJPp3pnLNdXnUJCpA/wHuJ0Ddr+QD3d916HljLWcfFydbhvU7wpS+zM+RhdXj2e6PNV4nid6IjNWZxVBV8GplFpBrOqg3MWNqESgWALY9ckC3zAZjqmHDuTElfFUgyXMyObsnDi7EwZcNR1jKOrjpAxZxTxt3Sw3kbeYSSyTm5jKNn9AAEdHQ6L/abbGIut1TwAf5u0Aof7jmW12ioSkNHND6AGR+vEg8dWTHBwI5V6HqGkbX8dwL3yzNqHI1znLOJQ2uURDMAnJVGggE5liPW0CD7ycAEDEiAFeCHcv5+d3ttt7xwBttMKpz6XY8iHXWydpUxGuCfdaajLxglibEhvzrAPA1Cx9b+ovQIDsFgt7dPWMumEtUa4LAVEQ6w0+8Aclpu0fuu41SDDgfJyuZmFHBuliVFzwBMEvS1D2ZLr2bslp7C4IWuBawECe073L0Zj619ze0bWACn/DE0SznE7qVnn0ylZkePY/ITWY+A6Ti2Q9iUTsQAWX2O3r72gDOggS1sJndBBIF91h+Ql98Z1xolkjrGGxk2lu7E8UVZv+1TpCMaQ3BKnQ8wC+9bmVnAv7RJWdfDCXEB/skYgr5K0xqhgs7HXheIyD+M5p43eH/58mR6tFyiPPXp02cdDy9LpisrzBw6l8rnbFLOW/rBcbfAcumigQQaV4Du6EUAisVaoPfJfIbH/0CkfQ9I7hmHzqPwE3qVtjwyTto8BwcnGY7IuAeTuYvRj8Oy/KCMwHKN8J/NnO2ZmwiH7fNl9pznbmWurFeHFL/LU5Gh9lalJ2MBoJ5zeS7lXHFMAprhDMDx2j6kDVBw7Z4mw4Hz0V5fo1fs3lQ252E9wxje0Dv8cZT5VjngeZRorDtKgPZhAbXQKQEmyQyDdi2Hbfbi19FvtsdeywJnSNW+coOHeSYgKMAg5wGesj10YWt1wpLJhUM7zk4y1htQQKZWHP0NIkrUODOEpg+eNhnt5cc46iZLARmRf618UOeRctwSl4JhK6sKYveseA17RJniBcufByjZ86neptwDJLZ8c4CGOA/5HhmaPFMAGOc862Y27Lf0k2vwQb5fZ0wzCw02aRnUvI8T1soRceBh5BPAAP8vD5VOngUYcJ7JVA9dlq/zXTJQ8zm9igGHShE9T9DQtLSoDJFvCLqiV5jJwXNfpG8cL/YOhxwlUKv34DTKwx9m3Ow77zXLKfcjUA29g/c4Yw2cSRQ+Di4kigER6mSMieyNT1m7BhBk3bWvyAz+2PNd5jP6HXvUiiSsYsbMOUIuoSM8qVfNM9xMytwfQFfgXQACHt4KNuH78JlL8FR5BzLQgArWFbp6HFljhqBg7/aotmQi/M0s7As9ZS68AEkpG1u5DL/INZbBHaB+ALwGxnJWen6kBc6t/ScJXjnbSqyEJWH5jblYNWirSaFPK+QvwRAFf7VXV1+qE5jsvILLE3Qw56EgSe5JQImf2yqn+sFkblpRQP4MUEDGDfsE/XT8IdTPcXKb1WO/P8/SlGEfZyB7Ah2v7SQIMaEjoS/L1bM2gi6AqYCvLTObuxlI5D6ozx1Va6pjADx038guzTnKTwDARwD/w/OYQ3np2D2ttpHfyVxpGfKM+SZlPgF4cWy2igy+iQyzGSA5LOwv8mKDpsxaNjDpc+Su+pvZcbzUV20dYAAZ+tKMfXS6UU8m6CN/sSw4R0sX+TcBaHxxA6qeP08GYmQ5gDpZvjg9v+T3Vn3IvpaXFFDXn9DAmtAaPetbHjnfYS7wMcqab2B5+eKc7/Zlb4/ox90fSuHSV/JFAaGAGAC9rGXmI4Cow/ewUzOmBlbddIysww0A+2T1I6uQ1XsGHuT72AyAru3vWb1r1gB9KfQC2ACbIDCDM1SOhqMfkLjnGNQcWs1zQzOfIrN+JMgMuyIZjsj0r8gw5FPm9ZCArtLwh2S6BShm6SuTp+oOeg3jwCbJ5J5krQAYP5FVhe1R+cj9KbGMfQjgqgOd7ETlHAEMZCPB8wLWf7zpvMs3k2HYXqNZN4KJmNDbALjQl9VvpA4DAimvbGY/ZYGhX+5DVmP7lOOsD60AAAMgv0h2bXlLHdvImw3VAtRmbSILyyvoWRoawP4nECT3f5d9gv6QYWSZtZxvCVPdlflzMpHKrA/nCtkAfZHNBt/ax3HO6VlcOz3rxTiRsZTKVxePzt6AFnkP547MUua5ADCy7ukL6QFaB6R5GWC/QRg5a2hkig50Jf0y0Aogga/Ip9h7gKCA7gQekjEqCwa0YT+pSoK+RcnQlAOmX3Q+flQZNFUG0GN7hs1cuwl4THAAfeyfPdfeJ7CS+wFENjgkQDQBGGRfQ9/QS1/oGlmvJ5Ef8AUCsx6GbpAz2L/YE8svAeEoSQ0ACXclu/eGfuUB4H755VV5Pj1SkbVX6WF8HXlUuwSdJWOnBQP22pPIcJL2oH+y7QDQWDdKOVMSvH9kev/4r/eXAHjAHWhpQaU3b9NWoDyVPcreZ78rn0oR6P4AQ9hTUxIWcDELvX1TUfffBdTf4JnuDjw/9wH4wm6AR9omgtcmYKxdpuzkzDUAYJaTXdr2EuiSH0PfBMDjsQQA/pryvPV5BmDlfBCUwh6i+6DDWbGDefFs9H5skuh7kW8AwO9v3tleoBGm+pTJPKbPOBm57xMkk1VtBvvzluuGPuipjN1HT9rH9pQGmM/ab+Bfe0bDSHJ9qz9l3xkfwTHsK9cVAE5lKja0ZZG7NMhYZBxBE+i68EEB4A+RY9gBraxSLhnelfPQYItZ78+pbMDYOHPY2a0agG2DvsN57kNCr6GLl6HvtTX/yNrUbgl9Q8/QJLSxfnHOLf/QUcnGxa/FPC4vVTx3tvNTV2Xu2Ae763XDcS28usEnfqc2Xelj7C500+wJWZ/NmG9VKxHj+wkuqAaFbhW+bCCZ+j/2mT/JhEWmR24TvJW9rO7NI8mWh8dlIE9ycAzAdByMgfNulVZtMHgP368cy9vMB95cVSmXNMBzessX1J55OC8zxaNmlV/8mAzu87ptIpLlo/GtYasTuGlFipq089rkHuIfKflPoJCB7lR0IDCC889a0WrNwP+H9wlYVC9rMEtoua/SQfRD7O+ctevp6V1ANzejHDMZtlZmstazAXK2mjADGOKWvmxNgC7rgK2Ep++z5z5r1fNRPcnzyIsWIfb71h5Bxta3NRMX75OXGLBu5RTWvnpNKx+os3Ikxt0zvGZ4IokRFbmUaba37vnVPWyAqzKgUTfw3kvLueiIkW/6TA/f/AYhnfdzzPFZAwFuE9NcF/EFaBM7zaSC1e/5vPSHekqyBuu4APACK3/OqJwv1aq8nf7sDTdyU8R733OTPLHnTKBdmLvPubVgp/sonG8DtJd7lDB8xp+fPR7DufhM6DLiM3dxHnfHrCJ2XLff2RLLo/f+abPPbyyhHet0G1C9M4xZP+9wF7Q9A7H7+d339tl3Qef/DgA+AydlbqdBXcY/nv4FOhfAvLVvs1QLAJ/nNkETzmuvq0PKEls9a/O+PYqMML69b9KiNHVwrg0UWDooTTRTyQjHA8STJvY553ufn9/7wHvqDJyDNYdzo5TO2ateP/RTpe9oPv7dDONcu6MXROP7C8htxscAwEwl99/oFJ517k1b58BO5DsA8OUznOsrcC8glY72BWtw6NfBBFfBoM2c13GBIb6lEHv9OGDLOMe52/Kju7gVzhMIkjGjUO6+L3jc+9zhGcczEOBnYEMmf6HvUQA2gvJMw3s29j3Wq1HRjAenWBWVA7i8nKUREscz1syGZgQ9D3qwH972z7L0iuU+Wk5y7g+nVwkqu61DpXR5AXA3o9inrpN5zxdCDiHZ0kpd32Hg8+z9TpXUKrgCNp3TrK3gzjGXYxX97XtneaP6FLoD6HY/BT7Z0UafY8hhKCsB+/LvPUNH1NuZl3K2UUCI5NpyzXeDWcqLBky+ZDPU+vK139vr+jeRV8iLGuSuw46/UZgtwSzMVkWAcs7woDxnz+1mUXhIBcJUcpkjQv4Yg72DRrh37ps5uSUEcS4R+WppGdYLRafKRnhTs0yWHw5TKJ11fzOLAjSeg+3Zu8677f22ZxbDZc9WAcHSYN9qptY5w5jSQ6WryU6vswPlGLAGWqqDfOZZPWyBc+e4ZwvDvus9SlSdg5PNZvzt3K+Hd3oNleaGhrIf7ctbhXfOWCPVlJMsyWbMnsvS8wHRqzhy29su19bxl3tYCYHIyaO0cXM5JhuzZX+qKAKKaUSh4OOs4R4H39Gw6dkqGKOD96y7sFcLXgmCGVXONVuCGhrWae1Gb2ZylbUYpBgYvKpsd8k5Z8ofjVNBOvnGAf5w5fae3jOx+2LPQsEAr8NZIMiifPR8GDSymUP2EDSjeSIim7m9PIve3jpAcCKxPwXhkRNxgHTcPKvGkk5k/laOUKLK7Ef2jetxPmI4FDTM3wQ2YJ+wDutQrjJ7Kcc3mbsZfsH49lEjM4YSnRq5nIUjKMtMCRycPB/n2K5rAzwKRmrErZOpfRQbES4ItIYNawZwZea4ICXr17HVaMGwFniq4QYVdo29h9cKhvBCZrY05ES0bv80HEfbm7AGMTwLF0nmu33QMRCh4faBy2ePAiLBIy6VLCokyIimRKw91qRpS0aXj0EH8FfOS/tGch7IrrHMKc5QM/HJDjD4gP2S/jZoRQdj963yzDKenivpa7PCt3xY6a865gC7EyG7OnUzXxKBjoOPfVn+As0cPU/jGMy6tWRmAQ6BIeaxbSRwIDSjKtdtiWNolUwOaJLPSz8tS6oj6REBAsuL0YMAjrJmrXAAfxhnPs98+NCyZ7+TvYODjezAZKBTwljDWBCmzi7ActZn7MhKlTr9h2aGv0CcnNstdV06ycYUyM94BCaVm1tilK00qEZeTZQ6EyzPideBcmv3yTYsvyXboRRQuiQjin5+e95ZY0odFpg5mUcalRy6RMzH6W2JYABjyyhzFuila0S7gI5BnfQODPA4JcpXPwHYQVY1ir7RyQI/3OfHoVMc+7X9OM/TAoBMoTWAAXrZSXRWI8f1sGD0QvP03G1FgDoQVjdyXchgwcn0OOfmc5wnVuKAP5gl3V7ME7RFabzNtOM53NvALXk6CwWttzpCBtdyx2QtZSw4baD77RUGvZ4z9ntGKB0+WRstCxinLUtnIER49he9WC1L3dLwgpSsjZmbw3fRGQgMqeOT4CMA9NB/6I69wnlfOTLBQjybcTF39vDZZEjCY7YfcHlGy6DpNMT5+RDQnH7K9BIHPCifS8m/ly+7DmSqFWCKIxGZZeli+u1OpAX71f7XZh6RgbHyEx7QCgPlUTiJpDHOxZYGZL0hzefJvAMQ4C9VE51E0C3HdfkdzjnAdHSWZwFY0c0BHMjOLJfOHOgTyZlq5gM8DjmZlaRENroHTiR0FGgCx0l71xOgERoFAIZI0Zm+pey7eri6JbRwDmIuz54qGeh9Or7khzqdzAjGCcq05RET+JA3ShsETWWNdcwBcHmPZk42m8pKTsi6ZgEDyI0O3ZNfPm//TfQjMybsYQ0tWIafkuY3XXNk1vIHdBHbGAkO8ZPztDSoLXRuURFQI3TD+Xn+ItlmACVxqHJ2oR90UhzFBYCnRcj79GjkLPHiuY/HAUnvtUIlDaw0qAzH9epk5QvonS31nWy6eEShv838HUwMDjn/9K6i9xmEBjjp/hDQk1NZmQY9KfuUtdoC8B17s1oBQd2YQE6AjSqXoycio7uu9wTA11Rf0LrBBnDK0BF02bLhBHA2YHEqt9S+2F5ykzWCPTv2SGkv+0KvYmiivoJ+ru2mHRggNKDf9oh+luAGXtAgYJj64ATUErQaWtROKXX1PlvKED7snmvXrw0O34TfIkceRT5SWvFLAiYepUfps4AY+ITRLbp/GWcDULg79kOzhsb3kfW7vnlfOnj4gACTcRoTeDWVGdqPmmy0ZmYZRPgyJUxLlD1UBN3wJzoPctwSnOKyzZXufNuip/YVPC5jz73Kc7J/Pkv/Bny0fq3OW2Cf80BmHjo7cov9pQJFaREagDjqsH+Y3q4JLMH8BPAC1J3EAfwqOMIB2RrUQrZi9x756TOPwGUyh6GhrGuOvT1eqSiRjMLwLujo/fQARt6XX1NlJ2Ng2JQRBXDiOQDAliqHH2MLErEgbVPa/En0aQAqgxUyDc5aPm82bHSeqsh5XriF8ycLNY53M+3MTmu1A+aALgVvxealn+UFVMbWGjuswX2UzGe/URIDAJP1XxsFXui/twESCRg6+1PxeWxJc2iQjDwy3ihFXyd7SuO+eGkZe3vXA7IBvGnHqv8R8BOAL5mvrWiHbyP8mkC1+5n752bhxnYPP3z1OrofPGFaBannoaBh78rPm4GO/VY7M4BzQD2Dt9WZeR898fHjZEMGjEHmFkwMzyOg5B+/vs3f9C9m3Aky+XDd9WgmODpG/UgGGFg5ifPDrfHzgVAC3qUc8uunlV+/d6ysrMA14HiDAbL3L5LxzGefK8/R6QB4PZ/wufq+cvO3b64auPT6NbzRLOYmG4QuaAPBuSfgY3uf8gxAMrIkGRcBLjVH83+UcK5855hAR203Y+WYBn9ROYNKH1OatyYrXIwKO5HnGxgJARGY0p7m0y7CYBK/0Cw4OULlSX0aWR8ylAE6qVSyPB4V+iM6SQDy7im+iZTO5Rx+/Xal/M2CkMWLnsBzAdYAgNWXAYAt4/7rPyjzT1Y4Nn3kXwDemKHtLcz9AE/JikWPgN4IXjBgbSrHVY8xUKPAEzp+5Z724+rnAGUt3Z1157xTYrxtk8rfbJOASlW7Fpu3peqzZil1DU9safnwinfZy5YbhkJYojwD/vCYgMjsMY/lPZ735m36KCO7CfziJ1V2COpkjAW3sIEoA52KEdBHg2XwyujDIiP26vqqMobqCOt3hiaaBZ/xW0lCXXjn6tk5kq54Dry5ul5lh/tcscjphmec7JgOj0gVaK4Xy6/ep/979eFHKVM9lSBc5fAASg+X8Bg/92N91MfJ4B/1tBmu8DbWDz8EPADeQ0UEANCKg/m3VQQ5E/q2wr8TIDQuto5bOQ4oik2iDt3s0PVdz7pU5873LUH94N5Prw/fZCsIwZvDf7i3LcywkVK5ILTbJJza4/qjCQLvCpPJH1ppz+LxVzB+VF50djKAyfilpciDzLmAMZnA1c+i6+DniC8BnYSgjupPrSoWCigDcB2bEc4qj1LUuSIvW81pAGB8J2PT6NeGvvCtWuJbvzYBJJupvSWqfY4837YzViE8AFr2cbEh5CPPXPuy9F4S0Y9RkYV9Vf8HugH+PekLXVbddwLJB6goX+kYDJhqUPcAwPV/Z1/4bP3CjLctn4aQtyqY70+28azVAtcEQh9B255l5b1BCuqAyhvXQ18gZ7U+yX8FAPs1NgVK+TNwup9XmJbxzpM6aE/f/wQA/isQuUoixtXcc3+vE/N0yo8MwdPJn4kvg6gYZFHWOzqEcvdeIusqpWeF4wAUj9kz7QrYY/rHh/ntDMDu5l3Wdr57/vuvMnn3mrsRDEskFyZzevr37rX7tHPby+tYOK8nBMPaj6PO5wgsLEFdQOEBBRcAPo8JRrNY+pYobUQEgMEdANgyEh6yBZLOBCxNeRDLAAfUu9DpjJHvLAD8XcB6nPe3Nmrp/XJglCZ/ytjN/DGsz2sLo7I8gT3UpKeDZrnPpf/LnI9tLt6I9BIQAKJK8yqne45cb0uALa2tvdNx7L5pO7g2KImNQBbgqcAcw/LuWeXrLRtapVfgZZ9ZAD+vAkvMo8zeM9nn5L27APCWZa5TZPefNcHpPWMtXcy9lzFdwMrS4kTE4ORtb6iD7s7g9XkuOy5uzK1bApA13WyhPFs6P4AsFtQsMAdTpr+ahDOvYrJ84NLjc8qf6ayR4daBeAHQPChmdFpWwmsWPD74FDS2EbdH1L6gEp9pkLpeCyBz743cGtIdx5FnVGV4Fm3oZ6/beZ6/V5rN9xhn+5X1u5t54LOa8dj1UbE8Z+Je1g5lq4rFAQCvgmMJUxWIKiQTFc53L8A5+9G9dw4L9gqa6agAlNzMbxznOOxxAvGZ6tqATxOYgEOWzJSeueXT7aflSwNhFLVZMrYNw+9YK5R31UMjL5eODkXVz/zO+WVpPUvybonY7aezZ+DMVxsFvouWG+F0AChbfsCcYbmMkfWZHJTLGgo8uBF0+92zzZgeNxMAAPigjToboJfuj3J1M5vZ7AbljHN157UR/AVPm9GhQ8FoU16srwEI+lFQ6CYDnKj9OkwoR4OD6VDiL1npfL3j0imujuGY3fsDAK7Nx97zbxzPnSuZP6N4qVir6RVoG+AEOwUR9/niWJPXQQ9VgrPIGC9GAAqclj9edCLHBBhW52yNHZxEBjFYTUFFbLMcub49+qYvaUvFYqDMPhSQ6fYJoPbcT4aGcgfF4bZOZHaOPLOZuKx+QZ+JhB5zGDrzrBOFb2kh1lPQS0dnzxhOT+h8ZCwOn4JlEyVvmSN7PHe3K3MLQwxghhHChMJru8bKRI3CGMNZPxyXj2MomPEnMMHcNjK0GXft82n5YjMAcGBg3Jo5gQMHqaQxMGXAM5j2zcqL9duMWAdKgIT9J8miYD0wMLdHMg5YXgA+yvVxgCIb899mb27fQuiCbMFW+qpuwt4Ihq8cwUG4gABZJu25Q6ZUrsNAwLF6fwIQqIwB7bRsdowCo5UtQ1jDC2dqslI43jhP1olfuqhMdW8x6vZlUMjQU2W7vaA0ziwjTEkkwSz4JERiKT7AJHhaAymGSW3PoJafrnwzE0MAWMNMh6tG8TrxREJvR8l6ngVkAO54BHoOWa37AtDmXmRiMA9KJWvgjLM6tLilhi1DGQCiAK8gYXlDy2y5nz2LWHEDCjyIE/MxjdfmtbKeM4SY4CxyvgskN5AoRj4lcFuyO7SWtf4ap2fHEwASQ5j5QNfNBGdtR6dQj0vWMHPFKG0ghhkizeBDBkMXBWoAgHFg28t9g3O4Z6tPtIoOZUR1LvESQOf+9mJsgFqt7+X3nqEHlWXqJO2LjSwmGhnP9bQ7WD27wVI4kMKnXF9lHGtCyWtLkwmEXPQIeGpLXBkIVKCijirKZYeexsMDvQAUA8j0ddG9zPZpQE/oXd7EfTaiG0Oa03LIDtasGfkBq9F1N4iDsSGj+JysEZyZ1+8EqOBB2w+reiWAQByNnzMedV4cOuoHrRCAbOZn5aL8uWAawSvou3mv60kZxnlvy4Vf7JaeVc6k9EkAhnzZgLJmJqQEoZnVVF0w63gzWnfeE3bT7DEADINxKPtGycc4a/BAtViGej3P2LLEpY/Q17OAnWuX4gDdAJcH7QVoNZGWaA8g2YyF6UMJPTA2sgv5aYiJ/c5x5DDnlr7OmX0Upx5EbXAh+23ZTcZDRmUzBAE/B1xYnlbe0OClQzfneYxzKxqsHlbZRL+67ClzxClsSWf3r0AnMroBWeyh8hZ51O9l9KuHbABcQY+AAav3kkl/E4cfawxC80OyBKsjUx60GRYGNdeBDv2tX6RKp3yZABaBQ2X1ArDNFi09ey7tsU1gANlHAogNuGBPGS01+KAZMpbg0bmlekvu30xmMn3M1uzpz9gBauDLV1fpYZjX9ic2s3365mUegBILJm95/VaVadAfMj0OYDJnGqC0ujryybYEWwXDEu443JErArn0JXUtdNRuKWdk/gLA6EtkLzLXZqvkP2Sk/Yx5/0cDlTKX9uomuICMnIDOl9KQYw/0BK9yDSjFd5ClU6qxoDjnh6xcyr3+QHsLx8c/gGzAeAP+LF1e3auVS2RZ8BSDfBAWM7eUcWzPVnqkjt+kPg1Wbfad88LYG8Qysnsz/+EF6g9Wmqk9nzFy/qwqwnMsEcyWKOOzv/AeeOnIWYCIp3FYfw4wTunVJ48571TcCECdcrBWqZh6XAW4AfRSOpfs5nFobqU2AWX0cJbgOJNVKXIGtopPZWTojQy2xwAcyZYk4IbnQP8AQNuP81szctVPcBbAu8n2y2lWXoRmyW7joQCg79/dNGCjeEP+7/mLxy2BSmUEx2tVlpal5TwmC5l94zkc0W+tZqOtzrhf//zS4BPkC7or/eInaPPm5vreM8B1HPDT35kz2bWvnZf7oM/RvqNp6tAG4AT2aM7KtwDALenKTh82EmwHfg7fp4ayMjgg47QBsZyo7Ak/Wflf7RoeiW0H+EImpmWBuXLt5LdvKelsP3HUaYZVPS2AFrIFBzTVjODRVB7Q50a2MoFznkGr6Vgdx4BdM13JcEevxp5uqfF8TjZhe5omQ7bsdOQ+th33JjsLgJHsyPLlVoMTiCYj8xPlu/PFm2SKqUdS1SeBZtVZtnWQOnX1BE5QM/bYsiNAHdscnnD1Ht4VkA0b78GnAHBmYAJuYHa8e0vQg+0WCtCl5CulV7nm00ftO/g6wSCA6R/S+/V97sm5fxVQ9Y9vNw3I4xna8vq1fn3zLp//VHkyx7Zrf5OewQCg99vKwXLwnNMnOfNkuX7IuWiJ7yzcTbIxrwLoFZCaoBP2hs9/zDPYn+cNysRWJxCAvqaxDchbRT9MeWsCIwC0yeL7mPUgQIF5lpeljPH799w/QScZEyWG6WXKVpbTMIbokpQMbiWH0NrbX6MnTbD365+fWfa+QbLaCAAogKpfMjYyXzlKX5I9ixz8+/+ikoG+IFsZPRs0CQAAIABJREFU5H5vALizjiOXyLj9GlpsWfzQ9JMAmQCF9FG1zQ/Bs7Hl84+5tgQ69iqATM7sy5fPOm7GZfBY9j60zPPM0CSwmTVXB4ZftA9u6IFsTe6P34Ay2ASlSV/wlxYXTqASAQnRa7O+TyOL8VnR55vMTezHirfwPirjoOv++o/rjDsVDB58Kwj/JWtHJZNvDXDzxX60osGA3PA77FnWtHud8UPf9SVP0ESr+GBKjC3H8gelvPef/yc9uiOzfnyiPoauy3MJdmC9PlyDZVB5ip7TKY3+S9a+xwkZcT/7cZ35Rr6gj+T+nWvvbcus6vb5m/u9zdm5BDhkXgDjgHHVEQjqjG/gx5xDeLYVR+hXTOAJQSnq/fg5+nxsn9oukevhEwbzW94Z268JIKxVBtOWPMhBKoLlTavyYP8BtB6YBL3muXeDQzlS0HX+UXGlve1zLvD1MD90M3q1EwT19MnzkWlWoilfD5Ddql713RBwhx4KrzeTW/tWvsX5wwf3gH7P2K+tVjP6DS2wK7uUDfYE1nfImpKBzTwWMKeyGboGPIlg+y2ljTxrABFBcy1AhvwJgP9mAOBX+hOgNfRr+Bi6V2Unmnn9mQbQtOXT6EUEfTQYuutNazj8amAR+pwImCIYBn2acg/s7UMybWtnwJN3nWmzAIGaCFKIB183CXmc/fEpUCmiwH/1K3xC2xsYHZW9dm8ej5/p0hos17Wfdv3h6s34Kphb9fTxY2wPc84Z7xFYBR0iyyq3sUPWBTHAFDJ9s3/r2ivhoUMQXEnVim01qX3N9es7Wh1wMQJ0i/X5FXwvwO5Zw8diH2X9gfCLDXBdALg2ApU1YL/VCY8EHgOppffFyopJ8jc5UPURSHe89vus0UIB+O2aUHb98YSClindBkb373WGyLhclP/J627G7xl89Z7Hc28/y/fX+LsNfDqGcxbw2Uh0fF4zeupFoT8W5fYsLjbCfOd7mbMLjO21e++9UxmLevGfXnez3O5esN9doPAM/n0vM/d7YPTO93vA758GNMRfZlwDYlbtNAeI+wyGnQFgFQYtoDUC+b1Cq4dbIj1/Z8dwvuc623dfPHzc3Kt3PXW4HMz+7nxug3Y7Fye1a3vOYv7eHp73b8up7HMAMBa0RXBtzxxY4ToOMIB2PVZQX75/AtIPWrWcWNetxuwChMe67vd1HMbwPpZmFui0Elm35W0YWDCqjZy9C5TutxYMUEgdRh2fbxT+AWqyvwLL5+/LXJ1HDVWi72Dus/h1ItWR7ujWEbbOQhxzl+bxnZ8g//4zk2nW6cQT7tLA+W8NaYFdQdMtmTqC4A4bO8+9wm5e57LNKFg7djOcJgsQoHkA9HO2rhmlrsWWh2hG8oAsvN/srNn3ja72byNwD6avY8EMthNfPIHVfN4gjJ4THHFmm14iz1AQ59yb2ew8fa4LwnwRShVQzQSw1B8ASa/jGexBnaU6SBHiOjd0tBZsy+dbIm5Lgja6Ktea4Q/gYP/KOlJxXp3oY2lps9+aXTWOkAVrlj6WeTUqtuCsgQctlYyjpy0XDQTonCszFZzsqaV8nb8gPZJ3wXuNQxVWAwp23cwM9B4F8S88SwV197X7VXq09C3PtrzxlLmCT/ZgCJaxjwUbTiLa8eWbC/RlXjzbvZoHM8ZxlLO+vL8yawM2MLAbNTx0uXzzco9YGYxN0NoqChfwqGWDJitszgfnDEXG/oF5Zi+WGGoCFNzAYENjXtiVQy79Edzh/W+fZuUB/yctnSuV1LGbuQqcDmjJvp3OTZW+Oie9Mc8pkFvjAbDwANRX5lCm7vdE+OrY1ylqxLFg9eonWx55M5HNhIAQjOzr9ezpGDnL5+zZqAPqUp0AQwqAcAxqlU7GaTkmMyHmnnWq6EgS+GBuZiHx4EbEBpC4lMlthqAOoF2HpamlZ87wpcwvTt4agpZpbCk3lGzkSsbXksxsXR2pZKyYgX3ZbH7LfuEg+kKWbbN7pM3+hEZyvRly9nHCydKMbbJxxuHYs5p1NwpWOmE8npk4NuIcMBIZnsE6O0/KWK1DHQfE8jVKFwqoc76hYRXl9oftOiqTJrlFx2006pFg8sGWONb5zvihHww0jDiyW5ohG6ZDgFMdeCN/F3Rkb4z0pmRXnIoTyc/ctwT8uSWGNKIxbkaFho/ZGxrcNeQohQfd17HtOlgK1DUsL8x4AD8KWk9JuTrnCuBamhmnFucCR61sx5J+G6QguM86QasGchwAsDLE/k8aI+6hsmcNGgw2HI/V5TIfjFOu5UxUnuIkxUButuvWzsL4dm7N9sj9ARY1jOUB26ev2ZmAPaUXy09vaTiBajJ2mBPlrHBysifQXrISAG0IBKqhLkkbCCOQVEcAwCuZyqVNMh0t1ctZNWMGZ/1mL6RkXxzuK9dYii/0qM35oOSmDH/ORgxf5l+smKh7ZHCBQDMeWhq8az9K+shqWCqlw4mghwdDGxioiNGPLWGsDoFDDP6MAxUwub1sOYflC+oJDKg7sH22sz/Mz/LbyvTHcVo9xrjP2Nq/dWREna11HOiQxeFd+VvAyd5vnCky1lcvVs5NIOfwzA2uqM7DPwKKuF8EOHvFGpHJA5990vLw8tjVNVdmdK7h45vNyzmiGgD3J7sG+vqQvnKwN870ArzI0559MgLhp5mrMkZ9tJwva3VzA9C0PINAEktwc//NwCSAZHtGbubuWR/AbtisS0Eu6NNzYLacfE95NWVTCSodmVYcLt9hDnuWAb0tAa1MAJhCQ0PPWvqs85kysBkfdN3+nmQwhY4JJECHKn2UDpPdnnUjoxK+0eCqKXUOGzVrfcsMA0oYOE0P0IveFv4Ev6vuT0YD/dvQS8d5jlwmWKWAaXU2eWyzm+rksRrGnmXOTp0jiKZcj81FdQqcjz031Vk5A4KdyGF4G+v4KQgA2VaVM/kufYt7feRvnXZk38Fvm+lrQMfS4Jahp/xjS/0jx3EQswY9EwSIGKRDgAGlP3V4qoszZv5JY5Tt1qbhd4JBWO9m8pBtTtnSAM3wPHgqAJd8yD55VoUSOOH50NeuJ/y1AGz4qFUZ5AfMycwJM9hWJ1i94FINoOXtkQmUGcdZzjxoE4BOaEYfDvUGbqBYl3PAO+QRra4BD4R/529KQSuDDLSU8ZFZQd9ogGgdldsvHtozwMeAyydxtiKfNjihTmcy2NsXER5vNR2csjjIWTfOC0E4tgpRx942RfC6ZqqGVixlbSY+GaxksAmGHqCJ54cyl+wjdGjgG9c1myL0DVikfKEdCXKDUuvSqFWcdJiqC02QZXtT4z391mxOzk2DIluClzWhX6vZJsv2+f4n+ggDjCnO+mopcfQCxlfdPgsA0J6/n1EGOfeCpwGItIdmRvN7AggAKepsD4CAvoDTk7XY0tHbAmPtufLkzH1LD9b+RU5MYDpDAsQCRGTdAFsePIRfBwQLaNJAJeRIHPHodgBC7wJAoNsQrIDz9msDzrieUpQJ1pkqLewTgQkAOvDGx0+pBPAhfSrTFiJnnww79DyqDEC3xEe0JGR6YLIvBoZCv/xpD0y+95QM1pyvBp+Ul3qu0Del2/E5ZS3psYr9RRWC9Xdcv7/KmnI2zNbGOc9+bo/Zm4y3tJvz92Pk59+SRfrmDYCiYAPBTauXAfwIblmyEz5ppj4Zd4CvBDgJMAIUAfJ13Gv/ZWo49MmmR+Ztb9+1iQkHpp8vGbLKInTLZIXlXvQzpcTvDX0yp40Dc2ScBu+Ymfg5c2llgXUY1vY1ILq8IPtbGiKLFv2Aih2hf/p/vvrlp3vXAVObzTbBqtBoz0lK50JPrEHLxGLHI99aohU+N/3kG2Bh0OrycfSsluhFNhdIthQmgNeDyiQCzDhjZDwCAAeUy1knkw8AuBmhAIzvkEsPksFIX1ZKSifr8Z8p1/8te5Dz9epnMlcNXv0xgX4NoMy94Flvkx2JfkhgyOvXVCHpsgnChaZt/5I+xJG9gL4wYsb3449m3GHzsUbsL0AMwDk8FRtjWxtULx5Qv/6APOvqPYBPAtsCwqJPb29W4okBPwy6AYi33zs01CCt3PuH9K4lQ5r3IaG69tFTExiCPAIoB2AiGKm6JZlrfS4BZRNwTIZ9xmUFCwMImxWY+z2kBHzWstWF6/+k9YZtDwDN2dclXcqUA5K392/e//U/Weev9375+admrvZVOwCgNmWr3wO8pxf33wg6/3zvKnuHr+p5sqr3PAA+MRbaPbRaQG78KnvDtTcf3vf+//v/+aXy9td/hO4jWx5iw2XczLXg5wQMtwx5gmK+fGKtDMhkXI/Yv/y04sI3M/4/0Z4H4JhqHPZ3Z31evX4uGMSuzPppq+nXY971JSOvMlfkfdeVCh/l98gOdBJsQ/SdHwPoyw9f/WwA15t/vm9wxYuXBtBSwpwS3/Ao5OPz9gBffTYZ5imvfZW5wWsJYIKW4b0wFuzYZ+GzBJrw/KsrdQOrDRKkasDGuO3Gbjv8gcjnqyuyTn+sDiNNuOelt94zY8vNfvrJMtjYDvBLA3T03zTpxoJjnTs0TuCs+5wzV9vVagbwklbqgz9MpmkD5L7SVoAzh/2lPtZezBv8FLqq3K6eT9l6SQ6dsMFm9e8Q8Bh7IHuPf/265boB66GVjIRy9pyAzLEAfYb3IXLv8C0jWwCyTZb4mrNOQGED3VpSXZ2WdiNW5TJQi/F8S1AFchmepbuWRQzA/g6FgYxddH7mPwA7cpZe6lTYI86oICbj4nvODTn3hSo5TZShRREBWuobtC1ukGRfGccEaOiDsKfvlwSpQt4At5YCt78wwUSo9/ADz6znlvVj7xr4VAN7/b7Qg2XX4Xu8kMu1Y8MG+H6D73g24xu+0WDcBmmaZFJfS+1vjEuDvurza9ChADL7gj0As2uiRX0R0Oz4CrHha8c6DlTcDXLvkg1eyTUbONx9Q4a1Oog2TM/HlIgu7aCHEuwHbRAcNvJ327ExqdUrAciZ49qjB84mD2cN5AfaFD1LA8kgx/ic97bq0Or43df1S/0VAHwQqwJ9nZ4SjBP5n7z+FQC897r1nFnoPn8An+8BwOdxnJWgWZrLx+sg7arO6wyqnt6eOR93vpvBu5+cifDuenwv0/fufc7zOX//XwHAJbaTwqeTQGK9ACL/xgZdMqpPhLRf88DKuHZfdJDq4O6/Eqhf3qgERjGYcN9vVkYJWwP8nI17Bo87p3FadB6oxnMj5noGAnUI7/hOVlCec95T1+MAjM/37w3+4nq/5xyXLnqY9oTl85YGZK7LSOc7CGxeBbWZd46KAt/XXTBma72f76Vj489g7BrEXwAXZhNWQLI+Oz8Uh0Z9h1G1P0bHZjDFOssagZx7uDf+O5+fvZ+gzfa69OzoEBCE2Hs7Z5UT7tMoWTJhYchVDi1/BM/nnqUb1i63aDZLxqlw1+HXMc39BTEtr+g6uej9/zJR/+79Z3xleChu7DHrMCV7dq79uPG+7tX5vgi7c8nry/pBh3XwH05YM76l66Vv72fE19mANGJ7FR9BactHOC+dgVvWTkZd4KPOHp+xY72cB5wYuW7BS55p6cPOrPcV6BtDlvHjfOmabbafWUSOzXGtwxmnUZ1X0Af3Gnq6zWv3LEjnXLel57a8xvZDbYnI7fGGUjeAyDp7KxQHmFwwuH04ck8Ny8l+GL6z2QkI/fKFnoPZk3xpe6LpHBdoNxBheFiFtgrY9hW58NBG/W3A04Dds0YLRkJzluGE/izXzF7JN3X+aWxZKrL0gPEz9+kB6Gee0xpGjf7yzLQnJkb4lGMpTxp+WMnf/dVRUCMOJabKEM/fUlTDpOYHkdrL3/c5Hf84OtrLLorW9r3rQxq5CDDMGR5las4nf7d89ASFMIZmLqHw9PxBH/bR7vzhT/DH/lNRY62UJUfk22bLr8QuL68jAqUzCn0+OAPAC/CUD3Vtesg9Z+UZR09A+TP7grxyb5uZA5+pI14ZtPxyz2GdQ5O5xbhwqhG9iXOi8rLnfmRXnzmGHnwNxTFvobBynVUIVOTay2YsBsa6gRFcY28e+XdLmVeJ5kxuv/mdn3x/nc2VWfUSbnkt6M5KA+cqApsFXMcTtFxDVidUe6C2wgE8kf63kIJrKV1aWtk+njJ05FcdPxiT7QMzQB4cN+MjhoBoZl6N5MwjF3DlrEgXsy70ekFUjDz0J/sv0MB1dXgAAue+jIf36oCEnscJu3wMksDByty2RzVjhgzt7StPLE9Ffo123RLPefa5ZCb7TqQ9slDDU3C2vRM3S5peUgDJyMHMrcYcUe1kSm5mxvK7mbsBRPJGDCXoA0MaYwK+1TUbHqAeovOlJfXnjHEPAxYMbin4jKO8AQ0CAPa9MajHDODmJuVZ0IFRogK99s1ZEIb1RxpAg1u6jL0sWBFD/z70Uyf2BEzkwLdseHUhHBKOlbXFQIVmzRzinhrc8keDVDbglLNIdD+fETCmzmAJVQFgHVsPWn51wTOfU0Nqyq5iotdhnrUgypr9JkIcJ+mjgH1kpPMeoArAFXRGpmQBYPhy1of+cKsPmwFqqbPet/Myk31LBq+e9oF+rDhYW3FC3l89gYzvHr3pe1sZKQ/ufCMHBEdX95g1quxHpgri2qtVQJpnmdiEc93M8cqE0TfI4CHbCj6yr+prRRsyz8pPq4EAFpROsl94EZqNN47nlmsl8zv/9ZwRGZ61gM/jaKnNQD57rie6n33sGWP2K8tmAGtPQLNkW/S8lu8JSC3wXD5RJn3oR8uzKb+rLqAjhOwbAEHoGbANXs3a3lwJ4vL+kWFnKfzK2TyP3rHIBsu/rVEecC4AcAH7rJeBAFta16CEPj9zXn2ldIFs55yMToejdDNAtiICQSYNeGr26mYAwv6n/NjwA0q5saEEgIQLlz4LWALE0M85tAz42wCayilknxnpri0ZcwRR4JzTAcxzrwOKAwCXtzcgie9aLUHQJOexDv3QZZ5PaUqy9nkBeOA0Z0/JMjJ4TD2zDpF6yHKPZnNI86vz3gTIQabghFx5Aa0zJwJX4HPcdwNLAQY3S49ydwTIqKP0zpWBFf6jwzXYKh4tdD1KA9sPGcdwAOAQOjzVHuZmXGxP8a3gwf02+xHnETTfwBHmWDDDYDIcd81SiWz4Fs+RPchYW8avLOaFfH/YsncCxwBeLA/zL6CbIIdPKQ1oFSmc4vZg5f48n9/bv746mxnr9kgkEz1lPbF5AJnRt6qfAJiQPWyrmMNnsMGk6tdmg6jPwksYTx14ZLNnXjhCKTlJmV+Dr9SjfcmLDGLY4MUqrDMO1231R2Rhy9SH35iFzxrJG9qbNnM0k40gMwNZ1m4RyAiPC4DfbJn2jEVzy7OwNfN7y/KSrRVnsro4oBUkqGx8XOBTngVYDPEIYCDHdQDW5oj8U16Nrj6VjTi/vKiw9THrVj5Jqe/MoTrA6LgFfwGZW4lBe6zPz54CrKPT0XMaPQE94lPADfYHGUILhrUptvUVAUTQLm6F6nEEV+aNOkYLqkxm8vhvkEeAajzXQGsCYtEhvxX86c7lPTgyGUzwR0vu65zd8pNbopQd3sxx3kMfhJZbBrqACwEsCTagsgGZhI+wbegf6b6iCMCjW6KXEskBzgCGWOvSNGBdAGMCoHg+srL8PnNrhh4khT5MICDBBRmngWEB9fq3+0bJe4BEAD7lD2NDoLhv16EdAeDQTCbVvpbjqIaPdP/Re6eCBQ9mn3GBPnueXu+jw169u8rd1OUBuikL+yR7C0BY3TtPB1BBfwP4bj47OnNtPukKGaL+LxDULNsAw8j8Szlc+F8AAwIfkA/oTht4xPq2BQTnttVFKMGebO/yE7PXyfSsPMy9kQvwJngrvI6/XwecIrDyTTKsH5LxDm8bm1Z/kbIR5Y4+ssvLRp1oieZmVuZccGYBZcg0rqunOvzvAYCfB7ijqsmFaUh/1c+UmQQNVIcpbwUAFTRo0ELodLO82Rfmgy3Apjx/bmZjM+jyUHQPW6LbmgAaI/iB8b4NAA8Yzhl7kHNwP/9Y/w/XkV3vsj55/1mriv9w7/1v8KjI+NDD6wDA3dYC0xMolF/asxzS4nHj7mu2NvuZJSFwoLyR89mMUNpemIH8tHxWoND2WPLIN3lugydDo/QMBhipbfsQ3VwQAR7EeJFZT9NH1pY4CcJI1jJ8i/200g2AOHuOvKOdDwtjkMvLnwDnMjZ0buyljBfATHAdUO2PgMw3Wd9nlUdfmsHNEnjO4KGbxFC+Rfn4VvOhnDT62aeWaEd/bkblZL9BAuq+FdPVPVBWyEqGdm+iQ/D6KRU/oN1eXzpCp/sWOoIRfL336m9keoeOowcQBHCUPSUgXB8AL2we+Duy/+aaOaAcf7n3v/736wZnUA0fmcE+slUFAzFWG3BA0J8lrluZJfKcoAfW+1HoswELBcY5n3+Ep8FbCV4K/bwLT2pZ6/v3fk4G9SYCv3171bP388+/9JkLbG1gz5ecT+hEXgfP53zo12hbEHg1eofxGT1nb98lCCFnjlLVP72Stxfvqz01P0ufEmn3OMcH+XGdwB10ZvgHWaQEYJDZDFFAnwSbQErch+dBF8hWQD+ysLtm5ZtD97nvVXRs+BV8HQB4zOneA12CgbXFQr70U+iw5zdkQ0BHfS2MdPxC6FCltbDv6uzj70WGWvmNjRNrICj2ybRrw6dTfeILgX/Z46eUfNcHh50Cr/05QTkX3ALfGfaY06jG1oDzjoPz4rreoHNlzR7Q8mT45EN6Qs8a8BP7AgC4QTqRDVt1AP7Y4NQElnAP5OnTANNsR5+XNetY6XnfvcPmoLw9vMl1XNsBXZs9IkCTMYpTZKzZS3hJW5hgK+B7hf8gfwYLoOoT+gPymznjU+vXmQM8OefCF/YgwTn6SO4ncASN4evXBKqE3vUJwJOONgCIx098Nv4b2yHajoFzsyWmlbNj57W9gXryjzkv9BlvlnFojbOIfVEVc14EILRqDPs/fBdaR5cEZG87HGyDsZvrv2+Qm6279APlZqvEhijQXfXHWTYa/kFQQn9Z5s4I8xFZwLx6trhuqq+0hHkIwITAGfAEktQMKn9Z6nIyC0Rv7+bquwXFdw/4nr6hxdv2vPVaxCD6bX1ijqcV3bABcmF5NQEt9Y9lzf8VALyLfAaH/lUW67E1Kmmd4jqK58M/Cf8McK89f39/vwvs7rV/Bnxvf/s22DjZjN24AyhcZnU8azZjFm2BuH3mXYDxDOLu2twGqr1fFb4BLc7ryu8XIHaJcNfptC53wWqU4/Nr+3BuVN5fjfd768t79u/QSceaoKxegLYZl6n3R9QW51nCPzJzdz33QCyIWwKfNb1NI97vnFX3vX0vJUH4dZJq+NxdzwOYO57wPQB4nU7fW/cjq9pDe57P9wBggI8H40A7wF7nVGyjY5V5nXhMDcpb42CCo6is03rX7LxeArvsl1lkt2l5sinIPENhGEF8F9iVHr//XecssyjQO4BfexzNOV4AeAHXvX8zNCeSsI7b3OvImHcw63jYc2V5eQ8Inx09H127Nch2r/v9u8YDDqsB5DtuGOHyniqoBwCsg2Jew8zv0sGWuzkCFtjPBeQthVTFcM7NKipVjMYhczz/kC3nTGKGt87dXfMziHsuteVzBA4KwJyA4NvZyc5Lx6q/92zBKxYArnt235/rB0BewID9bZmiKkiWst0+e3UGDcBjxgov1/TYF4G9S1BIBSgldI0gFQBeoOx2oEPLGQ+f1PgnEhbliww46QnAaveZdSn4icAmG2torJlnlwOAwo5W4zgLPESRQL/suKLqdb75DAdpnT5keHALQIwB4nefOtcusPfb8dp7wWzXpXMBS8A6j3dBndzbTFQ3qaD3/N7zUh5ndsICNM2czLXNaChQwnU+r9lsOMgv2ZhzTxxAjB2H6DgeHY+Z0T7bHTwrEpy55Xv2XOIC97p9pepc3e9xSG/z42YjznnuhwOYXsqwzzPrFGtmmxHKm02CUSO9cZZ1Nm8W1AaVNGM0u212i84t98sy21uRYcED+Z3AJs/bMs7yMktlbtmWrRFuQMAY3exrrwXodgKXvtaj/LLKFyYOdcCL6ngy07D7jIJehzOOCDMoLfM7ytkAGlZYkL4AV0ZbFGSfs2yW/7GHrQxQ4H3HIT+2CsEApDg6ex6N5O2eFugDwMDpBAqlw+wC9Lefk2eoJXoBmprJM3RW40Y9YPlDwY4o8GRGyeAPXqTT4HgP+roFAFdBdr1bUngV+yrE0jIO8hoUzRa1Dxnr2zLLyF3+u8g/jYvyjHylpTXHsDGaE8OLGWg08V1LT+oMqFN2MjHhEwIRw88IHGFPK8/ZQzMzNgOb8eJoWyNW3mCWEdsk77B/LntwzgDeMyZts4elOnkohi5ZieUKG31/u2LARS5jLE5PSs6+JacFBxgXzisjcjW8AIAZVg0VMZs+Qz6D84kelvbvrNzu3lodgX03KteodAjCrAT2nPNjBlnB23wfgI3bNOOuhqcAKOOBF7fU4Mh7+ALrz9nGkY3Ti++zHjgT2icY3SU0Z4DEBrepgzVLOxPrVkP3OAnSQw/6a4m27KkAvqUPdYwSLb+6i3OqU216vAJQbEZ1s3AbEILDhN5qgpPoC6sP4ny1LPM5wI11dx+ZPxlvxsqZGbP2VwGxKQ1f+cL13UOztohIlk8y3gAfDRqQ1zyOc8HS1xlTA1RCO1kLgz7McO4eAvLG+csLp5DBEO5Ly9NNplt7LOcl+GmfaBw9Hz5eD6BMXpjl5Bo0BHU1IMBAFhzP60hcOlXmbtAUIAHBATi9dPJa9lRdrOvpKb+czZXDOCrNNlUekLFphpU0tfznYzJzmsE2tNIxrkAsyeOAMLN3e3+VvisHthoEus70h22JXJ1E6C2bPXeRnZM1IU85zo3gPhmWVhio3MgzKU+3ayNfIALessLsVwP9sh5m5uqsb8WVydYmQ2JBBXVT+04XHJssUgO3jIiHlwCWE7nfILlWTDmxAAAgAElEQVQ80kog0yd1MncnML5gE+fxw8dkcU4WlFkMOKuo+ENmztgRBC9kbc6+BHigjikzWHEM6dQ6AhMZNxUOytsBcSerX0Byqn+QRRHnrHql57nBY5XfnAXlyP2AiAZLkHknSFaHeGxfHJQG2+AsNOt+gxEgNvbEUtecBWUJ69PycJTezh4A1EJfjJe9oCR8Aa86iw3iYzS1GaE5etaGZ6ADCfSqX0EZONW+pMRke+c2gIY1ADhg/zzzWy3IKiVx0ieTxoxfnJmWlFV3mspRU8KQa8zytAd2SX3kreCkQUOcs17bPVHOwmfJgtogIMZu+5TlkdzLlhOcJe0I94CXNh4At2An6wNtA4DiYEb2HNnylJeFvyrntcG2BQyZpmQWHzbXXTu3pRIbHGSgQ+0e1GZ47QTybplK6dKsZDbJSgaC65yhtkwpTRj4bMDEkYGEk469b5lI9NaCBurZzYrJ9U/YF/6boGGyhju2yAPOD4FTBXTjKOZ65tbM++pQp/XLRuAYxbl6RTnWBWKib0FTF9szXzFIB30GPgUAbF88wCQAsp9eWQ3j21fL5UN/zfLMegk2qLfJB62EA7DdigHNKmykV5Yi80Jm1l+QedGHNXOn/y9OYQD8378QqEL1DOTnh/aJFADmjGiPwANev0rQAYBm5oX9AW1xftlPsiw5a9XlSrfa++w99sPaGA0Mras7PWADLJR2cHAnu3MrwHyKo5lMx0dxasMbHrTMt3QsIKtubaZ7zmzPiBVB0DOpALCBgerq0CgZ+2Se5kwQuMn65R/zkCb8JxtZ8Negu6v0o3z1+qU6NHpqAODt1W15UABV9dfqbQl6oH+oMpxAQ+XZ2nbQLwEEyBrKmD9LhrVoEP87Ks0JNGCDhP8n+OBNwL77lA/PwiJL/6B09rQiaNZ4vv/qVcY5tFH9PXwBHYrsYmaMTvk4YBzZnIBuZE/Cr5sZljm0Pcs45bWVCcZhXb5eABYAMACHAsCUT0426nWyCVmbJg20ckLGEzlCadcfCRTJqyWnCeqIPOA5zxIAgO5ZPYyqG7nsKlmTAA3oWG29Qybs8Pfffk3G7+8Z+3NA1GRYviFDMVUYotc/e2751a1sWHUh/Om3395fABkTD9QLCpBVYOKPM+iNVi/sXUuTQhNwpFYTslILL7L6CAThez//DZ2XUrMGBGHrgBGXjkKvvE9ZdJMQ9swCNHsuGGv10awh1RikU6ooxJbJvkJDAisqxpRObrWyfP9N5v4i4B4ZoOgFyMyr9DSWfgV7GEbHUjqkzQflt9HB7QXdPrXhJz+/SoY/LWzy3Z6rnls5G7KzLSVyxijDz6qQpFf5nP3kvL1sYIAvQMK3qTJSHsz3AgQ/TQAAN7u+vm4FALJg0Weev6Q/usHNfO/jDT4d+F3G+gK5TuuOvPcFeWxGIRn82aKxC7WnsfHeZj2+fmEGBs0+TT9drmMdOa9p15zPHzbLeBJ7Pa8tHUxVjKkSl3mTPfohMqxVtPJC1j3b4HzJqsyDntUNSyfLsqiRdpr6df5l/3jBensGE8zKfv8061WKQBeebxKjUdmCuZH7dz/4nD3JT/D9D9g4U7mDvcDe/TnlzQGxsUkANbHB+Ztsy5asPr2w6eBp16nwQRDFk/BTAnHUfTl/0TMjnNoeojSrXYt98SEgezOQx+fEmdU+32xgedgzslvJkIW/BCWEdTfoaKolnbGMDzmHXz8jN2iDCH3Zp3iWRv9c7Ux9Q7zGfdB1IzgAefT0uRmonBFaMTDHnt8Gjxtw0u+xrpJN+S+BRw2gijwCmGSeZoxD41sNy+xoXvBM9rPZ/3WhEPyHvNEvU5lOpm1kzYiT0JKVRghC67zqG7R0NuuHTGyluZ3YnL9KUvTmym98GdD96D2MvQlsjAOdQfuL8waQSqn3LwncgYr0K6pjMWa+xngLKFOCvMySgBYB4FYTLu/XL8z5Aphs0RbWmgCe3Os6QTnco5nD8SWY3et+WKlHXXh9hQY4e96w+fB3bMxK+ecE6Vceu0UFSi94EuOszm8QIGsM3mYyhbShHTo+EuyABudTRcn9GxIan+TZx829GwfkPdYxPHvSZLdW+PQ+60f2d9ZO+1Ce679+luc2dyN/47NpNwpojyoSbESTJLYioozl/tWHuAL2Dh20xvnd17kUdCd3+s6fLv6/eGPBKBfuz2M4K/bn5999/0/j3oOsbLoY97uA3suF2lcF0ryxWZJnsOyy4POdv8ri/d4y7LU77jNIe3cc3wOTd7xloqes0u+tyfned50apfi8qlOOUF9DEcJAsAlOSey8NlPxwcWZ4/urIPcaFNoS58GUbq/tcc8zAWtEH9/1vreff14ffl+H9n9HbnfLRdeAK8O5DX7u2Pm5YKBRt7fvfgaA7TU4deGnBDRXG+XifXb5OJx7IHcPVT53Dec7eeYZ6F9Q3Kgds34KACOAZv/P0R3rXFlGdgY2z9mzZ+D4fJZ3XTRSdJ41czOvBYAvWanjzLn7jHWubTZe93VAUeloOOQtepGLoRAYSeXfjQoaUOdWIMbs3459swJc23Hoz0Hde0kvOojWoYyCsWf8fNYPw373f7MSoR2BGYMlFOrd7/nbOV521vGMgXOcMSOU1tkPnS3dSEOVmFUQdo5E5p8BYAHozcY3GrXzn6i4HTk/7ec75Zu5pvJNh8fOuwb1KA7c68hMERTCsbggcEG1DW/tmt/uh3043g+Aip5CLQkNONexH4frso+UIz3Rx4K91exqwOf8lmf5XXKA6ojFMYoTqkaEvKNrMVkXzSDD+BoApU6o9hLh+2NUTS8We40Y4d5AgO6nIPC+Dhk12YIzHkshQrMn52FnatCCDlozHAskzhnaLNMFjuugryKqQ9TMhg7EvsDj/FuAvZm6lJgCuCjfOhSOrsOchV23zUzuHHetzjy7jiOUDQAHwZwzAFw6vDhaVV6Z+M4HLWTp3tLP7of0jOG3JVeOwC9BLs9S1x8QuJl4Oip4Yehtr3HXT+CMOZuJKODN33WCjKfaLH3urZGyThjotJkqKFZ5lqVaoR/HYUm+6T1Th6jOnypoGMmzzjglR+1nk3QO5Xlm85uNj1Fycbrk9jqkzew0+EpdxLMhzxDIlRZLV6tz5N6XvvEd51FNwDJXOrJ7jjcbLn/jrNKRZibcrgXr43mPg7nGKgZBnluHgnu5gV9E65K5gEOQdaYUKlmR59LNyCoi6MkgUz9wT6EpSnDywsEMcLH6FIDeRqrD/vdMkEG88r5K65hlZqnqHCciFofIZlbrnJ8+rwCN/z9nb7ZjyZls6SVzzojIqVgHULcuJOhC9wL6/Z9BgAQILeleLZ1TJHMemdT61me23TOYrNPSZmVFxN6+3f/BfpuWDTgTJvvfPYQnLhCko5dTCrhGpgDOeR2A8ldobXt44kRroEmW6H1KDjagIt+Xf5tF2+jsCWxgzAKu9AnScb9rWlppxg70Ydni9jJn/M3SWllQZLT3L9+EL9SxzOKqo+ksnXKcZLfhyJ8SoYLhln3FOc2ZP8so7l3H0wQ5kaHLiSOo5vyiVFRpMeMgQnvp5xLkBRhVniLPYD6eKXQhnRbNViKGZcDeZjhl/SwnrIuCM8j7fB9H9AbiwD8KAOee7RldByU97AQc0JJ6pgcELdhTfULjEtrlvFPSra860snCM6CufIFydgM4WUpW54wvAWAc758CXLD3jHN7YBu1blYyGWmcf8FCeSQ0CFjGe+x71xIwB0c6gRcTKNPocACkOHTJcHtY0DuOSxyYOGiqE7HG9NRkVTVUH8RBKTC/VVeMXEenwtlv6VKsc+ZPhq46bEu2V89TRzK3Nu9lfeXJVrXgXJrdKF9kbeAbta06zykr2/HAsHBO6bjfbO4GLOSjnr8BpLc/N33pyNCkJDGOGvW1AerIygyvbPZl+2kDTwiak0VYcAIOG5rhLB3ZwwLAmy26/Jjd/EIZRmba9YLdjtwaO6Gl4UauwZ9xnmylB3gzdA2r9HwTwGB2M2OGJgyeOHTbnnt2i+xFQMZxBJNt80f25nGyzS2tmUykgGwblGtQAgNUl+AezfBq/3jXiQxKzx70MSVqv5NR2lNb9hcHPU71ZmU3Ewzg0qCXap9ZA/u9K4M5zziyeNlzDcBH2SPfhudtGTtLNBo8YVS8fYSt0sJccNIWKB0dt8EXOCim9Fmz33L+rgIMcpZWXjVIIHzi/Ye35QU49XHe4PjkLB5BOwvkureN6CdjFV5d+amMZB9wwG7mDzyU52q/aY+tXLoAwOXBZvE2QG8qLDDXBoBQNSMP/T1nhKxc5VaO3ch87kfGDPu2wFKlR/UYA1FaDjKgXMFm+q4V2LPk8OodxB3XzhoZTTaHmbCsyQTEDE/u+YdPRv6WPuFFE8TDPFvZZ/Qs+WwynEOTZNBSmnezNH5v1o/zXnvxKtmOK69K7hlzsyazzmRvqn8edh+leqG/C9/O85tpnNfK2fK77AsAjSUMOZsGQeHT3Mx1dLVtzXTIVXW86gZEemb1m1HZoBXOgeAEe9ssOvQcdP0BgBsQGh5MxkuDfcmky3e/hOdz/uBPZoCPzMr3NtCuYGF1Gfm54D18E66qPiQeBGiRuaBfxOH9IWA//Aww6uXPATJyz7cp4wv9PH36bBzgSqHfCUxKCV/kXIOyWk5cnYq+swY5Z55N57MvJc/CecvzKTlJRgvA7E36o+IYpFdtAxNZ6/Afe5yPbklGDIFWBIPkXg/GRocWe2/sceQSAYIEi9BPkqBh9jX8nxKp0ArZTrzeZx2Rg8+SFXgbAAaI+/nltTpf6IeMXwYPmIPviaV7k5KlewYEpQ9aLH9qIE30N/RI5EjPj3p1M64oyRlQAivr6oYAFAN/cT7zohoI5whuW+Ase9gqT0ySIKxMGQc9Pdbb+uDiJ2NPoR3lLV9RPmuDr6/mt/RA5fW3F3/L9/W1vA8NtHVS1uzR6F3Qmpn0BmEZxOg5btZwnoFz+u3bAAMXfYwMSvrH5rnRRQkCg19+zHpfh5caYLe2jrYitiMZwMgdsihfB5j6hlM9C0jmKbqZIOYEQvXcWAK2uliDNqBB7AqCUCjHPn1uE2BH31DO681Nei23AoeVL5bllDbwNVFKNDznUb5DIMB9Ai2mFDXnGXlIyXgCZq9SxhY7RIAD+sicJ1tRmXwnoOy7Zi4CQt9v2dh1gCPf6AVslYFW68m63KSs952fUrUhQPSbV5QpV//DLYL++OIla8Qy1CtQTzt7C8jx66+/RSenF637zYWU4JX/m+mLFsj3GFMDW3HY5x5kHTez9Nu7O//yL88GIFPvRW49f0G7ObJKyTS/c+fvf396qW6y9PjmNRVJ2CfsTMqzAp6oz7T3KWc/YweQJlgKef38+XU+y1lor1Np3N6+95N9/La9y3n+336+KfCCG4D5vU4Gd2UaBunIJ84SPdvRsTkTrKmZwfezllSjoR3YpztXoc0r5o4ug20/Nu4dWvgEVErU8J1fAsBTxv3pUwN937bHKX1tr6Y0q+P4JaW54R9tOZUXvaihUeikGdEJQPjw8U2DXARJ0bsCSqaMMSW9OR+sy8NUAEAX+iOBZADDAM7o3U+z7pyxtQ8BYHnur/8WfRObP3/AU5/lOs49/z69fxD+9PnOi7+hs3v60YXgp5wlzIm14/fcUPIbRoH/7ZqKDOPvokc0L56JC+t9xi0AbJANIuTT57d3/pv/8Hx8C/Q/TuZ4ejbTDmEDxNBzvxWsy0/OSrPV1Ut7hnnGmJb8fJdMUwKz7ubBtgbiXKdyTM78VXRU+kozZkogQxf0i24wctmn1Ws22FB92xL2XMfrY/bgfbK94Wn2w+ZdAhgN5rRayuH7aBDpmKINjKTPdO77JHtKhvWHAPptyUTp+Ojo8kkypPu4YiWtwPAZP0psxsi82ksT4M24sW3exZfBEb3JHLvufr29ngnG5L7Q0fWN88BPB8DW3tZc3+fCFgQu68dAxreEsFmXyDeqMUEH2kQEW8H7CMSgFQ1+cOxL9H+BUp5Z+7n+KHgFvzuGB1l/MochhsZh5pq1cdA54I/t76tiVr1rM6PrlqsaQqY3+m5olVZMeQayioA86VdfkpVWpr9z5tHwKrJ1U1EDH9jnAvoC4ewptGWP4GlJwd3ISp5AF/0QW20MPyeBtFYcYi0fTbAE36+bsv4/srex2fENbFl0KjhtdaXsdwM/GTNBQNtiTFuvvkFMUEQ5GfWz9/goN5CuPG18hTw3cXvlZfVjNgvdfV2/FnwXnZ0KIgNdHNhP7THxrYsfFkt1z1bR/eO1QauMZfGBc7U+5lndsnPxjPDa4LLS3QkAbvsFxlcCPQLxqx++fv81VWK9ic4Pf78NAv8IAN73bmf3niez9/krAHev/SsAeL93zhy9Pc4qD7sTLMppPkdPCp+0l80ll6GWweb/zuDbd5syXzzuPUw575/HfgaW91m3weTzfc/3+27dlvPs5p7GtoT3ozLR5/X8fh+UKe7zAc5y+BcA2IiGHfd5rSB4DhWvM1HuM87rj+O1TJADdpqHDOQY1XkP1sG/Yztf9/26HEbkvn8Gqc/X7jrxk38Im+3htPS+YPWuwY8A7C1hzXeOrLbzk1SCdxx9xmYedr01NNUKlw7/HOGxzGH7o3XMCI0BRfkme779gmFMjGeZ/d3J7KoTLHu1IBzfOwccFCzgPrcYzz5/r18Da+lsAcF1QCzYg1JwBpj293P/Uh2SMjqcK1VKx/m3e7Hzcy2Pxdqysef3NlOv57YG4LGu5Q81/o97nGnhe9oyIODce3iBh/O6GQl0GtMpc8710KjyO5OdTaT4bUZz2gsj7L3ngsh+X2Fhj1GFvA51J9m5Uapz5ocxuKU7+ByFbb42QjtrNJkAfHcz+/bZfa8OJA+ngtuMVV6fUQim9OgafTVGUexwkOVfaWoyuqpmTIboTn+z9TfTTsDgEIooTNzvAH9n3gXzBMP2SLWUXXvHeaQU2paGaW+a3lf64mXv2AXhpwRxnl9ArmfBfVoAa3nErsu55++WTTEikWdjaE5ZzpZbGYATudBIrgUVdLA3Q45o/nMQQkcps7zMH4USnl8H7EZ3BoRqaJy00Uwht+hS2pG9wPiSTnQYbLl1XJCbsc/nZ5m8Mmzp7aJAFqA4Is4vEZmlGfaAcUMznrnOZJymM7TSdsuG5YWj9MGAZ0yxpbqb8eB8Dzmi43UzMBrZFwW467/OcB5HJP4AaNDoOmqhSzOYhjZxoIyTyDEa7W55MmVKe9sO7zmAcpwjOtn3e/TVOtZO542lus0ustzpoR3i0GV+dXw3s3t7V7lmOE7aRw5AlOjaKqR+Vn2ziqDyoz3GmmFh4IGKqBkQjWCuwxLaxrmq4wgAmC9zHwyBRtzmhYEsDzer8F4DIshM92w9SJTmRX+Cf7PH0A1gwPTAg/fjGOU9gkPqqGqgjQr5d9msHb+GWsHp/Ifj3R7hnhWUdp7C+iovzERi/NLRnHuyZ+s8MALdjG8znqR9aX0d/Ox3eznN/hgENCBkrx9DLWvbTLQTAGzJWYFD6Jz+UswLp4/ZKYIK9vA1k+LigGUfZ90+NgMOM3cUd30nF/qV35jZ12ClAmXySYxfI0U98Z61nhrpskC9jjycN6VtHLGAjGTzNNOFzDGDq9apzXc1QnGSIjs8w59wJDWobSKvCUjpdQwax49rAj8rYFTaGu9QPje4YfdshHMzq6Efs6OcSJw2MUjZapyMBAGsXIBO7c/rmmymWoHVgo5mpHITeCvPN7MPgIpMsjjssyc4ri+yIM/wPjgstNA9P9CvHpDN2jWAQr3FNVW2MHZKcckDiFrHgcx4oAeywpVrZhSSZYdxDw+BThkXAAwR83FQF3zoLnQMq5ssaI2sBvTcbLLNllxeB79sYN6lGkQi61NKl7HUcRNnoNHlOv+bFZO54IAgAxcnw2Zh1hHEnlHetOf5YXpgsaeWDrRkuKXKNhCs2fZ5sfZbEtpAMbwbLM9mHrKHgLTyRc5He/pmb6CVPV/spdlelsNcPsv96eHG+hjJbr/KltDMmbi+ieM1t8a5+ZHShQEym4EUfsqe4PwxUMOArgaVoFcAYJTmKGE6ofvoEcgZzjXZXgDbDYoJQBvHLfzILHiybs2AWwNd/iIzWVnarLE8tKWGy7tZE0sz77PZC/a2MijfRUduz+9MCn7yMHRTXZ8sr/yjXG2DyELfnGueL9gqwAt9N9sb2ZPv+VwerXzhzAJwce7M/sahJ89tuV2ceOgugElzjkvbOCrzP8rrEdCKUxG6XR1DQHbpwTOy7RX4CXC2rSwaQNLzZdUDy6cbhEA2iaAL/Zp1xuF8MYiCjA/OMdlhVtFgbcnahWZazQCnYub5pj103TccT9BuM56RiwB48PvsH9kpzL2ZkelFvM4UskC3lxfrZmYUpSANYmL9kCPKXLOdtT3ku98amEfp18iGAlH0SpU3sv+VcLXj1C8MTAJAVj79RElD+H8AtLYKqt6M49XSuA0Ymr1VJACUhjYyVjLu1o4AoO2dhsF8RdcS3etYet9lPswrdKTeLbjWEo35T5AcQFHHneXt0Z0eKR9zL3nXBg6pP6lPylsBGHTw/ZQMHMAlHPWWnNwAWVs7GPRMcMQRTGVrHs4BIAfBPwJaBBEpw6mw0JKAvBrgG514gni2BzaZT9XDKMuJ7VE6ZWVt0UBlAgJdSidEluUTgCdLA6aUZUDBXX/WmXtAi9v2gTgmABnWCjAPhyfOfUqrkp3CzCo3m5ENndunksw3tuLnl1OWOfv4vtnWo89PiV9ondYE0DpniPVFFwk3Gz0TGxqAifELWpEBapnS9HlNdj5OVZzKN88muHwA4Pafr45uQE+XEY5Sns33CNB50gA/7MpzwOxXxtcznVKzkb8EENpXj71PydZkspEdeKlyMGoA+snHgK4AlFaZU09hrwkw5J4P6NvNJjOX9tTMr+jKKsHyiNKgvicBAPYEp3J0H0rm5ky2h2d6zUIjjI1S+M2uz9oJtHo2Vue3oox0vcAsAFJBtNAw+6DtSIAZ8jSlX0PXDPWXV6/CW67Lo9FbZpgpj0+WbM571tP2Ccvj1OGfpgRuWyjUnoUXEEBjkBFr28zFnBmAAWgBAKT8u2PN91NmVn4CMGwZWcYJDdIj+WlqG0M70CtPeP3mTddcWWyGOGAX+om9uQ2ypoQv9KEfTF7NdW8T0PEw80S20kP0eTK4PwY0KXKaDSOQgee1r2KAKwK24KUGKTJD1jE2S/7AuW+2XzKyM5fPHwnwiuxIRia0x2fPApJBU5cgEBz+EzAGGIhjn++QYQlvocQzmcusA+N58eJ55TT7ASgD4Iwc+OmewaLQx6ePrMzY79GjyGjFdKfntL0uIQvmo47a4Msp0YsNxPl4md60rFF64TRYo0HIue3DgJuobMhPwBMA/I8t929Zf4IeydSnTDNbSjYpetmrBA48ffbc4MjarcpugQzpFrl+E1DsfWjCrESD1GyHER5LD95kum6GJTwYXpXJZ63Vpxo4Ut02ulXAsicBmb6FruFTv2e8lJw109By3fcr2wQA8ZW1+lF4CwEhwIuvfyO4IjpyqTLBBiF3AHx0Y/YEnbH6S2UHwP3b8vynKWnN6x//RkY6OnjKQaefMLKi65rn2FdWe6gBrw14AbTSN//p87sA94+b5du2Q7mWvq/oVwYCkRFoaVvdFNGnh6cmLKc65f17BEB5PpBxr1PS2Sxvs29vnkIM2lCs3Ztkt8prKR9PFjT2vTaEY+dYJ9M9YDgy/7dfKYmOCMZmM/id+ZHxTAAnNAcge3XzzOCBSYRuYEfo7uYp4JlgO7JCmRHenO+9ePHSQIevKPjYMtjn2pAGRBEYYQAFfeJ5YdNX/pIFzplHYEJr9VXgp+JvAPDw2JwdzskGDjXQmYSRyJ3qTJesSYOpuLZgaMaObKUfb9UaKGNsM+4L8F9/VuwWSupvjA1k/9srdN7Q3lRtIQMe+7pAduaCCr6VcuTprvnz5zcufeXh4S/afrQf0euyES9b3l6V6E2qMrRtQIP8kWfJHE5AAX4syKlq1Kgb+EqRmQQ2Vg5h64yvAD4pAPdHg66oImAGKzYeN6Ba2gYjY0+pG0DznLGSRDN/w4PCK9iH+gMCxF5dY4M6Rj5vwHH10OFxkaMGvBM4q3ytTtHxm9xR3yUl+7NUBXULtqpvUo1myzcDsFuWOjrh+gRyNnu0YNvQzYhkAniYM7lLllDmY3uas69LG+tXRYCgCzQ4C3Ll6bkFa3xUTCTAyux7fffS8u1WmtAYOj8/GdfaklYiU1+4+IXHHwE/4/MLxjVmU/s5Z9/0k3ruzxVyG9SPn65RChNg2POovVU7D100a7M+yU1AsDXOHIChJ/0xgxtxYi4JNI6dvVj8xZPD/LQ9uBXbRlEBeQqYC6A+NBaJkjOu2f5PAOC96e2fC+gu+LAKzY+uX3tiM2XO1/wIGPnxPSSafwYAO/nDefzPAOB9xo5bwvjxbLlmPzuDuHv1vvdXAPCxMd+Pf+fTwzADOa/jPneVfq67RJjMgC7rd77IhSiRnccmddjfpc8uY3J0l3nlbxhA3xui4fdVpmHQ41u9ADGNVjwt3Trsz6u5WbzL4G+v9fnvXYPzus+UvtugRo0wTwzXM5jt9C+vvY/CznmdM3iPtffw3b7v2sSW4kTXcH3OtLP3W9Cbzwt2FRyDgPbeMo8z0LJ7eH6f7y/Ay/MVlONAnZntPnXMMMY1vGHq7F/3cAQATD4DXua3vzcTs2WljjU7r9dm+ZbBVtHcjNDDyd5zjTMLBrYMdda/JaUyeJwRl2CSLAeKHkYk4+D3H73O69LI3rnoRzxj93AB4DLwySg4l75bGtj5HnQyknuecS49fOYpK9B3742IPUAv901mv8zZjENfB9gqPeig1WlstNqfV+JwOrtHCsbZVyJ8IpAUjDrr16d+F0UT0iu9T0bk3FNJSlsAACAASURBVF5aKwRxGtMBAJc+W5ZjBFKubMZIwQCyE436FXTXWGB/6mxkbPnwDFrr1HYHz3To38dnXZM50/4+CzL8rWDPUMJdonUbiXlEVGV0uIO9grDIjGuB0wKNm5WPkTLjN8N3xoagnt+NHFsBa8Yu8rdOgTkLlGpbmq9zf9ZXx4Vrh3Oxc89wyTIj06PPYGq5Zp/BfYkcK+A3ICWRtQVfxmlRIU70JrybsnYFnFQoul4tcTLG5Ti79jzDHy7A9S1C2zXUUct+jIyYvcDxjzHHs8goWQB4qZXLG+3IWGcPd691YlpCvmDlPHtLLfMncg2jvgAp1w+tNDunwnkVNxRd4JC8kZ/09lpHK8oTwbfraNwymLs/guA4NJyb3yOiVOdib1nn+wZ5CPzwsvRbDJoJONAAsEzqBgzsPXdpmy3FmRmeuNmBG8hzPgeNko2DlKfhQLwQUp/tKpf2JjhCEJt3JyNvavlA3+63c9xSqgteLRis4/kAgC/AAPwYhydRnKElMjfIurkkSi5/qrGT9Zx+zc3YImpzziLPh041lM3Pu9BKtxOHNcbb6HVznpgP62nQi30mcfLD4yw1TaZUHJynfXB/NBLdU/d2AwJ4AmfCcpJmSLYMLJlU+c+sIXWCth2Y/VrDC/5xUeBrRZwmk1/NWtRRvWVhF1hYZzjSWKM8Dp7QGqWJt8e9Z9fMdU7PygjGu/KMc4lBYj/1BYunFFju2cz27j1KjvuPYVTnTQOMVPaJQAfAWZlIZlX3t/oBhvdUiJj2HvWWsr4XHVgwAIdAz3TObAMWeg40ZFv+cvazQFJ7ASuD2g+sBujoQycA2Awty36Wsmc9y1OwUDMI6MFIZkuG3ZvgKeiTgAI+bwnkydzF8CTz4lPOLmCbwDcOTOgbgAWSypqP4cUerMMCqxgawOEPfQBY4bzdEtkYfjhIicCvk7Jy0VLuK/LJnCNzCMdywaop24WzCC4mvdZd4Rzzb/njobtbscLMT7MWtxpB6SOb11J77fnbWJicy0Sqx1EEvWygFI4OvKyNmq5T3exje30StWzWZM9N7vHp0/uOuZl7AwBCR+wPfNQKLfBLM/sKYOR9eGjBrqkswN9XWXtLDMNHA9BBV1l7eGLPT8bTbK0JNNJREz4UZxVzXEBIgCb7NgAljmRoCgcWzwcABhhgDT5lHzB2oWtLEObczdnlLMJncKJB+19bBp4PMw7ARMpmVZAdZ70VMIjGTzY2tNBMo7zQuwogUsqSUTcbGseEWSg9P7kPtKnjbCPQzW5oBhBaSwMI5U1tW5A1wdmnY+NeHeP0hWbAlvK0TDnOIjKeqjfkjEGvKAjoL3y3Paary+DM8dxuYGqzMcgAxlasM8HgA2hgx8k8cOaz9gCs2DVkzsPDOfdUIOD8ofPtuWfOAP3VY2YNz7ZzyxOPnOOZAKmVEwQCtdS0WaOAC6wPQRI8txkM+Q+5zdq2V2KzbqERdDccofbKs58x6DSlKhkLmchkiihHNljEEu0GQpmJTP9jHNuCLO6hrVB2TdYuIjuJNV8QFeLDQc94BFZwtGVco3OwZ58CLLfXMO0BAs5Zrl0ZRuDFmJfNFrFkIBmcBGIYOFL5hv6K3jT6Ehl3nkkC9XKP3i//2o5AnmoPuO/tz2Yio0OMI+Bin8yebWUw1qBZOXHSQ1/s0VXAI66HzrQN3IOzQ8sS0/Aa5WSrLmAbwMri3KvzDPBsegLCq8yUU4YbVExQACVlkbPOBydqez83c4dMXHqEKyMKCAEkAhKVpsKjQgbv3mXcBITkHK1jT84buYgsYNM8rfknH4dm2ge3WR30zSSDi8oRnFsqMVgSu8441ih/4Tx/sKBSaJtStT2/BFrk8gbQQN8AetwfXYRN5fywHrn29+Fb1/TjnNdH7D4Arvz3kTM+ukIzpnHw5h/nmUxcgvQb9JX1+5Dy9pQgb+9GyvZ/C51nfMxLJ68O0uuAFz1jAYUMJByAIE+qbpp15X6sJ2A317bCQuSJdgllr/EnJCCmZ8eyi5wNwAvtZB3n7969bVYeNGkoDkTt0n/OoOApvlA8cu/sJc9Erj3MuWolosyPnqndsTzDdkDyW9aTMS0/Yq4tuVo7RdvZMuqU/0VHj54LHyG4Ahk8Z+xD9o4x2HdTmkRfsj0I5a0zl4Ce98IA6bNuRQ0Cc/gaTml5/aOWoP0SwOhN9QGDWSwly9ipEABdPLkWmHiXEu7VhbOn0KsBnQRvUfWA3tsG8QkyazMSGAWtFbgqXQageKF8I8saoI95FODJPAvM5x5X2QfGCz+xHRl+NWgUewON1FZNlNusWsf68IP5lfcRLENVMvgmTv2rZHmmGlCuefbsqZnbY1O3xH7mwDy4L3rc6/Qqhe91rwmUmCAdwAF4BRUxPgdkJxuX8rfM18o6Orgr50bhQjwiC5nn1wCUgHvvA5Ig2+yTXmrpf/2JzpDgkTO5FTS5R99bdDbOgvyH680mBUBPJuuHN13L6nA9i9A6gdeWzP8tWbpkLbN/j68pk4pGE3plzLVf4FcMCL2PNSeQi6BCme+nlEZnWZA1jAXwsjpp9CcCrwxo6KXVPSwRznmC/syyhFTZ/+q5nAfsHDwoebMQdwNGLTfLGf3lH69KO9B2bYZmx5P1TzY54PcAwADZyZB9+4bAMvXzp/kcoB76r2uDKgaVDzxLEuC8EXiBfVnVP+ARYyPDHN0a/XAraWy1Bfb6Gfw9rzdJfBbMoLy+ehhr0tYByfp1PvAa5gtATVl9bUP0Efp0XgVMtgqALzKu6woD/EqAAEFnrEF3Zlx3v2ec8P7fUzaezODyhNpWBgwhm+CvXyPb0evRWewprUxpYEBbNjwInwAYNsB4bR4yxHm15PiA7qzj2ogEcOIfweZBv6G8/nX44NP29qUsOpUpqDKS0vEpyV4/XNZ7W0EZTH0v909d6pwLZB08n2AI/XJWGVzw+Nkzqh1Ie3z20/rhmPkE+6GXk83N+fia84Aeg12DGUflKDOH1cM09wSyCJjWv2UgHzyFf2S90n+aa/mMzPO76bcNzfz9X27kUd7m8kIMUCYa+kXWvEtJcnyylCS2KpY+kPVV2pc8Gfwv5LPc6wIAV2dSjzZ4bathcV6/JBv9deiD7ylnADAJyLsOPZ29x9ADZbMNLNAnQQ9z9QorjPDC/0Bv6Ppv0aEi3wGA0W1MpFCWVd/gLCbjlWCJxQX6GUE6VOnqPmGrpfc1Z6Ug9fevugaYL2ObwDhtC7O277YSiYEjrCd6APqn1fUojY6d9QMAGD6KTVGFUzD8S/6P4ACmQPeDVl0ggCALjqvNCl/Yij5P+2NLY7NU2inNsgWorS6yracmi5k9rjym9ciBIay/W5FiwsLiTr2lyyqP4FFDf3CU9Q/zvv6HuSZfapLB4kzYlKOaWVXwuNefF17+2ypQ+Ki6t+oSyAT2Ap6u38u1+NHrT+NmuZv0hbzzfp5lv4/vv8/s0nCxNn+D+bKu91uaX778lxnAO5BzBu/FSDg5y/9Z9q+L7KovCOAGSOi3n3G+7jbYc/7+7XucAebbQPFyDdZnN56fu6iXMQxxfEcg896PsovP75037ZxBfCG0071vb/BfXbMMaQ9vmeUYcawcgg/n+TotG5lcJ0kOzAB7ncs+myiM9U5xMBrBA3lIwUT87lj4exXoBVjLSLuP9TH02kYlzP7+CEzduR6A0PezX2e1a+7zz2PQOFYo3M7yvf3dvfPt9Tx/V6VK8PgyttMDL+uLYgeNjrPScmEHvfI+BwgH1Bkw3HniYKxux4EfZYjnFYgZQXNxWue+CzAvoLi9K2WWm7k4kdodF+8eYMklEoRzCcPK5zDcNfo3i+a8+usw/m5HMuY6Uqf3UB176+TIhRhKKv5CcWcA+Hyf/V7n073VQcULR0XLtObetxmtdHCs867Ln8adN5olMVkTXZBRVKo0Q98bLtY9nwy6od8zcFildZ65497nnasgwKClHxWj3xHWMPKTvPXzg9ftWnk/FS0dvwo5nUmHCnExlIehSyN+uw4XlPgqphul5PMaIIDgnGvraMn8eQbOoTpUthkJ3yZTqlHEZ3B2+QEPsNzGBRwsFW4UN44qIz/5HMeZZTGkz8OZgtHBNYCaOhRYQ+f7/ZqXZsfrepwzHdgqs1POo/sHfUdBbgYu+z4OhAGUjPhXGLa/xuy5Rjx7YAQXV0ibk0k9LMGpEME3JXQ5wSgpnA1K3+Jg6RkU6GUtWuq0kZJEgKlAbuYENCSd62QRAIvSPP2Vt2QmDkVLaVrKl91QmRfQgb+T7QNgsdFiOHwEiLIWZCrxeelr9rJ7Ah0s6L90pKHYbChoYM4T563lPrsfOqSlJbNvCjD/4GVAivfCkfDdGDA7V0ua/WuwTM+oBCtApEVbOT18k78v54lx1tlGYA2lySw1BRDOOHF4FmiYjCKzHB1sAatmaZspjoNqszKbdZrP2ccFgO3h6VlFaYefG6m+QUfoL+5pF4/1Y5267zo8vac00mx3+DzjHcfy3usCAGcptoLA3rOBHRlHM26b5cX+WpKzcjHvG6DDnkmLrR6AgTpZetAt8mv3jhKyRLK3xFCzEon+zNwxlpqJa8ke2KcVoeUR7FSNevYo/7HW7Fvj+XHGjnUGMHzJZqbf4SrIHYfR9f7vcCCr8Duvzfz4EMCyAUSMY0qgLyi8sqMZn7PGu2Y6Q3WWE3HKvJcHbgbH9sdkFKxxM/PrWJInbuDBBhAsyXMON2J9DXyAQqKYOfeCBIBrZFEYdEG0rwY2WbUxYEIz7c9YXQ1idx9Z23WafKnDe3Ue+BNe86OHPX27NlOXoCDA24KQDcRgp6B3wRAcCdAcWQ44cwWSlV2l71z9ME6RZtmm5Cr7XVB3ytRz5lpWex0B8GLOa0sfWhKSaTDmvkYuL78HeOE58EhbSWgYty/PrJcZJmYU71naDGb+PrdJ8HOAW+cBqM7Zbo9bypqFlLgvpdPaUxo6pZVJzyEl4h5PQN1k+VzWQgeEdCRfIuoefsZYmoU+8gODtT2SB9xZI/Qc9MEe2BvXrALombnjgCLrqirLZBAAekJz9kI2g9PALdeabEYcgRz6Vgto4JWl3XFsNSADEA/ZErqRz1i5gSWmZCvXUy6t2ZPNlsbhT5lAMiZ1kMJPoWXOqT1f8yaGJLwL+piKAS3Bz39532CSI3iB8bJuG9Dz4B5ZO/aShEbhXwLIlPAOIIa90jHgnENWce7JzjJDS5qSX2wPXhyg1QuYXOZrpYdchJzuuuqsYLzQf/elDNNS+g0CyXK2xxZl7arX5qzk+VTYqEE+bW5WPeM67vMkjhj4hEGeyhVouzZBns/YFpA3k0ybbHuxWhlButgWENA9egjzWB4IDZO5XUdW+JlOcWQZ/f6mhD79rcqkWae7KV/39ggGITMDj1wzxwCM5U9rAjIG9s59VmeAXqB8Ml5weOPAg5cCtjIeynNLnwTn+Mz7ZGeUP3t0KDO6AQCeOYGjZghvVMvwOuaK8xL6ct5mryDr4LPsA5lOnwZoZw7QNVno8DdoBl1oKxFoIxMggiNM3YEy0+zT4/TVs8Qw5xFHGD1WPQ/tCd2zSWZa7p25tvxxr5O3lH+TFZP9w7G//cZgAaxvZWzGxfoAdBTkZhDgVfCAXEi5ZWzwHit6jbYMnBl1DwjyoTx1Pvya4AdK8PHs+6GLZjnnIAIwb49GMi1rrw4/3WpCaGLNIIavZ1/eE1xX2j8A4FZEaPCjWWnKGuUm32ftKVNRuxcAqEEsZg5CA0dZb0rIq/tY/UC9B6BkyyFTIpLHv80+WJ7bDCpKZLI89NTE8V4HFePOfkJP6v1UGplA084IHmrmLCXIVy6UW2N7hfm/DRDGvqHj4Yh/NMAy46r8B8gku7VAp+tSHfniOJ4M+iqP6H5xgjZQ1wCDcK45hxV1PZvqKQR+COI3+61nwTLeOiojA+HR2UPM+m8BztDnrwMI3gs/IsDkj9DEV858zjPZapsxQrbP+/BU+LQtHrTvCqatfUgA0gDlBH4wBkpWAgC31UD4EiKsCaIEy4bHtlBAnnUVABj2id7Hua59UT0cG44ATrJUz0He+1BLBPP5tgdT9ydT1oDhxMxkHCrJOH3VsXWi0kZhfR3lH5z9sSubMRpg6EvAy/ob2KPcw0DDe3duwod5ffp9AoAIZsE2Gj7MBNg7/Fz2gdZvxUiUvWamA+AS+MgH6EeA2rx+Sz/XR6QpZrUAcFqOnTLSlDuN/obo+ZBgkQd5XjNx0xeWEt6cUfZ7fTJbSevf/vGPCwBML9U3r+H5oWHsNoDMqZj1/n2Amsniqg6Fvh929vCqGngCAKBZgGmAJwLeks2dNcoQA4oCAqpf30+Py/tBAd8ms7e7nPfK/8YW494tqc1nnDV4QAO/yRiGl2WeDyKTSy955SeihvVjn2oFkGGYaiboJD/dvaqe2Iw4Ki1kQ+F5VwGFeb17m4zO8DFA17XLADHeJbuuNnzPK+cenvuu9NYZJyudlrV3KXMaoK+8E14JvdDPHV9CCAMLhGClL6WTu3f+7//yS/b84Z3nT2/kJSMPlJX6n1qNYXQ+qn+0DOp9bb8vn6gqEVApZ7jyvIC8Y4JvYw9/BtjLQhIA0GBK6LMqS1dp6FzQ/D7ngicXh+Iu6ul/hKboTfphesp2scY/soGolFy9voEfHMGuzSbMC1ld/fc+QUdWH+n6ZAhjCuwtI38+33mdAJJHAa6uklGoDaKPBRC4sg+5m81+kIw+ZM1N6PpJqmI/iB2DzPlCZnUAovec6VzD+89SpplMQMobGAZugC1ld7+BQjBxeEke9A5AP/uOPslXfgoQeZ2yyFvmHNlRALH2dIAv9HqC58Ov87a2buTAp/TtRki9fPmygDc0jC1rwOiDZEonYzbngmAsdoPgdYIEyTaF9gkiePs644tuTE/qnwIAwxuRgB1XeUS1hepwH5IN/kcA1A/vvqW0sz2gKVndKk15kYEKz6K3KXrsy789y9mAxyTILUEv9PVmb8gM/uMbJWkN4IbHco5fv36tnktlK4KZRq6zt4CWqNmJg2lJbmD1p+lp/vX3BKBQYSiL8+4tGcfpr0x52G0Lkntjo7FP799S0tkWHNDX7zDmvFj79oStbu6c+1OqkTlArbWTtFOVR+wDrUJYNyvSIP8IZGoFGehz+Dx3Q/4R31vQHeViIsuhX+T/swDaVvBK//Hf3gbgCmCeahDwW7LW225qxsh4MCUp4w+N2KJMf6q+P/USzjetFChXTfAB42Kt98WV0Pz6/QlYZvLIQtaAvfkj9PYxNEv/33v3om+iJ4RWKBMP4HqvhICcFFDeKmXoVvVN1CrTB8UL2mhP85pN+rx+T5sPAoqs7nA4lHsWAU/DpMhy349Wh9f3C58BTMWnph+F1/tU+CBYZIMKea/9g+uX8Ixe9nXaI2hjWIkE3QDZz94AgKKP6hq0JDVlv3kRQGugfmReNlx9T7uH71I5AJ8MfM/y/hwqzzAVcKAbfBOtkFPZPj7JjlF8C5qrLtzgtRlP1gaf1aXlXvk7QZMEmYzNdCqf3rFiLuYZBUerp+S9+guw5cVN+n4zhLH7AfANuh0PWM9eq2+u4jV8GL9jPamX6OFy+9JS96366uhNDAa/OHoNwb+QwgSgcv72LPJdTP36Lzh/J8y0ATPYzvluq3Fd5Ju02wo3JaVMEP0ce7/G7OJaBme2B3B3ko9uPaTjHAZwBk229HO/cxrU3uf880cA8O3rzqBPjZUZyw/vN5/fHu9fPeeScTCMze+tEvPnJ+BoP2fl7uNuZwD/FYj457n5zmnY3z1/6ej8ebdtDLad5zk7oEp25tCa5bfWawHgXdPN9OUynC0dC4b5Zc/nlwIfK2ChGRX1fZWBjeZWzGU+Wwfvd3uOwrWReeP81JGvU7PgyAkU2PLJZbrnM1Kh7vdcB5mW6ymQewaxeL/r1PU53Sjvn8tln8HdMwD3IwB4x+qaH/esmMnhhSGds5BrxGhZfQ8As18T6X92wHLLc/k4QUVBs6WJC1MsYzXr7wzyrEO8rv9qLZTAGAAQYxhn7jDWzQi9ZPCfN451zb91EpcOxwnJ+zhMFpS9OLC5/hRwsLe7faaP5uqWG9UprpK387vsZ85gs+zKOccJKAGUce719m4VoFuwdNdso3u2tNqek6XBdVC0zMXQtSU8L+zwQq+ORefUKqqr+PF9laalDR0KZsYJCG1Jqd33BRZwHBRwm5efT/RrJzJO6suQavWoiLVMBfde4I8svIMf4Hiro35KtUIPLT2cVyOfmxlGVNpxLlfwHI7wPX8H8Cxh+xznbZnXBZhWThw0ewDAOn/kMVvW+yJXwlR8/gEkmoGngdLzrk5p1ZPJPN61W35mqQwMJZ+FgHesrhsO5sM4N5CDZzaLZNZPoHh6Wdap6PNbunZ4WCPz4KN18OuoL7DRyFQG+X3ZWEDPZtzkMxQ9Sq3IC80Wbfmu8hLvoSOO0ns4XnFAxZmEGpK1JiuXNcEBznc5Sw8G0PeYSIvyOVfI0qoqdTpSDS44qJ09tsQujloMBZw10Adnd/tjcg8divI3zs7uZe+PmCgP25KpF/L2+cOzS5vwT7LVs/E6YVF2D+C1c6gS7j3Y/5bMGgO7AHjuw9lsZln1L89cx1vHtiDgKuCN8F05NvtdB1McD6VPAC8CS4Y/sZYtEU4prjpIjmxL1sveajiFBMsXaN7rjLhV4aZf4MGH3Bu+04ChvHA08qbnT7oA+OH7LcvKNUQYR7GGbQCQ1OCo0wyjYsE9gwKaWZZ7mY3lTkMnZEQQfSjNSi/NgEDuZDoYMo3GRgGu05Xzlv9jbYeecMQxxs30uGTPD2DczAuA+dKT/KIZT/D20qU3AsxyzVxDnBjtBdvxGbDRfmVkLGY+GBt8t+VTMZDgYUNTy0sxaC3bvGV6WeeNFrWc8EboLtAIoFCnPrSQ/87Z3R1ohosxzbM2U5VMFsbaUvI1JJBrXa0BgAWtIMyWcMVhkPXHsLNHJw5LDUUzITybWyZ2z275RDIyWiIZmg8nwOlEyS1eXZNarThU+9Y4SjiLnAuixF1Ty95pfOyZ0LjGIDDLsXytGaH2sKNn5FaEsOdXnPA5HzWYeT5ACRl52XOcNThSty8bBi+Zejzb6gkG5uAQsBwb+6vzDOd26aL6+VQGACDJ9eVZ0+On4x/58y6OcZ0mE0BBlmzo6brZfTii7M9m+W6MRnrM2v6iQNPooRvAUR1vaG5pmu8uWN0yU8m0aZYMjsfQzJaiMigNfmB1jpaV7P1xJgaIq2yypFfPPVm20AWZNIz5+qp8EwfY9sSFDwMMw99Y5y23iy7GeeIFPeokxwAf/owLqfoHjjYYZwCDOL8AASyPKK+nxxLAMA4DMiWa1YuTFeAOoKTBBNCF8g9wDUcyayIQrb7TI9JzabZkeSNyZDLq2PctMdmznLPJPG3ZYB8wwS97tfOvwFh1BqhDT63Z9PQAo5x0Gb5yAz0B/pXPGogVPo9MEezFoStoCq3UMZLbEbOA45L9I1uIsq+ANOr0E6yG3lEnsyXSrq7t+7lZ56w7jmbOGePiDMHDcDgi66Cz6xvK7yqX1AeNhN9SzQY/4XV0jdrDLBeWZtbBE+dMHdAZP5ln7bOXeTxo2Wf3Wfm9NhQgzGZ0T5/a0MyWUzfzO/wstAFNP46DifW1l67ZvgKmnB0ybiypbcAb100fWHhRABDHYM/xtU+6J7hQWa+RcVsphOstN7rX65AxmMR+aJwb9BTPHo5Vdc3PybahpOvj8F94A3yjVRQa7LK91JE59lDlfJGtUb1pzkcD7QC2oNfsFd/lJ07SBpNMeW6DmQSKcSjDW5rZTxBVHWWWLd5sCvscWw66ZzL7TP9czu1HUi7RSQigbKaEfYgLGnIOShsC7Ou8g+qhHZaALGKcfTigquuzusiO0ZnI0CWzr/Ijy4e+uSUd4UOvXgeEyZ4DYLNHBIZ8Cr9vIMvIt3BngVjoFecl/fLiONcOtL8k+woYDODIdaxHg4yQfwPMlo5y5lZnvx+Aoj3mK5ssj8xDr0PTOAp7LtBN833kR2PakHQ9z9pEh31QPKoO3vYZ7qYaAFuQPnvJ3HEekg1h+X3vAwCsDDWIFVmGz0f5qYNsq0zwe0HCCQY0w/pw/kGvDdQoUJ/zzz5WnssPNwAJnoWMBezhO9AagRLQ0vNkflJY50Mc+A8CeH4l0yYBQfAZZAj7C2/iYDzMGf0ah/k3MrlyI4IaRpUlgbIBLR8ZL/YDAZLQCxmHGVOdpwDA1QftwYhTl3KgTwLycM32FUTOLojNvtjTk+xe15FsOM4DMcXct+X54yFHrjO3lrEcPRZZZwCUfJlerDyfvaRErf7J8IlZe+i6FJ/vf0jpZxzu0CQBs61GwJZhm9XDz76Vqfs7NFt3JkEIZsBGpElz2Euc01xvqVLmDtHpb4EmyR6H6pFIv6Wf6+NHN/lezn3W/JqMT7KlQgM4ysnYonrBo0yE8/QxNPUhlTPIqoV/V/YitfKT4b19k/KtAQyq5wRUpKzoixfP6qfpmmJ/5j9KQ5PNuTolA78XMPfhE2n08yeYpNnUNRcICAq4Qezc/fsBzEM/8JObgHK0+30XYKpBo8GB0OuRm7yY8xOCD0ZH4KzyzKsbACVsC85NRpSf8JyHZO+CJWn69cXe3ss40K++BMBEx+xkc8WTK20UMgH5ApUY4PdPU74XGuQythpgCtmO2vSw/amRP8lmTG9oduJrgDf28OW/5FlRN9+8IWsTec/acoXy4wn+FrLseSfP/C//5VV15L9PKfX/51+p0gWfQa44zjrn8w895Xl6y3KG7t432ePLJ+jPbD6Aa3g2QKNOdfxsKUv8r6+bOANo+ewZlV309bBIVCGAkFrOmv8ofwoNUtY577cUNrZS5vGK8rwB7y/llvL+ddbvQ84oPJ/x/vx3SgVPxh88Bt2WMxvgthnkoXfKS8cPcAAAIABJREFU5NZUxm7aFlm7Wax19AmA1AfpeU0fzQYghZdATwybgLMGdmVQL66t7ENLZM55fSeA88n6fJVsb8A3e2EGEE05XNrrFkDvKgAiRUeD/yQAkOrmbRdReUL5ZPSU2LUdG7I5PYLTU1gA29Y6UFGD4rKWT8gMz2AAQAl2AEAq2JtrtjexbjQBF8b/W3oGc+3f/oYOA/BqUPTTFxXBpU3292v0YMD1HOGeP/gv63kTgNyMd+ReMnR/A716FP4DkXy68/O/UK4an4WZwUnA7Zzv3CPg7HPoKQ/KOF79muoFOUx/I5M1a47u1F6p7cstsMQ5ajncbwmITOY5491KcOh/9GkuwIiulEdAg1fX6FsJ8g0va4npZp6SxUyQFT6ZKrfhYU+q7zPft7Qk6OGzrzNg6AYSIw/ku9I355z1JJBjgwpqGuXZyIk3yQBvD+TsPzHtrGnLb0eGE1z4pK054NU9Bj0X7TkPr8+94an6Um2ZdJ0SxvZaTp/rlNd+l3NOu5D2Xc26IIPRf6EPeNMHsl/Zc2QqB3cSQZoxCniHnMWmzcMA+H/9lQCq7HN7RKuDvPrtXXkv40RuwS+qg+azinB4DGc0PJaeylRYYG05OwDALR1OgEvnc7SD4vtb3QQsHBuaYDD0m6sbgnbLQeqbNVGH0ut+/wwAb2AZ80B3ohIM9+aMclb0JTIW+/KeAWD2G/79IHZ2d7T+SwN/z5VJ+Yz1ajBR/QnYMNCTvmf2hFczlMdHynUtyT0qE89pQAeZ5fD1PKvBdq2I4t5/THWDnp2WlYa+rPCDvtjAIb4v0fXF3+XPo/exng/Cf9EbkBusp4Fm8q4G06JOUAUg34emah/DcyHLrH19nqpmlTcQInwdMmp1TdYCGke3yd5CA/AzTEf08q5jZQf6sgE96Cb1Ic+9tS/m/lk/5EtjYPKLZ8sX577Z07m+4DNysjJNXa16Inxq2oLU17o34KwNPsSpxZ+3PI016Lj7jxnJYxoAzThzY4bB/AnI+OndRz2DtwHevjdo/g76DOr8e8Dvfn/vfUydtdNg3Z/nz/j9/Hn/Rkn5Dpg5CGXHdPsalD0Bu9nxech3m3Dc5jKEI4O4ovRPYzzKs6mk3gYaq9igV0JcKMGz6bx3fvbtOV8IY7573g8+23vt/XnvnPXbUrtVqpyU6ea84Z3X+eCcfG+Nh3VK8N7hKJ8IpY1UqsJxfHfns/caP1qv4fcFgBds1ViKoT0hKQvg8szbpZXPa7HXHaD8HMRBBXTYfv+qQxtDeLIfnb/09iPw99hTmL2K9t6D5y+YsECha8/hxYhQiO78GdaCpDVcoYEhwQJFw+QudJvPd83XMS4ALP0sHfFzy0oWwBjFfQGVHdv29t0zxFgKKkEfNTTkUHW2zWe7epAFjLuZXTCKGdtGSuMIMWvh+xU3Ksf3eMZ+d+dYsOfAOcdhooPyyO45AfoosOgWPT/fR77sWJsNi0F3KjK6wOrStZnGjumgKZ0120i9azOZprf78HpWUIA0tNt/cyZyvqfXHdx9QVx72B20uXX8+S731GF4gBSlT4zocPBGM6HpAHQO7V7WF1CpRtQKd382SxFHTf4k43cziDq+KnLGZ25fJzMUAX10tjXJaaZxPs/Mwd5n8sQdhz8Fu5eGL/tz4XueKf6jvFejweoY20w7GeOeO895lJXMxcwLBDzPJYhhHDU7htwXwck3zrzJxfAiZmYWDgArkf86tHmhIAiCW5JLPxh9byZCsxMcuuRZrC17kbeNEjtA3DrZJ5jAMa/jScKv82kAk2b8TIYdzIuxl7Y4d+NAIwGp2X1xdi5QLH0A1BHA45k7yhrzt2AdSuoGpSyAu7TXz6PsSj/KhX0tr7PPWQy3Zh4LRC9wTAmxdV430GHoeMued649t56xpaf9ua0MWMs6EEODANyeBYEsS57OXudv+0+PJcF+smZV6gR2eD0MvbcHel445FSeD3CQ98vTyXwZ2VGa435VpgwQEExiUYZpT4CKoPlxnuFPKK7NCkHZjYOPOW12Hjde+lg+ur17OdPM4TuQsXJTnl/QBuMLnl0KNsgG+dlSrdWHiAgWON1ziaOCbE6eDRBEht2uAc8UEFcmQSobUVujuQuk7CZCu/28G3KA/ODsoZGO7K22KYDxiOyYORPFmeqYVo7gRMfIX0cogGkBSq4beVDeknuZzUsZaoHOBYB5bzOA4VsAYxi5Wypw6bf0BMiYNxq4kJ/b17Jl+zJnwCCeS0lvz10Mq1ho3beho7/i6y0RPXx5AwjWWGTp5H86eHE04eTD8EZOY5ihI2hgxZGBY4Q95l++R8bO9kRXrz4Cebi+pgYZwI2iJcJVmd5So9OzF3pR2Tt4dPce5042BmfHBo/ZT1oQmnPSsz6ZTMqa7mBJgoje9sxdWTMy4JJJmffJpiPLk3m0XGZLWHsuKXNpGSmjgofMcg5Hx+IZ7cXHvO0zpzPBQIy2EGA0ONE3q45ZoifjFKHsJRmeccAb/T6l2OKEgE5YO4xXe0vN2jRKevXIw/AkwwqCpQQykfHVPSBWyD1nz16U3BMHjnROtZStJsASfczemk3uGu/BQj40qz330ahGMbGUKesLyA5fhj+xlqw/a8h6NtMxiwJNrd5GL8JGa2ddLXEuLy8fhie0QolPX372OM73+zi9MwP6o9XR0WAyxwKIv6WocUJ7Niyh3qy6Zg8ItLMuDYYqmVj+denLgDn5oc4QdW+M8o2C5gzSB5B9WP0UWSBwKvjL9RuwYN9RncXcsxnt038bvVrC8vzdJ/M6zG2N8Y2EZh1aNtnVL+/nJS/HoU8vc1SurG0jXQ7awJguAFm6VW/bwIvy+Vyt085KKdK6PbSeBkATON0AWJ0S8MWuUXVK7SvKvUEfrFl72HVqROKTgUTAheXQPgGew+vohz37UmdHF3z0IeQEOjzyjXNVfcWSuD1z8HUqR+BIyVrjhGSMb1KGFBnBeSabi9c6dMqbsO/izKGfJw8D4GYOlDOzJ7iKJLKJ+QHAGVBEtqcAQF0n1Xtw/qB4waumYkz307YS0pb03YAiHDIF83F2Es3A+S5KIY8laBDdDB6XdYCekGHIz9ppK9vLf9EP0H85V9L26g2sCXrC8nreb0WAZrhcdb3QiwBOSnr5x3oxLsbNXAGTAYRvnl53nq00gc6NHPguQAmQOOAfIBKVAnIW69DPfmiTsIf0xIu8j+LD+lJykocCbPOCFprtPCVGv2YtAUEpH762IKV02W/LsFqVQL1wg409EdUzAZYj71g3ZC10AE3zGXyJcs2tJJR9M1M8tHLSR+3DC18eZ2DSyNBPoZ1WephMFfRJHLPavhWeLfn7nnSv2fO1AxgbACvORvg6ABxOc6PSlK2ILdZk9xOVsDSQecqPtOd7h/IIst4ynjrGeb587hJY0aBtry0tSFYC5BBlnLgFnZt9agAjVzAfS+wr4zmWlojX6QkZvgtg/yRr136fBR2eFfBBhtH7MdhJ+fj79LHmnvS9g2cQGML9nwEMTMZsg9fYSWziCUrvues+oGdDS8gVdBGADIOYHqSUJdlkBON8itO3JatDi6XfACh8t4AwmeB5/u+hfwBpfRE6scm40w5BT2T+9g1lzj9NT+BmwOcZ6JQv//a0SQgEzbwPr/mQ3r8FTgOQwlde572W86SsbfkpWWZf77wMYNoqOLVtDRoAeC7Yn/WgPyp8oL2RIwPIAL4T+nifayoD4RFkmgLQxrZpydiM8du3hwFqAgbAc6AlyIkfyKyW280ejz5jedCULA3Pg65eB0QoQeT+nCvAqlbNic7XvRiAkmWBH7x7ZUCe2gNyl3/aN5x5QOJvAXYaLJI5Iud4DrYjekD7/eZ8fAndAnK8DMDF/JGB7F+zVtFTyNzMmlo6HzsMu+Fe1uiNWuLo38o5hoFtCxj3pAEYX76QEYt8sKeyOgSyWV26ga35DxCZcaHfvGVcBG+QAUzgGhn/BMwBhL1K5mkypx88jmxpBp2Zjn98TXAUn6dENnyk1SYiR65vnjbA52OCAAoAuloBsehBDbDomb/bgKPI5huEZ/hospY/Z50pYvAk4BfzLehKT86zL7g+vlJsA796c/Yq2wM/Yn8IHnqQeT4LGF2bc+yI2pE5y69+C52+Y/9CE0FAf6KsaeaIDkbGfn1hXdtQAayD4KUCw19zdslMTF/bCSb8l+cBDPP6mn0lOITnEViAXUv5/S9NHab6B8/jZiPnsbdgqpgaFazoTakogD1U/5FBJOhbzJ8zVxpv5AVhzXcaiEBwxa+/vu6eVt/MmsMT4LE//3xVHkCJ6g8fXie7GC8JgVdpNdKAuuja0ZdZs4r2njXmmpLFyZK/ynnEp/L2fUD5BFJAl19Sjp7LPiVB/WMCGLYVC4EeH5GzoTv4afuX579nkaHwEIKcAC/xZ8HfCICgqjp2BiAdMuRxnvc+tMj+XiXb/uqa7Ddk1XX9ta9fvTMbMbwGwPBxgKWPH35tcMp/999Dd3fv/Py3IN/ZJyuo3b3z6z/I3J0S0D+9b2nin+6Fv2KnpEc1WZwaKinhnr0hexVw6ENKE3NmnqZH70+jZwvcUUEAO5BgWIIfqkEOQAyvTV/orB2AMfIMwHTlL+DfdTM+rYYGFdMyBdmhPYzvhS3QPrDFCJU14OMjv+Bv4+JARr0J6KrPaBIDxv/SVnLsNoGMBAXkO/AO+nvjnwKlIoAXObD2GrKBNhGPM8Zm5GaNuD/6+t///rS0DQD422/JYE7UBkDhowS4wD95Gsfxl39QBcCqQA3UgZNOoFqDd9OjG7V529nxPcbRoJQGLDg/7F54E3oa55aeywRncDbrh8xn8NabGwJ9egT1u4V2X7xMgEwD2jl38FcCiA2mgYc10CoPIUOUyiMVGzkPq28R7NJs1+wxPeN5QQdcCB1r1yF/oGX9wFY0M7lvKyCxj+wd/gMD41RX4PdtRRT5eJWKIQTSycewVw34WXvOJAH5/Cbh6TmFlwC2b49hAjvt9c24AWuxecxExe42kKt2VivW6DNiDapHov9OhRZVKoIeQhu0Vh5fMSYY+oQVPK0exxkxANwggK4D/qb6I6zeVX8VqnPW4EvmVp82+l347bbhYe6YDc1qx6+PrRj6tmWjmpvuFAJKvt353//XNz2j16GLO3fDP+7k3OeyL9hfEASiCnnXcYmJdX2zZozb6keru2pTV7LzHWzVLBr65k0qUdTnEj7cdg7cJM+waou+P4NSDRzm+6XhfAa/2NZH0NskR2f8GW8+h9/XfsIeZNHxP4MFtJqHbVWqasy+tSXCVBz56f3nfA0HeRd6DIABXM/OsDPA4R1lMP/s9ddZud9/r4cRwtrnz8/bIOg+66+uP49lMw53opcxnx7dhT891z2ZE9RoogFRWb95//hchb/rcGsZzvfdz0b/HAb95+8cc/O3P2ejSljr8N+H7rjKdEZp3YjeKgQzHQ//7NuM9zzuHd+Oo4Q8xH7OcF0QhOu2720fc7o/v98GgHlWMwJOALBrp8C5DSCdD9s/JbK/+JDvLwC8QCqXLjihUusc/z0AuLX4AV30XHTMMlTMSI2j3gtjgsM7Cy3j+B4ALnOYs3Y+U0aRm8mw+3+hrzK9AwBuv59bIGy/k3sgJHGCrBDasSwQcAaAz1nYfL89gTOGLcWIQ3LP2n5uhsuCbhLSGYTetbyAt7lWw/s4JDtXAS0Z3Tmje9fF+aNMnr+759O9PN9XUtDRxWsB3fM673qY+bWAmdH60vxx/+7HgJuW8FVpcK21oC48c7SpFbBGrB+AEVM49wa2XCdO3lHgK4xV4hfIbmZco64mCh6ja5biAmKVlgQ8FvBlqREUXY2hqzpZ6xjQ8dixd4yCzZal9qe0fIDd6/jd+/XnhYYFCk7L1r2si2UGu/yoijtnnXWcYIgzj+U+jXKN4GIXtrTsGjb1zxT09aycHcztpzhrg1ja+RcAnn1jvXUALQBszwv2ZZKZ6jhstl7PskZ8aQJBXADMyOGjjKzOHC44y9GWnsTBi4FaHqAxw7V1qONuQMmZDOpV7ktfnAvol2CLOrV1xPHq2cRwI0NrHLrlt5loAwYytgJvSyc43Jopa4bxvjYDmL93rv29JU8OYLaO6wGASz95pnSpInnO2OX5h3xUPjTjBwVmjI0GzgyxNBMzz1wAzNL5jJNMpfVQoOwnKycgFetemuJLA+o7fiJjMcqz5mRxzbnG4aZz1wyS5YEYxjobDwDYA8HSDkI5C4VKu3SMU6OPn38orM2kIoMS+XtZ3VUaJ9ih66q8cPDzjzMLPWVi8N6joocyZPmYhoGZQZYY70FwX3pmlfPSpxGtcCnk3xoVZHBVsYUWuB+ujzoiBRPrqEHOhDV8rOPMCEhBLEt6eSr5k5KVZFBmbWf8PY/5CNrA+WwGeUBTxjGBM8vbMChryGQcOBYAly3zDuDFfckoVZNm3vCNAl9TQaNbBZg9DmP+ZiX5Hi9LQNtzCJBmAWDOBXwCwwpa40yQzcE4DLgy658Xa7cl1bfM9DqQ6+weOdBn5/vQKA5SjCIMujrria5nnEQKM0+AJuaWez8s72efdZbtS7m9gSbShr1i5VMYfBvoAZdo6a2eS1cB2l8j0jJj7ClrYZl6suHoJ2TGr5l5PJ/7VHaWcfB8GQjnHeNqz2NlfebOfgBAP+BzDDwcxaExdAbA1joeWc8B6yufKsqPbEWo6V6BR7KO18BT5iP3DKQRIEK32goSHVf1RkpA68BHBlqKmRNrABvy44943jBoK5fjIBSkm8CyMeigg2a2xvEDvbyPQ/r6OhkoGbBAnuVR4aMGaFDyzdKTOLYKE19sIQOICNKgJGyzy+a8E7UMTeNoMmhi+6ubZblZkjwPkIk15D0A+p5fVgajsdmbAneUXMdoNOgB+op8gzc2E4ona1uxqqXPxtaYkdz1J8Aja88zSg8FyhcU3F7hAHD0ELZ8dnsITsneGtPlReMAmnNBdqllfVOaOAAG56UZq5RvLp1SOhm6OkofI1+Qbw2KaL3SsQvgE3ViakwrN9lr51bjuWfJnlX3OeeZHIa/LRXg0VOdI04I+rxypOxrqY4H2b97J8D3Rz6kl7SZzcvV+Sltqa8SxCfftzc5fMaIdZaAvW8QVPYFEK4ZEC3fqp5CxiTrhi62oGP5bBwLZkR+DwDj4OGMlseFft0HSiUCaNAPDrq0B16B3glcwkHZM90xu1cAmfDf+9mjrEDXsBm0BGNlvG9TplDAO+vYYDLsEqtQNAshjlMi0+Epzeq7Zn44cALG0J+7ZZrlN1v+WkcqNIBjRmcKL5y9VsBAkqAbqDMAOlKa1ZL7H6r/0CajwUHob3mu9GR1AfnPVoyRppSZgpB3AY0azLRgPTwCWhQABiBh3XiW9on8jbkbaAbATeBQnpuUJsBnely2B2Ze0IIBfpSepTSogR3cs1UR4L9Dn/SapjccMoJqBMgH+sRiU9K7mrWwTLPZh6W1aXlRfQOAcnRp6IxNZx04T3s9BM55XZ21AD2VZ0KH8Lm2tYjT2kxOwdQNRGhVA54PSAbL4nw3+xd5LX0xdvgkAAq8AyCIF6WeeT1qdQxALM8yWblb1aCtLdCJq0sj/8yiKz3kvjit7rfsPWdF8OZSOSQ0si1s1BN0+ht0S8/q6IIZ4wPK4WJb9lxkDLkX+wrtt/VFnnt9/SzfsSxi5T26VECcm+unHUtbMHXvJ2g4wGlLmWePydy8CzAOXQRYraM4c3pYWU67hQSqNXOcqlnIbWicoIo4WimPDF0B2mXPODcoT8+fBwDO3D/GW/o0ACMZj/Dj9wFecPQ9SlYggbMEhggAX3UtAFavky2FwkbgLJl22AddZ5z1CS76KfsHzVpxgmAiAyvvJ+Nx+1DiUC69Uho+dIWMgL6gNb6HA7rgFs7srrelz6lOIm/B4YruldKtySSVB5h1BM/ijJg9pYP9+mrmGz7W/rRUPgjI8jpZsFYcqge5vPqqpe6zHfCKBt8qdzkb8pyxtT0+7bVKyXVKq5PR8yHragAReoQtLljURy0TSZpSQMgAEt/KCwwgqV7cijTJiAdt5fnRRWy9QF/onIHcFwCT+wDg7utjStTi/H1SHsK+pMwvlRU+c41r1GDosbXpNUkAGsE05LGC8QEuAwDxB9lpW84WEJggAb4PcIE+ytzevCEoo0vWig6tsNAKEgIV6AtkNvN69ux5AJgA5uNH4h4QIc/Hbn2bXqUFALrW+RXgfXRM9KxPlNrkbIfPoqtANx+yj+s7gn4ABq8DnrIh//p/vcp4nqR3KWt7+G7e0584UyRgi3nB21n3q1RDAUAE2OM+5dqhIWRT+1IXOEiwRwKg2McPv5Oh9+3Oy/Qexi67nwBAgJ6PyPpxdm/QSW2VMSOR17UXqy7Za7NtDBh/eBKtHwAwOTv6dqQLA5kDAv/r2/797W7GzX5c2Sv0bYKsKudHN3zY7O+7yW5MM9uM88EjAokeBjiCfz288/dnz3o9/P1DMqABHx5lz28CJH4KmEkwA7JKfxclWOVvdyt3s+8T/E0wAMASrSwITkZ2AfBSerj0i7zBxVC/2093XgZY5bygv/zy26/Z/+vy83fhSewH8pgggwaEZEr0lP752U3oCrmc89KA3Oh67cXO2NZHir4TvSjXtEd2Pvvt9W89e/B62m2wOh9Ds8hRAGBW9EV4IOeEUuiMWx7QPNvqO+hR6DvIJvph/57z8fjKNim//kowUPTryCIqA5Xfhp/DzpGDH1I+HR70IeBbAyRZx9DydYIlPr7/9c5//I8vW/L6JiXxCaS+d9/EFeyoXxMgAv0QlAgwfENVl0z3Q3uJAzpaqeb3b8k0TTBA9Vf2HtlDIH0PJmdZO/xtMp5bSaHBd3lGe6XCQw3uRoYRuPD6dQD0BORwrjZAnLUj9m0eIb+Cx0xfWMEu/Y+12asXEpCBTX5hUQevin30Jv24ocNWOCroyW4cyTwEcz17ThUV2gdYzhd94j5lflNZ6DOBKrUfsAMIgiWYhWoQ6luv0/IBfvn3v5PZbyY3ZcwBtmyLg5yZhKDQHD2mWXuCIQFdAXV5ZvWU2lTwbcfaF7ycksKtSiAP5BNk2IdUNxoTegJTCM4bEJhnnABg5DbVkeBnz9NHHfnBjXh2Y/0iux4nMI/9Kj9sBQbbrOivGX0Z/bNg9Phjcp26uf+YxwLADH+gFm2y2j3q1z3veSY2Pr6KBYCR3fUx0C4g8oIAUXpca7VPBYfqkvoxBcr1yXE/dDEqTi3+AmjK+OAlBB19S9lw+wnbtoF1Zf66sLxvl33Wv8Ge6Lc53wQzTHGVBqRCE+gtJsu5LtWno5fUZxBezbh5NjySez5Lb2zwfvUKx7b/sOusjCQAjI1gGwLpB3paXzffRf/AF6RXjA3AKgZIjf/g7e93/vP/lso5CTbgc319YEcCwOgRVi3CpkK/ce7Qvf4naEX/zLag4B6vX4dZ5rX+9yZbAWznPLTVwdqVjSxSd0L/NnnQSgk8s3K3E09QSQKaal/mv88EgoUoH9E6sBUS9OMTIMmrLYqw++t3sZrgt6lAg+6yvtBLBvBlR+eX20DIfn77/f9aEPj2/fd7f1liukbpQWj7/QXzFoDowiOAc/0ZQD7GqUDaF+tTImaZ95dbg1sn2Pffc2Fv33fWez67PcuRif2en517xp7Hcnt8RtOidMlQzvPuOE4OyL2mHnKewVpcIvuOg2Mvzu/Xg+t3Due5CIYd1+/h2/d3vQ8n9TH3AkADPO2enNf72CfHstf/aL1ZuC3NeHvPzve+vfK3AeQd73n+Z9Dx9rO5dx2Qs87n+fTeQ5p73zNgvzSy+1Y+kf13/XUoFCCsg1PCOIDJKSk77y/4oDPS7+MAqFwYbs/9GWYBoxqxZAgKJluSQWCvpVwxCk+BG3t/5otSxX02Q/ScdQ+TAsCCQe3aLP1ub+PtEXzQskqm3xmgkHE2qt0XDFHjbcC2vLfZyl2byYC93LMRb77cfxmfDmYd6suQpW2uObKPFjiF6+7vAmw64XdOC4byt70ZBEt3Hw8A2PN5+zn73gLc3LtAY41ixyhQ71wWHL4AwNBL/Q+u1b7P1iHQzgDEOtV3Xc482jU2IIBnMS9Ly0rf27OXz1oaGn7Dis168n2cvctvofsVyLteZz5dOp1/KsEDROW5zbitksSENXbYTcciUCjgSmeRY5/rgGw2yLEel7kOQH6ee89W5xsH+QCOZ3mxvRPa8yz0h1GEEnFRttpj0Az/XQfOVPukzllr5HvXSSejvV2PfcEgaIniCSTqmDi3Y7A1WrYOKrOib8vVlvrJd+jb0IzdkVs47pa2nBOBSNNfGEW/5UvV8stXs84YdzyjfAMekL+3BzDXtefbrHdLZHPf/LeZlzrZzUjtHuT35WE7FhS+Ao6nQI/S3jhSFoQr3c7WNioZvlNHvE5vgdKT4pf9aY+/Ap/ST+mlhjXEdRHmLatd4BNH6jhyBBkBZKQ7HHal/8nY8DyTYRDFsSDL7rln4EvLEmr08LxGfWIwV7ElG1MHScdUJc9ztUD30tGW3VknCmORNcHIl5dxdqRk10Aa7J4BcJRv6By+nKMexr3WkoR15DZ6Uv+OvUUBATEindcGSKzSe8ni73PVpwRSlYHNnGddcSSGvnScof/qjCRSGE4FIEf2wu4pQCfP2zYH8gfnVYV9gwQqk8zga/nmlBUqnxwQxT72Zoi21E8+27PLOBgnfLrXUy6pzn8iPzmn7mHpGR6TMbRfYX62XGHXRlrkjBfELS0eOqh7oHMQBwR/W0paBu79OctGgZoBjGEvn69zp71uKEVn9u32luyHKPsnfauGQ500ykecuYKqlJM0wAPwAGOpmfb5r32ZGwA2pU4xaOg3Gx5jCSf21rLD5cW5BxmrPB263LPFfC5l3QF+oCl0iO4zJayJ3LX3XQ3D9sOdUq5ZhxqRLVEbJ/bIOEtyA4h3cs5VAAAgAElEQVQAxHC9gLAlggVKVsY1AKh6jJmJ8oXJjB+9COKu3BtdRrkvTzgC51hvykDKaznelLEky1FQ1aAC19jIa9YI56ytFXReC+5xniYYZ5zC6ABkum7p+JaIJ4sk1/J9HGi+lDF1COWa6wJmZHHqHDjAnC2VC++lhKlBatsblbG1Py8yIMPh/c/5nLOG86OfZx9wynNeMa41HjmoApf8w3jGycH7j1JesiUx4/zhDbKL7Dl09KPdM7s6BNcwPmj03pQhL4jYtYT/Ka+2H5agsgEQRJrX+Mz+2nLDYIeVNerI6ICc5+kL3XOJY/ZD5yf4TUa+pUhxxm41CJyNW52nhnyDT8hOx1FN4MaWn3Uv6enb9c379OIj+6j9QzO/PduziQYjFFRW+Wff5RXqMuiq0BCg4BeMc0p35/P2W801dXBX1vrddbqrj5iNWn6cM8uaA9JUzQhIRSlJIvFxaMnnJpiLMwAvraPUzGmuu/STrfwQQOfc2ksLWidYgwwYaZ61Zt1xMpGtQZBJz+MEfSFOmBdZSZQOhrfWmZxh0AvNl/1tET8NBCodIZzsr8t7XbOp1MFn9Nfc9y3db3BAgfwJTqwOTAZqgjlaqg2Z3ix7aEpgr8FQreLieW2pQyh6yJ9+sFuavOcmY0EulgdNkKdOKcF89oxsJfilc5H3E+xFME+DgHGyjNNG0JrM3G3rwljJiFYXW52Tc9qeurmnGcLoYoBuZC4r26DbtRsktXrdRjdWdgBO9L6Us69+CChLJQEcpwCc6ZMaZz69U7vvBVrQwXEE102Z7+qQg3eTMdXFyMse8GZbo881ux8HIiX0M37OEQ69BhJkfKwxmazNmMh32uOa3oP8hQ6d/wAw7KutrfQF56X1efrv5ipe+jz+dTIB+6JHMqrNBF1yGaO7V96ce1VvYI1t51D+TeBgM3qVJ4DmAKEbfIJzF+c/5+Fe9vBxFsKqLhlJGECdiJnnVUAcHIQ8nz6ftqhQj4JXdT0Yy3ia2wd3qgp51j1ULVHegBuDYACaKcHdns5Zs9Iajrkccr4CYL+BcNdP48zNuUfGf4yDmTXDgU+mEOU6Ad4pZ/khQM1PgP2ALJFxX6LHEGDG3JsZQuY41+T7AAk8GIcs2UwtWRoQ93Ectjij6WPJ2hpAagAdr7YWqe5r4N6bgBKej/SYTt9x+sVeZ83qsEZOp6zrTTOdcv7rgAgInnNhsCT0yD58ioP9Z4MIskhPAFYAh8MDqeqhXIajwBnxZ5CRHNnULDD6B5LlGx4Nf0K/ywBx6rM3yJXHKc25lQO4f53Q6PqrN5TWfw+oAWCX+8fZXQCVAFt6M2ZvW3o164+dArDG9chOHOMtxR+Q7zFOdKg6b6v3aBfua0t1EhRWh3L4G/ySAKme39Ad86LcNfO5eRogfxzsbwHCKy9+Khi2gXgFfNsPHFlr2xDAsffJQrt/P9UJcj7v0dM0Z+Bd5AVZwY95XgYpnaZsb0rUkkFEwIGANnVJ0cl9HnsMmP+YMprloWtnwBtNgOAtno0caaCbqnCAvtfp7R1Av7yevQ/4Fkc7GeU/ld4YP8BZaB/6wj5xNXLNu44f/l8bCF0AWRn72oBb14vysJyv8heqq1CNKfN5HCCEtXjx4nn3ld7DEK+tIOAF9AP90AA/XjyDsRg8BE3IXznntv0CCLC9CWv09s3bZvf+/PPPeNju/PoL/Iq+sNxvdewBCqrHkMGbvUEfeHhdMIqFu/dAEBH5xf0ftuw3AU45G5kfvgPu//z50wK5BAdDH++SlcyLjDJ5Nxnf9IBOBZmsE6BO9Z7wFPkx535L+MtzPgdwNSgMujLYBXnflhxZT+Tem/St5TzdTSDNi5cB/vKsP1ICGeASK7vBPexebgNo+3tolvOA3cYLXsY+UzLfWs/6Rt60J7W2PPOlzzf70YoPeTFWzhHBDpUzXf9klmdPDVZ9kOc9r46ArgBNAVAzl6+faJ3BrwDtr0sX6IrPM37u8yoAcQOlvubc0seUygbIkz8+3vlv/8PL0DogNIA5IO0ErDZoNkEv4XNkeaO/dn1zLl8lk/inCTSiZcOTlGVG7eg5WGAyc0avM7gztiNBbFkj5MHd2FLYA5Thvxveyr2rLiHrch8qdFCWnnWy/Heu48wNAExJaXh/oWyAsNoqgstUftI+wp6xwpVApxmoq1fYjmJKCWeuX78lUz97gr7S1gm1UwOah+apDsAYDaxWDt4N2Pb0mRWKUNMYOwG3jJVS2M9C42T4krlOhR1oHvtvq4CgC5K5i2yxtyr3oOpCh6k9Z2xybTmCN/WJKt/rG5ySudVXu//M2axUWlwgM2sTo29UztrrFxtJ3zEyTlAYmfrmNbovAVbRkbeSTNdV/9pNgpvI5q5/Dd7Gma4fiM2vZlDg27Zr6MAEWVmppWctl1Qnn+pdvLe8Ezud9fhASWiCQKhkkTNLRrl8iAoFyfCfFiytMpb7QwtUrWII7EHt3pbcxu+vXWAgrLILvq8tVrI8nh8+hV6ATAdcXt8J2dzsyUW8bTWE9h3Wx48eSUCQSR9W5IFWeC57xBpvsG0rnWSQVM7j4cwZu7xB97XV8bPVcO0ANxB7S0VXhyN4ADCZILfsndnilpHnmwQlbMUpxqHvMWcc+4qkqdIJWfp37vyf//njnTfhQ3y/AbW5DvnIOedvgj710wK8W66e539KACKvi798KtvYx/sIDC/WQBB1e5IfrR95fvXh8gcqB2hzVEMP8XPG6p8kwQV/SM4ir/fhh/Xj1UdCILJtWaj8SSXEb9hDeRIl3Fnf6kXh8YDPrBM038ph9AC+bejedkafwdoLEICyMFT7IxD4O/DoQvrHL/8eAMyVZ6CIv9excwZuz+/9fwGA/zn422P63ah3rrs2PwJSq/fn/45xHLfYz3b9zHy72FyXC5cRVDHB6BwCWQC4xFYmqaC9ZByW66mBFRyE13lJXz961n53dIHLNVW8bn13xzW+jz73uzVk3mN0dwyzDrcBUsfiOH8EDjunce7NTwFB53p773+0D99t3PxxAH+7HjpcF7g9f6dOLP7hqJrnLnDP2By30ZGc6/M9Foy7DcJx/2Y/YIQMEFwaGIa9DgL7h32flXy+Z53U9JcaZXvBFLZroy/XkbvgzO7dllvbs3c+91seWIVYw69MrQJSKx8Hx3n/9r44HXhtKdeD5hwkjuntocvffzrXpZspmXQBqhSSOw4Y4oIVKurSkWXmNmLte9pZh3IdmHOvBW4PGusT6vRDcHjfgxpYj3NmGZ8I5Jq5K3BpptaOQxDz+8+4z17D8woI1jngszhXm51XpQZGfhrHMSIEm47TXYPb/NsZ5Z4TPYQBtXNi3LcB4NIJ+1QhdJzPfSZGXOfWZwrU9h/LlX8AABe+1WwtouGnJyP3LShlD72Nym++RxUhS150IVDK+ozcr1k5xwJs8MOeqxWcRky6/2Y76LxWuZu1bRbuUZrlAmbkrNWYHQB4wXYi9N0TFe4ag0TgAfCwtpzhZkRk3eqE8veelynhUUCHATSyTuFdIDFr0fUfR9FmJzP35YctX5hXSx7mFstWK7SJRgfkylpiFFZJXn4639tMi45pGIUZyAtAT8bN8LgCOjjtcd62soEghplsY5pnLjhkl173/JTW8mbLWZ6FxhDPIZ8nkGGI59xPfOUG4xVsnF6GjdRzH445qvhDP5yfBUxbym2eCe0tQMtbKP/rtGc27QcyQREaKpZVbI8z9pyzyf6QKRGHyb04H3YMvF9neNbM88o4cAwDBiCY3TtJ2mAIaclIQc80tL5C1vXtK+/tPG0XoJzvmpTPDQCV+aNQ8zoHhhWwrsKY9cJBF2UTIIotxNlsz0Gz3epQRf7NEQNsanYIGYRo+hirKOc1HFyjAkt5BnT5cKoJ9NgyDmbVdSeD2L6ILIKq+K7FrO3wzH1fI27Xhl0023nBW/gPoKfBC4Cccz7aU9BgBUGHBWgNZyU5SvDS/cbJ3r3gUOHSGuLhbJD5ufyP+WEIwK/bh7sO4EPGmHHn80i0bF84jBsMcvhFM4BxuBPpb8lHEsXs4YosdR1Q3HH+tiQ85Vjr0DPKt3ub3zfDzH6a8CGAI4Oe7AmJk8N+z9xfQAHnGfMjK5lAs4BnAfwEmDTGWtIa4LuAgdnp1Udw9OT3GnScO8YB0FawLf8AGmJMMRb4CT8BewHoeAH+H4AOvUE9C8h8DNiyRJzzgJPotjFKiGRePe7Q5zSYWD8AGwzP8pjJ6PaMek7JSvSYTXWBMU55B8Duw3sBMZJFms2WsfR8ZjBkHvm7a74vbtdAq9I+f+nYZp44semlhxPqQbLCHB9BJGaQlR9GJhpYY6SwAYk6EMgywYHbMtJ9rlnDOFoojWawicEXBH44PxaS+UzGc/4AjMLexFlI9HfnW94JUGkZ/+UTckdkHcC0PAIn61UM+4J9U7qTvcVhsi/Lu5qpBO9C5uCIbfQzOkCO2gb5tJpB52oLE67jXtu317lnTCc54pg91xtljZPDNTTSW54Ko2Gd7OOnbqvBzzPblgCAkj6a4V/NmOAcZYFYv80AZq/J3oYncp39Xi0VzlkgS7el9KfEtpoUr0paxwFtEFyCvlS15QgWNXOW6h9kNFgOlHWDxnHk8pzerU5pyi7T+08dyfYqOHh0PLf3FJHuWWOcaM2yDv3/EUClWV0tvwe4YWDOXRxBfLdeUKtFwODJypRHUWre7CFezYScLGnpK7Km2R9HlQ4dOYwT/gvoQPlz+83xGEyCBYCJcG8RuNyz2TrDx+6RDRLgeDMpNxuDMUAfAjVm19inC1mnIwj+AV8S2KX0m3oigLiiZXh5xs/eWQaR7F4z2u3bib5kj9pmlWU+AKErT9QPDKxrL2f2tw5T+LxZo/0sy9lgqoodMwL2tfzjfZxIvKoX5HPWugB19mirwTSLhgCI9oLXwUl/yZ7zfOcSXOeJKN2t/co4CABpCdYajwbo6FRPVlT7N9vvEjAJ3bSyaGw6gmDIzmzv0WRbAhC/SxYaY2w1gyoEcdC2dLG6bwm0igvBCWbaPC5YoRO+eg4BSpwn9A6cWGfjBf6f+bZX+uizn6Ysr3pZi83258cEYPCXi3xUJwrC0Go4ALSUsgMARibxN/TQ31EI853KIDIzWf86fnW8IT9Yh9qCBdupAGKPcHgLZ0jA0oBUs+wF/5k7Z9WM87y/ekHlYGQpAQHho5RIfphnXTUQhcBhqCFrHKd8A/Dye8GojK2ZpaVt9YsGAlDpBj2+5T2VPQST3Y8Mf0imVcC8j5Eb9yi9yhkA0sx4kafIAs7AB3q5R2fVmTh9kXMN469OAQBMD0pstZZHpwcg5Zen7y76bINbyMKW/gCjeRbbRT9byJKyrDgRAbZZQ5ykvbY6PueJ7wj2sIYAOQ8D3EIjbwLMcdbIeGdc9DOu0woeUjsAulNmkSn4JfpLs8YaEaOwBpBDnvyWMr/MlfuvDdde75Sabd9DnGHSl7WptopDAmvgv0DM4alUgBAY+1rAFf76DoA64xWQVJ43o4hSy1TkIRO5YE/oLiV9rewgf2flONN95RrGt9nuViuBvlkX9CIczZQ8XdtTn8U63K8Ctr9Olp7zNqBTs881ehNg0uoQypQnAasYB+BvM7lzL4Ag29wQTJCysgEaF6QlEJLMU21PsyPJiobPcpQ9p+sLgg90UocO3cEQUM46sA/q5dyXTM17P1HGVrvgj4DAvOrAbglh+oNzTsNrP6VMMIGFeParl8Hjhn5yX2QqTnfmQNBDAzwy588JaGCed+4msy7fRw8w800dditVcebYB4I8unoEPDeQz/K21fTGnob7Qk/NOM57gCbYQOjaP//8t+rB0CR0/iw9hGGYzBEyYQ8E5gIs1VkPH875+ZLrMv979wmSUD9rqfVs9NOnT8ujBIA3+WYrnZnp/ntKJ/MAZBNALXuA/o0MBXQ1EExfWgEk+BCBWgEbV89i/qWDbOyLFy9LQ1wPgF6wOHv3Lhm40CWBYi9eJFAmdPlrSiz/nn6ztbnQvwpe5h4vk72MXhXZZ6lb/ZpkmtlWZZXrlGn/9W3tI0MxUn4+c+ZsAQzjt2jpcAKzMibON0eLjOy2CCrgDa+a6hLQF8FGAQ/9TPnCHhco71l4FCAP3vYt2e+UdEUHJWsVEZPAjuwDpX6fJAjmp/BI7teeq8WAQz8B+KDTh4+tfkFCAbykwTIpo48eSOnvJ1dkYOobO1cKhM9DD5QL5zw+zlzrN8gasCfYFNgM1+kNu1V8oMv34fnoqQ8D/AGgLZjEUuL/pGy1pY71QZt1C3+jnDAyA9ofXTO8m6zIR+GxAJO83qXsNpvGXFtdhH2N7Lv3kEoE+nnRHT6kHD+yBTCM4AL4JZWMsCcbNJFLLRNslQFKQ6PrYGtbdjx6VLIryeJ99WpkAjpmn1AOUromuKklrRlG1rzFQ+AhGW77seb+7f1LufDRUcnyNwjUfuRszZfpDYz6QLCLMjFnK1nrUC4VBwDrr6jClOsxx3kOZ45z+iwVBLCR2MObtDGAHbO+n1jTzLn9culF3ARvgxJbhnl0NGWEekdLMHeSlHy3woJKKz2p7bneahQc2RET0Ak02xYw5VME9EArnAP0UoIjFgA26JRxMH/1E8eLS559qJ8wZwd5gBgsjwshwvuRAVvxkff51z7fZHETaEkFs8wFG4v1YujswVmPR79h7NBEs6A7YStjwZsJYGC/Hj4yUL0+rspK2kto71Di3CBM9sokpAaddU30tdvea/TqxiQRxK5vq/uecZn3Im1xBpD9DRQNLbZKEHY/4r3JXALAZHbXP525/h8BgWlt0vGGZrGTqagCr6X6EANC38EvRoUI9lhf69pLTeup/sjLHsXaKW0ZFN2W/UQWwLNt4brnAJ5phSSr25mljI+i9nidgQZCoz+dAWD0yfW5rG3Q5KrcfNunmLAQeqLU9WT4Ywv99Pr91+jqDvjscF8H721w9zawe76uh7fOEons9j2d6kx4DIS/zAAep/4ZUD1/fx2r/38AYMe3Qul81/Ma7Jr4+W7UXn37b95fIHDX0QgGv/tn4PK47+25VIicQC0NU8uW7Lre3ofDgeZ9z1l5mw27jnYP0jH/iwO+Xtw/z5fx+B0P+37/Mqe8cWHoO1bey78FRr5f5aGBobuD/gRltzftsY5m5N1eJ+nrZITf2tNzFvD+vkDuD0Ezxpx1L83X4FcZ796OoXu8MQyNJbsYyt875N374zxsxqcORa/d4e97W8qokcBVuk80OY5NBLb3nqzFGdSnMJXuZTV259KSCwXG1tF2ZAAbhDDMajLGzo7upeelNcsqHN/ZtWh/PZT5giMTeTb73+dmHhjolgAXTOz8x6nQ9WWurHm+X1qfua8TYGmppZNWWro6pccF1b2O+/kMxrzZZ+2jOSDBOtvr7B4rq9mUdU6vQ9kZuhdmxHHvZj80G+zIWjJi+Vib7YFYQxBmPnQg8DsReyPU3Et78V7mOVFUVRc4c7vYM55LaedxQpkxts5FgEmBa9axkXIFF1ROG7mHD2SeYT8fFL4Is/y89HCu8uq+6MzbfcPZsgrDlIJpiT3OwgD5l/vgnDWCvkIeOkGX4Jl19AlIc38cIAusP8DB00w2hCoO1PQLaeZbQJnQkaXWXLfSCo7yZvTGEGCNcK5Nhgrruk5AgazN6hyHcvYWumhZ9ZyxzQ7rWKZ8LWu7mXelidkP6YH7D69vxKgVEGrAouBPlmN7Ns4e44CTtuSTpY9hNzjP7sc5smWaV9awDhj0grk6NHitM4Bb8tiWUlnds8CDe7h9ahtNOgwd5+yWRmvJVBxsJ1rdrN/jPDrxi1zOffm+YMgATyfhuKUol3w344trLcOuIYgzqP5MeCl7PueYfr72qga8EPCCzygzEKwYIBpZDe448R/WgVfP5Ul2nUtFktUK4NxexvDMZjHFYTzR3zi3mrlNFF5BwckuBXBrVoGBHJZSXIeI4KEOUnPZW6KWqEbAwHwXR/yX7P0RBCXfKuhIKe05tyXtcd4akGSwivPyDG70ZUtnFwjR6CIzBZ3BEjjQIaXW/F5jU4dGuVedkhN8tCXiNa6OXtOsFQTWsk2zJ9KKWa/dkpGd0ESzc7ru8vUa8RuxmHUARFt+x55gEHk/184AODPXkZ3tM0SUaAzEjjlGO4YtWScCRRpDAKSUi0Vh1onmc80yFIxcGke+rAxYx/sqzfLzAXoXEIX+2PA6qKH9Bf4MBNCZEj4X46uAe8Gs4VP5RT4K/4mjo+UBKRdp4E3v24oCRzlT+s6yvs2+bUanQLl92uJYy4a20kK+14zVyCbnZikkS1zDP5kzIDLZdUTiTnWGrE2NBUpU5V6lsTyrkadEDudZ8I3HE/zVfjpE4pd/4XAwOINxMLB+DwMw11fGjt4ooAUwASBN1sdkl+fZdYw3k9xsj9JKKxFsljQGnKDbxd6gp1ejXSfjvmDeyNpKABye8BcAYPKIeCY6HUDRlh6+n2hugAydldUbGGeM05ZbJPiC8U8QBgBHHVp54Whv5kgzgJOJRfRty3xPtmXOHFlOrD3jwPCr0dd7GMywgUObUU2GFvRuaVAcLDiuCECwtDEgEeOh1ycACM990L6QVKCwJzByDPCNdWppzHH4eOIBJi2Vzlhbjjf0x35aUll6boDSZM61ZFUjjC2T3sAayj+WH5J1ZxauOo7BCwuWafQa9NCI7WYLWYpudbYGUTR1QLAXHkvZN3jX50/oa0cVBDLOCrDDpavbGDSBjqV8EtQuSAbYF14BXcEuu+b0IM36YbgbQR9HKLJ2wDRuYYlpnAYToDdlg1V9jqA0VEayCavTNkACgNFy6u3JmPcFEXGg04MspQ7reDVjg/VtP3f2Z1peADRyjtujNdcVZC1AuCXIwxObAaseTtYEgNFG2T8IQMS+EiOBnGXfCEijlyHXk2lVGTR6MGXo+BxeIE8bm3doxhK4OgnrbMQZl3GzT9tbiu/1rFTXOYCVOk+qaxv49jjySDlorza2XBVf3QtnvZVUsIkOnRnnX3lC7sO5sKy3Warwt35/+Bdys873BfRzRrGjLQdPn1KCZKzA8yxZK8g5eAFZzc3+zO1ukuVCJg3yq4Do6DfQDuPiHDAP7tXASnITyQIv7XypI/GQWfJlmM+uF2u4dEJ2FWD512Sp4KCLP7i0gfOX3o88u6VGAbRPtkYZ0LwYN3yQeVMtps499Pt8fnNz00AEHLHyMvhV+tDlfZgwcpPvQ5cAWQUQwrCbaTftFKg40V26AMDqR4+qv5mxzZjfJhuK0QNu44jkXfXgqXhE+d86+bp61UN4CXCmVyRZcNkHeCL9d6kMUT2w417rp7kTZq5nTT13ZkfBD7+kdPLdOMgKflR+2QoA0OhJ9nJt7AX+S995cWZwEpb/53nsSde+thJ8hrLD9uCF/qGPPwCB0alyHWVz4fEFQ7PWm52tHJ4e13EU93HYKeEJmpy2GatNFLpnXeFfgFL0ikP30lkIvSMXk0WVc4Uz827OLIFElPwDiCwvyaJ8KLgL/7eKBCW/WZ+uVSsnqCfgtIaP15Zgz5oNn/sni6/XZ7+gB3rNG8jE+Te4iCwsbAoyzFuSvfYPTuKrOqBxfLNTZsCjd6UkLWuT8wFQiwO2ZW0JJBt+9wjdI7RpoVsoyaxjHK3o4ATz1U7aALp8CBCE/Pvtt9fDa8Nj0LczZ/gN86fE/PrSAEfY4z9SbvRh1rMBAZlag/2pxISMI8iIMrVkxOZFUBE9iuEp6DQN1uvpMgO4/aGr+M6rv0I3lviEpwGycaYI7oLXsResFfep/oS+O33MDeBCRyDrUpnM61fKNROEQPAFjvuhG/hLgxzzPQFWnedUtmCP3qdPe7OhJ8MI/ezFy6d3/vGPX0rjZMLCv3/55dfRwayU8fRZMjEzh98JbqZRQI122oSpTwL2uSbpK5yyxsihB8i9nDmc++yvL/VyAhIomQ5v4rnYt+jq7Cm883l4EoDj+/SYff7iprqaMjfAfLIl204J3T7PKN9p8O3aziwNWW20RDDjdYH00m3tD32q3PNcHaLZ16GRmwCR+3oSmgK4YE9YL+ho7RHuA508pWRz5vXLL5Q1BlBHvkQPbOlhPk8pavjqRX9SZ3/3Gsc+54sM4JT0LAAcuYH+2OAZ2myYDQpIhA4JH7JEPoMXoGAuzBO9g2fCw1+8fC59jxx48+ZV9je8ngoE6XPJvkE/lM3Ht8F5Q0bQO5txUhGBf9hN7C/7gW7FOOE/lK/mvHRbwpfsMZ/zPM8kkxddpBnqtWE3w35sQwIVUl2E+dnqB32J+1/Zzx2/zugoZFmjB2lnWCEF+vuSLF8zmzE4vzVDmgAabSquocKPwYMEWOLTIOuUyl+v04f6phn7+Ebf3/nb3+7f+R/+x5sE63g7JvbmN3ndNT1hP9PiQNseHkafZAIgkc/wo5ZzpgJdbKorem4HWEaNAix895bszQBb6NfYGwBU4R8LWvE8+NSnjKttQujpO2Aj+/Sv/5YMZkqwt8WMNFx/XUn4y52n07OVa+HBPY8585zJN3l2yxXfMQMbvv3iJcE/+guwd17Ruzwv9O1WrWjFI+QfNlruH/2oAQehWYPc4c8GoiJ/yPKtPTqZsPrXsOm1V2gr0Oo7Ab1kA/CylPYtEDqZ6ARAIfMahAVty/vR6xl/q1a1B3kCdTLftm7Ke8hhglLpA4zeiF30EPA7a4pMgVDutzKRv9cHO761VOaPjIYucn4C2HdoeXQLGvCz/MuA2GsA/XyO3Wl1C6dynSzqmtwdKzpMVbSeS4PLuSlzmOBh6DRZ5bQiQahhBwMmI0OuqZQRYlDPMPlBUF9Hzfq6ORsvm8lOZrhyeJNfDJTUF9IA1Oxn/SGdm1XHml0OD8xjLaW+NOV32waKXr/Y/NURsI/05SJr0P9bMZHgXWi3yrxzrh+XNaLNBTICfSq0yjloEnQDdxZaI+AAACAASURBVDcYyqpurUKFnjJ4S3uT57mr66HbyFdMLrElmM+vHjPmyorerv/olFxrMBT6jlmy8NwGb6ADAAA3UEbfPnYLeg5s5X/5n183AK0l49Nqg72v/3wCs/TFqfM2QBT/zZTa5314GcESi2Nsa8IGEgHot0IDj3Z/bblneXd8xeiByGPOXiuIEdha+5zJienwatBhxlXveOaBjkLf7QYwEzyVecF37hFUi+2U538GH8K+ToCUNJZ5/CgDWApmQccg7Ebsu0PfM5CLQ6ZEyEE6CK/3OCtH39/iu7/2Pvvczeo6X/RXoN1lvKdnnR18399jxj8H9QzOfD/eyejzFGm8Qj41Tv+8Hlx2OwPqnOX7I5B31/T8vQtgGGK9lHbmuRDL6JkFgmf9HR7xvlK/zvOSyveKaT5bILBMqxHju79H+UHe2vn1PidQVTBr12+F+j+/3jX98cbfpql9LoY8C75lOndtv1O0e9858XN7S0sKGC1jqfJXRvr9tTuv22t/BoCb8t+DaRlqXhiH3aO8v0rmGQDmmnNW1u4PP+tommHsd24DK3td1+005O/WvV7ViQycRUSAA4w1omfGLUE4TsEDo1321XkMYVtm9gy8Ss9Ljxojx16e9+6SCZHnXjIGB2SCUfK/AsDNkrH09b5un+mD9o5n7/7vd87ANTf/E2/KGxsAwf0qADJPlDOdTr7KrwYg6L41M02F73xPfm/ZXMCQXm/GkmUj5Xt7Pb9vqWefsedSwQ7TthyHDq9jMzTO64ibcZWWUeAqgE/BCDhFqgAcDvEKnHGw1HlBIEX2uoD2fyUAfM4ALl/M4BawK0CAQ38IEWPaSPVjbWocrf5ThWoMPObQtVhGkIs2Cov1pHRwrtkz1jPI35N5vIrRAsAIMnr0cd73PKIYty9DxsDY7GOBI2CcwxjKLek5fSrInMny9/o6tWOcN0vTsodMTX7n93GUWibYfVgAGF6Mk22z5inlJAbG86J0oMDm+gU2tkQNBkABS0CZjLPOsrlryy52rciQs+xaJRDKN70F+Y9yo90TFRzLOuqAx2mxcvgSBJP7NaMzr9uBSpavNFjiCBKaKN89I+NY2aoRlwzo4RkAmo3irsw4lIXdc57ZOQ6Qxu/NukXhzX84oStbsx8rclquCwN8QKH27u3cx5G1gRvlbX2wDn0Mk8wTXreKWCv59BwLHK3cp1yePeWO81XwqnzF0oCcPbM0LellJr/AoA56/+GAUyxPYMMEVPgOQIplWg0YwHlqdPq+en5yD/mLvZELhjXbWGOppZVrsJ0A44IhZjELfggw1+mRm5vxZ8mh9qKl7NU8mRLX5ZUYedw734ee5YfhR81U8NX9wxmXNWF9ymdKl/KhzRQtj8+CN1uNOcJL8jnOFIHYoxznmVZQqFnHrtGCoh2zCqvR90ah8r3HATygfwxD3ut5aQbeltDUicv8+1z2NffH2Fpe1/KAw4c9R5YjP79WThBIAs8RmKZkJx1U4XHLDRqzWRqFEMrPyGhzNesMx1nKerfMLCViN+gDPX7OmiXQcGxjaDP2kQ2XwAecSTjFBIrhLe35B7DN2jG+PE/AzJ6tGMs1iOg3GUe7+wmtWFavPIjRcxkDHv2y5aJxXPR6SkbTuyr0yxNG10CeIwvgW4AQ9aXUkTlWdSYGoGFmqUKCLFoMSkosYjiuLJXG837PK2PSWQDwD49Y4NnSmVl9dDuelyu3wgTvb3Yv64Dzq3yGsog9H1xryb0CJs10KEX3PhjIOGDV/XgJJkP/OuiV3VsammAWaAIQYctcwRfQizzLyE3KRZE5GwMvxrgleRWWGoD0pNQTxXF8l7JiD+4HkAl9bDluHMOUgsKYZT07ZspsxdHOWInQ570tlVgAAQBggJiNTF4aN+OfDJfpkzfn1IAYg16qu+X3lvyDRmEq7Av6OdePjQhtACg1SjlyuFHrFYScTXkMfFn7xL83Spk92JLI/j4yNuTSDPUG15FpCoiE/mVEePsjXkBZg7pwprX8OwE6dSDJJ+mhW1rPGsJPGIt8zwAZeLL61Oi4Gbf8fKK7R6SZYVMpVICD9QYIYRwNvGoWCc5gM5Khh/aN6/U4v6dc+wBsjLetIqIn1MnInapTMT/nCS9tJhbz4r0GHsFvLZ29ZRcf3WRUuQYHFpnDRK3DD3FGkilZOsy9KOXHPJut2iAkQeu39MbL9dfJHOU0sKfSEqVxmYFZxPwGgLTBtG0t0bUja2f7iQOQfyhYpgyeSJgCLEsH049z5Hd7S1f3xkFEPzD4qkFX6C5blrCl9eIgIyvJ8rmcI/edzF57vcuvGrCCA1YlyrOU97muQVgNojEbGD7+OBmKLflMhH8c/wWTy4vi+A1Y0OfV6ae85dV+vaE9nPjQ6oLirDfrZzAA/ZMDssbBXt4ROiRjkkAE+nkCABPMQvDN2wBsW7oY0VIbAN7dzC6D1WqrDA0W3GZM6CrRmeUzd7vPlDCElgyICAiVn1cBfQAhP8eJ+26yJpFH9LpE32x/0UvFnLGLBgAqRAc/mRKlLY2bdX0b5zqvAsDoOfm9+nbL+WbNIp8AK8wCwU4XCCILCv4PFPYoz/+Q8+6aG3RKhYj2FqyuF1qKbAcg/qlZZMoZv68Ts70ks15tV1G9luwTxmhViw18RZZstQT4gjqhY2avHWuAywaohBdTMrSZ+QaVfMnawTMeZe1bWjkv5Dvury8ArKE5A3CEC7N72oJUZMkcLMHMGZrrLnoW87YUbiufAdSga6DbZ93JbkbLoMcxfKVgLk6/jJ+zidx8n3MMH2YNCxhUL7bFCTK3zsCA5ch/MvO3chJzAFzhHJIhaTCuFSagsW3HALjZ/o/DQ5ExlDRGZhZ8Lx+0DzK6WIFQbKQQBRko7AOOSngZA0YvfRpabcY1QTsIF8aOPjTIDL2Tm/nVz44KKr+mpy1jBLQFvGrJ39of9Oq2VUn1CIJsKPtIVlP6Hj8KrcRPmww3SmjDPQRgrgJ8lE6w7bt+tEWgbDig3HWCachgRFanPHSDBZThrcaC7tne3DhfCSIjMEB7oYK01wE40n8xmY9UbgmNv3plNrSAqLo8Z/wq2X/sDeO3dC7PwkEccJ7qPj0A4RcJ8LF8MGC88oKEJcCuLadrtaIJwr74QFgn9ad//PKLciBnpfuYc0cfVgia5wNm6cvwb0BH3sNZ/S7lgmtnhsYIRrhJth0O9m4Dulh+wa6AKX8gQz308SIAqtukQ/0BwEjAm3cBrOH7ZG0StPUuZa0NXIuOlFs8S2Z29VPoukpHl/XOpwClBN+YrXbTIDnm9iw9iNH5AXoN8jFwU5mhbrCZp13O3BweXdoGoJvSxGqCrIPVl5AdBMf8+kvKXQcQasWR9HTV75SS0AHZBTUJ7nkyFTSi16W3adtMZLsBX9XXCMLhzBh0xN42qGfOrqVRc9+M9RHAeP5H1QYDFZ70OQULcj7Y+wYSZmJkdFvOND2J81y+SCla6PpdShpXZx2+w3wbMFb7gX3gu/T+NQNQPwh7yRkSGCqfHlferwHC4X/IFsYPX6K8u0Hhtp1iu148f9EsTLPnBG4BaJuJyQXMOfvfHsgZ+5cJ4q6eBxfNmkPTmieAYpT6zvl4+7r8gaoXbd1DxSCqi0TWPsl6AGQig6+Rs98AZj/f+Z/+082dB4OrLwD8y79aweNFykp/Dlp4L2ey55jzmbm+omcxdhflm6FxLAZ0t5BVAdMcaH7+v5S9aZMdZ5KlB5AglsRCkNXTpmmTjWZGrS/S//8hMpkW03SbRjJ9LBa2xL5Q5zmP+43IJNjduixUZt57I+Jd/PXt+MKeIN8/ZJ3RIR8/fFzaadxwXvwob60uoq7CZ/UL59/fXtjDGJuslUE64dhubSFBRQnK1fJMgxM4j8hFStLz7FbeIageAs/rl+fafO9iVyC3LrZZbeax9bEnGogPH5PWKTRm0sYk2uCvI3iyACZ6H3qiVTWgpeqElNCvPZb1KWDGC0IBsLd1RWl7fvbTlp7nn+1zviQj+WMAuLZa6/34SZZ3ZEUCEsIaQwfRO5KhzHOvsq/1qUYuEUShDHHNaqcOdhHVJudCHQedCx0SXXFxHfgnfZ3Rn+oPq/1iIOb6YsnWHnPAazX3+7IaRMYfc4lAKF0LX1KG3GpA2OwE6txJ9RXX2qoq6pjD03IF8pQxEMiuf5A1kA9vS4eLjxA9qs6jMtzKHMFafU3w/vpW8hVkRO3ICexD5mibGRBc864zMKvWFjroYOsTUs8yU36S5dg16LY2AD4ZKMP5s5YN/A1gbzUMAWX2GT24Ogp7M3Q4xNJxdE3yHzoyga+QUks0x7aUrLcyoDTe81R9n9Z7ArfyLyeEblb/xnwXfrMJCvex9fLZdUqV/1//9Db3CJCbwJzPpWfsKn2ya79y5pB9vNbv2b3PPdifxa5afQTRV9DbfVi7gA+wndrGBnuYKJHyeKpC2WOdZ2OTtEpNXotrbDVZaQN5/K5yZstq/5R1suKNOOK38W/fpboL8qWMKJ+9/XBCErswR4bdOfv3AoyVyEfH4vs4IscJ0C2pADxefwYA337O9+5/GwT+t4LJXSg2ri8l1AF27tj2CPv3OiIPQNhohLODku8teDV8VSXm9FpA8Ty/M3B5OxP45tXHuC8lXjkJXfNS0TGlmR79fqsw9sgxDz/AYOw+zSW8fzj3/d45a3jnwTVVvE/beBsEniHdHrqOxAtrdM0XNOb+u2bnC1VyHMvSlSUofS2Ae77mnNm7mWi8t8Dx5dqJjDkDwDuGgkoz6dt73APfawFUpjwiGtsoZC3XHEFUAYcCcPMIXQDEcxb2DdoZkGNBo4PmHPkZWOb+S/euz7GPzUyd/W4E13y3TG7GNNt/AHc75zm35+xenn0OVDjTP8bolou4uX86GM/np/dpZM04w9lHGCxO2BqiB6hw3mfp1/nqjDvmzu9dL+hogGbX5WD+533Y67nnubTKTTqSoW6JZzMDNTyPca0jCTo4ANlz6efzuD07KrzSr8EVjaTCEUYGIWWHUVIH+OwXp1yLvVlxRKgMouTWkZvf9vjDYgGttmy4jj2j1TagwLxDFZuWZdwAnQW8hz6aWTaOLCPuj4N/3ofV4zSgEB0AtGTb6iRwbpnvXI7gkQc7711SoAPFOgovZrfAIF+ooZH/CtzlCyh2l96nOKBWCc0D+Rw+sVF5ZCTem2w3nmqvuGT+kCnLnoxDHhqsYyb3Q1mosjORh59b4jDZQfCfKrQq+ewpwBffLjjI30MgLCNK2p71zWxYQIMMVp4Bzddxt4piBilAr4Oi9B1Dons2wr5lGetkMIr/CMiyrCGGJPtRRWcyAJgz57ZAK9ecokjsXwvPkk723wJelQ/DH7o+t2Q5Y4TuoBccncuneb73Ps7j+ZyVXua+dYa2pO7SpGMFIFEJnyCIXNPM1Sjq5T3jkJEHHDqHeoOZ6suDzMwZmVk6s0dtM8IK8i/A7h4AAgtizfmcNev9GvVq3w/GsGXw63CtoWnZ1z6jGcCuwZaBIqpvHUXNnA0dWOrT/rPNAJ/Fgg63KgKf83v7d3c28j/keoGzvQiACINuAeB8wLVbeaAO2MpTyxTX4KjFh5AIDeU6wZ0pEYrRAcibZ0H/9PhsyR9GgK5RQ97zekPXG1nLVLYSBN8hg75KPsB25z3Z9+wX/wGycZ6z/i2JnN9xnvHCqSVfGXmAgRgHBEmxzJFg9fbJKwCs8cG0cELbC4aMSAHEOimbAWyWZEHcYfSbYW3ZwyNYijGcZRB/W/o7DvyMHSCJfkzwKPcghhT8NPcAoKyhNOVW9172mRQI2qhbg7Pkg/yz57VlB3v2s0cF7U56No427yNPgpbOADBnmkyG7GQdwo0oDu+Fjepgcl91QqsvfEPfkTvknxzuYZwYBaA5j6xzjavR7aDPGHX2UIsziLNSddU9XMCzZXazVmaW81yAMTNY6WGGA5+efgZAeW5XCn0oWE/PHbP+ycxn2z6mL2KzasYBdeito/9mLmQQENn7Nv3nmmVLlDmjw+mcMdVhkcljPAESAYwzj/bGyQ0L5NB3kZRKeD/7mnXaEvs6owXCORBcs1kxdeSsvjiBRzrQpndR1uPQx3WaGxAg73gb45PJAWisropzGEcqWYgrURco5744PpaXb+bsgjDMm2PPuts7zmAV5PWWjSL6f4HfNXabcY5jqksniEvG3mYFAABXFtWxwIRn3QnGqoMA4lpNkPJ09DUjI1GetqEoGK/wX4NikA3SgkCxJVKVx5799vemxFrlyOo66BAGy9W5EF7xlSApMoeiG/DTI38EeJiBaK8810g+VblcUpoKGuiyU07YTH/POTes7Mh1gADoFM0EqHww234DLvqAvEpDDYYwWKVOk/INMyRXPjM/xgcNH04P9B76qQFKAFiSvep9r5J1gV8HcJZMCIOq4Fk51fSMrPzy3DEXHBxfKOedL7H+13H4s58Ahws4tdR8ZB+BGhqTjNX10xYxe5LvfYo+wvOuprQcQIeVJ7Sl4CkTU1Ce1eCb8ILVx7QFPV846OxFutU+tsemQWSFbKovqPvCJ5vJmDO/QTXMj/tZwt/93co8pZvqGmRvbaln6AAdSEUWnaRtYdD3CvyqU3IPs5J1CCGnGMdW0KlcGOCmmR1jQ9aRDI0DdAF253v2Wwvg9jj8AF01/I39IwOy+tYEh6AaAhAADLSHcTNzBIwEaw3e+bG1K8ehW31z+v+FrwESsN7l1aHv9gWrrkDmroGp9PyDbrVbsN+Uhz9SISTyVBuUcVG6lkBD/2Z3V86TxQ0raKUhSmCUnxsQBnhSx3J0JrIJv1CSPvuE/v4g+wAAznqXO+T/GH8By4ydvr20tqjcHsYP/dK7m4AHQDkctn1lzGTdI8/UIaZf8ChOOkTlgQAGVsHgoRlp9ghAlbVBT8UueJz9+ZEKDGXqeS8AMON6kjFD2gYWZL1yHToVwQ8Az1ctp0nPY0uPN9uqst5Avbdx3EMX9zhDtQkJMiOAwyAjAPvHAR4fBgCF6umVuYBVA/4I5ssHVDxqtnPea6/Zixk3bTcSmEofP7gLtIOTEnlxr6DPydmTOUAnjAn5upnrBKcAPPo8++ICyiG3WzmofBaw1LNrhSp1uwa2VJcWvAesMHspE8o/eMazZM5s2w/A908NmiB4gmzYVC6Isle1tSJ3eHV+/O3VCz/nDOY/9oFStgAPfOtqPuNQsOaUSH+YYCCeC4jxtUFE6qjQRMuMg/WsrY5fqYFa8jp1d4KILdU9Zk2yC9+WtuH1Xf9MjiziDRKRXwI+vC9tXD0CADXDvOemMi88mewh6D7Phya30gfnqCWIO1bsSR3JrMm2/oJ3NXs9MpeAoZbmb3Ykz+agZv/rvJuAWWaVtwHqFgw0o5NS4ACq4ee9Wr63Z668rSfawD/GjZx7S49m7IigaivzKir7xOi26G2hGzKnySqGxh5njG05lPvD996+Vb/5+nuyNQMMwocAG8pnYM3lP3vEs2acV2R29LdXrwABXUsgCH4n842MQexW+ASAPfRRW7PyY4IKMj5omTlDr8/TGxpAetsRtCpTaIozsD3secaLv70K6Bh5mXFSopuzofmo/WbLMfpzPik9qLuok7NOpY+MgcCC7lHoj/7FOui1mzknZGPzMhBYUIBlQM+GbgWRCcLxLBsIZYAjPUoBp5GZBNERGErghLYwwXEpMwswkW8os8NjAE4zXmiIgOHaVrWzAWApxT6tk2qn3L/z+s3LPvfplBhdvwN0pa4C37B6FYEUVnsyKYOfBurxHM63tnwDdCIft1LUtnurPUHGedum6E9Cz6AMOvN4TJnVgIY8jyCGVnrI83nWM8rNxmb8T//hecYAv05Zdiqs5DzDP3/7zfNHlic6F8l0yhtlGtm/lIpn7xr0nexUZLl6N5WK6LPp3nFGcyIb7EopaGXnVJnhYlXgzjWjrf4Ckwdru86etToIQWnwXfTe35GTtv96k6ARAvw2mK/JBtlP5HrbeHHH2h3wi9BCgkkJ+GONoQurpugnAKD8MfIBPt7TQyBMspn5aDXlYbm5zr7L9PVuksWJl1DOvX6B3wHACBw1AOlDztSz9Il+lBLUe5+ekM7ds6wOb9IGFb5oVU65cUvXCwKj/1PJCn3n2TMB+bcpLw/NU+EDvle/YMaIrlF/WSt3RFerT822UB/eY/ON0pxAAD6HZpiv9oD+KcaWWVZmWyXSajT1S2buvKzcoW1V1tqJEfyIHa+uwPo+TIY4QD/3+ZC9/f0be8qFzOeb5yava3pD50aXhLPaVPzPqhLlu9h/WQPBxK5eaRW+0kAk/iuofPib+doGWbjHE2DF0UDnyDq3BQvsaHh2nws9ZsyuiSCpVXzca/wK6MgtAMZ01iAvPzcImrMR8mrmLgS+ADAjX5dhaQG30q7hLiV7kqXHj8Oe8jEVhACUV25rP7F3fHd1KPcHG41y6Up55YfrMPuHXVeZwecGn12/vnfn//hf3ua8ZLXxq8PHkcl8r/opusv4Gcb2rD8quga8k/38AV0gPBofqpWfTJ7SP48vD91J/eCM/8hn9c9aycUKCciX8kjWKPfRT3Lnzss36WdOsHr5J9XDDER/QDVN/Kdpi8D7pd9max86NGt/992nPYJsgIvyvczf20Dv7M8ffuw9bgNCt79427F2fm7P0Ixl79PPq/AsdXrH22Neh+IBtEpRt7NHV1A2wm6ckOcxEtnS+8/yrNL5x/t41aUk5vy+zzwAykPQ/dk9uObSa/YMxCxnGSdrD+GuT95rBlMVntMMSigS/O3XgkSuqetzBmElwOOqg0J8r8KoCr5C7RBsOgc3lf97GcZ7171mSzufQdpGa8/rvFbnsRZ0RIDNmqAwYSzU+T008r09OwMi57LS+7zu99DZBbybKNwFarqnLS9QDtg577O4zzYe3/Kux5zdjM0Q3n1YJzdrgsCuY2OE0fmcbO9b7tGMuiqbMiUMMPGiiIruyTwL5ap75d+3s9RvBl4cxLLrvvSok8usxs5xnC9V1IZYdl7S00h2fr+cZaNREOT9zunc7fj2ujWAWvaE+c1zbqxHGbJg6kahnb+/666S6NoKjpgVDJ1zrWCtyukZALZkmIDK9g7mPmXmAyLx/SPbWGewJaOPcs5LNzq4dbR0LyqIPGg6T8cZA7DafSPjUMHKclbADUh7FhoKhJ3jZLIMXSA4LOuBQ1aDteDH7AnPtmckhoZjuewBEegDStRxh7N3VELwhDp6dpHzs+PcNwCAcxGCah3dnTNR2Dh1hj7IULg8b8ZaIycieR1rXNd1ZSxD31Q8OAPANfkawTbOp5YXo1cYhwElEiclgyPqSprBaIIY+EodYFEqUDaI8ATAbunL4b0osjXIB4AoxQDsF9AwurrjrLHsPhZkKdBlBnz5Stc45i/OBDIim6069D2ruU7/Osm7L2Y/speNPq7SaQQdSt8lc7FrdJy7BbZOW3TwgTHguE8DMvaMjbPynBl5LpkMz9l+SmYuWRJ4Qazz+V0aXdoq3yyRGJnYjC0AtIkOLn3kfpY3YX5RepuNgsJqJjvjFECWz8NDeL7O0G5KlaotO+95zX1z9nFaGchyAMCAS0T5wbsW4GWvl2eSYWcfsYlkbESzCmT5e48MJYWMlNZwlTZKD3PWtxeZGVSWO7Xv+kR5Ah6iSAPkA+qS9YLWm3FZOULIR56g3GWrP5NV2kAC+s7EoQyY20Osc7y/jhOUMl9fCU1lTQCBACnqIKasIhmRoV6y7tofzgwnMsJYb8o01bBgDM1um4jQGhlo/5Yy1JiQJrqGI483GnNL0C9QZSkjzwtOo/38fPY3U5DH4LzGaYwTvaBIjHmAfSsBQA+ApVgiZoWYTaaxyxlnrAWVKBFdpV7+uPO1Z6A80GhPnZg1YgrGDUDBc/IemVTwFwzCLzH4AOg4o19a/jAGFZ9zv8pngXR5uNtEZO/yGNdCo8V2CchKHTPbY/tirOSLgtiWLOR7m+WBQ5BSlTh6cGji0IWvQZPwW+QvZxogDlBXAwoAgQVRjtgPO4Ze1tvev9AFWZXcW7cAfOD+o+m/SoAM5xGQjDOa8Rd0ZQ700Cm/wslBAATlU0dWcpYrkzXQlYfSE2v0oWVktzcOA7PU2BdKvJFB0KChdSBxLWdbRxJ0gLPkXTKAK98zCYMBkHk6rlgTM/Iw4Gg5gBN7e36STWIvUcbWwIsxiC31x9s6jlf3boUJ1rc8yXGhl97syy69sy4uuX2a+L3OhdAyWRLlZ8NTlD2UXjcDBfnE2gI2lCa43zjVeu5wPWVdLc8/YH4cU5sBhhOEOQO8QIMYkQA/0PmWlN+9gCSa6VddyHYMrFuDfgoomxHK3KGz+wkasEwXUdhmVesMjQM+2Y2eRzKZcPDa8oW9WDD0Ov0y2dN797fnr7SurDJohgh2zj3nQr5gUKHBBWam4CxiPJYvg7e6ZfDGDW7EOdXgqpGt9lMiSEnHgzrh6Gl1QuEoG/Bi1OVmgmfE28u7JRqrOzp+e7FrV6Br8KulHeGx8k++DS9aXrBAk2WxJxCSHr8NBJGHoD9YelYe9SiZCWSRAv7ai1B9oT3eGtQgOI/8YC9xggHkdV2RmciC/AMQlX5wDAraA5SwZw3ay+WA8pRpr4MFB1vuwZgpuXqfzCGeiUOKwKnyALIm5NOWQFbnBCyqvJ/qBoK17Jm9lAEtWFtkIhleOPFZLEtLe75Zk2ZGZx/oH0kpPMBJzmj59oBuG0gFqElZWegA2hU0ZvyAmryvE0ZHkQ4Ugwd0pLSk8OypWcsGFtVBU5Ywcrc6oxUfCha2/BvnwaCLZndkjyhxCAAMk2157YyNFg7V1SllTGWHsUUAaKCpt8l8MRBrHFHTu/hBsp22JHWrFcVpyJo+eUTG4gGAE+xjALHr3B57lKgHxM9a47z2POlsbCHYBlfIt6nQg0MOGmIfoSjL3ZE9G15ETyefkQAAIABJREFUj9HInXWUUppZWQPAmfFQvpj+dDj44XXRzygBfW/AdHVX9HcBr2a0k9kdnk5pVNaAfQQYht6hMSogMK7Ka7JsI6sA1K6Soc/ZatWM9vG0XCgOu2avD19ivo3pgCZCk+wDtI8T/jHlWnF6jl3GeeDsMor3AV4MxooO8+Tp7C+O/9DVAKbv3r4eAHj0qAY8Zh8DvvX85cww55YTRBfMfuLXweHfyg5wE/wD2VPoupke9E4FYMYxSyY5elrW7zYA3LL0BNdVL9sAuI/NQMQOOwfO159Z28UAATInIWrKCFsmW17EOUAP5KxXV8p2QW+ADAAPyDb41vZn5zufuKZHA32K8qQGgzH/Z1lfnKK/fzWD/DN6VnTzL6HHPmPsTvSrlbWV3QTZDJhfRyuDZXwEMaKz53eCZNALGrBJT8qr8JWcBSpEUDp4zzZrn92uPvfkqQAtgf4twZgxXvrea5Zd5C0zAgBmfeAbAF4971lfspChV+QhfJI9epvPr3IeG0iC/Ydd3UnBtwyigTaqY2TMzK99TwH5KIVc/RE+YpUZePBmJAF6kd3dLGH6rhMk3E1VJ/j9rsADdv3LV69C71bjQTeGd47616opn0P7Dwi6yHgIJkJ294yEv1qVA0CR7MjQa87G+zisKT8L4ER5Yl4POTPwhjwf2YKMYY6W9Pwh2XwEFtALOoBzysd++TSta34PiH6HyiShjWc/q0tlidB3AEtZj0ehC8Dits1oQEz24fUrOBWjrJ5K4BegJ3wcIBSA7POAqeVv2QNBZksgv3yRzPsGmZj5aSauOj9rbJCRgXpkw5L5+iS9sJEz0MC2TEJ/NmhbvZtnkJlrSwhktuVsBQ5yZqE9AifCa8hqNVBEe5jXyxcv+lPb827KF/+qg5/ev7SSyXMIZGx2Yb4D7xGsjp6fABv6MLMLBCvTDxVZulmF7BWZytquBLIBcGasyEUU/wGVOfeAOuhMq8sYOEQ5dDKuk81LhjG2ar6LvMHuNVv8UekW8B359HNA7vX/FbDMOghA+qpfM+P9mGchY+jN+vLFq/oBDPiI7tjvTbBzfv/tt1e19wgwehgAUx9iZECCRZG3D6nikDn+p39MifBUA/rx7uNkw0WWtJKKAPCLFwQnEBRmxYcihuj4VCBh/UMXb5J9+/Bhym9HR4GubWFDspB6FetGcD626qPQH2eqwM348Wqv9uzjX9Mn9y26Jfba77Ft0T0BmtF9CD6C1p6mVDDiFb7WANVkdSNPsU/W94cJ9a66IHwZfYQqQsiR0FsDZi3tvGXs2Z8vXwhW+RKae17dFNASneUpAGteuC/QV9H5+D78HdHMfiIb36eceP1P9VFQRtczQs9y9G5WxJ7BVkR4HCCUl7qI+hEv7UHfRyegJ/HvWU9sGNY5R71nlMoZlCamPy9lnNFFqHBjSzEyjpXZlKhGLv6UveD8E4cGX8fWJbOYoGADbOXbrX7C/mBzTil9xgVtQOMAoLZkqIBUn8hz8Kmgm8LfNUHQcegRTZULK0dx5u6mNDlViGDz3P/LZ3iwwaXIycdPzNCFB9Zv2WSkPmr2RSARHbqV3EKv8M1dyw0cX39K17R8zMo4GwDJeebcVCJkrmuPQBMEOBOssFnqjBU7s61CsofMC/4tGO+z2Q90iqv4YgoeM6f8ozoT+lPtRPgBxdBGd2zgbAawgcXV78ZvzB5IAyaLYc/wXfBL9rVJtvH5EOCkD0zdY/35DK8FgkhA47NWGIEfIsSk5RsAcG7YxKP6wvw+93ibghv/+/96fYcCFL8jRxrIRyCtdtwmnFQvqD/OHvH1tRGUT4WzyG3oG5uogQPRgeF/3AebZNtubGU5yzyLLbRqQngP9lLbRYzOVf2nNoR6bqthElnAlSxI9W8nWtsjZ0l70eQi9Gt0yNJJ/rv7/nNukzktSNMbfQdk3fe+BwSXUKAoCOvkgPYdX38G3K7z7wzsXErv7k13cucb/gu/V5DhBKnBrQJyzmy8Ma6VOIx95nAbJPveoy6lUE9j3O99L+NXgNNn8LMug1vP1lEuA7+Aj2FY60xyk/13GetEWW4J6Mt6c8D+5DnWPddRdwZVvf/0vtr9nJ/d28t79vbZ6IUexDqbdArbb8lonvM6nQFhrqkRMQ7iAiZD+LfX+wzaOo7NLpTodx5mSqxBPBEXM+jzs/ceZ7roe723k6RfSfcH0A2gtWt1ZKbu3I7cxiPIYBkbQ/nTLGNocmh0waLSRZ1bBDoIWO541qnQweWQw/RW0dr1MjqSTJ5hBsyj9HbQ3jq1L9fMxmr3Ob8Fd/3ojwDvrvnt9btN9wsI3wa86aVaJ8gI/673HIZ1zO05WHCrz+r+HgS5+77ZdufsvhvrxTYOcF2BhMJyybJ0f5f/dG7D/3CoSxV/fG2GHd/XgSh9nGkE5XNLbSyIYGmI436wS6a0JVn43ma6dEnYy47f7y2Ndr8GAOv6DdAkmHb0DOOz7Z26TlKjSgXj6xTg56zP0mQzDzOAgkxj7NdJtxYixucAyjvOc2/Ny30QV6XndeoT1YjhI23pcDhojwkuzdtH0rXiaxgTztXsDUt9Kgi5B47EKhDZzyrlVVYsu2P/6iNghT3HcaQjUQW0wA19RsbIxpmyyvWZAna/SjOYAPzsIqzSodPQ4CI3+0yPS2MtKx7D+szPu18DPO0zdbBYlqwOzSEgvqeiBK9zntLiAiqemfNraVQn/GQHjPP8zBv4Xp1as9YGpRzBDrsuC0QYuTllxrrW8pJVXFBkunfjKC241KwSldOe7RlrHb/wQkDbARpVbojUFeQnA5Ln8YIu94US20zI7P2Wa250bIGk7DFOdjJj8gAcey0tNjyvJZeheda1gK/ZR5acEnTnHpazNwBpXzgctz/WzR6zlrxkLdprj0jbOlvtDQ0tmYVpT52HLReqPFWBdn9b0SM/2f+Wi7mck2N/Le3qgWltCu49pT8ZM46sM5/jPs2+bsmgoUMAnjje2K8NVCm4ne9UPmVcXbM5vy1Bnnk08Gb40dIR9z6PibFZ1tiI6eo70PbQO9HMVmQgijpgcPdR54u0g6OGjAEtaaJAcegBLLYnU2ZNbyBoZ7MiWroXIwvaKbiz/VYmE3N60tctXwAmtyk/to8gO6ySP4ZU/jb7SjmNAVjgvMDYyNoYKG13UFnifux9+H375kC/S/dlYVk/DFmzxAhQgV7MGtJglt8h/5ffwNNadriZVir9BYLz7AI5LfHEOsKH0PosbUtEegGa9lg1eIFXQfMqjp4BrKZm6+ZjnFZE//cMcIbCb8xYpTQ050g++3sAjS/NDsI5YeALa7HRrbvvBV1GFvDs9vhsueCheXh8+R5z0YnXzNU8D3qV76P0CGY2KnleGE866exLxVfvP1AuWApb4MoAMqtssFVk5DSDaDKaylvgbT0ncT7RJzPr3Ow5HNbZF52gOOymIgU6QSPv1Z0IMvFz+SG0jWO9FSHmzAoCWr4Rno5DsNHV06u5vHgyUFefIoOLxdBhYGUKSu42024CFsoDmtFnxRqi5Hnv3RuCPHIBMooI9TgLC+BUhglaNfMpmwrvb//LObNkmqhrkRmoLsU9m+2IAytj6N5n6XDik0nCd+F/9l30XODIgwbYE7PzPVNE9RuxHGAsa8v8WEPpyb6jGsueUxwq6jZm4ZNviIOqGbnZbvgEBjlzB3j1DFrKjDOIfMARfgCB9MI0uMpSsIDyrEn2jDVknVsCV17DuijfdPisXFu5zk/Gcimxlq/SR7MBEpwProRH5dqtQtBs+XwPuUPQDjKK6ymvjc6y1Re+5H3uDV8AROR2VJf+TInmAaGhdXg2p5/1RIa2vcIA+QD2cIftj/uATPKs7wYlcG+clnWUIxNDo2T7foqjGJ61jmbmgXMYeYIT3uxWaDEOosc6uOAV6l4TfJfrGZv+AXk0MA0gLjTyuolFsTUfxFHekre2NGDtW+kB/SH0BADMmcE5Zin4LmrlxRGUaWZ3eXVpw/NWULx6iABw6TNOxwZ75DucO6LwmRu0CF+tc5lAgYtd4Vx5rc1CiXD4MNc0gGOcPtItfMZSg9D9wzhM4RcFVcmaZn7RG3g+e//4ylqV9E0768hXLRuvLW3ATYD8rBcZw6uDIp+bpdnysmsfj5O+zrOVy+F7uZpzpvPQagQ4UqHuOq0r5y3DLhAl7+HV+VKevsEcBBHYYxg+sgEg1csIyAgdQ6vcBwf/OvEou/wt5/5rdHNAFHgIfE45ajACQU2cSeaLkxUZQgD8kzhRWzUmdPmw8oGzEPC2eoXfI2NuK3BgL9yL7MRXYaa65fxatUAuUbnGmvN8ADVLMEojvHCe8zz8BIjYJ09+Lp/7nPfISLbnZoDUOM43MBvfAuuDrBfkhD8rH+AjVn8hMIeKL1YeApBB7nMv5v/gxziAIxN5kZHGeDjH0D7gjlncd1NyMz1A83oXvqe8hv7JN7MiCvunY3l02WY+oQCNLyHfRV4x1uqeyLMAVa0qUL3ZQCrpjwAPnJuUmqUdQWgiDNgANO9fvTFn/Yr+mAR1kr0+ACW0cX1tQBjO2PutAGDpWAA9/SnoJDmTlaUA/Wa6dlxZx57XyY7iKmzGyuDwBmQt9/ypoBYqDiCDtiMBaq9TytgMS7MUlVWr6w5F1JZFdyQL0UAj9L+/pRRwAfm89y7lu7EZCkJWNpj5Dv3YuscAyeqQ6Ja1HW0hwKvVvPKdtyntzODI2nkIveT+bM2HZnAbIAYwBj8kO4wxP7zqAjfxl9LQbffCwpF92aC3nKWWzgfIIuvUeT3Mfth7Xl0R+VZ9uwAG8uaH9A01w/RxKk1AzB+SXQTC8yi8nXKg6GpksH2kNDoA5ugSq98DVrXfOj1EAZMzzvuRp5RUhbe8eRU+8CUgUbIv70VmU86bHqlP0593eStAI7RL5i/rTUAjL9aS9YW+AX/QneqDTD/TJ5RszefXAYq0G/jb+WkPj0zPul6/MSuW656nF7F6NnwnZ3hKm8OPyE5mD+DhfAdwC5AVnQY+i43A2YYeOBv0eee+0OqD+4/rN0DeIkMo2euLzdBevAq/L48NiEcpcF4+Tx8rwQXQOsEEz3/O51NC9921wU8MGx35QfgsoN3F1wawTRnkjMUMQQMbAEUI7OMZrCG9db2PvJAALuQfQaCMEz4I8MyIsVNagjp/UWUA3Yt7EDxE6XID2A2of5+zAU98Rg/lvOBT7Q8+tM+83hfEHr8Jj0cPyk94G/pXK1nlbezZ9TPxeYNV8kKXuEpACTKm9nMa2Hz7lpLMAXv/8R/+knFL3/SpRqdqL3X6p+aZDfghGBO9hO98VPb9+hfKscM/Y1/REiD6Anuon4PzSllugE50RHzZ2OqhkYJC4wMDgK9vhj7wJ5ALu7nlv83qRKZ9yL2QCdA65es5J2QWA+xCN/g21MkmIMvlUueqvMCGhHenLzXZqADKeS56GBNSJ+Wt2NZ5/zHvs6Z5D77HfbGlkQsbfEmwhElWCSJIoFMrmTTYJL2gYz/0+dlzArqePrWqSjcq5/yvv73OT0qWx/b5+Db0a4l0q9QBTFmdCntTno2NTwlmbK4A+lT7yvfexZaz+he6MnaA96dUPPS6fbQN5IssY22zIk+fWS0DuiIw9DoAMPrJjwEzsQ3gHQt8oougZnFGfvzJtorsiTYObQ0IulpQNV8OuAtfw75irxj3u7eRh7kG8Jh1hJ/ws5m3mWOzvF9nLcuP4AtH2xKCJrVFBGu7Ly0pbXl8gMQGfkHr45P5RJunkV1ks3v+Dc5+F/D/4rsiaLuZyFMZaASAsshEGGgRv14rwIWv107MvwYfhafeDX1TPrtqQl0z9lTmu8g8AlvQ+9Y+Fyw2+N1kHHW5sla2j/M9ADB70f7AmTA0uaC8ugXUyBcDACMLORswrp4w6EFbireQF/BHNhV9jrOFHXgBiHvGt7y9OMmOhZjTVEYObd+983//87fIvVgzob9vP7y58/UD7bamXV3t/PH15l7X0cM4G/AGn0ewEQAw1X7gxdIggbtMHh7KebKlTxen/7BhWvWOeh/Yunme/hrXFF3sG76j/A6bXB8TNow6f1YkU29lPIK7CI5AptVvpOy/2AG3AeDbQG0XZUC6/b1DHSf0buL2HNzPbgPB/xIA7NJrsOxrQYDzZ+tAuXzpO7/sdQf4qKPge6DuGaBaY/3fAv5+7/nnsZ3B3n32vrfXjv1wUcAu4x4j8gIAI/iaueKmQij7r8RObC7OjHGI7P0F/qrHXw7aEviWal4A7ZwJy3vNoJnX+Vl7vd/XubtlgWvkDgCsYYHj6XBO314fo7NuAsC3Qdo/2+c/A4D3/TMd6XiERXjCzyDl7fuzJ+tYOQPAAApnUPQMRLYTE4fuRLsKvePujVI5gTq36Xz/vvxknDhHJ0L7j2fBSKY9+HvdZnufAWAysNbhqrIg413Ff0e5JUG6Rnn2eb7bg+4GH3BRXdOCmq4DrwV/dtwHaOg5XGChgF73R8co99jAjbLC/M3363RgbxbsO5/nKTnh+kpvOjJ9OfcDSNfJJNixr9tA+zmb9jaNeE+dqLuegm6HQs13GA/MfUu58d4Z0Nz7LgB87ul7KXV4OesIv+lPy/4hHE7j33vBI5qJludaKtO1vQipcTbu+53LOIR01E207uV7CtPSBvswTubucQ0IbiAZcL09EY8V4znNccz97MMh3aGgWu7MDMF91Rg7oePsI0oh16CMo/BbDljDpfxtHFGX3n44aJsdrLOLDN06Cuaa3T+m3TIxAMBkySB0AVABHQcA3gzgKiizTnXUF3BQiLZE5hrxYyy13xR017nJS89n4xxgQOZlefuJX8A3D0edC7rZ/i1xWeeBPTEuBlAVqKH/Yi5Hlusaz3XYV/kSZC7IWUDZDKSl292PBYC7DxPltuCm9ECvZM/+Zvz1GUM/y0s1Gs6EAe5gL7Lyhp5tFESz6Sz56Sgoa3SmD7OGBYhxInOdFQVmnXIhChZ0hKIseDCAHQ6NhqXWdGvp52bZ5mXJYErubs8VHQzs22aacy/1AwwHyotuhqjZuzjCl1aX30NTOw5Lywq2bgmazRDi3tAbQRUlm6H57HLngKONeVsSFcczDEgj5bw+W11hj1FHW2BLQ7u9qwZIttSpJdbqICDCM+u9dAE9+bkALy8Ue4HBfbA0Z6aVZ6H7NmWWBUO8lvO6/YcO4MMI/p7nfIdzDl0sAMyzln6dJ+cZIwZgRoC7pb0bC2D0KvM995nvKazsw3imPGOivPM8MkPuT/DA6jk91wOMl3+Urx9yjecW3K3RfugU8CQMDnsVbkCII7aX6o91Gp3PeitnwJ9xUGZ/uGerMeglbXT/OmlOx+Cy3z7ftfN8OvfqVXXGWLJx142fDS7MTyJDu0foEeWB8hSAF/olNfI74wDUa4+blsaKg648T0ODLD2z3gPujXFIVlcrgZWeA+KPsXHmPeusFSgxmKeAe/tljr3RmyjTIb1HibgHyGx2JgBj6IoIaJaqTn/6cjXwxDPRnsT5gyoCGPwF0mOkWsLRFXnY7G1ow0xJ1Ad6zhbIGH6Fs5DX8gUA4AX8LavIwxCCAkjwOUuKOnYcf+f1Z0wPms1jZQMcFAv69XzgMI8TyUokOpBXV+antKQOUz1l5OcGBREYU2dahoTTroEZK6ihywE3Pn4gEn4zsgTAdVCXSkrjzSLNPPiMKPn29a6TnQxunTNdpvxr8GZpnX+NT+73kaf2JzSDRieMOgznb8uwOsbJ9ss9ADEwgHWEWkaXtW9GamhtA1IEMgWM61oZgIoSiQsAk41wN1H40BMA8FkfXqDLPuMCrkwEPse/zj3R9nXiUj0h92gFjuH/Bs7NIuQ3eKl82qADz5xtB+q4HDG4APCWhGX+Lc2cNeVMQKf2BVTXZO9x+jTLG+f27DsR+c1mzYtzSrYEOg8ZgXWC1T60WpGyLA7xZBSC2fk5WY9xEuZZ0E2fQ2nYjLel+NHBq0s5BmRkwdI8xUxDAz22vzN7Y4UOeL58n6CsdXC5HlYTsPJEHPYEWAGK5Fktfd8+i67d61d7fqCNZNWlVB7AIHvEmuIUgv9bAYFMHBwjOKQGiJ8bGTHPXqFsWY0AvtDxxTFkf1OylUKjlD1On1AywNGnG5iQuUPDnCkcnuVZBAWM3aG+NvSXefBd9B4AqgK5E+zjrFyDewHx6lxtmUKzKwGy3+XcwT95wQN4HfbV2ZahfKd9w+sAz34UNAiN3k9AA2fBIEYdiciE2hHVD4dma0gIoAMi4bgCJFvjzkBRZIyA66X/dP5e3tRKQIDldUopr8mmM9PQwBCDptQTmr3RzF50mdBRHMaMX7uELEXk+dBm6AHA5fr6VbPG6hDM9z5+INvcLHcCRQCqKNNcvZDKEMPk79XWmyyrDAY5y4uPa7NskEQyIwkgYu70I7QUO1RuACBzt2IB54Ls/d1Hgw3JTGFcZH2xD5wfAp1Za87D9lP/IcBheX4QAM4yIBH8fm3gAsEjn/pe7Vf9B+oO+T3je5iSngDAvEffVOgUUBm5SGDHZq5vdghO9+cpw9n5IleHH7AGAo3S+GUfWjGE59q3blsD2BP96Im4lfJqCsLXc76gSYAnXth62xu98jj7Dbj7OPRRu2l4/trugnQ5R+GjZExxCgC4oU8zpgDEAcY9l8+TCQktrW+gAbEjN1kzy01HF8q6sKxWElJHLdCJJ55MsdDlmwDALVtO1lQz1u3JZ1ColS5YD4I4te+RgwEPQhevXr8OaPas9E3ZWXSZViMhFDOTQFdt4EiW5Y8+KHUoMlvhuchS7MKtTNbSuQT6QX9UL6D6wuigDcYhKC9rQZb6/YfqJEnsKyDCepWPBHwhRhDeBX8g6IKsN/hgdboJ5LnIYGgauY5UzXp8+XS3mczQyZOAKT9mjSnTep1guafP2EuJloyw63dZQ6QQMq2BV5SUpuR4eGfWgHCNNy9Dc5ERD8J7kc/wnlcvCZh/0D6hD6/I9vt658XrNwWAWZvuWc7ltxw2ejtTDWFdlewzwU34Gsj05VpA63sBcJ6mnzD0BUiE3vAw15nx2jte9PuXLxNt9Dv6nqACp59sXNsQVCtqr1l0C8aJftRAnpwtyrSzh/AIrsdXAaDa6hTIQ0qfhuzsBxz5kbmvPtse9adAIv0g+v+gbebfkuO5/mVAeOj5abKOWWvLRkdHbwVZ/Cn0gKWM8wQTZOA37SfleO2t+i0MhgRs3/LWyEL0L0uXygd/ThY2NGMbF8/6pbf3BOoaoCjwjL4BP7pOidK1FQmU5Pw0W3LsSbLl4Vd7JgoARy9dvxRVAnixnoDSlWXjZ0FvaJ9MZj78fm01dEsCPNv2hYy8H7/c+W//4ckden22xHgC2LBr0TXIDB43RNeSfbd6RsD5twJNT55O8CRVWKja0qcis0Bb8vwEPnJOX79OMBCgYvQkyiRXPiEbVp7D3DP+53/H2UMuWqqec0J/5x8IYAhg+y6BFA3m4roCN1Yw4qzwPc6mwXTqErX9oNHKIasbPExWppnm0Ho59KVf/aec+wctTa2k3+vRt+CBR5IMvCJ0gD+lgcbYqADwnC2TMFjn7gE62ei3szylyW8N2ObsOr5W1pjqU7tf2pLqO/jl1kZDh/j5OeeNQXoPfE2ApgCOpZucpev0ZubMwx8eDBjdQJiOJ3MNYPyANjAZChnA1wHYS/vZT3gX1+AzqLqYMbbNFDpax2U2e9+nckH2Ajuna9+AOaoMqL9VPkZWfEyFJdaeF/bio2Q+r84DD8dOfPNavQc7dm1K9aTDXmjW7Owre8YTG+B4WmfWVHvTfQT81z+mHap94qv6fbB5cpsaTFd73s/1yzOHvH+pMBLZX/uOwCNkStae0uj4CTxa81z5KP4V9DkXnixY29fwQvfAN2fF0A2ekIBZj449enyxmtKb+kh3cGin8qz6rdUA/cwWbe1jTkBfLsfubCJIvtJWhdBMK93YXupbzp48EN1WE35fqHYsNSooy/dP/yU86qMBRa3cF/l8kb85o/WxLxCNvlD+6nyw49pWgAzg2mf6jazW8rD3MdDMNYH3WAlQO3CiBjNlq65YyTO2SM6kgf6O2opmzq/67ujdnKW2wqpfhmfr01m/wI0S0NzoX8vg3c9vA7rnfnDryD9Kv950iPU5FwPHBTlniy5B7ob4XaMrDpDQmZ8zk29/f//erMK9797jnJ15dhgepPCv//a9DM/On7GdT+nc6gIwD6fcdTiXye28GhFq9O+DyWxoUPxs+AXFJ6IibzbqehhFr+dw5ucZAN5oigqJsTK+lwG8z9j7aXwcwCEMmEOzGQG7Ss0qQzGfyLIS9Dznduamc9ThvEA0jnaBx+O629m/0o4ZwOf9PDKmPclrUG25wi0rvc/63s7SX6WgK0xjx5GDhFN3SyBz3QKi/L4A8AKY36O17wHAC8JdwM9Z33M54Tr4EDoDUpwd0WcQ7zKXpSmYWoWB2WwLcli+bRmvZ3LvU8f1MMEFdLnvzud767U0W0BmXmeaN4tDR6xZmwrwM12dM37rOBtHUJloFAKbo5tltgNkmBdAfSOW5/mbPb9zW2BY4bgA+BE1x/ub6XvO6tXhJcM8z22BXd7zTBy0amnZFXYoApZ62EzFBULPStKfAcDcn2y7LcHM3wRWVJFiJUbh4xy2tFXWCcUAhl/n6zjpSwNjXOwZbNkzHAt1Xo2DIT/P/Yr2DFWY9qwJHpYTl7lBPwp/ASH3hHEs4FOnf79Hz684UiLsqvzAnPJbnV/+apBRDZ8jkKAgI9HHFehT+irv8T3WlUgryuhtoMS5j+vuGf18+/060hmjIIAArUqKALD7ibFUgYzToJlLO0fLxHof+3ctALyO3XOU7QXkiIKwtMiYCsz25zlgwmesDDzzF6/ZIAnWw0hB151yepYu1/EBURz0egEMm2GA0nYE7GzmytLxbZnY8ZMBOZq3wQtmhGyO6KXTAAAgAElEQVQmIs9D4ToDwAsw7lkzEg+nm2flODeULTMqGrpeHtXI1ngWLnrILYtCoFFDxL03Y4Wp24cQx6sl/nifFwYQ/K0ZH0P7OnWUI/Yrk/Za1holu47uyYLpd+QFxV969u0HpotQo7fKJY7QOv+3KoAAKoYSIBXrsGXElwYvMqBgmmeZtZYep9Ry5HtLOwLE9Yx7bliPyt1IetYFQLOBFX0+zlSdXmZx2btJRz5R9ziDcdoB7Gx2EGMwK7hLj3FEZnT2qcZJvst5I6OR+Vo+V2/oZj7xe52rle32s1k+czlDI9uq/5zO/2ZWl9dxnzlne541sHAsAYaQAawRjR8Pxx064mbKsRdl3+VT8g1+CpCp/HMaCbCTfiagZHh+ncXwI/7Br2pEmKWNvo8zwx6PC4BPVQt0oDn3jLsZoNmnVr5oRre8piWp4iCAPvferjPGPxkUyD0zmbbKxfIDHSHQMPTC/kMvGocFyVgQ9Jip2rCAplUDyBAziKzzu+ipOicMWnjo3ua7OK3aNzn/rALhWn3+nFJxLQ1M2WSc8fBlI/UP/cY1hw5atnP2oOUN83t7o2dtyicakCKfaZBD+1UGXOLMA7BDU7f47vIjo/arGYQukoFQw5m1oayW2fYAwPYIUuZ1rnmWgT4C4AI30Bjnxp7fOFnhr6wH47cUJus2wFAz7zzj0APXMg/WBYBsaXzjueFL8KPS4QCDLeWYOb7LunAGcJZyHbLIjDoz+Cjnx1wBxMW2dBAIWEDvkbMpy1YekjE+SflTXxsCKWCJ85AyXQQ62kueLJbwvJYkNov3XYCF3xP5jWNms0Y0xNXp6iSrDrF0NkpJZZO6hY4rq1YArt+0cwS/OV/V05r5tg6/yTSfQDY+L0jHeWovUeUo+4UDcffDgJPpyUrp4jjmAHZ+uAcj0LFkPyt106tHTxq533NKsEl7+MoPDexjPRZE1+EKCMik4Yfq654hATcDRC59n9CBGuhwBOTxrA1s2ay6Pac+T95imfHTvVti1N5ODTTIZHg6YAOAUnvPIf8J5GlWo0ApGVbwCxxSzVKoiuC+SRn21y1953f0HoAjK+Nwtskk027gZUQ/tPq270GrnFPHHFrqtyxRiIVEdg2A0DmwGHAeMBGwCFqBv7S3LXNp9LxOLs6dDmF1tWc/28cUPoAzpoGEmdATSsgCLrEfgPQZ75YWv/CXKctYJ2N7CxJ0QwaGrShwLAsAI8sB/HV6ss8Ftet8o7Qmzn/BcjKdAQYYz/Y1Zl/aHxf9v1lYlk9vGwh4NQotvJnGaNUgAqLXecPekkkE8D8y5RJ4ZV9W1oQAlQ10ABzdnvGcN4ESaY7giQ3QVl814I01R2dkPKuncabI7LTfoC1HGNsBVs25zDXcA3qrTkigMtVL8rwGSsMr0evrv1AeCpqSxe6c2oecjCsAb4ASHNTtUS/dtDc7gZjZrzr7pkR19ZKQOOWxXyZbsMBCy24a4ENpX5JA4DMExFcmzNmTr1JaG6AX2raUMjTKPjYzEnsvuwEtWAEh+xLZ19OSvex4Wq3msD+1E7wne846aqTJf4s15jv3KfVLqd7I5U+5Nz0sK9MISBuQsn2JoYbQPGvLPeGxgGfQOs8R2JWntsdn/iOQB3pmLJasFdSDj0irtjQAfENX4Kw/SeYotgPzB4RRvsi30U+xH+1nNzZzM1fsEd9euVN5Aify8gbLfQsQAMa32kQGUYf+Biy2/G0AnzyDwBBas+j0BMiMEz/8/PnPz3td9XIytsgij+O9/aoHmJRWcNx7HuulzutN+rACFLFeZEcy10cFmwXiNlCz+kzWvv0wp9KX+q00r3/NNWW+gKUEGrFX7VefeZDdiI4AAPz23XWzMgWA3zX7mwCFLwDXoVsAnit6jSeDEB6wlQlr941MZfwfkLnI0+oFVtKrPkhP8KwJHHWrCmgrT2ZY1oWsawHgjC2ljMm4QwdiTA9yXr9E5j1MBur1++vS6l8Cntu3/ksrHDCutlDImiyoDDAeza2Of0qtIp8oD1v9L6BwAw0T0IEuAt3xnr3X1VsaPJj3rUJin8k3r9NzuF05Ar6FFzx+8mODgK5f8yYBIo+aBcweXCdgi/NQcFPLuXozGcsNgOCoZcHMajdR430BUDRiwF6Cj9QvCbqCrVES1uow6OGeF+5PCeWCFuEFtlF4H/Dpac8vNF4+30hTKug8bCngXX/48PZiJEv5EWU78018dwYmqfcjKysPIqPfXL/p2lNe3QCzybxsYJy+iN+ZV4ZHxmxbNnAf9Er4UOZiX83w9Kwhc2jLhKwrwV3ICa1VXupLrVY276ifyXdZC8Zm1v3vKYVMyenMm+odyUAGzOX1ImWYBQ8A6M0Wrg1KxmCYL+uDTG2Lp9Dwk4DXb968bUBDA9RoUdFxWTkGOuOc6jO6mx69Abaz9p9IwZwX8n3lLuOh4oJAlrKKTPcNyCAQqGvU+aATwTc/3fkf/vu/VN/9GHAK9aV8LevFdx4+gqbUgzpnAkpqStxNX+kEZmT8z3/le5TTNlgH3krfVr7X89sAKErg04LE4EgyLw2CGkUrt6SaBIDfVYIoWPP3OVOsORmzjUXOOKgSe418Q4+rkgbt7F4k2zbBEbtnPJyy5aUjglNrj1EKnaAe7DjtM+Q5djuBNz1CBFGkfc+o26WJly/eXzLM0UcfE1yW712Hzjkj7B8BsWR5wzP5zrp+UbvK/blRflk9pJmPbTkkjRUEho7+pp7S9kPY4ZTkLg+3IhCv2obRicyiN9h414g9KqDKNgVov0ZnmsBI5Lj4oHbw8+fpCT1bQOAQfABZdTdBX+oO6mPYjFaRCj9qn15tVspPjxqWcUylo9hFtjQS3K0NNrKDZ6EqvA8I3CqQCT599iz7Szljgq86TkE6WxJqY0EvBn3qZ0TeN3gV2iyfE5Su64AF2oPMGoT+LnuJjpglxM6BNs8YiuWj8Tng+5ootu6bAajsDi0EeBB2/NX40Nga2PBHSgpTUanmbcZO9Z3aSkdSB4Hr6H9NEEH/Ms5a+zSTbnZwQHLmuclZ2tWUYceWJHPbrOea6exNgwN2DQj4005dejLgCn3HQF7lqvnC/G6LMP2CzL+JFAMKl156tYNszEbnig+LoOl7d/75n15FbtFSyx7oXweTob2IVddsPbTBEQaZxj5Eb2Q9Mt4GpGDPUpXjsvR+r4HTnNGMsRXXqCiIP5+kAipq0CYHP0hWcn0U50SZu5yTAszen3VB/2D/uQ90vNUWN8CjNvO5B3Dnf2JWpbFbDthdp/PPlmxB4RwDcZ2p/xYA+Jzp+C9db6ThzWfs+Pb5/H1Eyno6PDQqcoeja7/nLBi2RvH//9dtAPji+Lp1w5ZAnRdlNS/0xthurbmfHcCSEdce8n6yl58YwEivC6MgY6OK0ZYLHGF/BnIXLDvPmrWYbTzWb5zGx8Gy7nvXtwfE3xcA7vswdggMQTs3PIPA5wCABWUXBFgQaN8/GKBA1ALjPGfLRp/fP+jo5ne7dqfJ7TXLIDfbDF8DtdadoKVaLgBw3ubAXwIGZu+WtnZeXLrvdR7Hll/WVYnpY3aO5/KhC6wuILD347vrxLzxvKErxo9i3CiUPBcjr4b4OHsL5M15WHo9ZwnuvrmPh/JyphOVbo2kLcdYJ54XlREJTMw6jBLdPSvQ4b0LeIzzTyP0AKYLABewM6q1StAYpNzH52usdW9HKOxabmlnPltQcjMn/L7O6aXbXQvnifMXqXPMWj5xlCTVONY5uBkWFSAjrHdfz8/cTN/L2agy7X27dJnLZjIJMhCU4MGHwa9yhKRc5+FGBsHk9/MNAGg5qaHlAnqZbw348h0dBT2X+YcAbgIMjt2WexnAdhRwjaAOskDL7tWOo/wp16O4dQ/g15JD7/mxTjQzzAQkEWiu1wGSmwnY/c2FjXgawFNShMbW2YEgF2xa5zGApQbKcaZ2H1p6EOfQVC7otTh8W9LLCLgqb2Qbt98Pjk2drkfWr/Rc0BkHH44YACR8UQXuJtABRWoiL8/nyRJv0usCS+3r2xKuKLT2PTmDahvs0NJBk2VZh1QzmC2L/BkFp47FATPzfoF5ziLKw2VcjnOrNezxXt7QXrNzLs4l0JmXpW8WnBH054yw3yhT2+eyJYFH+VswpwDw7CxrhWOjwBjR7lhkq+BmXjpqxmHefTxlW47wY3/NntVZZolBAeCVSRcAuFGV9hZmfguOGImoUtp97podYKYZLQY66Og1Kri9QjPeRtJFNquQa2TpAMwLmsoHrL0AjZl5LV+cF4oqRANJb1ZvAwqapTS3gI6Hp19KhdcxCl8lcMEyitBqyxxnDg9DC5SI+xbD4yIvMoCWYi5ItfRBRhMKqs/Dwb7nog7ggmCZX/dXg88e2kYntrfN6E1mbnqfOsEn45dFahmtGgTOu86oMdyd9+GElhc7Pp3pmg1nGdSedXUIqdgiI3DW4ADV8U2GpSWHcBoyv6W78o3yMgG/Ovyy3zVkp6cNTkaeJ9iO9XTIoyreRIASbTlZ6DhavqRUEC8isz1/Al6l0clsxWH+9Zv8lzmtYxUSNFtQOVrnN8D8Zn6Vr0hrGxzW3rYxwgoY4FxjDRtggeNQnYtZl//0WQJC8nsDGZAPDaQoWDt6EgbIyCHOe/lHszkVg+3lO6U7GdPHZG1UN809KX+nMT9loMcAq1Nq9n1LLvMeawldAHAjo3qg+F57KikftqQVvMpKCQSBsnwEjG62OHQu3TFvQWOy5c1iY30BVHiRaQeNENyBrORz6JN/Vt2wHO22MFm+3eoR+XoNteoj9uv1n33GfriLlWvGa9lKAzOleXgTTlIlogZ4gek4o8y8d4Fbii8ftD9lvq+eawDG7oE9wAwkafjC6EQa+p7hMwBshQqBwTpg25+M3qzwWEqaEnBD3yyCFLyHGcn33NMeNbIJzDj+NOeF7Tr4Vq2TAXbMyjwAVM8EfYxwDO5Z5lplvryETKyWymwAAOAdTiADL3wxBh2jW4IdPiNwYBm78qTQE2cPGXo4QOA7OIz4Tvhj+ytv1myyiCZopo6PvNqftmQr+LFBMsohASKA+e0NuUGmHSWO8dDJOigFiSc4K7vY4Bz2ugEHOuflN5bRvvQcBuynxDLnAXmKIx76b4Q9pY4FFT80W0J+AV/eDG+yn3DyA35cPVYfaqDMrDmO2g0AJCOKbCVePMez4zXNAh9nvnKbeQvw4TzTwTdtCwAAJrgOeQVPBsBlCylPDXhCCfebbVHWGRMHSkFngpsA2afcdS6Gv354b1lPyisCO2gzsB/QF0CONK6OS8Cp+g90S1YBAEEDsL6RYYmuIF3VYUMgDlmNlIAuAByAIBnAOB0B6gCZ3r4FHDDQoYBT9srWElxnFg/AaoOIc+/t8cw1rGd1bkDF9nn0NFevRB5lrlsJAb1IoAX+blY+X+fMKzetolGdY3S8BaXQV18nE5EXNh8O4fUVnDOQPYuWZGetqofn3Cz9o+OtTVY7L/8uJddLNyMDC6ba67lnPnPDhgNorHOTjAnmHMc7gWwA3tAotGdfd4PmABHJJlS+6cgy0x/wZKpOTKSo5X2jO5W1kils5Y0GTqBH590PuQb7XT6NPGGMZvw9D6CD7MQBWhAfnhm6s1oBzmGzHFkXuPWzlIHtenLu4rxvUEN0OHjl6sSUQ+Tcy8/lK7yhDjt6IGe4peRTejfPaDyzX+ycOf/VQUJTAKSPArrAmyl5yXnnvgJqtnrYPqi1s8dJyJ7RFxUhTEYlui7ymnnC+wDW3gfMINuJcsK8GDNrw2drxzWzNesMXdnH2OoO7wJsVU9pKX4DLOkNaLAiNB9wG0d9ezYK5CMvX71805/2ymZs7KmBF42kCy0I8JDWdQSkWSXKLPyv8C70Fs5Zgj2QftcpYcwxbr/bAJtoKtW/63w1qI5+r/doG8Lb6PJ5/lb2Qf7AZ1qJAPAq32/Z7Xyn/Lb6ucGgvOCngFnP0kMVW+JN+nBXttOupPqvGUKsGzynWbyT7YbcQKbnmJUmrF7gPZvhm+cRrEXme+UDGn7dD/Ziri4/djDrsHKS9dwys0/CYz8mKI8vvnlxne8QpKFP5WOCCO7lXAH00rcTGfXs6c+5N/YEvAXfgu/DN5QH2cfIGWhj9Sjk8tVj9pWystn3KcUO/6LkLtXQCZyB7wB6NIg9fPU6tMPZYx1+++1lQeWffrq685TWAJHNBCa8TflveAlAKxmu7ZGYUbSCQM4084AfvmRuOevtA5x15kVmLnTENQ1cC8CATvYk5ap/AHTPuUMPrO+OCh5GZtjioUFblF21tDXyCZAIHv4gZxtmhq7KYMZLc+fv/u6XyhQCzF6/NjsZvkcwQPlxgm/gPa1QEtAQG7n2Vf0MBuqTNU4wC9mqlD3mXLCGBO5og2kXNKi4AYMCBWd7uIBGShqT7VnUEw4YEFg/FUCqui/lwfXZRTfJ+UTW8qpvpro6pfvh2wZCvnjxW3kTwXQGhG1PeIFq9UwCz9R7CdRAt7SMdOgI10PuybmGDwOQK4cBuq57tgATKQvOuJAB7+iHTlAA5bQTpIB9CU9jPbDZOAJrR9NXk1f1ld7nqrLip+wn2Yufs1a0Afjh3rs7/+P/9GudTB/e4ksL4JqpA4yyWoyZssrQK2P70hLX8nZoIdPPWsQXlDW+SoARSXl//eurrgGBJlv1i30B/MW39eTJvfBnKlvEbumBn6Avbgy/Ck3dJTM5L4AkMtfVu8u6GxyRI1qdB58054f3bRFCtinyUfsD8fHixevhn1SX0OZ49TLl3Vu+aii2G42/DV8VlVQA+6fP7GjZAMBbcYR1pl8wpvyr12TXEhhiUNKjAMfrl73aUsC5fcfjFMsnCUSonZI3nv1MNQfW3/HRYqUlrKm20j67yOFqRaVb9SH4JLoIWbvsi4HABH7fBTBOUCeV2Aj4aExB5of+xaI8S1UCbQJ9/m+zH/oHKKNuwFlttoyqmcQFjG2zwmcEDfccZeF53ojVLid8G/0BuUTQJWCzAbj6MmqXVf9AB0K+0bPWoLfuOT6u6ET8VVlTHm6wb32DZJCvPIRKay/k/2pzcQfAWXjYnl2DGeFfBdprgxzV1AwK42EEd+k3umRZj83eKjj5h87eMtf4nurX0h/LdfhGCBhC9QeYZl6sR6+h33Flcc47AZ3Z2/qcQudthdRKKwSPko1LdSKxA/w57JEtQbIn5UdZy9yM+zbZIPwam5l1NoCb/t0TwL9+FlpmlUYJlp7sZPhHntmqmBMsio6PrEcPZZ4NdgOknvtIwa4rvh2CGglGgpz/n//6LnQdHjeBnMzrYXhTqwk1sAOQnw1w7Kwx2cfoYvp3lAH2YVYBXJvSgHd9Xy0VXfohy9cAcipubCs5AvEBhFtZKJtd/jnJNK3402pmBqOgC/G3/Z2NMGlLu/VB3y4BvU79Du7fCP4uiLMOxwOE3eV0U8+vs3Nyna43AGCMG+pf5+cZwPXehyNh77NNrpcJVajdeqYbu+Nwsb83VscpEd0c80Ec3wN+vUqHnusns1uBXTcJhsGEzZTQqyCh2B5ZlB3nMNN+NvdhPDqdjlEtsNhIiBHmvb7ABmDLOLnn2TUs63wQ+DlnxO69+Vl+wc85kPvESwZ4nVU6M3jVObFgEs/is6Gfc3b1Ot13Xc4gbzNd87zNQN15dz553ywPx/9n+3LObN45nmnvQi9zA9g2h3KfsWBbnZJ9k8yAowT0Zo3VcMRpM4ztTKfe6wRkQrO3AOAbE5i11hl8lPjSobc05H7oYIqYu9DHQaRbVmXnuOM4n88FUM/nvHQ4491xXWh2DsF+ftCiQBbjRTHAkdGoP5j40Ou5l+klyCHjxnjasR1lVFFKLadw4Q1DfzDYY04Iv0om16GGXT2uZbC7j7uOG+Sgg00H3DmrV9rlswGZZi1Y7AWAz+eN5TjK6+ioZr7r8Gd/cE4vOLIZbz37o9AvPRYsxME452TPWg3q2V8E5xqACDecpOt4PAdWmGViaYotn1P+NgAwz8Q51ooCY/x3rTLgzQYtWIXjrADkZPOTyTF9WFHgee3fGwmKLQUtKMAEzTk+OHwhVJ+hMO9xwSmN0tlzgcNAQwlDoc7/i9PXnpSQEyx1+xeWFuCFCO3cTnAktNdMPqPHLqJL9teXztjJBhunr5HpIwswzqKwbzSuAQU6ZxqhlbXbShfyYoMSGpkFWAWvHMBD0GWzhJkrBqmbCnCi/FVJaiT/Sdawlqs8VPEisyXvyQ+410QHz0WAx3uOxPNUdnkJLi8oraLaDEDOTGXpUSKqCYH1bOmcLL+dZxhtHGAg49nouTovW1p1s98EuNYxtvyoIzpN0IAFI7yl0UOgde5El07m17GRyqTlz1znfkxgCyoVkchkcY3DfZWhlo0dxzTK7zp0GNeZ/7SvzzBq5ILApiVMS1R8vzIPpxCg+/I7gWMBIgmONdge0my7GVlm9vC6T7+qAu1Ea9qL2IxEDR9e8gmDdXqvAXBbAjXzbb+W3PzSk5Zr6zg1+0j9xnuhLDLvM51tsNElerrfmej+WcfytjrlGqqhQdUxCnivQr5BCmauyN952UdJJwQvM1foDygt4oQWwDdgqOPOmcJZjNLveJFPZSV9LlmH25uRHmCAChhk3wAIcG4QgZ1xFqTJuuJotA8VjvojchyDAWa9NIuDFnlLhg5j6HlbeoDWkB9kUqGXUsox1zZqM06Tzi2OLPieGaLOt5koKWG4a9aozoJdTOyIwLekrEEnlWOrAHIPZEAdE9Cgz/gxZafKX9nflV35VDkJQ3bfS99wpeHD36bkn4Z5aKhllL23dKA8vWTrA+pkvO0jSRYfQGsNT+8Pf6gDv9l+k+07zhO/4nmw3BpOAB1wzQppAAc9czB4xiDK0CunBtBUruD8TnnDU6URnE9rHHH/zTYReMyeT+9PnN8CBBAPa0fAThwbGJPjtG8/uAJayi8cgpx9lsWocJwmzAOjnWAI6WADXlo2tJlNW2pt+ZnrAT0+TjnLb7Vu0cnV41ifL1m7Zg1X71DhwcGDswDHiMEsoeuRidAgGV9fySwq0bF3uWccK80yr0MbHrqlc4en97tT5SPjuI7zGqfZ/SmbvWcF3tmSvgXwQg84JdYGaZBN+GEMXXuAQmBQFzwYgBY5GMcgkecZTwMns9eUfEUBLr2W5l0f5yxvhIbkrdKvLYU4hwetMV7kNwASzlccg/YvZYxmXsd8HplmiWJkK/zHklrIYAOLmu00MmHVje2bad9hx3ip6oJOV9DNoA7KNmqn6Ejeqh3QBfYd9GDvYB23zlenh/oxZ1LdYfWM1Wcb2ALGhX5TgP8wHnQ0ps9c3mu52QKe8GWfhTPL4DoyQyEyHWJ18MQ507JvzR4au7DORfvFLR/eoKr21m0P2s/NBuHMcO6a+UOFjOy17Thmj7DLG4QGjuN5xpEGHdjnkX6H8Z4FhPUl/yoQnTFuoIN606c4KR+Xnnjh9DewBtZm9hOvi88Bft3Mnc0kF6jqWlaXISvMShFd+8x/e5tCC+X7cSDjuEKeLP9Wlh00C5+pYyxfaJZV21BY1vIqGUENFIyugFOyMnECDFtRpJmlZAMK6Hee8L9pSWOw5zgTczCaLRueC+83EMGMB17QNM42zuBmIwOOAMiREY9j2sxO5fHaQ5y1zbRBj+d8SIM8J9m47T0tvZmdYcDuVpwA5F0dx2xKHPjI36ngQP9XsgkJVJsSg1sNYDOkP30CONu+4sp4HLjbMxqaKs8IH2DfWKeW/ead0DlBDch5+SVBO5bibpDa9DDVr4LjLDKckr3sS87m81+SsdHWPNCymdTVv1tij/YQAIcGpvBaALh0T6BJDW/BYZ3hAhPuCU5tAWB4CfSFkFl9lPMK7VbniUzhWs5sM4lacaZakT6iBrMEvM3cAIALyuYAIouaRUlvTRz6a3dkrq2Kkv2m3+/nrBc0umPkGLXk+Yz1XbK6Sp/V+eEXlKSmpQv0Z5YjTk3WQXsxPWBfvfLccK7I6qLyULPuCYoM2JebXadMMCWq6auJXfc+JWABt9C7Dt+BmS7tq93ACgHgn1q6kxKT+VknMXqSgZ0CxQA2Zn4CzkH7tal4P/oQ99ls4QL++Zuek5QgJXBTAMAe5pxpTB1oydLwTFleqT/AMw6N1aZoqfkADblvy/2Wh9g6AcCqfXZzzYuXrFEc5LkvYCBzaOsXympmoPCAB1kb5vs+4D5gZR+da1tph+CvreTAamR9oT1Bn9hZJ/uyF449wZxYj6+fstEBeHDOV2/Osamen/9YC9o5WtJfEJk+vvpc4EsAn+9rL9r2qXBiM5uhOYDmyhiCXmuD5t75Dvdoa6I8OqZtARTk1vPnAbSztgB7rDNzN0AHmpN3oddsJRPOXltMfP0YeXOVdUhgUs6GvKenqnrEq5SPXn8SjvA9e+zd3/275w2OQJa2/GirQ2EvAEq9u8g99XHHaW9z7NhkZgbsRs7AR6kasK0xoP0uN0A+PU+zhxAec6DMMftpZQVpa9u7aL+h1wA08BHBbQHEcw1nR9lEYhNChWxqSooboMP9//a3F92flXdrA0Dz6BfyA3iQtEsFBcbOM8mqJjiLs93s5tzfTOVpl5DB85gGwA1Q/e0zgckE8KWkdnqnb4sXxgC4y3lgXwBk4YfIENYPRkJ2OetIeW0zTql4oc5HRjy0Solk563fFdqiwiV0Dp2+/C3ZwASGRP5zprGTOXstZd99JFP7rYECGgk9p//u1780QIfVB/i9m2c/Djj53/0jfaZTIvhlziBl3B+8y9/JCM1+IJ84F+xZgSsCIyvPM7bQQDPwh18+eyqfqd1DkAD8Ab9UfiJ/3iZY0uBOgjwo0YptLD//5S/wSq+tXttkFlkOspuM8acJKmmv6iwlfIEKPdav5azI+1rFA92EsuDRUakqIE1yNKxc2UCmvEGpcJ5DZjFZ8O9T8pjMfNaP4KCPh+wAACAASURBVJxnT830RqHCi1aZQTWMZsWGxsNvLmZ8vtZS0hF/2ORsBeMDDIRXAm72DFeWKGJevRoAGBA4+/YoQYhcC9AJWKmOScAB5f6xkfCXuCb6S8gi/lDw7NEjsiwzndo42vgE6OGvwf+OzGWtAcN43cu5f5L5baAz/OjdtQEDj9OGqS0GmCVnNzyn+lgBectst4fv7N/Z7wE91vVI26nIUp6pzK5G6XpWfnDWrdTH99tPHb9A/RIG119nPLW1CBTKgqKrcwb0CW/FLCuEAFq24hqBI9B95knQGTo9L/aBYAOeefYtr/+xAYtKrI6pelUrhshjKnPDRitDsP9Zw7Y7yHemFURL+aPz5llmRSMbo5fmu4DZy8u2ut37rF9tLqpuNdjXaiO2saF6EGfBtdA2Qd/ABmSoVI5UL6y8a2APvA75YvD4+lIJumGNbXdgdSLwAegFe4UzwT2t1Ca2whqg8xHICt+0ZSQ8JjJgzjtnpWtW+apN8zYZ3f/vfyVoLue77g4zilknsoV7fbEkguH0BVTmxa5YTPBoM3L4+Y6AS32Y2rTYr+povCqr8Ofld2TN6pR+P3oi/c/RgwZkrm8Bn+QkpBh4tKWp9fnW13YbAO7DTsCvBI9QV9P4Xsll3j9nADvgWcleNYxzfj9/DtFtRscZAOagkNXEXdbZy3V/BgBLyMerxDNOqn13QTr//mM28c1xylwXJHXMO5fj3hdH2HzIMxbk/AMQ13WgLFQctwMc/hkA/AdF7/T889KuIFkF4TJlZeOlVOyuQQ1BDNrTHklcx/zOS3me3wLWrsVNAPgoJSLB3i75vADxeW3OmbpllBs9O/QisGYkeo1EnFr5qYPlyJBWmV3wbyzk0xjOc7gAtfMMPsOp6d5PWTQU4kaE4NlYp7+bfxl/fm9WaQ3NXlzmfSlpXKVa5WSfub1vkVObdWmQgI4Ts81GoMz9VvllfznE8IMGTOCM4zs4sya7F+f90vANoH3WYss/a9h4nm8DwbtvmyW8keBnUH6B/qWHBYBxjNmv1/vXwNx1nkAHNvMMAF+CO7qep/HXEbKg1wiD8iAMXffFfpHDl7JXjS5ibeuYP+iAeW4pNJ3d0q/7rSJaRZe1LVBpxgbOI87KXt9f8lrAxf1d55xAza7n9hna0nZVajDQAIFnbAsAO55j31fw8BZKzvbpge4F8I7svh0TdHQGgC+0N4EMjAvByasZm4Atea8OLZRLQjYREOwBQ3HaFUTNBCViu1lWGKWCbjWmhydydo2aJHYZJ9xkMnOrRjFyw3x5wPbdny3rwsft2TAOxOVJGzxiuV33RSVtjNDcu70FiSnGGcUQ4GXIrP6b7IDSi9FUu0f23NMBrUAEOLAU3IJjAmAK+YuT/ta5OZ8jlMAzf96sYEBaloet32hiFQgdOs1ryVwAjKosZCIAq6xZe9riQL844g4n4c7FXjQCPRhgKHnNiCqe6yYVMB3aq3OsUe7IWbOBrLIIgP7HnvKf4sjgu+3zCr10vSjFQlaHAHCN+6HlZpEN7W3QzNJ4e1KXXs3GKW1AGgCi5W9kUMlHyHBkQcvncPQPSHAJ0GFeE1ghbZAR4T6bCWi58/YvlVFX4T4HyxiRmWjAjFl6k6cDfPE8HMldtvJnHLdmePnvyPwlw3Odp1yD4VkblX3/AwBMtCZRlfZiadYY2atTwnflOCXMoaH2MI2TkAyBZsrBn3J2UWIxxOVhceLyffZ29nyjaO/HOKiMHQCQ9TG7Qzl+CVTJ+1suyjOroorz0jKZnimcUka38j8cokYdMo7yqQEYWuaLTJ4JIsHguZ31awUJ1wHnEvdrdHn5jcyo2UE4ghpZ4vnmfRxMH6Js01MLhygKvcakzslWqIgTHQOkGWBhDo8opTjy43cM5xkr96dnI2MV5LeHX2VZ+Q+RsPQrw4BduQAfWkBDRz3nuaOD3xcgPgKY2hcSh8ue8zkvBNdg7FqWUOc3r0upcfZ0At8ABunnUt25oPa2/wjPrSOph/1y5vc+pcMYa/T7rBMia9uyeUM7K8+HBfd64s+2BQUZVr+3tAh9cNwbshYwwB82Q4C9M6vdo8b+rJOJnnoEIAm2QMvy1ZGJrEOfaFnflqKcfqPyZo22DdQS4DSzbM+9Ootl0zHCoT2ML+ZaB21eZD4sQE8mKNHK2gLwCWSYgMkGCxE5a8CmgWOwZmgcWt3ArDrE8x3W1WxsA69amShGLtmJOEmITv/I8wCyRjdkzaEllpUsQ+6Nk8JAFlxK8MbGyUtTOMvhA2S8A55Nuaeea+5Dn7A4yPnbc+Y+d2+zwD8SDJFbvQ8AsJmHlQXDY3EEWS3AUvIsPJ8XxEG2ofOiG498VS4mwn0ij6t3ZKw4iFjDOtnJfIK3z96ylvRRrP48cr9BKz2H6lSco5Xfq7PxmXJL4MngSGnMIGKAefVo1Dy+g65ojyVL0jcLsVU0BLMBwl0fyx3zPhlPW14TPvA2zpoCFNljnQkBjggkqt0ATfA8nYk8H52qJfQzvK0mMqR97MWAwbwPgFCaIrsb8Dx0+GPGTb/bYlyNfIEWMs44nQD2WP/2Vm5JYSqRJHCtpUyJmE8WUeYAy8XBWAdPnTZx2pJxVgB1dbIj4NSSs9I3ujROP8E1ziwlDwOM5z+ApGZvZN0Asd6m5yV71/Kwl9K2lq5kTi07R8BK+NWHODcLTMMtoMdW0JC2XU+v4dwWXCnA9kMA4NcXebv7C+3YKmB0S3egf24WO+9Y+WCz0h03YmRLM+P0RbdCLwYAUa7l3BcYdefoX9jzN3oxtN0AogbOqJs+jrOVks/fcCAm26xBPtVrcl3BIuhWYKxOI/hFg1WmBP3YLS29iD5YGUV2iz35Kg+rcAO40pNWEOVdsvugZei2ZbQbUGLFke5791WwYjNUoTM+exwnP3KBUrUAxysX4FttV5CnYd+Zqe4Z4mWwEM5TykAm6w2HV95nr20BQJaJJfAgYvbQ0stmuhWcbL9ddQycqXXkli7l9ZaP9Xx/+GDvSwMmyUDd+8PTzeJshnl12Pwf84V/5nf4JfwTgJ+gEfRvvobOxb7yOedkHWv2tlYa/fzrs/4EhCWT7wogI693oRP7fapTksnWXvQT7MZ8ceA1u3rONly8mXP0bM3toQXmCUiIXgedtI8bNvTomvT9I+DDwDjah5CJFl0hZ/1dshS18+x7uJW44GmfuB80XsCUDE4y0hI0MNkl1zjotdRKf60AAzjZgAnoPHwmQAsZ7g+S/oT+R3a5AFh6tJKdmTHaF5TsyYBf+c57QP+Aic8iwzjDlONulY86nd1f+T9lTx+FHwiAFhCAnpuFBYj9/s6DZLDSD5uqB8zxMRntZL0AVvF5gLIH4RGArj+npDUvwD9IrrZSJvL4CXoV7QysNgK9fkkQAzYGdgtgLswU2UnWIXPqfKNvy78+T6a8+ohBz4LCyCX+Lv+OXOEc/fW3v5YHXqWsr/qRgSAAlWR+E8hwFeDbigCA3GZD8zB9WGYKrVxRjueaZOzhPDdANuBm9C1VfHkpVEgp3K+fzTh8El5dnSUfU77ZSm0GexjkmUz0pDVZ5QlbAqA3ZavD03bM0AQViXCyP8xa85T2AO8RA/xwL94mm88y7QQAwIsAqZLF+yy95vM8smnpE0wmOHLs119+aTBOA4lbeUS7j7LJ70MPVCKAV6KTwYFaEnPALtaL7MYto/xgMlM9d99ashk7DLlFVjhjRm6Slcx8NwFi7XJ44M4XPtVy3+ERZC7bu9uMTUofP08/4FYyI9srtChfAKT6lGueVFbxt74Red6210BH4N6Wns/5LP/OOcq6Igc+kDqdsbYk8bSegi/+7W8v5YETo7D7/TQloe1bz/bpe+IP1mH74nIf/TvMPQB26AV6b8n5/Acoy3l5+vRJrwdEatZYXk+TvY29x/UvX7zpNVvimjHzOPhhfY/8F9qHj8CDoFO0PStkGBCDLIdXAP5VloycZs3I9sYOY/3tQUvGND2to+NljtB7MxEjK5C58IatMNkWLZzzzIusUp73KGWff3l+584//PtHd/7+v4leHlZ3/TLZrQk8+/XvUaioegPQGj9Bq9IIvFWPI4kF/bBq99ibnKdk15Op7mHDaTS+nAb4WVoc2xGxwdo0hoiAk/DCX/8SIH30CM78BhdiC7YPdAYDLRAk+jX2GcAnulsr0CWRlQxls0Q9awCFTyK36K3Ks+ADf/vbq2S9PjbILG++AgCOXfgka0h2eCsgZPgAc6zjVQA3XtjT3BN+ZqChA32YbGcqWlV+A6DSRqd6OWcEHxPAI2BugPoErJD1jDQxEJyKLdhd6PfawgC2VwG437z60FL62LIPbFxd3fKn3JPMTZiLPmHHZ+CzfgtbDG0wmnL3S21Fv/M7PrCM7yp62E8TTNXzkes+RCbyekxLnLzXuKn8pKQxz73bvT0CUD8EqMaGAeLULhY4v/u7gUUEUrNWTQ6pfY+ex3fxYep348Dph7D9BrRuGV7L87K2+gUNtNzqOQyQtSawY4OTPN4MGr2Q4BYDa5EnBHxAbxvIV7t+dMnVXzuHzGb9n21RNVV+lCMAzWAYtLjShyAPtP1Ks0gJXo8sJUil0Ajfrz5sxSV+Qj38CpjbssPxVWBjf2kVGEFIbGFiYutTyzqh9jN/ZG3xXuhsghC7ygDi2Z9W6eB7OW+2U7SscuVsnsdr+/wCJWG2V9uYY8t64ztj3Jwt8Sb3HX3EYNHeppVR8L0YoKR8wufy5vrrnX/+L+GT9AYnA5qlqs5p+XvWlJVGjlnxIUkpVCRIICMvZBn6xbpp4JH61ErAAsC5F75wE0ac1+IM+hoIULdlj61KDzznAIA9P23tsnhB9BzkkklV0vUfSkA7/ZuvjaZ0IN54Hc/7TZ2FvnZA+91monYTTt/pe/69YNU6+2vkYPyEcPa9KnU4sDzRAwSvy2gOB5/sOIaBWIrt+N4xs6GKW3NdQGoZ4XnOZ0f6eb77nfNzbmcIN8p5hnHOyrsNAG92ItGUBbuHIG9kZcx7JZwZfyM3xsnFWyjc/Tz/lsAKMNb0kXn9y6+bmZLrcL+UfJ7JXJZ7nr2EiqG4a3T0PAQ4sBzG7TLPm627Y1qnbMu8jaPwdonodYjqPL85n9v0uPfdPbK3wk061tj0/UsJ6AiVMro5MEurBUOInspSLnDN4d3X7ecLUh/ZnltKcJ0fS0Pn87XZv1UoAFdbbhGm5hj3nJWJMOZ5fu+Bco3jdAbEeuvQUDgwj3OWdgFPsmS7KK7Lrs+RKS6gvYDOnt81PBVo41jO7wi+BY4XSL70eB0Gvz1LVzFn6B1f6XlLZeq8WPpeUIt1LzA+QIxKnA6tglN13Bpl5Fz8uTTqXHDaW+6J1/bd7fdOc9nyuzpDdTauY7/rvQJrFrx7wVwAkMZ44Z5k+90GgAHEjujom3SJENlMx+UbPcEnftu5VQk5ymHrFJceVUjJnHFwBb/4bha5PR3ze/sVYCwBhM+6u1b2TrqbPdkxnkuJL2vtGiO4h8dh+MN88NHudWYxSJDdz2HqrKMRufJ8boHBx972vToORlCP41UHlDzmApgCnHT8Oqi2xCFrgaD0uZb85mVJSdcHI8PeCJY6NlNnlOShDTN4RtnM3M5npMby5fvjcC+S4tzsqapTb3vishYCdIIA7S80wEx7Bc/iGrkmkH05Pxm/Dv55H2Mjewl/xznEpNaRXj5RVQhi8Hxya8jAuZu52vJBDXyxRNZZsfhMVHG+wzq2fNlEkAn4cSNLN2+m8gLAzZrMd9uDAyVz6LTP6OJLb/xeILm07Lm3IoTjYcDtAx3lt3ws//jZ8wjoOUYAjqrtrcY1OMzsfzi9auFz42g2mMy12OO0PZt6fvumpaqaQTCZ4mSlsD+Mt73vMk7OddVNohfLhwUVoEeBxMnUrQKauwJOU+43v7c/HrwTRzmRow1IVMmGg2uAyKsgINZnASTlvo5RWNDH4SWW0TWQob1YOh7L1zaAJ/+g/y3HX7BpQJEGSoxuxvyXHxhd6Xwx5nl1nykzVyDIfbyt/wmMeFb5vBkRGVsdLcObMYQAaOkNhxGLYVle1YAReC3gEyVAOTTSFLTOmrG3d+OwJnjCTD+NlTJg/h8yy1bUwJgxs26VScNDSv/Q5PBMQBgdZjr7PuO0zbX3Y7RigNSPyfgmo1y90UhX5lZjcXjX9rZnjVrmDadMdkSZaEWY7d1602g0UA8qxGlX5+XIesZawzJfKCCY+7SUH1neoZlPZD/mOfyO0dZSc+3dZDlRaJD7lUVlfaCD82tbTMD3ARQ4qveoQJGUEpwWG6ylroCj0LNUg5ib52+chfZMAxgew756ELzSbBzGzXna84f+gMMfZ9KWL2y5KvgZa9FSrXAJe/eWrjCYy5dwuFlCET4AHRjcY78/xqGBNCV8W9ZPC65ZEZROz3haSivrwTyhvQXs2Tszt1f3MttzgQDljk5hz5BOGwZOT9EHcQDARpQFZlxr8YaushbvAqQ1m4MsY3oe9sxIw2UJNX1w9pOpD38gaEc6+NQyV1QSsuzeyibWcPsjEdjzKCUXeVFmFh6Kk4+sPpztrAOBMBjjGolwjdGdON/T07EjKv9WL2Os6gfy9OobsCqmXuOdtcfeW/3ETOvKjqnM0kyS6mzwVJxJzrsgfVsF0H5gZFoDocwG5ZqV5wRRXLLCw6vJMKspmfEAolxKM7eXqpl42xtbx766Rtc7YwCIgO7tMQeYkuCQllw2yn+juZsPiBwlUAs6HNAdOntHybQ9xMwH4KIBRRt8OCVt8xlqSUvLfSGLLmX6yFZoYKJBWnV2hh6QUXD06m05jxcbAt2ishCnFhl9OjXhC/BLqkzpBGJtBLK2ipOqhlldI26b2cXnlTtxguLQr0xpybMq5HWc9Fx07wJSNJhn+iNfZAIZgpYgI1gF54alOLWHDhuIzVJHA+Tec2blhZyfnA2d+of9urp4s84q23W4rS7c6h8EXQDwl6ZwprqXyG/2k8whaI5zbInmceblsnXusZ6sC2N7G3qQC2RFEwAHYEGWzqOALj/URqMHY3QCMmRigrRqCow3L5yA9lcmIwdHr4JkKyBA//AieDIg1wbs8bk9gFcnRZ4bjLCg4zqHuF8Bv9D3l4C07S3bnmzwOPnv+w+U8yWYZPs+CsJBL5bttK8Zry2PrzNfRzwgV1sa4DTNngKwsbYEJ/HZ6gRm206w6PALnKENymgbGbbc7AuCcwiiQW5w/ixL3CEUKGOenMdWZIGn4iir408Q81P4NZTB+FkX+ALza8uK8XdYfjhAUQAUt0Q+W7A815kJpj7GQ36i9mN1J7+rQ86gOCqOANyUH1Cir2ASfYYJTrF0rwGkOondZ/UU9r4ZNONXsJQtdEopVqsQ3U8wKs9qhs/sBetE9g9k8O6twa/QTIPGwvOayZx9/JAMPuZDJmWfm3+Abvapz3mtPiudk53ZPs0N4KT6ik57QHfGbRZ5ypuj82f+0pPyizLIvA9vupc5fGgGdDKAI2fYO2Ro5QhyNtOjxLZBcJa6Re7xqswgmGbkTWV5zhB09UM+JLuy7THC/5D4W9r2WfreUh0AumXdAB42uJQsTZz7zPs6fWfR4w3+q1tY+3jtdsoUNyvLssC2dLIcObou5RihSQOBDLxopagpM96KIwTlIe8AAHMtmX1NWq2stCz1Z9Ywn0EfTzP2gr+Zz1b4QIYADhr3CgA6TuNk5EH7ZnspUxpQEQCAa3QKZ+1VklJyNSBdSpKSnfUhmUu1j/IZPORx9obqBW9SQls93FYQ0E/JtDqRduU36C7fKV213D2+BEEeg3pS7jZ7Cs0AOsO327YiQW/cEzALcIKqGvBZaIz+vVtN7GvbUeQsZHDIJPSAbSGEXfQ5DyRQ4qf7clx6mz588Lj3aeBO7VloSJ8Mc+Z3gkseRlevjY3MIRiqNot22VZ2oh8rehcA58/Pfy6dt+xo9tAKUOoc7zMvZMbjZKwqfwKyvXqZsx7QumfZkvarHzYgNuOwD6YBj/COVlrBlshmPkt/3Opq0PP0623J+NCfvCKlvFNeGjlylXNMQEmzEKv7IgsC3kVGEMxjkI8BscyffWWsm6H4IgAhe98AGORd6JU1eEfQQPkXjHaqOGYN//KXp6UxaPzVK8ox3836BFWtLQbvRa8EMH5fUA2Z8vYtVQkCsmWsnDWE5MsEZ3jA+R+yl96y2n1v31kannNAJTHUjHevsRnoNZ7erb8EmIYj1KxW30EOsFfsS+fTdeC8AR4ngOMrPO/rnf/4nx/c+eXXnF8AzgRjwQOek218JV9/9Roenz3KdQT+Mx5A/d/JjOx5tLIMACnZoQLA4dclw+zLlDhuOWCCx0PrDynlHLp5Ez7y7TN0+cOdv//3BNcYYIUesP4vziJHFauLz1lT5GoBG/R5spNzxh7/DOCjj4LvUJSB/ab0MnuLvlo7CECy1fSyhlQdwO7I3QmyoYCDJfBzBgJgxSIMYG5GNdWr6qMMKPcqIDnPIFDq559Tgj06m75HSihj+4zsZSe7btrG+KAepi8xOh40QXAQfjwqFSGX0YUehG4fBVR+8wZ9hL1mAWyZ0/YE6dNddxD2BEEvBPsrMks7Bmxgr6AHETBG2fese+7Rs5Nzc5+euQG8PTz8yzkA/KWNyfiHnsUmOL9YZ6qePMp17SmMQz+g9fuAv1Sv2ZZdBK7Bw+p/Yj+iwzQwLue7VRygC/RPgmIIQs3n2LXoMDtPdIuCnS1XPEkEoYkmFFWdNtCjAST488A9Mo/6+wlmr76J/kzAPzKRgMDwDkoVZ80apN/+05Zl5gWNwJ/W71Y/SsbJHJqt3gAIzj3VGSASyzFP14NmjXMtYPORJCVoi45qoMTQcA+5+AJngvW5F+AWtVEAGGqHTrJ+EzPf2Nb8w+4ByNaP4H3VNT0XLdM99IGfCB6J761tb/Jf/THohMYA9EUyFziPVWMnwYYAjPraTBTZCnn4R+ryQ03JXjTJCbndfXCM7yZQ9PXLH+780//5LrZcPmhVLQII5Nn487Y6Gdfr60HmmPRS3TUv5EnJdPzSq9dDA1bK0VbegHermqF/EBSgD7uVKwCpM0B9rAavtDILSR3jc9N/B39XbsEjGjyMvXq7B/CN0zF//GsAsACvBLev2wDxaCbfu/3FWXExbgYA3hLQJbC5vSCGYMc6cLkpC3UDFPkOADy2086qP89A3QH+8snhENtx3cikWg/gaRMvAPaM9w8gcL97GHAlmAEjtgT0vwYAM4edR9dl5mDJtOOFAtr5zWGo03cW8QJenta1htiNW4zBsqeJe9WgN8JcINnDcuy5SqPr6vNK0AATI8D+JQC495tBLACMItYsLoSoYVWnvfdZBagGuDjGckxm928B4yqA85zd/9uA2hkA3mcWbKqypLOzkSGUNpiDdnGKdl1cmP3J7zrVDIZYYIT3z+BfHZkI1zwL5o2z5byOveeJBpgGzqE9DztWHHKMlQjNBY62V2fHdNpr1s6IzjOA7dnY9REo2T3fHlwyV+67393v1SHdfqsyqPO+dD4TYb097M739177LAfa802kfZ2/GnsbQbXnQVBQGl1QRDBoQJQF0U5zWbD4iLAc+qpDUNCkZWenVMSZUZ8zU3AImlXhuO1Hp+KCk3X4fAXVBjKQvbDC8lwmfZ/R+8w4joyN8/guy9pfluHzu1nyfg7GAp/ZvRSIRfGzdPJGU30i43Gu2bmjsNehNopD6Wyiq8+8qA/qte5Xk+2QCXWIH9mo7tVpf7O+LTEaqcQafGjpTUERywk5Rl8a7S3N070+yqvVecn5rJnhGvWKOecLYK9zns8287DrNaDAllo702ynVl55BLXs+mygggqWdL60zAg0yHjpoDQrBKeZ/RvJovDeHGrOpUDGGQBmX3GwyncO/tqS3VVYRlGoE94100ntM8tfcA6hCLSPygxp5mWfJpSlKGvsF0pF1vlC61lnnBK8HjR7VkNMZ5G9OXU+uZeM03KSVkQoMDylEI0WngykkoLzaWT6AFI7OhzdzSicPbRUuVUGFgDmu/C/ixxt5p+911DEMbgMIHIcfnZU6bBiwbEeex6Ps0Jku2VN7aFiBrBKtEoo49Q5IoBPNgTClH2gXDG0XBkGbxowv3SKDAmN07NXpTTrRlZ9rUIzpsiI4GXGIb3tJmNqgNM6oQuk5JzmHh/IbkHRHBCI9W8vtkZYmknUZa+iKRhWhfcSJOM64cTx/B0yAEcM38exvKUO2ecaoNA//2F8NDBnM610gJzPBXLhDNoX/A8dNTOHSEzm0sxMttv5Q/dkxbUnUvU/aQZHE05tHMGUNbKP7kSo1qjubLlDleLqcFlTjNPSb0EueVpLS+f+BpbgRNqei5aK1lmaiP04izfqWKcxDn1L4IvR68RFiW8vcXoWIkfyD8elCn608JHBTBH6MRssBmR4AmJuAy127ba0dbOC8xyyNQCscS7hXMQZ/bC9vQS2cZAY/EAkPkaczpJm5eDYyD9KyPIeBt6eA9YFxZFj95UM8/YBjRwjozIOM55VPpk53K1jhlLGLPaUS5/jVJpt70XuZ/DKyn2/wrovv3S/5fWCi2Z5DYBag+jog7wgitlg8IiR1RPQxT2YT3Wzk+7YALXyXbNi3ASzTVqqKxdRupNrGTvRyvxBRL4ZbbYpkZ9b7ruOvwZQYHy65+p0ySh8g24W3p1+VQDAwHCKMzffbDkcWDoN5BuUY91y3MMnMCIJMsp1lMyiugBR6/xHtt7HtkEIjY5ttIYmZ55SgM3YYqPaosEAEMu3IUtxbMmreQHA8Dl8r9028q8R+Dgn8+wzYGdUeuYUA7+OsGblGtEuD8PgnL1NFs6l1cbQCPS5AYScy/bnO9mT8PDtjXUOslr+LG2hhwrI2p7C51kiWrvmbQBgK6fQX3kAYDJhRt5aChe5FvCkGYCWHVuHibxGvsT94Jns12aEy/lShgAAIABJREFUyY+kcV7IyJ47xqaAL48kQx+nM1lRRuzrdAWMbBBIHE+AkNDLozgdMUPtKWuVB/apGWLYc+xR5nxpiTTBDDi84CeWXbfHd8uCU2Yu5TVtO6JuQJYGI67bs8dhsgeqo8s3oV8A4AZBEqQVR071HtMtO1/2gWxgbsa4LKW4xmGcZXH6UILUTHtkM7J4WgWQyd6vzr0AWVsaVh6ArODcwmcBVDtadJbhUzdbuBwtEcxOd6/OFcwWACabBL7Y3oO5/1XookG2Bfqkm87/4qqN0zFA0troOgf5RwnozC+APRnyzAVTlWx67nWVrK4vZAwP72+Gec4gGbfr6PU4CCzKT4zcX/qCltG5ziAwV1THiLxdvWaOVdcewAVyLDhKdY3IWM4fMrMOpDq+uYcBqC11j+5WoF45z/O3ZRU6YMs0t1IOzkeDmnmPjJauFuBweI1VLKSLPbfce+169SycpPI9HHxPk8EE/VFOk/3iTNbB1+NDUABBHGR/kEXysNn7jyOPm1GWzzkL9Q5l7mTtV65Rihj7YxZm+xXjLN0WH21Nw5xCjw/CD5cnQ16AdfKYhnnkd30QLRuY95C5W8Fu9xCASwAYwFp9a/0eXeeAL1xDhu1WXrkaWX03xGMFDMBrsrcCYmUTX6Zk7NroONJ5Xb8hc8tzXt10dLkGhGUfsDsJoOm+ZB4AhNpNE9Cby8jm2z25tD2ATsoP3FMrAuh4rIN5eJZZKAR9G8SCBvi2IBs2JbYrmdxT4p4dyHkhS8/S0gZhkCnLGes5xYaAZqpnZ7xkJAIuztlvRS4CAmePgYvv17639PT2G8ep+/PzZ/pPso4EFUCfnDuc8MgHAtM4X4wb8AtfI5VkCJ4VIEwPzGQmsv6AXAYfoF9C25v9acni5VvQKfIOvR265Jp3GRcvaFQAO3RfMW+5X3TV8uL1x3Ausk/v0U/DXx9kzI+TXVd4kzMQuYG8Z8H0+6wOA00qm9FFAIDZB+bdxP7a72T8TwAYlQ6KNpAJqvPbtic/BlB/lbVKlnLW6kdsUp6RoJZ3OZfoGSsjCHr5IXvC+Sf7EH7avvUZB5nmqEB//e1VdhebJuubfa8PDr2peirrBK15PtAn2zc152OB9zcBZ9mzJ8nqIwyOM4BcpQQ6Z5hWGM2cqkhkrNgHZIEmQzK0xRgbqJH7GrSqtOMngTaUKq8902BjwVfovUG9gNUPCZSyrzP09/RpKgKwz8isrm8y8QG9R9Y9TV9laBn5x36xBpYvFbghg7U0g12ef8+Tqgpn6bC4Y+2wtZc8v1QbeP78lwJz9x+OP6FymjNiUK+2gvdl39FlaJmhPINuaAugfEMuwQ82EJpsUX0WrKHr98uvT4bvWn1nfRoEWsGzoSd4AhUzGHuDLclGzLw5Z6w/86Byx1lHMBNd2+NtegFz1pCPBKEwri/vCSygCg4ZkAQnGgQOH14AGCAcufUcQDo94KF7gKZmHedM/Mf/ENDzYf7+8cOdv//1KnJCYOshGX4/SS9//Y2qJQBsAvcN5Ayvwl3T7D8C7TioDaQOfaekMFmIDSuODkM5cUoSFzjL+l89ix3YII3w6mQx07MWGfo0QwScf/MqASj3AMbtdYurtbYplQfIoG9QE4Fu8CboCoA6QQLPaXdARi0BXfpTmwmJ/pSxrU7wOCWW2QdsXABgAGcqvTBx6PlZwEJ8crR0QY6R1V56yxRra02SCjz0VYIO4EtkYHPm0HPQkxgbfczRXfm7uiMmRYIVKfH8/sMbNLas41V4CtVmDFIimQPQj6N/HdCWe1eXzbXvQ7/oQle5Xr6ur0N5qc95fcsGUwHmMRfsndG+vlANInZYdIJP6OeZH4BzK+xlDwAx8dNzLu/XX4XsUa+Az76LrvlT1oOgJT4jg/dt3qfccJ9Rf6m2CfoIGbLoLE3swXZv4CbnRB+6NgL2/Idm16O7NvO6Z8yAzNoh06/2I8G+U5mtwoITA0tg7iSgZaHIdP6a9f4JP3POGWW9HwV0x0/THrToX/hIpvJVuUn5j36HBgmiw2Ru6G3oEGRea5NTQphAnAleorcyZbaRwQTX5z9sEYK+Po2dR6WC+h5J8ir2ol19EwDmGZzJ2IPJFrckOoke0UkfGSxVcDv0ZaAS1jE6Pwl47o/+QnUb6Kf00UB+gV8+q/7fBBzPFXQEXdcGbUucaaUZerBSlkApPsNH9fHok2Q+wGibeLT7gBnEZ+8blI1/j7HevfO//c8f77xOkBeBS3cJWka2597VkwdAhq/gi4PnyeG1D2lhweuoSCqdm0VsP/n6gsiexm/ZID8rWnidfrlNbMI30Qq5rAw6QBNuzCTntb7p2sZNip0AlzMAfLvM8xJjB34L4O1NT+DgpYzeXHQ4qpVJGlP70jlYh/QM8Pzp7d/3eo05lcQ6tkdo7fdNQ9cJcwY7z/erfJzXjmkzHLuwNwd6+e6N7N4xvm/cdw3qW8//7rw4dBhGNY585t7/sh4FFPAoeQeGtWMvk7oYqPv7Ab7enqOZaxJEnU04PW+tw/59Biy7x6f9uWRg1rl1jGtLaNxe13PW8u6h/bp2HEZJ8drSUs7VfezBRIzO8zar+Nh7mQTCgNdmkW4WWu+DApuXmanHuPdeY+Nf6Ju/z4EFC9zs+AEhjsyxObQ4jC/PcGEFFrMnQ/cVXqd1qyE2SuMCr41ygq7rpOTMSRsbvdPo8j1HMCv2tAb0ggl72KUJHZwo+UewBOOq8xrmOpu+61lHagfv+DuHeeDNYIub7+98L8AX5y9zMzNbBydG1tIYt1zAQYBK5fM2/RznXsX4nMFboXy6ruVbZj2XqRZUHPDBMhyT7Tv7cGSwHM6qjmec4zumLWOzn53HVeAGB0QG35JBc5ZxnpauMeRbalXhxTiavYZQIpJ4wLpj7pbmlTcimHTUXfZjwNAFcfe6jpU93+tQgy7EffAIlQLB6e5RBI6lVo/S1s0qy3dcTzIapAXpkv3S6e/r4CvSAYpv1eQqJxvh5z6rTPPaPksLGvIczseWDWLeCDyz6g7glXvghEDRQNmlRK4CnvFKA5zGzXjcUV7O0Oz9ri+f1+lFFl6VuQmmGKXmvL7cYwFdzwPXCPo0m2/WyKxv17QZx7Pf8nscM/aY8hozclgPS+Qdc7VEqk6MzRq/HJLcHMMCPrEBDpZhtDQezz7OXrX07kXPA/IY3oKxiUI9JU4cK72qzEjbsukFSxjDBl6xj/Cc/Cy/nDPWKPdmcZKddfRu3gzjBunkP0u1Y7gahWtAQWhqssGgvxqd/W+CF/Lm1/ZCUVE7ZwDjCGENtvqAmf8q5e0nO2eRZxpZx9mwEoUlhU7yrOICR6X8VYeKwFMDp1graPxyDszOMjuZc8Lek01Hhud5L+3xptwGJXR2t3v46h/Z6HFLtfDCSVGHcMvYUe7TEq8FzqekC4ZonQuZz0Noac7NlrRdmueeVR6n/Ob2cVt50OcQuJPBbP9KxoDSv9nUW06+zsFmYmow7BnaIBeeYaSp81AuSmfwVfZ5gwWwVwsOsG4bIAR9ZBw6Msx44nsEaDWbk5JXF5BIPsB2fm1/GmgK2XMo2vJWMlGmB0+NMJ3V8p5kVCC3xwGNDNkSca0OQOmgU9kpS9Hag5vztVmPZmDb7/tB+td6lt0zeZHrwl7jfOwZD+24vmQOEcQT+QAtENDUqC8/16EPQDBl3PNdDDxBXcsOMiYAE+gfR8J7Mmni3OLzZnyGRgsStEyl+2NAkmWM9kxQPrGliGAVlBcmkyOOKPzgOE+Zo+fbc9MMKso31zFr+VjWC0dC9a9blT+4BgcMzxP0MLKV9zeoiudqrHKmy3F6jUECluo20GSAy64DBqIGrA49naXbyxL609Fv9Qf7TxrQBljKWWiPzDh1uJbzhhEGUMG8+LtlpuvwRWfEyP/Qs9/es+0znH0KbbacLWXJ+7w44OKQJqup0bqXEriO36xoddo6tPNHS9ZXvgn4VIcPyUL/8GR76E6gVObD2jwAgMj9KLfGGi3Y1pLkeedeZBfOeZ7fajAjOzU4cO7Ya2t5BdHZnI+W7075MXqkQVeNXOcJJQCrjnAOAFKhbRyz9HdyjQ2CrAO++poZgK180B5vyOI1cA1qYg/5gDOAs8vymGRBCMSU6kavt2WCwSHt65yN4XwS4c/5wuECXeBI41n2mnbcOJ2vsteMB4dRs4PZo9BSszbbp5r195ntzdhKBjo+Ggg1gVU4LtG9+O6blFgkoKWykay+8A/KZX7KvlgZwIwgHO6sPU4Q5OK9ZDzhnMYThIOpTiwc/3lRupuBQgc4ggrI4LmYChU8F/5G2Wuy2VkDMi5wQEMn7GEDjwggGUVuM5+ruzVYzGou6qDINctIW5JeHY/v4BDWXiMjh5Jn6jwtkUzP1NIRvAzAg0AYzpX0tjxIO21sjvIRHTVbkvpDnO/bF9aqNpYiJZDFbEucbqNXow8NKKPOz9jM0CS7q/ZPMlcBEFu94/8j7V167cqW7LzD5Js8fGXeWyUIZcsW3LABA+7IgP9/1y3LDVfJFqCGIdi6N5PMw/cr0+MbX8Rei6yUXbJ2Xl4enr33WnPNGTMiZoyIEZmszlV+z/h4BpJOEKnOReSD+zzK+iArAPEEU5g39ldB5AKo2sfOFV/uGrytfADeIjvI1K1bUom7Vuh1A8hWjhHbwEEwsLd+P7qFfozIf8/uTY4xaFWfP+PaVguHnTWhSCYTeloC9ho8fRRAiRcVKtv3EMkiWYDnUC/pw+Mjlc6+Gz0BwCSmAIa0aqf915CNYViZhLulHWXPsK74mcxRQcTGIbCV7A/BYeSyCUZUV46eQ59rF9xvNwHeOUwvPXmr7PP8ABubzMTYa+9yzzcBNVqx2Sp4WRE8I/Eh/DvGTLU3sgE9NEk7nmupiKR6EJkgQQq9ZyXxVMnm9/iwDdg1CXWBVWMH2G0+z3pt8qpJmgAldztvrBMAw/tU4DFuKvw2KQO5Wdo+AKnSFTboaQXd/QCHfPZ16HYJqjIWbAxgCYClCQYyX7xfdplcpz0bJ1DaIHx75Zk8gP56+9beqVe/e66gskVwW8r9jx+ZU5KG0lO0STIEUgHrBPFY5zLtAEBFtvHVeA8gVT17O2OOH5vnbouNjPvhAyoqZaDy8/i341e0t6aVMlZPMS5kXhuFHLG/BdXYN/gJ8XtoOeAGzt6lQjJ2I9XUJP60VU38nyMOps2y+ilAMlShw8r0JBWa7F/Ww7Y0VnMzx3wfmdzEVmkqq5qyHqlsbvA2IH+ux9a5m+9dP4OKGz1g31TmlxC41LrGwBoHzPPZOzj3JAmLIHLmkbViH19fByyj51/ttD5zExabwGGyB0AvFYsCwFRRykIFJWzbprRdRWxQ9MF1KjBZW6tYH5Xqm+eiBQG62zgIZ36Yahw//XG5OXPy+OGTgtn4fT1/00KFMwaJSx0nOhBdkErsN69NwOrJbtrxZB7KNJE/799qC64z9wTJ2wM03yUJCWDup/Z6tUpaf08AC7lB/nmmPnvjQyQcCSIh+2+oyG6FGbaT5EX7Ii8LCa0MymxQ1hgLJ0ykRy7eVHc+TWWkjop+A0wqgN61H7G19K1Hz9ICAJkElH2WXsj26/wtFbGhUW+8zoQA5Al//WkYCdYGVu/Xhg47AXY6+v46OuL2PeMFrCvrfCf0+8RJsHnvU7FPv9RWhkVuClK1bylVsKkejv1DLpkHQFwqcfGH3r81VoefZsCSf4fWuokBsuPVx2yyKO1PALdNHnn95qZ2jD9UUFPZxv0YB89B9TBxCvQAoKnJkdC5P9I+1o5E1w4rCNWXgh0CRU184Lw4cTSeGfAfIOxh5A7bBmD94C776beAwg+ib6Jjgz8/uA+4/MPVzUsA1szDbWwQvtPtq//r37/Ms8aHjVyxblS8dllzP6rjSxNNEmb9LPYC8hR7z/wAWEWsAf+/1D7+kGf3rIXtp4rxdSqZ2Xd3ck/mtX7jbyY9kBCJPNQ2RYbfpC/y3bupFE2SxfVTE9DwSZAfgHhk/NVLwZ3nuQ8rdJO5bK5Azyyh7I7MP3pqFXVjpalAptKU5AFe22YCanaSPkmyoSK+LI2ZB8BP/EKen2cGZETu8dUA5p89e6Kv2OfH7ka35ffYIynn9f1I0mJ+nqanMc9886t78sWP2QNZT2Uaf5nzL2dVpiT+S6bGGKmsScvqg756H/BbGw3TiuCxa+RWhO6Zalheb5Jw+z525GHmHBC6Z/OMg8pnAE707a1bSVLIe/jXTQ4GrGucyDYX3h82JOYCZgJs0mx75KHlqdNPd6pnX99kvmjFhPscmeK8qj9l8nCTr5ABzvATB0IWiU80CY+kW84b/Be7jN/zLvIFwwLz1v7NMDyFcYZdcR0AlzGtD9JE2TJAyOiwr41BsnfxufDZ2yYr+0uQnN/FP4yYcPbg8yQzQtnN53omJeaUMwdrRlW0uoKy8uhS4pfV4xSNeD7hhT1FvpuAk4Rm5nLwySZSYC94Rk4SjUXmDwmq+gn44hM/JQeD83XdNn1NPsLn0CWVP6a1et5rqnfFFpFz5LLty3KNFq7ku8ga57ImThLLc1t3jtjT7B2vq42r/4bvGrCcz5VZJMkLf//3b7K2JuFTQMVa385Zcvv3GodJm5Hcv9LHmYQzyBR+LpB9iftOIt/BjMW5Br01ftbEzzaWt0yAxNIAgLca+BI/G/vXIi8N+fh4+MqZs+8B4G8C4yeA9z8HAL5IxeWHnvJmgo/g6z/+3DofCOl+3p/33y6S7wEILJj1R9cqODLCsu+fAd8zcLzvfwP87k1xuOY6+/6Cjvu9BTFXOL+5zuWwa1bKfwoAvM/KJjgDYpfK4QYXD5D3+3k6z+NlDhoAIuLuRJ7Hep7Hnavtn+g6HBWqe1++80e/37Hz/gZBd9w7B9+vRwMsna/jmlsJt9dbAHjneqmSe60BgBtuz3XOvXFLNed58CJT536SAjpmdmxwnMPgBaA+Cd+3oLGKuUopQ+h7I+ZnUHfndgFgjXHzAY97zEOWGnHkvGuVvVkAaeJge/Dfa26/4eO+gnhmDJvpvaBi13xAgTPF9V7rTN+8IMtSSPe7CwCt/IzC3CopaaA9yRdEG8D6sjd4lqlA8xJrSAQLdnz7fWVmAUUB5AV4F2hc+WJuu+51YM260YkwGI5hIV50uQ8fntvzWIgQAfqlE76AKAtsa0PrjH0PABfs2OADgSmyeaYSl+9w0D2DbNKaGvgvpfMJNOHfuzZ85gyobKDyQtNOYGKAhksGyTeyagCBefwyVKcY3aVIhfaGSpX2b5x1W1mY5ehBWmOtLj/L01a21BhNRt7uHwMhrqnViASoDnYCPtdDQv5uVnk/6oGsG4Nnr5MlfSgA8Hl/+gEqKQ2MHirbcRpkOexH91zBvG9/f9abO3VbcXzZ27mQenj2+hjb7ZF8sUWz13aOcKS4voF3+2Jxfyub5yF3fvJPKIG2wtWx2HvkAJmkQOb7PNwCg9U/nT2meIDkebCtVG+2/QSoqx8ynxwAmoE49r+OFfqzgWCdXxyP+gQXCjecejLprVzhIN2xlIJRJbWgEs5iAZsG4N2/dcSQF+aEIx0VZ4wj32tvcQDlxmN1vO2Hpk6x4nRpYHW6t/cF32nv3CnxJzFjmSx6rayFh4SjX5FjpbrXyqmzTizI0APvJm2ZtLAAMGNqwC7XXmaI7pMYGul5GHz+TWbpJI7guJl1KMDMfwRpkP99bVWI4JeBjQ85iBc4v+g/9lEjIu05VmezweHh27lczR+aulEgfnqKR1gYH/MuDaFVhZ0nAMsCKENxM3TKG3wlUGhlq3Q07jWBm5Xvs73xWakeUCc2A3rswA9xluvkQ8fXYLv7tUA7yQgZN5mPZNYTgPcQ5yGC5ymlV3UTQXkzPJs9X6BTe8DcERjkPQ4z2xeNPU5SjJV6gjpkp7bPU2XPgD2zR4C5dJ0X+4IcSv/M97o/Ws1CxrJgk3O6FVeAQR7WVt/0ft0vZqremWqT7rtRDdVDHPgG6OD+6GkqNpirHvby3QXICwAHuNjEnU8JgD4Ymk6ea8F8ARfnjUOfQTzsoxTN+FVUh33IQfxLgCQOJcgD89DnGgqiHvAjx+3hyP4cAJhr7bqsH4GCup+DojrKva4+XV/B/S5Ya6Wvtt9AjbS+TLbzwXUF4jzwWHkj9XUB4Dl8t282do7rjo7ZrN3SIXbchLKlXCP4wL4zmUEbVTtSfzCBJnqrpVIIIBGgB8piAuUMl0Au81Yaqnz2DYDWAB6tsEMnMf5SOUrb3crA2XethAMgJyhIdjz6rln8HCxNaCioGZ1hBYvVEgXUy7zAeUDApMHyKBv2FYfS6vvZr02kChCw1KXIE3JoX3p8GfZ0DvuhekP/I6YcmJs0kIM+AUEOoh7k3fvIP4f92pYMkWojVKCJXwL+m7i0erg+YueVNVPHs8/s0+m/l9baJD8rGku1CIV0dcLIcd5jr/O+tLVSTiJDgIBW7pPAIGsFwTFeVAtZQWnFMNTGXNIeeb9dPUm157sETHpwL6hl8s8Go28DzrNeETxALWSXSmzsSQHh3N8qST+DjmBM6MP3ScrgGUi2WKp3aSa15ncDZqDjCqJOBfr2smbfAZpDtapvI+1YZYzUOKoUBvhp787pCboJcuuntcd5g+U6w61UBPwv2GoGOetTPZ0/yD5yu3S0rd6H3jN6ooGgBMXuJiDGXuL32//NXnHa89KxRUahaeXapSeP7n0NTWXWCXmkski32EQZngcbzvzwXOh4QHV+Lx204Jy9vWdfA7AvKJ/nAvTp5+lfmL3Gda0kx//w+Z89I6CJXFPdaLCpFeUEfvp5e7ejT2FS4bDGfFPF2Z6+zNecfdAdDaZTiZE9Y3C2t+lYCyxX/9rrtzquAVDZGvgZPbaJonzH+T5AKvvQazC+fGbfsweYtQQ0U02nynTvsx71I0g+CuDCz+1jzd7J+piAJW0j9Hb6B9IOs+athI1eQe+VLpgEJdhGMjcL6PKe4C2JKQQjGRsyhI+1rT7q6bvfoYnNM6xtaiXKAMAmNul/QsXJ83OWKmU755Z87jeuXwWC/0kSkBWs6HR1Lj3pv5SG9NmzZwUn0FXIF9UXJJj0fME+K8hrMggzyLOXLjTXYw67D/BzpjKu/cFzfez42m39N4KIVO6EijgVR3yPRJD69uN72QJgzwbS+stcgP9tdTl0uNiim1SVYduXvhfdzudK757nbv/xJqXJkFD5aCJZ1q96w2Qjngd5Ro8DukX99PpQet68TgVfwJAmf7LW+XoptQdgpSXG2vgyHMR+UHVD5dWHgIqAvYBiTbClEpPn5bxTvxw2ARMy7ZX+vnP8JOBB924CufRLNTGKIP+jPkMriS8UivrL2AltP/uRBAU31O4NQGh+BbBiBbL7mn305PpJrgvQEVnKwwC0rV/A2LA7+ED4O+pSwX/oiNk7TXKkT2fGSDBdn86YxteyhmQ+qLwv7aqxBgB9eg4zvqdPn/XeyAMVY33lGUm0AMwgkeLh+Bdt85G1MfliqtLH50V//f4Vdgn8CPS8yd6wStDvFB1oJa3nztoPaOHbq5kquoBAARjwCQB3CgLNGZA4GPPLvYlP/PWvP/cZax9TJQvAiw6mFQ6+x65Tz/dU+A0AzLWpEOR+jXU0CM95MHsRevAvUgejx/HvAAGfpLqS+fcZ3HsE/tU5VPpfXb1IJS3/Zs6ehjaX60I/TRKPNu62rRyaz4Bu8ByGTNMjG/8CmTIpybNYl8HVyF6Dyhilyf75GkDrSfciSQCfYWbKM0BlDHgCkELPVGSbtXv+ItcsNfXV1cv09G3QP9enjy++sX14n8yZ2MSzu/jntBfI+yZh2LYBW7pAQu0UiQS5RyvHshaPArzWd8x/nNe3T/yb6El0nokjAWlZvZ67I0Nf46fm3w8emXTD+AAO0ZvdW6P/AZE9P8nGg90CdH/xArCXSdNHrJVp3PbW1V/+8rMJsJyx5/zGJ34MWAxYyBixGVDSA/b3mJOJZU9BLY0Xh+55naQE1n0Zx/BfucfLVPLGSpb2+e/+7kV1FoDwo1R4Psyfm1BQA8iS2PX8BUk9ruvLl/RAVxaaxLDUwLk/AODnTwKRtByiwnUBYGYf/+rzxyQ3pHL3c3Trk6f040UuMu+NuZgocfMrMYWPkUcKPUheRachW/FHArABBFN13LYiX5Ct7POo7gLfVPKyj2MHSyVPP928AGpJHCIZvknv2FDG1CranAdo0xTTXxHPn1cvSQySop9FJ1zzCJaLbDPU4LJXUOFathg+1CnyHIY/is5kDakaXn2AwLx7hy8tM9q9+7AuPGxFbXUxtpJzSUAy9Oc1PcwDOBInBVjnFoCQDR1zjqptgblKcPdIgDpYoPCz8PWaWIZcZHzY3afpL86+q3+eCuN3rXYF6CYZwP7LHwMiA0YX28g6XRUIp/LcStYxB9WLtDeJKNa2EpN6mGrV5rLxOWJSm6TaQyuHGYHuUik3IB+K7QDX2Ff2AP4yOqH7Glae7OGeCVmoLUiYViD3u3iK5vsm9crURjyoBQ2TuPI4cu40MAixDXAQbGwLo3KNCY/1Wk3OAdwsgZXntdI6D2PNuyTe4GvzavJF5AORYV1MxLV4AR8HmdnzHUPt+bw+hH6o8RDiW8wVOxg/nPY3XN91JgGiTDS5tj6Z4y5zQuzSowD03K8e18R/9ll5ZPwHkgla0dtzMutqoZlJJs599/cAwMi+Z5IwOzSpWpnhXA5jE6qBceIz9fzDvWetl7kKe7I4DDb2Uz73v/3rgMDvQ9GPTSPRNDEndCdyvwUS2JkWCQx+VB+0MWr3JQ/buEee1XiXCXz8zXh5lGVhacIXGArneizc6mTi+VMUwjWMaauHFxepzzkJ0T13/VMA4K0Ac0JUoP35BBBvBTDvHz0F/FyBuBrONacIhUGKWbd+TuV/uXzf857H7/f97yt8vwcOz9/b9+rdn/DFAAAgAElEQVSwZxHWOTzutPc5no3fnIHQ7dfmc7tDz3OxoMZe81yx1So+nnc2duekz2QG7PeVsk6az40yOMCxKYuf+WhgvUL/Lf31GSDd+dq57JnIvXLZqKXtPA/u+4mZuTDTULDjPwaWG6Q7AJ39vIHqb9dxq3537rb3zHk+dh35WwpQX0AS+9oq2f6+gYRjHakH5OVcu2l27Qq2znOLKRo0Ost7q1CQmbnmBjB3zBeQh68jzwT5CBTUULDqU317WnuU0Bk0Mjh3VPJtoHw37WW+R2bIWm9PnXkusx0PEHWfr9z0+ZjBdBUlTv+3ADDzYWVgD7J8ZoRm53GBq6WabpAFwCTyh8LboJzr4QbWOCsvW329lYq7ggUBCuYde/8AFi/LWyW2z2TViNcF2Nl1Md631R86kW3iPuD0Blh5fg4cl/dG55z3Q5Vog3ZTPTafsbLAdcah3cJBDo1cd0EgKwU9cPMy+1y5I7DZeeT3HCZjeHCKthJY599gxb62R/BW/7QKfeT8nJSxALD3QZ7M1Pyj184LFDhWwNnrkbmmv6BGyXU5698TPlk6UytDfD4Medc7i2oF4UnoO2/qsq02aUb1HKbPY7SCVQC4zzLP0Eo4DGMz9gYo6zWXXsWkhvPLYNW5AlHZ4GPbY9sD33ez9Afz1opjgK98uIeWgtIbGFL3NMhE4GcC0FYIHckK3GX3lXprKwLXSBuk/D7xqPsJ8Ku6yHlzX1m53UDHBDXP32cJcP5w3KpvtwJvH7eHQJ229gzHQcl/S8mNza5ea+XAAMOnyeq40BmVF2lFeNlf6wjUeyjQF1h9YSXlUrQkEADoOGtcJ5OELqqMOBAmsETgyYrpsQMrmIyvh2qdHXuPqst5de+Nbt+5kbK1Vrnfsxrbimwz/va7R4Yh+70ALc7VZQ5w7I79i0PHs/OczPfOOzal1XNwqjImAs4EVVm/9ttTV2Anl74dJxk55c8GsrkevVV6CKUSC9tfvT7gb2Vn9hXAxNjrBS+r00ZxldJ2HNLdN3Ua6xBvldBh+9ZH2KDs6rQGXTN3/HuraXfupTO2cqc95rr+BONNVvidbPsJuNwhI7iZm1KotsKVJ90D0RwMdw0L3FJF0flRByNz0Kqvzii9F9R07FvWFtC9a21lPgcGqkM83DU0dvETACbZ4ud+KgatR+ZzHQ6R/I71IfCCnDf4VkotDybtaTS6WLEhcGcyIkGZ+4BFs849CFdmVUBQn60MKyMEl6dSsBXea/OUpx7E8hV0MwF9QBSqP7ZyrYe/XNsqIUHCBhjykmLIit4NlLS/Gr5MK881CgRq2B+MeX0P5mATgvgOhyspok1CadCzp0+fxzOBwZcelGeN64fti4ASiUb5JVUE6/4hD6gyKkKWKpwgK7Pa/Yk/wfjyH9m3HGgn/+MiFxymN/mHYHjlaPzDTfThGT9NtW9TPscWsv/IXq8+nSo2wDp7LNp78xKobIWtB2flhgN0ogtUQOFDTACUixMQa4A5MgooWF3fMW3PW/d8wd7MK8GNwb69fubtHodSdGeD5tBE236lc4aeyvUAcQjsuH/H5x27udnOrVTNAb3VnO2fzqJY7Wpgg98L9DJ2dDvgBXug1VQTxSDQcD/BcYSAzxOgwgVvwg+2e9Z7ASKSMjYplC8tAKy/Mj2V8r31IfY62kUCA5NZnsobqc/dRwS57SkKICwY1cqrfK8V3gPWSAWYIFvm/wOg68pQ5oMsfubCRGKCilR0WYm2gTD2W5NCWjmlbl6gDmCP77efK9Vs2K1WE3jm4PkEHA4KeKM4VHNaAcIiN/A6VKXYLivxCXToTxMs3B60fKUJeXmvgZf4zNig9bOPM+y2itF+MJYmc8WWLo2tvau5js5Se3ahQ5qMYhUn8tgK9GGFQIejc8hBsk9lAKY8nz23pjKVtYu8oLtKyTqyin5AlvkO67XV++gWxtJWAmMDSdIEbCRAzgt7rl51DQSKJ1BGpnwZSmIXMo8E/gsUZN2QbfQ1gEMDSRk9n3uE7FCpHl0ibTNT5FwgK614yPMhZw2YZV098yoPLNyeh0iKJMGgSTpZSwDHCwsJQdDxPa1+tzKCqi1ZIJx75sDKwe0HhlzCkAI9cgKi7UWnH70UqDwX336c5IUGDwlYz/7V4Venu3fRVTJLUPnnOLR76AUDdPYp7B7NFz9g/5oEADB8BA1JaCj7zCQ1sAcAaqSIt1JwXwLAyCmViuezAvv1SNplXttTtD2ApXuvHwfwm8thq5TtARfzOShKUdlUwkHj2zhFA76Rr2GNYc3OvcHrDbvYHRd9lKmwYb2auMd8kFg2SSiAJFJgG8DkD58xqYD5hpY9dJNlG9Bmrc1bH+3w6wN8pNoNgGrP95+jQ6kCRB5f3yBDVMqry5ApzqhUi1P9KSOMALBrq69t/zcod03o2j3TM0D2682vJNo4RkUBKtfQe+KTTEXNU6hw8yoJh9JS/UgwtRW8+U/fInsrv7tP0gp+GgBhKoAa/I9tgtK4la49O7Xer2AY98fWAY61wjFzxzNaVe956kKrned4GBCScwXgQWWrL5mYqHRc3/VVgLz27Z3zI79f0BWA8F50CMlcnl0+hwo01NtNGDCRxvkzCQZd/T4go4l22J56IJd71T9i/fvcxBQ24GzC26uXr0ZG9e8BuPAjeCHHVFnDXoGeJGHmfSjD1x5h+1lDWU1s38Dc42K9SfWpoBb7lvYB6LiASSRktOUCxsmkRnST/cgDfpJY2ooqWw4AoCB/RuCdUWweiTgE+wEV67vzXxMyAB43rkuSHJVWnL0N+MOwUAYO2Czo7Zp9UWaS6JC3A+gDmvYcN+cy5O3xtcw2VMHht1klboKu1cCA4o+brIIc+twkhwSwjO4iAaGFHLX1+GeA7frn2EsTvABBl73MZ91kBfdL6LwDUNcfzphevEj1aV4kYXyMHqCnKgAtIABz9zVUoVR0sm/vBXx89Fjmk4LW8VtZU3QWvnYZFUavN7Goels617aPyavJiFTc55lbURvmD/zIC2Na5I7PksDhGUuAo3Y/s8k+6/EfjZN5QD6azIVf8Ru6NiD6jyQqAdrh3+OHWL1tT3f8n/x+kmEYE2cn+sA/e56EjSSlbGEG+hxb8BugU3UszrjnJlQI+5hzE7+mZUmTntqq5G2poGUZMXH5dtb5XZJ0FhDc5GdjA/lc1hz64P/mXz7rHoQql/Vh2qjEpOUS8/7nPz/r7z8kGeJh1gNxrv7vWWFtRc7ySZa6eRm/75Z9zm8XQALNSnJnQDcAusrvZxytPH8uRIJCj8uxpzzTA1ou5e9XvyBvX69+/DO2OPsygDD3B1AG/I13EyA8Fb45n33+ROJAQMnHJLq4n9+/iUSSCNKEQOy9fh8v4iT1u2f83I+99PwFiWN9VF8ZH313NwGeRAH2fH2fnCPsac75S9B93IDOWc8LmT91glWszAn2gn3DmQB5BlwvfTx/JvG27ix6D9ARJqUA5MvKBI0wviNzgy5ib3B/Bv3bFwDgiS0fg6muR27EEM4JqSRSiAVUzzYRGcAVnz5+QcZ2HX3A996iBwPamwhsixf2/gnG6vOzT6gkxnft+ZR1jwvHGjeeZkeo2rL6C7kX7atkG0JvkrAj40FlJOPAbmMz9lqfKHAgPpPvFzvLuvRerAXJURkH3Rvew6iHDzdnR5ILqrNig0qaNK5T/Qxuhw3PvmsMhYruw7XK85jcIIMdle9WwAJ449sxTnw51oprt+p5XiaicR7lDDpjx7eurhEAhu1AhrIpZKkQYh2cg49l7yIWxJ7SbjVPLx8rnTZyzdqRgRb5g0Xg7oDZvicYXVxl4gXvkhSETbTITrthcrZxPRYXf4NzGUkCtcmsMWuCH5B/c95uJS0yzX0yno0rzPHs4pNvXFChwReLbr354erf/P372F20WRLCYPzM87S3c+MznLeM7+1rz/Qk/hZryBv112Bni1xujE42LRNjqg8Z5/hW6Nb16dCL2BB9TIFkCzIs9qrmb2DE2FPjVSSh/lMAYAb9/1UBfH7/PxcAPgNQe968ONMEjWZDHADVONp7csp4F1zuxjj9/nuA4JtFOe+W0zX4DFk0KwVLy7r3Pweb+ewCZpfFnonvwTZjKRae33UsLAh+9WzU84butfIdhMDrfgcAT0TsDCjwue1129uern2aht6PPwj0ub/kEXz5dt647hn0Pf+8QnjusXsG3QuYWZZxeZ1B4ipADm2XzB43DePbLFoMjw7LVBedAOCdJ/7ezI2tgN3n2WrUAsBVFjqau0HPADDXYUyCWQI9DdbM4iy4uXOy7/Xt/NlqvT43IWyMFo84Sut7ALgZOxyda9jiGI8sbJVM74uxmN8vALwVgLvOm821fXW3srjg5EVzIR8OxL0wgWp+hwHO9J6B/h1DK/YmE5kDb7Oj+297r+2rwRZkfITNLBQOgx6Yjjl0PhcAXlns3OcaC0x42Dsokb2+9yglVGWY+6mQN+jG3zw/B+SDzlKFXOBxAI6dFgAHroUButAAEzjrRtEvutDkMabJdHIenUsz/N2r3GMrkjgQ73z3EDLR6AZ7XdpLtV6faz6/32kFVe7ZvpKRFQ5+Zz3WeSTCVifB+9s/XWCG1wI6ca2++e4eBHgGD5RUUYygdi2cX2nuTGLZvgKl/my2JveWas19pW7r2s9crB7qHPcQYeWMIPBRodiq5Dmgr5w14FodYhV8e1VlDqX8OGTjkGmlcfWSgP9SsHrwbODmks2N3tCx9hk98J51J+/Zd8Q50tFa+jTlf/WAdLBHsoqUfQC2k0U393dveLLeMW0mO7/VYKvAV98e1ZVSZkt/TOCFzNeZ8+6Zesrdy63GGCfemWFyZo1bMeSeb8UhIHKchrUP/Sjnt3r0W73N4Ys1IUPS6jVeC3YyViuOzGLzXn6e9SUQ2M/nfh8n87GZctCmzd4u3SDjjn7hc8hve2k31ijIznj7nJ0fwSYCYFawsVfUaUeQ2zm90I/PuHk2gQj3iocb99I5+aRViB26c8GrdJC55sXetfJH0KYU0E3wUh/aO8/sWHryNrmIY+AA+N7b5AkCkw2k9jY6dLWHU2nbMc8Yd/6PIILrv/dd2VLvSe8oTWeC9nWeXY+z7tx/N+g/JyT8EIKeu5f6pbw2uLZgh71LWHdsnjLJWLaKdispmX4CrKhDdCuBDRKd14agB+4mC76URM34NFiLTjIotkkBBsk5oG6GvuuCLlVumCv69TUxo3bHauwGG6bPLGtNhSObW4o+DzI7HoJODVqPzi4FIs+W+7DfzV5FRqkCZp5ZOrNat7oUnWOy1e/SypXiUar7yggHiIKC6CvWWEDAgKiV7hwaeJ6t8DsSrcbph1aKIA/JG1UDZPQTGPIACy3s+oysk4EeqqUBDgTqDxsDldaji+yVHrxJW1acrb2xn7Q9U3HRWhGQefRZ2APYLWjM1Yv0o3QMBIMFfXwmQAT9M+bPQ06uRLCHfoOlg/bARLD32KPYHQ+W3Hcrrk02sL8re6lqLC8OeAQhSu0OmPrUMTA8DvTQku74oezlZ6tiGAOZ+Ojb2KAE9L8mUACoQuBCOZCOu7KXYCmBAsZaukh0I3RU+CrjG21P+7fQgVautyqcDXLQhvPsVM+QTY4dJNDJ+iIT7Xc0ARNAKABgnvtuD4bqDgKoJndA7W71nwHkoz3HsoCggwjOtGIvAQLGX3sN0Nvfk2lNpXK1fGWCqime0QCENPqtDE4GPfIBICt9oElZyOH6X2cAePWK9lvbugCwVckG1P29tM368TIo3E7ArkD8BIH6uawZFNDoeapVeXYCNg2qTZVok2wyZlt2pKdZArPoJwLh6Brm4EuCZvojBjLRLeg5qsEQLfbtwwTxb7X3lCBafZSsd8HxWScB4ObX+xz1VXNt5KdBGlKTYCgCLMBuoFNgdSCQRYXD2p8NUg3NGCBKAWADbO2526RJ5M0gn8wzE5BlnRqAtdIR2WzgIO9TDWqyncHosmeMnwsw28rEvAeYa4BRfQXAxVoAHrdaOHNB0grzyr4k0YHroW9I4tAXS+VldCYvfZxUMWc/uF+ozJadoCoDtyiPz5j3bEy/O9aMQBSyyFpyHfYS60hwtC1fMueAu1CdAiDg021iEnoFGW7FRam56QNnMgdrSLVuA+NTnc9Y7wQMZZ/7rCaOcl0GKYBJNZ6VqWvDCZwTRG57BYLVkcE9y63su5epMnYc+N+cJheEwpcoVX2eiR6l7euaZ6tMZp7ZhwTsBe3Z71aT2PMTABPfcJJMMqmtJdjJzb+Wfl0qb/SsclWfmQSn7LMmd21gavzwshiUccWzAzaiZ9rMJ8BkmUWmCsN9qz8n+Gm1HroaOcI+WgMiwAsA7PnfvrMAwCabuBd5BvoTtuIwQWWCiozhTUDZJvxhtzMHJHzdy9y1wnwAGKpOeUmbP9X2MzZ+bwKjDAP4KTCKADyxxlYrC/i+pZo8/9m/l4QH5pgEDgBX5CB2jB7feazqXQwSvf3KTmIyMCphQWPGR4IAOhsg4F6oQu+E6pR1f/0r+5O+3IL+ZQ/InqX6CFlDdqisM5i5Y7cHtzoCSv2jhQhrxH59C4CY8VGprO+X6kkouPEV83vsJNV5ZTjAP8nfrYrNCryHAjQvdKA6NCB9k0jwm7g362ArC84ZtV2tNNRG6YPJ6MDv6cuNnsb34fk3kav+29hP5J1kKr7P+h8AsHKx9p9n+fmXXzo+40n4hkfPZ3y+r63opX9l/KKASzA5PH2GfjORB7YAK1AFgd9mXpCJR/RlTsD/awzztjdAN9JKp20dSKZpkhHzZRIP8tu4VNYD3UrS3rOfAlTlVRCD3rQAwLkX+vFDKH4LHKbSDxvM/iBxgWdXRvX1oC+lJyRU7+wt1hNg+GESFz4CNmaluAbzZAIjlLI31ZXIbRN0AjjTx/dnevj23NaPdc6Qa1humC/6Z2KKtb/DGNZ1hL0A/1hbA0DIWmCfX/7ya9zirwFN0/YA+tFNxuNsVl/E5IHn6WP8yy/pRxoq3/vR/8hPe68yX5EdEjF4ZnTUTfqu9l7Ra9DRIo/0he45oElJj+r7I1c8t+c1EwvZO02ujG4E7OR5GROgeJkdoB8vVSvyrc5+nh7T3BsAuNXh+cyTVJFCI00lPudPwGz0OHSmJMxwvwWAkek9J628ct9Lq46e7azupTqVuUQP155kzwJqAb4iWyaGYnO0mS0YyuCgCje5mzMIcmcyCHNs/16AcJIykW/ohqVBBgBmbfFj+RygP/qeeNaeIwToLepB7qmC9QyDEKYP7it0N5fTl+eFnrhNwm3mmEQHdAOUyiRUokvfvru5ev7Tj+qVuN/Qa1NVzZr+msSN5j/NfygCkqj/nErsf/7PH1w9Sz4K/nfPFG3/gZ+Z/TZhmOsnsQ/Yx+wj+lhvj9h6LZ0u7czLv8B4kGe5MtbWPtd3QMaie1MB++RxmH6iG94FIIQZQUAvn+sWpFo2NNxJRmHtqb6tHL+A5SNAbGiCqeTsNQPAkRhwnXngs69/1cf+IVX7yC/n5vfv4j+EXvb32PrrZ8gpzC7pLwzzSW11Pl/NGf2SCmLYB66blxPwbBIHNpbx6pX055wLW/XaFiBWyHcvhUKZtVx/3N3OmQFWjzDlZB8gu8w/APDj0GxjD0h26J7pmdAK1UYTsLUF0mwdAvU0E00P1Z5fMvHYWu3+71d/+jMDZ28ChAfUj26ovGa+PHPhfx2Jwm9ee9Z+mPkHqJTpaOP00c2RnzevKZRCvjwrcQb46/9tgsB1xo8f07aKutK1mYwdH9vKZRMuSFa6m3XZBJ62Icr/tmAGgLvtDCIf9g23hUKTpRqzsZq8yS2cQ1KZfoFDPOKFUcukkLa3Y+7w3/Cd3MqZB2MbbSESHUyh/tLze242kczEKFufoLNsx9bh1pYQJ0E+WEPuVd+/gLt7AF0hi49Vz3VPBj9o1X90LPPD2W/bvzD/rOHn9GJGN5tIpL9rWnLWLf+PmmoeagWEB7MN0vmFDKKrsHXo5fuwBRJ/JOYX21yWMWxq/WyY3Iwl21fchP0mxzbulpvNHmaMZfVQFcUv2paHrDnxQ8dbechnuE7jJRPzbPumvA+zg8LiheoXZk1xK/7d/xHmh+zPxnC2zQfJ3hP/++ZBmWdiIxSHAZBnoTlvYUOpjN4Ys4kzy6IX3dkYiwkz6GjPDSb1MUeyLXJesyVCdUHmsYk7FKTkwcpIxKkSRqG3HzYkcgzvqJL0d/UX52Pnqt++993XFxw7g5IH0PTNFHTgC9TufS7gUydXMEHHxiD1BvXP3/v+uy7METQ/A8ZnYPI8mnOQ+BJQPY1haSx77XE8N6C/752B4e8Vacc4z4Fh2sowN3XXaYDh/MgmWaU0inRlTifZ+WhGRAO4gpkLYizl4wZGNkC7hyCvtUFfr7UbYx09PsOh5fwqZfIl8OD3+fdWhm6frL0v75/B9/O1do7P8nMGjwR8qISgjxQKZkr65yJn+TL74xy0F9RoVuIcFtvbMgNTMfG+Tu05eL4ZuAKhCxxMxU8+vJSjPrce8cpj5W2D183AUEGUoqNrBYgxyv0UVL7IagPJZq7zck1HW/U+x8/SxPosKxftpzTVzhfguM9p1eWuQwPWM3arN3zVKWmQFEWOMOZ3ZI/MOHaNLxTQAMUZK9cyIFvvrL+7BJwK0C3Y457cl5njE7QtaOgcneVv935loVQZ+xnGh1Gm0o5D/WTCcMiswveQukFsDMaZJnrp37qPTvvMSh0dDuVE5XqZr00EmHk/5m4r9QTRLp9H3mpQp0fh7Kd9/wwA8wzMMZ/nMLhzZSDAjN5SRiBDeXGfHdvy+y9d7ff6rtfke4BnGPNWgXkPrjY5FWYPZcybHHFZq67pBN9b1YX84Tjxt5UilzWYNb7o6VMFtof7kYe5Vyl4AcS6F12MgqdZGw5DC6oXlCxwEqNPH1B2QMZ0Z4Jz0rMd11j9dmYTwPgZjLIXtJXwAtcET7qXGiC3h9/KwfYmlqpNUGMrMvnOmWK3IFv+bE/gyzz098rJAif2mnZPSLFpfwj3nIf6ggyzfrveZxB4ZWllog7FyOyOseG9OQheKvC6dycDFicU4IVnm4DI9oWlqobF2KrmAhfIH451gZWVR6s1VqdY1Ye9VoqaZbvpdH0ur7EJO5UL5oc5YE6hQJx5MfGC/S64hkgxnk2MaNXQ2DP70dn3srTClYlDLlhTgQ8ptzerphR+rEFscysXa2P5ovLa4PNQYO9z7OFWal0cb4B/9xCH3FYiT4C/ugy6KwJfDchaRUTPIDIyN3mCe9lzySC4a6dtERQ0wavzt3q99tHqMV7eS/9nqxmbPZ7vLXW49KtQj35rV10tn92gpXO4CTk62wbjt2JyAeVer0E1gUBfs6cB+8sYwAEh1VT0v6wNsRKTF78TGjNzu6Ywh9oCX6X2EnSYfLEGzrtDyOYkgzUHLPWXe8iDjgBwKx8TcNNeWcEjGDl0dTPa7sZxvsw4JhhkpemF/orrhuZv967z43gJ1CBDZNcSgEamWGt7yBH8mOq4/J5gYnUQOpSKEgAadHx7AAGw0Wt3/IGpWEMvWE0siIa848hvolOrzEc/uZ85hVmFTJDFXj4e/MhWdh1N4mmlUSaAg7k0uciSNNcNyrfST5pPrl2grxUv7g2eb3uWd04SwEIX7uFkQVlp5MzQRee1oj3XkxpV6lWTe9bHNElgwWYCmdh+E06OBANtP/od+kSorc1wL0Xm6N17CdY30M4BewBkFA1VJrcIYkdPAbBtRveDrDOihD4HtFk72Axp5Io5ySHUCiwC8kJ6VB8SnCUTmICGvYipRucAT5B2DmD1Vbb/MYFwA9scqAEpCnWzJpEF9gpZ0R9CvUaC16NH+XQrEqnUNMhvbZG+e4PiDfaZ8AGVLsAbwWf7VjJ3JtI14zgytZVqm7TURJ78vtW+ozel0UZBbsDI9fcArt+MThDsHMA8a9aKqcytALH610P54WOxbzuPudfDgD5b4Uc/L/Ql610ftclnZm/b+4o5D1CSQDPyyOvtG9aL/WBvag7XAJdUfAoOGtxsb6nOG5UyJInEZ4vMk5CkL6RywD15/Zo2IvHlM11Q4gHqIPMEjAlatE9i/mO/NFBB77nqYSqVCEgi09Ef0LUj8wGDWBNAJA7srDMyBPjbHuHRvw1MsMc6DoKAoX7N+Et/zxx0z1OFyDyyz4leYC/xIaSbK4tM3i8lfpdagLq+YpIYCGy3lQ5JMwmMAf6YZCfdI9dDnjfBofYgV+ceAORrY0s32+9AZc2zILOA0ySWmYRh72TtRJPqCsCbJCCd+DwHwbStzsoXmyRQCj0AmgRCod4EXIj8cl+Beee7MzV+E9Tbtd9TlX0n+0FK4DwW+7fBFOUGXeQ4DKLRm7ABthor9AuBdyrF9KkIGJXeNuODjph5df9umx19DZMnpP2uD597lw67/oLzXPuOT8Z9837PVJl3KpM3addg2HFeB4hc9hDWc/s2EmykGrU6HP8kmsQ+t9Cw056D4C4BO8fH/AiGmfC8MRv0kb4KwUwCbwAbVF3Y+3YTL/je2h1slwC8z7H9SakA3LlgjdE11ZdNDgLYSGCzOsFYBsA2YLEsDvbkxf7wKuCLrmifUJlFSkuY/Q7gQtC3PX2zbADA7EUTawieOS6qKPn3AlwWWP9+9fJXql0BmJL41IOGiRw8s1Sa9k9s4nwmFCBe0JKKVeYUAILKpoedy4K46PIC2/XcqoeaGAL9fG2bfy7V0ON/Ilut2GqAXR3E/anMXPpkKYEDEMbfpDcrYMGdVL0AUGAXsIX3s27bM74UiKmYJBGD/bmJbTIE6VvDcAEogDx+yXxRaUPMxEC3rT4AZajg6V7LPLBGbd2S86VJQiYCoH+0O6n4zXoZuDRxVz8KgTa5tjZ95I+1gJ6bRZASFbBNv/j6+lo73rO/yby8SChBrpFHQCbk8F87qM0AACAASURBVF2AvMep6mVv82LtTDhKghQtAwACMhYAQ2SIM1B999wKs/gkFKO3yNTGL2XfAurjT7VvsFXUdUWpaOJ+JAnlwZGVVnRlnCujssSw12UFsL/o46tffr4JwESiS+R81r5gYfYAPvjGWvA56Ata/6EJnNvah3lgXmEmAyxO1V0ridK/Nj1GH9xL/9jMM31imb8nkU0AQOwQNpT5QN6RT37/+NF11+jlq1eVP5mLOJ9RCZr5hOKUfulQM6eHLLqYyjHsNK/LubTnJ/wvmRVkXrK/ZKuIQ9lKH+gyB+FnZf7wnelx+igJN/SQla7Vtauf3cQymBWwz+qld/SxbesJwEgqhPGf8bul/NwKyKdPX9THfZt5xcft/iURbeyLiSYBHfMf68/zk9z3MBW3AFTQ+Jb6fnyf16/f1K+WZYM9TFK41cALSHTgrT7lnlaCwUBQm5j7I6/oWCrVG/9jD0ILnJ8ZW3tux/eEIhvh+IHqxYBIzBMvz/kktpCYAnCrPnySPVIQKnuP+64OETSAFehDQT3WBpsEgH0TvQINPnuFSmVsBj4DFOeenUkswcbhF021O7G7NvhEDmytg+/GdVb/3QG4yhpj+/nzz/7mx+5V6IWvc1+e4WMAJIDa3+kznH6tNzdvCmRi0zj3vY3c3Y+s3ApV8ttQO//Njw+v/sV/HTA5FbPBTAocUTF4OwkyD6K/kH2SHzhDsscFQ0jkS0/gab9BaIE5+JL5t4oO7424kvFFEEFDC+ptenKjC2FJYN5+Cq10QyB1h2VMwb58SqXv73lfxkWKHGROojJ0fbC268C2pEfq6xtklErzgNSpAi6gRrwqVNMAqy9+svfvVlmzFu5/bo3/d69+baMxGQsMEWV2yPOgK25eZd//JkvEg8gyoLrFB549ryN7VOkT4jJGho2cNkLxc95Cd52xGYf4/erpc5JyPkSG0Mf48JzDN/klZ51sV3QyiWokEGNPihVEdqCkJ0lFZgrPDswFY/g1ugq/nP3W8/+88FuMyRDLpqUF/c1N0uY5i8GkAht2krL+tIczfAwk4LBu9IGmFzZ2PbubanF8PBJWCSjkmmW4yn6JexO7zP634IUWNviGZVrI4wI68mpcauJDJGTkKBFZom0BDBq2lkLvsHe/BgTGq288pJXEFllM+K/+PD7EwzLQkJQoe0vjFTnjUVX+AYbF3LJJzfVvnBw+j5zDLrJMJuuHox+9zhGX1sc1Vs7z4jM13JRp2+phkg2Y0sb0aC00/qmU0ZGTqCLiLiwhFbbIPpXyPYvEXsEFUUYKfMRc39CuwHeTEkhsJP5QG6ivgE4j3NjlqN9o+p+xSHwwGZ2aiBcB4zoA0bYf2mRoi7gaP8u+L6dDxkeO1BaedM4GAKaiubub58iPVPnzd1uIsDvy3Ni4h/il9QF8dXyMrR/Kz7nd+8jb//I/p60DOjeJJlfpQQ+j3MecZ3mReMGiN2ETH6vr4NkF/d84L+NscqZxSs6XLXTjhsxgBkeC92eScwhCVJdbqMjfJvt59oThjyQz9BprJjYDwBz5yVx37/1TAOB94MvTn344A8PfU0XXKc+fPUxcaDFHcguaEazcAzZGdR7Ue453OQvxfQXqfk/FgPHdQ+BxANyAuos5nztd9w+fiTE3QP7t/c/UzztuPrIHsM1e20D/+dp18PtMBN0jICPgHuZiIDi4rpOfcW789NvP+Qx9jlxrs5+5T8vpBxAmaL8b6FxxhXHiywsY75x8P4+73u0xx/gGzNwqwvPnS+k64EEPR7s5Bsz5HgDeNWRuv08e2LL3byuCrQA5g5XdCDsIxHjWyUoT5cCesFP6PxmS1XFsrHyIYDhzTAbuHtp7yO+CLAijk8P79rcxg6QBlFFSDSwwpzhExtDqiKPUmhE3GbINHAyAdA54rYw0aE8AjetNVse+12BNN7COFy8N9FFpK0ikgkCpXyqem6l3KK5z9ZY8/gZsBIC5nnJ0BpGRgW+Apu6NA0j28I1oeZguUNLxCaR6TwHfBSr8/AEA80yXfUTAog6musE1VQ5WL2AsF6zd5+u8dp/7TEuBZo+tY97OgfuJl8743Xd7n8u9LwERlUjvx7yNHttr8z0rW0+eS77SoEp+h8PRF2OpY2jWXe+HfqjjZWXQAmvrQC+wKLgzlr/DcY54utJ0NIV8b2Nl4gbCCIBRAVEGgs4lgXACFLknwHADfoL+KxdefxyRGHeCv/1mZcoer1YOHzL2jUzP73efCEQOBWHGSvCB6diq4AWDG2xuIJAjrtni7AuCNBxyLnOc95sBXhlzf5/B390rK3cbXCigPtln6op8smtfwVxBu1xrn2kTbmpMZ26pqJF6gz0ERStBQtdh544rtjdh/i6N5HzWPtQCNDzz8dJAX+xXxnSh1+1+s7rWeTUb2j6AVvhz/w06MIYG6AasvfSi4EAHjcs8y+7xAjbIa51S++ox7urBBLI3kaj9oFB6uT6HaXW09FvcSgpRHE8rUs/zcUnEmlRIr42DmznIfNzLgYZlYMu0srJZbbk6mX75+wIA56KbcVh9mH/bc5T72yuX19oFdAxr1az0Bi2PDEQ+o82bivOhsN3M8QLWTU4YCq1JyLC6wWC8lZfadA7xl4pmZCF68QGgHfYpjmwd3VnwMzjOrzaTr+sJmJB91wNp9O6KpwFWZUFnXtt+fu2YN5lrx0rwYWmwOz+5xtp5QQFpC8+JRxvYl1pmsinnmbnGytt5PXqgzhh7wKc3T9frAIDp4b3AXnUcuoHDBLmXPSDq0xHMUp4EnrkmiTLsGWjySvE51eIFAips9rQSAGZtTaSR/pO+hVaJCVYJ3JvFbhVuHef8zuc6KuYMGlshKUjJvjNAxpwKYuJoC1ATFJERgPEQzDaAZDXDVLjyxBzKqMCnwoog+iVDOrJaQMHq1ALpvRa9zgjYM4dUnwnuNjDe4D4gIYFy9x46dv0vrkFQxYOoSS21bSN7F93WCtrDr0O+pZU+WgbU3g7ozrwQUGGdTIxBxyu3HFw8qDAT2lD2CNVT6GAOWmsnNlnoqCo2+7d0ksxfZIDDLvM4pr3zW/Ae9gD6BybY3MxgmGOSEm6Q87rj4tBspvBmjWefQd2WZ6ECjKpGqkMYZsH7XLMMJmgi2EJK8Zp5TZCASipeJguYNNkqJ9YyU7BVxgCUpSDPMAl+UfHToBKA/Oj+TfyRapk+cPoCBVtY86xH6cnIOicrPcGB6pkEGAxG2F7CF7pUAMEECO6nP7Z2CfWrbVCvAEz0YD5+xFG9YQDHZ9t79V/Oe/9/E1uppNn+uswHAUv2k1W07fs610G3ldpq9DDyWWAo68LznwFgvrO0V/on6nX7jWIXrEogeMYavU6Q7odkrLdXOFXBeY+5KgVj9CljLAiRde9T9FpUPAY4i5wSmDzlSPYx3xD4y3M+TlCWZ9IOW+1KgJdrMLePH4far/Y19mbWlr6gX5o5n+B8qzDzrMjWJHtR4Qb/GGeFu7E9yCwU8Ou/1V/MdwxqB9Qi+W0ByC4AFa2hDS0TApULHPzRvVYIsY8bNKbymPXtnkWm6bdoNUf1UQKO0L9SycuSc860CliAvz1262dhY22vsTp8z0XY7PcJSPLe0/Q6NHDUcM84vH7n3Jqi1PNNeBvKNPyWJhQBgGi3eZGoUlnNusPcg/9VwDbiTiUIL/wH1phgkFTR0cGRgAcJMt5GHw04STIG3/kcvYru2L7pJuR5yGPcu6/dV+710qshu5P40Irxiw+3gSVBaZK+BK9JDDn8d/wAAjXs54LfeTDsU4Et/KjItACwfj4A2r60zcwXfge+GpWytjNo7+RQoBIc1ocjgOxnqGhD7puMQSkEeiPXQJ5IruEZBOjwC/AF8PNJIECGTH5cCrkdy5mJB32OzJRir7aHilzPYD1PFIxWH3Pvx6mqkrUF8E1f0aCffjJg71KIAjryoh/sBrYEFaBNN+GqvkK+gsxIV2gSEn8aXC2l/ddUdlJdhjxO3AAXChAnM/U6lX1bGciISUhswP4SiKaykr7B6mnWicDe2v5W8LMe9JMtuxTzacJZfVQSWKLTAbzZS8hBz/Sd70nuZwHqRwByLCtEtWDn37YCUoNian8N1Sc9Y58AAAckKliETogeuVsqXirKhzUnfjoUvssigl1Gh3H+pW8fvhYJLswTiU8E7vHtn6VSGjCD/3gGQOf2Fm4SC8klBHunF12ZfrA7k/wW/cX84AMhb+8AZ3LNVtCmYpteqiTANG0eoIGCg84Y1OtZu3z37dsAgvkuQWbPNYJgCwBzLoDhAVl6+NCewehVAGB7VpN4IUjsuQSAN3smc33ziopcEoM9n25cA/DxwTXrZM9L+lzivFOVuwwxuuZa3k/dyyaCALQu44Rtcdz7nlW1YcYq4gcFnHoQ4IzrfErQGDvF/gHsfp2kBF6Mhb3E99tzO3qOM4u+upTsTULKg5KAwPwDDhDopgqP+/E+9gs/B12Iz9g9jxCdCg24H1VJrQxmnnPNj6nQexcqanp6AryUPjr9I1kTQAMphye2t1UsAWNuqH4M6NOWQqnOLAV6vkQSA/1Fq2sq1+xlwHmq0AIAv3qtDFC9WYr+BwHfbvq77vP2ngTgTJJCQCru//SpCZ7Gg/RnABqZS2TiUZ6dubu5eV25JZGUtUDOmRsq7gll4peQpIkslVY6ANPHD4KpJl+yj6e3dxN37A9P0J79eZ1yTHwLXiSHtW915heg/ZJEy30zFuYfFoLGprA5nRuTY9q3sr2zmVpiCPSmDQ11q5BNnOR8h3+JDWMPcf9Hj55UvttDMv+hR7HdXayayfTQffmyfy/7D3qehKlnKanFT+PMZAIOvhWxEXw/fAITCqkYb4JpfQzPqvhFyNlSjPesiF7JPL6JTYK2+8cA8cgfZ/WeK6O374Qp5iGsNrkGeT4AwLxIkKCS/lOeCQrlH0Kt/eD266v/8V/9KfIL2Mm5yGrVZ6307Ums3wUUQyIbfuAHxoV/X5uCzgSwlsLbJMGJB9ePJN5kgsnlzJ25ehNZepuKc3TX3/5tfJsWVnA343dUufKct37fNh9UgQOGhZ0Bv49zwYyFKcUslBI4a/s6iQwcJbH39QGwCfE3//STdp093orK6o1utb5wKX59A+OD64CP8SjPxDkCv+jVL4BQJr2RTN2qZnZc5v0d1Om5jz70xLubXE5SwoP+eflLPhOgmj1Pb/Enz0i8tC8tyY/lssn7PTZkn1xf2/O32nvs/sbn371lH+H7IU72g++Zu22+0L9TWc6DzGHG+ZJSvBPUJF/mh++6RtglepzLQkQlcRKPakvUOcwX8kp1K/myJIx86P61zQl+OQn6/SC9yLFNGdsDAOMJE5UdCmp7WB3wOWujTUQFWGccnAfxx+y/TUImugHHQXnSh1A/NXyATh69y3dIUNj2mOA/sAtQ6YxEf8r9y1xWENShYl+7Buj4/AJZ34r2ejPEiIpJDPNSkxAP2VGCvBaAPraLPUyltsB6bFMmgsS6rgMYQcw0ploAWErt+m4tcIjezefwvd7RaLp2Vv/jbsbNM3Md7PnHYQhsohuJCZVx//AiAV7g0t8tNXOZ2Bof5jyAzLgV5oja7zZZhTNG/rYdpnPDB3ms+mqddyvjeWFPSNxnT5bRIl9APxOXauLGTtb8DdP//pJ7//ry89W//TfRa9n78dy63p+yv/ApFwDGHzCxBl0Q/2wqsGWY4blkjGlSQGxJE5snfspty7xKwg8JdvjT1Vnq1+1V7OTBiJLKf/yl2nbsNQwWJIGiT/4TAOBerwcCV+ZM67D//iMAmPekl5wVnYmzAu3IYth5/R4wXCCC9ze4WZAMQR+tvIGAvdd3a9R//lFg9I9AxP2uAKWbZ0GXM8hx/u4ZAO5cnMbWMY3wHr6V5dgG3HUIm6M7B0OCDrsBDgB4wLXRT7y/wX/veYBkOLCXDYRvNlK72R0qH5/UgIU/n+dR50ZhWRDoTOO8n63BKz3VAVCYpfPtep/XwKo7K3L31SDkVBjjxDfjnAzrS7XhAfSekwYY3yoFAhQaEyvqGiQuqO7z7rwSdL5TJ9n7LwDczCe+M+dzn1uDuJ/dzB2+ZzDkkEUz7PbgP8Z7Amk4mgs8bCB95eTS27jKMWt3RDSPe5dO5nhhMCoDBV0NSKj4a9bNKs4Hjj1yAHkr0wRHVl7JkhFwcz4b3Ojz47gowCv/HhqHdigLQDVZ1Wjvb3CUzxuw8UC/9BJH1u4CvFZLsF7b9Lw0qIArYwyWCnN7lbq+AqY8q4vo/HQtZx1cswnAdH78zFnOa4jIGIJaYqpdep2s6wYle8g7g8C9xox/gql73Y51AlU7t9ywumQcofpII3sbjCXDSsNEoEVvY/WPoNLM4yl4+4085H0DBwSK0SpMQqV09jcAaj6TtbnsfQI7NTRqIRzQlbLKKHq7VLQEAifIzzwW5J/5zu+7/vm8B5Rv9/QGhs77B1vEnHPAoULGg7bZwQ84aFY/WFW8c9hqdPop5hdbbez47POEm28F+YJ3AlQ7HANzE2SZXyrjyjGvLzGOW5Eq0PbtnuNZNhN7dQJOAhnjyqL7cPf3gjFLY790qDjNyHort3H2AbazFtW3ayQw6rW1HPhgHwAEFMgiwQc5w4nYYB3BF9ahAe1MMO/tnCMTjMUMV+yEFMoFXIf6qE70AGsEjpkrDoPuJ0FtdYEH6galoWGpUwUgxMFT57yO7QDAOBytaBqZXoAHCqNS4S5wmuuuY9Mq5IJ0VHsfySzt1YGDRKZb5o/M6wY3C9SYLGBQWdtiP03Xd6tqcNrbwzaf55na36sKn7mePQTVTBxmDyJSbG2AewUKEbKa1oD66n3UEYl5nIep0muW6TiXAGFkKFvxYvAb/W0SgE79roFZuMovU4djyLMUhKoTzlqgM6Vhb79B5Bn5q0Obyo7KiUwIlQEA0+k1088xliIcm+ym/RQAFjBaPc94YPhg3qWRticj+wXnupm9Q327lLYEgDv/eUbmsK0Pcu3u1wLhyvxWCrUisIYkz1O5gGJwqGqzwwVzjyQvEwO0NayDwIGBSccNCGkF5MrAJk7w/FI44fTHUY/8yqAACGlmsftAQNGKiwH3xidhXQrKm01zsZfoMbJ+23MN6uYmyKnfSvM0rS7oOVfZ6HpGY9OLtqCxAHMrvPEvAD3zHMhM6ThZiwFlPRdMBWYTp5T30jhnHrYCdw9MXddEV6RSYl4EMgCbto2AfpM2mFeBmdlP62cI2NpTrVWkyZ7muaAhI0CGnjDL2H2ChwsALNCMjVyfKvJAYLjycVCSEgxY4Jn5QYe0DQFr3IA5lYL6iEvRrBNi4Jv9h7zVhySoj37JOrAePBeyapawLRdKJ4v+Y02phiZAhP3I/FPJyIFLelJtv5VIWa9cHMAbQIOKB2k1zXyv/S79LVVtVOaY2MZ+RPaWxniz+qUcF/jZJDYYLkwoMiOcQ+Tb9AZrIP0hQVEqNQgQGmSgWqCJEtFfTaIig3iSTqjSWbpO9gsJSdgMkyrsx9fABtniBQ43sQt7LDiPXu3zFNx3j25Vm/tOOwXgtDTh1R3Zg4CPyDA0WSYH6i+Xere+/vav9v1WqSSoR9DXhIzxrTM/24ccUFnwiPGwLlYBYCNuUlUR6er3oKBkDxK8Z72eJDhrEogJTSYEeSaF/pvnBEz7PTqOz7S6BqAuADb77WFkQYCEQEjkKoHelVFsDDLNXJZuMvMGjR5gT320rovUrZ+rEw5Q7Wv2E4kHBEqo8sNFRx9jE1vB2HNRgGiAkHhDVNBtRbe++6z7raV51n4CBNqDdejpuq+pIGG/WHFTsCzzzl6G2hAA9XPpf7FpADB7ZlUnlR1kXSTNZ8fHe4zjbShKkdlHAfgYm7JnVdqCbqWr7BnUqn3AavTQ16yB1efuh1blZE62YnurhKugppKFoCB2CD2NXECl9j77gvWqHaS/FrS2c6ZRH08Lm5yvCNADjrYVBYnNmR8ql3gsgtW8eK5Wc5I0BMNA6WnVj/rAzpFUv+grQSxAXWScACrBTu39+Pz0pRx9hG5qokhEHT3BHtsqfK7dP+zDxreZT9bVBJf2KUX2CR4nIQTgx6pogv8kC0knt9X+6FwrdftoCYLTO/YAe31e+0aTsCIrgVTF0IQWtJ7vQqusLQN4A0SW7rSVQfFR+J3U99oUKhPslZ4EgSfP+7yMRZpFbctWyF16umUumNMPAaDUBzBWEMyGblaqap/la2k06ZmKDrp7B+ppQbOCI8TIowvYC/j8rGeToVmOzvsmRkmTzPo+yr0O+nmigwBOQ4vcs6WJWMsiw7qj89QD439wXq/PJqsTvkOpOruHPKvyP8bZdgOTAFdQKyAIHwQ82RYB2A/P6urP16E/pr3Q9RP0qHYQ+1HgeY7Je390/bvQ1WKX8X/w0wDJuieaVCJzAnYH+0KSC8aRcwZBdkAoxnkTgAw/rH1JA6TxTCb7CYKWxW1Aifp9JN5Mwhd0zb8lggqImf9V7yATyJR9s1PBlzHxev78SaepMaPIGEFUk8xiy6P/sb2Vq03GQlfQ5zn/IatPMn+MqXS9eV7kb/tfPwlgiAp59UtA4Yynvb7b5zfzm2fEDtxNdSs29XWo/qlAo6KaxIX6U/F3PgLW5lmx81T9sPaA7biH2F38R8bIc2H77eun0pwwReNTT19Q2WzglvM4cwE49y6AEvfHnUZu0fmdiibxc96IXY3+Yv0LliZYDVjMulGtiP+CDYTimj2DTW3yI3sSfYjNGkYn5B2b2krxgn/4Yj+kGvd15tJElKfPqHxUM9+8kmL/QRhJrlKdaSKBVVlXVIfFvvzycwDs/N0ehgGiAaFgY2lbmZyH20KkFeLYNZl7KtMBAdvHPYl27HdA7Y8BU+2Hyzot5TV7Cr1qJV9pLuu/GbewgtwERKqXXwf83XPCixfPuo+atNSWBF+ufkyVNf7/r6EyRh89f8E+TeX9DT4j7RGUufr/rGKeC/pn9DwJn5zBqKImiYp545qsN3oLANhkQSvRmeMCthnzMv9gD+/FtuPPvGmiKKoBYCIPNT7e8+ePu77oefRafSxAmjwvyQOl/qwuYQ8BtAMQT8EHdK8Zw8v0obZ6WP+iuje2hApmgHh8bvry4o/j8zLn6H2pp6EA59rGWvShBlzqGUbmPhJUqPiDnvpLfYgkXVw/r4yhm5j7JsQH1H78DPCeeNMPbauBDAK8PCpTyw9Xv/yHm/TN/eHqf/jvn1/99JMVgFVtJFxwjp4Estcv32YuQjEePYzbhF1gjOwf9hduB1WkL39hD35KVX0YXx5EXw1rQgsOqpFt+YE/yf6MxilAR3Ih+hB2gMdpB+MxVCUL+Pjyl1T0J7GB32OTH+YzsriIW5hoE30VMBTbj318EBp5ciOhiqaHtMwUJL1+vfrzn1y7Jsihs3MOphL1FowyU7DEvWGosRevcVD2QZMI6CcbcA/d9jCAZnsQZ7yYGHwm1gR/hgRT41HshySYQAGeCXwTuWd/PUtyUSl/+8jEN/AXsIWxHYCcmWfOY89/HJA6z4wMUk3Lm8iMVdnEd5TVKt/INDak1f+/JoGnSVMyWEFF7yZjfvWJvn7mLOG6biHEvfsBpqPLmXNCaQDNdyYOAODNtZFRXpgkZOfDJGvjijW+gHwT/2GIWd/fMz58CeSGOYIpp62IBihX9HSCGi9vjBfmCllWoJGGyrxsHaw9twfoi1x6Lrb6mdeeV5uMUt+JBC4S9ujLa4yKuMJ+zvPotDEBAB5D0jNuk8EdM+vG2Rv5Rz/gx1xqkQBjBzcgiQbbhm0V9/BZAHapTDafG/3H3md+jV207U5AdcJwjLK+XH0t2h3qI/axiSnwPjgHX8yAbmLn2mKlc0GioIlu6GpeJMJe/KdckyKXb3CbXAcAuGM7nUV41sp044HEBSdOWZ/BAhkLrrQRjtD2NcXPsBvsNPRa/ryd1hbXpU/22l37uaf3Yz+QgPvg6n/91wF50dWRcSqAAaKRD85C+jgy25isSUxSzAVZmJClZ7nGHQSA8fdIROzOQ380Fm88gcR1C4RmP80Z2RiHCXKXuEWB7WnV80cVwD5a5vMERO3v/v8AwH73AB3PE7jX/aO/zwDhGfRroIYg1WzmXez/2LUEoLUAO2n7Hf7+o/EseHYG0fb634ObC/hskLvX61noeObGgBdYbABxXhvwR+CaPXcAlZ21+egK3I77nI2/z7DPwXljYs7d9PtaAHiV4H7+/JnLsKpEDeicP98ga8ECg0EI1VYPWTXqIfOPKn83SP5H9yMoQoC/m5YT2mRKGtyck9kMbo0oy8/0XGhEq4A19J1HjEMzptjEGdtQppGhiQI+vxa0WWO/4E+dz5n8BUQXSFwAmOt0TAU+/flSTZV/9/vNvlg6V4P0HSMKKn+q5Ha/jZyglxbUWKqCvfckuA2tmQqJ5+6z46j8o4SL436HPChcBt9U5gX0cQjyn8+k4nGmfTYz2NbxVdEzgDXayp8ViBegdAwe45Mu8wCAnQeMqKCQmeKzhnNwXYrL2fKT+TXPCujK83YMJg3sfhFI0UDvmm51kZn7BL7GOZ+DOjcXAFZGugYTJZG+zQo5rznA+6xZPw9gvAOYya7Rmr3UhPt8XdBTww3gseBh99Tcc+WyazHj2/f3MwafGOtx3+35StDTDDktGRWJyvjqCMErDO1Z3a+ewQFfEHcrH3F+BI+4nwZW0ABKpn1gri+4z7XW4V0ZZTo/AOBMlvA+ewHgkTYrtAbQJRiY63BQ3WDbyhagEImtBBr2ve37q2xZjXD+3q7rKmXu3+m9VLYfQNOuNdmJO0fd0tVVgpAL9u7+q5OWC/LvVgCi3wBRc4tS8WWiSiE4AHCTYgA5MpcGB2cvoz/YKzUEyPLo49ycQ+iCNe1v2KxNqerPdovPoctxsEsr2T3omtFj0LlQbvnv0jN1KrU6NwB+1e88M+C8e6oAMx+K+wAAIABJREFUcBNXpApcpgb6pvSglQPk9rni89V1fWgPi9DiFOgrDSOZhvY4QUM2YIczPnuNALqZmDIyUNVTYKpA3eynSb5gzA00TaLIVuZwGG0vlAJIVlq2knQcVQ5XriEBEw92pdAcB6707Hl7k3lMCODuM48NlkvtzbChceoaEfwlCxFgBbtEBTCOMb1cCgC7T1auWL86rpxUW01ItihBKR3g2qUGXNVDB9Dt+wWAqexrLxAB4DqBw87QxA/We/Tr7o3KcuwkhwsP/IKqHEi43ia7nRkKNptdoGN62U2QU22gT8Bk3gtVIYH8pmNwCJ8qYwPxCCYBGwBg7Qv9dQl6kiiKzeEwjYPcAHODNc6dPWD4WepZk5u0S9Ae8/cG0Bugx67lMwbckRPXsQHryAL/sILcwwH2+kMTNwywbc95AcEBMydjlAMSwQWqD8nk/pzMb+dUGi/WtZUDtav207N/Xw5eBcOQS2XaFhjZ0xwkmslvD0/6tFvxv5XLE8DrQcoXCRLQPErZLF1b6XNJEpoDBGsh84rVb7UpyOvoBSmsDYL3QD6JIMqgiV3I9baLkIKdijsrkgkSlpaqyUasl/t0EzK4rxXju2dkbyGgL7DFjJnY4cFvfWoOztAGDl0Z+/Py6AY8GB+JMwT5pQD1cFf913HwXUBh6NpD1RX9RZ+v0hIzsxlHK93y7PRsRXdwPwwRdHxcn0SVUovn8wTYkCepv81Wz9G7OqS6vgkKUq8SuGsv7KwNlL7MK1VOLEUld3wDMvpNTHMv3o5cWKlJTz/7nSJrnz+hD0iGIViQCxRkzzoDPM25wpYYMxb09swDa9VkCuSs66vtxla0x23lENAawIZxU2Ux+xPfY3xZwVTsnBRUXffqT5KdAKsJ2lhp2oAffvIkk/FsperOC3lbgBdquz2HAP4hL8gn8tGepNFT0A/at94+0+iI9rgLBTS0dLhx9xOcZs8QrKzOyGcJzrTCOOvZRE4ArtIDm2zG3++oFpsgba8ZiroG5QCBSx2pbuQw30BV59SEWJk+7CcuxXEoHgG2oIXOR5nbNwkO4J4y5537zntAyoy09JpDBYeO8rxBsBZQ0WBsmSZaAUbCgfZjq5o2YZcAcHuTQ7WHD0PiDj18W3GK4YcJxqThUjqH+hW/kcAWwaAmp0TQsMWlQc7Ss77tKYUxyzpIP03wz8phdPj7BMSpxAfg0c81AGpVPiwjJuSViSJPbH93+1kZeJqqo55F9oxAAEl/tm5BbS//x45FT0vtb2JYgrW5JkkSpTklakWS1fisMmB4riE0heyU4jZyVp+JynIS1bkDCbdNKAKEFuDsvgfo5bp5Abqg4ztW/NsG8aSqJ5joWZaxC1QUeCMYlfeRMVkiDNa0T3uEoPG2DHHZvQB6BUScu4NqN/sO+7kHQ2xQZBuae3Qr1Kys0dlHRkYBlTbYSKUh+q7g1PiCrSRvpaPJIAQPl5EAgAtdxjMCarAGypD679dU0bLWTfzJ7wDhWCODywE/IvvIPPcVeNBWNYEqvdbQ/+gFKrQAK8ri0+SfYVxAx0Qfds/mZwKdrfTLmv74EwAGAC3BcoAQzgC2myhbSOb2LuwJtcP2lSNAS3K4vb09TwFeo/vukUgTe4MOVU67VJVT9bLJXmurLv0xWRF0+dASbhIFcqpgIfv9obSZsoPgHxxJWE0aApxqz0YZb/gyPhzVSK0Iwp/J3NOTulgoSXfRtb/lOmX+aJwJ20ryI6AirRBss7PnO/zR1UVNDImt61kivwesxQfjBcBWqlZsWanvTaaiaogAM7JjglN0fkA7qgiRK+SCYLZ02QBy9lq+Tp/PAnktJLAnLNcAeC1wyAzV3kBx7jy/CgUs1KJllahf5IuEIV4CWNiZ6Mbs4x9//LE2xT7nrhMvk5npFRmA82X05NB+Apyg/z5m7bnPrQAIPCN9l7GzMIeU2hQa38zReyoJSXDkstFPBf8BMTmz4n9XrgKa9pwEWMu+0WdANgGkYaZ7CN1wAN6yvOQ+7v/MDWMHRKT9AAB1ZJp7/UafZKjKI0+vQ2GN/FIJR5Uw842P+yaV4QDWADeltqw+j21jDNkrT55ct7pyE1mYpyaS5wbPn7+oH8Czv/zlVcaMcIWS9sWTyhjn/VcB25jXuFEZp8ABOpKemL9RzZQ5vLmhEkwA+IfbXwKQsD7oJ9s0GGtyX5JYJbisPozEFZyPJbedAHSysI3k2iwjRz4AJuS9VMTRsddZG8YM/ffz59ejU/BxPJcyl+xtbKX9fI1rojPa+z37Cpr0JiX+/unqT3/zJM/IWLFb7vsmBeX+yBrzCAOIMV/ZSPz598hweh7nP5kC8FlgQkmlM34FVd/ZsKXAH92nbJj4g35aeu5WOieBjXs9TkU6OjUmK34OMQgqBaW/b7/e+A3Y0u6P7An8gyYmcs6p74sNR5+5X3g1ITtgKHPz4sefMgbYleg7nvYUWdf2Mc17nz+HUhxQlmp1dhJnhsb0AJsBv1WOrcKPLLNmyC+24nOugR2EAt3KcsAYkiiy97Ju98NAUf0Qk0qCLOdnzmBPA5zQ//Jefv7v/tvI9p1U5aVX763buV/dRvYxEDk65M7Vf/j3UJcnaQS/n3MNuoGWAtkfz55d1wbzPG/fAdR9vPrbfxZbczfz+NUEjVYtI+l5XmJX5W3AN89EcyZhT7k3Y2vSO7lHqEkEBqT/y19f5r4B+omtxc6g9xpWGN9aVpKMoVWWn5NQkcSaJFXAcheRDeDq+b8VgWGvefZ0zr2cg0j6yJ8PYYF5cAfKbJ4bMIiqafS7bYioFn7y9EnjKfS0RR+XhSyV+nfusQ4ULeAPm2zfRJ08m9Wl7hNsb6vuX6Hn0WECwFHrfZbeNFMD8MzWo8qfNX36nLOJ/hV+yq/ph9wEVuwDrBRlDCeOiG9Egij+ELrU5CfbYOk743M8gOM7lcWdxOiLDx8449kXFjnlTPzkqWe7nu/y0bIOwG5IslcAeNahto5kv4g9PkbjJxkD/YW5B3nV7UH7Bt8W0Na9pk113zCPb/K8jQEw95mnZdYSBEZvmoBCLOJ1dB/6oAkE+FGZ33ttQ8Ue0b97l1iGBXDoCW1gizvqLyNDMvuR9C8bAC1yiKXgX5mE5PnY1jb44KwL+pnkYGSFfYdNJTZatsjGP0zAJf5QFor4H22Dk2czFkQiW9aUAhQqqdnbWTcKe99HdpnsH2Jv7gWEbWh8fASA855/GyNuikjnHntY/Zt7F5C8JHgyD8gXrGusje3C2FKeBzyHEvLYIonjfXTqRY31+xtLY/1YR2xEz0fjg+vz6JeZqOJ59rImGXTPS/irmEzdBWU+P2+bTAs49L94/fY71b5h6Xp76+of/uEmLAmxS1kvCh6QCxgo8CG5n+dHW0ngp3NhK9nx8Xxm1hkbBF7VBEnmOz8XeyOpl3MZsdN815ZFHUXHsjFPfjYmaTyT/8PXrv1+92kf7ZjYBUp2Ss9A8ALAvczx1U4inztXbfkZXbNO3Om1Xz2Da+fPnd8/g791ek73PVcB/9H39/NnAGev1/5hDUK4wPv3tyP9x/fj/g2ANWgg5c0xVzozl4Bqft6g1wLCnZI6EbkvOoRF+3+5P2P7fnybIb/zeh67RsYRnd/fTPfvn891+vb5+Z4ZzCrVBRQu1bvsCq5/Qo0ufYpmfry/wRZ/PgDxHe95Y+24AUK+B9D2WitzZsXrIB9zv5s8azM71cCuAU0+z/0a2C6Y4TrxWorY/fcFhPuDZxGsMkh2qQicZ+VadQYaqDSDhxcA94I1S0HcgBxjwAwDsvjFb16OVyXjHLhWpcLguSbwdR73WRYO0Gu+N4JRkIAoKAHlyQLFEPO2v/fFAXEDHB7EJoliAAv0XulrC+jqYDDUgjdDxSpQZw8gxiYArLI7vwwCf5sostXIZzCR75z3BNfDmEnZYABvL90qvAtQBN/+UdW/k2kwW1Bgf24W3cjt/s6q0CPA7txKRcpHC6rOeu9zbX7H7q/zGpZ6eII+lZhcpOA64CprDNiQMTH/VrdL77kvAQ300AAQlQ9BdIF66FQ17GY7+3uyhI8cFCudO2/zaLsn+XvphS707/lie30DJrPuTQY5QFqfw3lohnbGsj2CCegVMMln2LaAEwviGjg/qnYZH9SuzZyavSEYVRi041+ju/Ju79edA2WJ14J0W2ml/Ngvgeu1D1Qd3pnb0bfYhwXoV+77CZ6PeZ8gwtLn8KzKpQDlUi5vr00OfyS3bPWk49eBRDciw/bXEQAmcN3934JV9J1jvlRlZl2ldIIGiaDkAd7Yx0sKx+2BRxXTmfK4duwSOtEOMZZWrzZoYfTxDAA38zPXPIPAyCiBEPYo+42XjpRMD1s52bUY4WJtSs2e52L/2mvELDYrcgUdNtHIQKRVp14HJ9/kDql20bFWmqrrDUT190PJRlAVMKQOF2DbBM628k66UStoGmSBGjRDgUpoAeA6Zr3XVFt1763v1Nv1O/RtufR8a9XW6LV8ufsGyj+edyp2dlvb60S70urPoQ6sMw7ol7G3KpnDGgNB502wYKkZtV0ycqxOw+Y1IAUwvft6gjxb7c7ashekyjG7EBFnHVpZBzV4xryJPZvQdN7Dgo0mGEjLiG7Q2b5DXziqE8d2sn6/T0VM14ADTyt2DwaTOqsFn7QVpRjL4YZ7v8dpnoAO8uaae1AiKLiJGw28dN0NbAkU6Lug93itjTML3ipyghxuUYIU7EPpT5EN+1Ir501AyLx8hhcpuonAHTRgVEPocVMhKKiOw8fYoP8tlT9BEgIkmQsCPdXb2Uvs1VayI2fQ/9bWSOO2DC/b24w7sGUE+JVBZNJAugEes3l5XuZZ5GT7m8qsocwrh8odrwWAN2HEq6uPGFOr7EtDLV2h/a2t6jZhhj1N1a+0igV3G5wadpLIL9cgy5yxrz9HwNn7bK/mPWTjTxoc55CLjmTfE/hl3XrGKRVoIzKdfcFB9SwLr75fhhF9oOpJqLdIQkmQgspevsuzAKTz+QbXJju4Pj17tYF9A4v6Nzj0+mWtxBtauPWjGUAr4Tt3+FYALh/bswsdswk6PLsVSwLvPBtVAsgi42R9CSq1+j7g78f0H2rv2gbZu+LqkHxwqTTRw9X/yMGYuurM7gsd6bX9/CwIpR6zcnkp3An+c31BcvUyATvGKohc29++awmOp+KXYDp7ADCQwM1Wha08se/bxynf5z0C4ryW1r0H5uxH5q89tVF/A85RUSR9rxXUTSDJ+hGw+pJgD4FigspSGstUUqaA6anVhL7abYBqKWcJwrRqiL5zTVBAeDxvFMCPHigQk7/tcSl97vY/78GchKgEp0xIQVdZ2UJgu1Vc8XcAQdpLMi8r7qi4tCJPQI+BuQ8Y91bMorZIskLcCB6gO0x60Rc12cHKCarJCKYRCPScoMx3M5DQkJf5XNK7q/c8aLS9R6NUUnPjf7SSj8AR54bIIxSCspfIDMG4ALPql1PdGnkF5GJ/W50i2K3dRX6RD++nr8beUScZV7HFgdVF6C2AeyrU0FPoStuKYKesLCYwZUAUitPtAY4/2YAhyrLPa7BO5oGJXCGxWYd4G9UbPRfgm1UHS+uPnAoWmNxhNR+VCFZAumcifwnW2ydUdpqyP+T9VlaTIFPbczAaNJDe+2kTXJejH5xnEvRX+v01SIfOl7J0/QcqljpjVOPkvtBALxsGK9+gcIBYZB9mgDI/TPCL7yGnVGLX3mTvXuIYcw55lkrMMoNEzwtIalcAcRlDAcTc2h7sJkeyHuyNpem16lgWHNbAZ8WPMggGIASdK/JU65nNrm1hIyy44FmMyrT7CWjX5ocSkj7MrMP1E20vOhqflDVElivnTVhApiKfGVt7czc5AbA/6xgQ7n7WacfjHBBEtypSySHJUvYWbaABNv1//VD0enu+4xtn//EelLLbWqKyNYnhv4UqnjE9fQpwRcJegLBG2fVhoRTlHGHPa6rS8TGiW1rxuYk0sgPdJRib73GW+JB5rM7jHFUhQS+7JwCinO/Zd/WXTfhrcnTAU/YQCVIEpA3KYlM+ByAKaJb/vjaYz/NSbW6/UM9pJDbodwAyMVb6X+LbsW7ocOaTZwZILbDZADh7XgpjQG/OiPVloneYN/cYez3nKOz6GDLjcdCeQ3n4Wyqmn1VH04ILHVKaY5KH8TtOMQZlCrm93cozgsVc83EoTC89/xrkvR3Q+VU+CFjXEvIG03mm+iixwWW2wL9Pwh/2A/tHBbZ7hHNY9NwXS5W0mwnUxy5hT/SJpN5+FHAd4wpWj/7gufGVYSKxl2P2Lq0NYBwJWsQeu5t9AB13Y0yp9MXeFVwpZsKZSt2JHqW66pJgljWmUnT3JPuJpEPZP/RPkS+p4pH1x/VD1Mv0N0w/+tpUgZZSqOSO9zM3JN5YQf4x60hbF20e/sn9xu6yjvFbqLot2JG9xJzfL5hAgNTKplsB+j59BBgjkS9+QhLfatpugTixx0myIYEodr5Jv1Ty2gKlYFSo3pGXd/FPqhcbs+G5fiv4/erlr9ry/B67zB799NHEHV9fr/7mb16YmJCf0X9Ufy/dJkBBiY5g+cEpaoKOQHjnCKCbZLA+IzrNsx3P+uRJQMpJymXe2Dc3obnX38m6TyALTxZK5Fu/Uz2cStlQcONP4+eiW1iv9gVuf277vuL779kYUI1xQ7etv6sDeMTw9ZEfPCKRg0p99R8JaYzp0wcSccZWBhC/bqICwOr48b1a9shLqpWPhFhsDWffffEM6Fv2BfKBnHguoG+s51VkDrkl+e09Z8gokp+ePwpt9A9X/9V/EUri5Bq9C0BHdTYVnuyXe6ketkpS3+blz/SPjy8c22Ky3O3qUPwgz/cC3l/e00z149Wf/hb64c/5DOwtYQgIWFyGivr0xs14ZvY0cOtvn2XxaiJi1v3Z80NXs/7ogmUYYe8b41G38G8SWPAH8dfQFQDAZW3IGuALfaKNTnWaMRhaisiOQfIjoCKAHuwZ+gnswffo+vpwMI0IHHKzUhBnPo3NoP8CBNY++j1bhhgPNuZAC42cTzKf+N+3kq3481+ozI9cUFGbffng2gSXPUdwXkNfUf3Msz57TkI3exSmti9ZKxJmHmiX85iwoZOAid38HbuRxB72EffumSe6gmRRwE58VBITnifp5E5bDOGXbvIgZxoYCUy+ZH+/Z+7YEzDaZB+gC9vHt4A0D03PcK6d6zYpMhXpGVcTG3uNyF7kC90kt2XGzvNmPpo0R2w7Y3iTyl727rJKlTmEyvqM9zptBdxfXYJes+aXhF16COPj4n5z5uUsEjlv4ie2inNA40usNQ5V2AFij9pH+bJv9dl77dwD3agPRcyYpBTbpPCSXZMzCGC+84RYEc9oPDK2gReyyZ5cNoSe5Vq4BasCOtl9zb762GQbcBYZwKD05/XuHQ8a/TT25wvxH6Y8Y2xcjn9wf5I0scMkjvJ+nxc/T5bFC9Uz/kr2buMWfVar1pf5QkzFmDMJvuyZZTZlPCbJkuDqGvBqcQ3JIhwDKDjoOUM67sIjjG/Orz3D0wJnChI98xqrdC+r2xhb7zOxFVr3vE1S2P/575D/6M98/iPJm8QXYyNbeICeRd5bAbzxpJ1rfW/GgR99YRmyhnr+eE+eq+e1WW+eyyRNZYI/nj2M29v7m7VPDOqPAGCnyYufX1v1tb87jMeh3M4AMZ87A8AIqtWQBpX3da5WuhxkxvZ+/17Prwx/fqDC4hjPt7/vgYS9NgerLvTcoIHuDVbPNfbz349haX4rPHlzg7N14E+Hpz+aMz+vQJ0B4PaG5Rnm3g24cmZzei6K45sF6Hz6mzMAfF6my/zM/Y65OUBEv//ttb5Z5wFqAQA2i/ygrLbayJ5kh4zsvO7arGw0oDlB1vO8OtcGqOqoXaotVYjNVGOTnR5ug1GsOGvH5q5iPUSpG7oATJXh8f0qHwxoBv1HAPAGNM/jdp6c8LMcnmW3CjjvF4yY+3GoQA80qJrBLWhxNgZ8p4EHZApFyN8Z4/l5Vx4XBOXf+7vS9KH85jsr4yujC1KvPKyh2Dm/PFsDl04gxoNxbxKHGZn2o8JJK33bODCHHE7wnKzSgmiCoqsoV0GitL7Z89W0ozfGiB2yuo63vzmDVn7n2/1xBoDNnDTbjjEiJ5fg/hhY6RuRm2O+CxaMwlW35MCagxGvdYwMiuxcbZLH0NqN8TgnLjRwW+lgMKyzumodgtL0kpE8OkQH8UhMAADYPpfn93btALbPgPS3ulIAGKS0FBH1I70/tMtQznsd9dLqnv2708FY82eNT9cvxl2Qh0PHUHGiVxvwFjRApQnQmbEnBaFASQMIBPlmDatDG9SQrpaDYIN9+R0BvQWApZwcnZHv9pg5G3/l4dzz1msaiFbXadkXdOVaVqzaA7HVmStXnReyP48Ej92X7A0ZCUa3sMaTMNHMyaxl75lrEKDQmZnM8IoBlVCCiH1eMkzzN4cks/D8mSxuDsGMg9aNzbBmn6Kbs3YFCzJnWwVcACUXZcw7T9vbCQDY+bBRBoGr+mH5HT2AKxOVO5+7cknACI+oc2eSQ+npZ+MbFLASeN9nDc2yc+1xOtBTZLqeX/a4tkpEikSr1aw8NEja6juj0r6atT69LHJvkx6soN+qm4JVEyQrjRTJCbOnBVZ81gbOygM4iTcTGO9BiEop1nFo4PgKAeztldYqQNYOOzIJLgUU2bu19QO8NNBmMG33aB3ZPAMO6m+Aicg6oAhVBKwdwUpAfRI/Zqw9THecHrj492aHboCceebATlB8kxLIONUJ9FrsVYOUHtCY248JKLUn6fhISyfJAnowE6yGwo5rQD/L3mzCT760VQKr11cvrC1VbzBbHJuiJ0vllGefuSo7Q66FHLS6eOaTwCS9GdehLfVq5AO/ozY1Y2t1WgJLSymJvgY4KdV1riXQq7xwwHYf6UhzSCNjmOdtEJ/1bDXokYAglayZ0Rwq7RecixRosvewh4QF/gR2akNza5I2OCg1hpaDU8dX4NFKXnTV0/T8AmctHTiZngDyueb92B0yPVkjDh97qLCPoTq2lMUnOWnGOvs5Tr+HAu2TrC9SsrsXWItJdGJlCpYhu5NcNO50A5cckCKrrP+C6V3N0bvsL2jwtL+bwGHFJv6QcyygvwwMyriB/n2x9ruvGkRlPSb5qXSsDcT5eQ+z+FqsN/3bqMwS8C9ACdDdqlerVr5U+a/vbWIOhx91PtUSBNCg0+fAD1iS39OvtjoB6lcqAaf6GXCMfnEElACI0Z1cjoBf97k0sry2ty0C1Az9035uS4VcvL3dCqZgP6WcXDDBPWsF8iZx1LyWFtJdztiRKTLACUioLgkEmkxFMGgpXKvX0Y3VQQQ3i4R0Le29vLZOIERfWVAZ2WEt2ws116BqSXsN8A6VqXTHVK50PvN7EzmQqds5CNNrlOcgwM3eToCNvkhjJ5kLqx7NeDoqzq224H32MQFRQGQCRx8SUN4ejtKzSSNpAotBAAIcn1oln4qgpwATBoWY9zdv3id4FrrNehLSH+NPUTnBWKAiY4xfJiu9a9Dgi2tNkLlVO5mc9Y+wQ1a7mhBQkJSeqdkfpeGnnUGDNtLP8iyM5y0VP7nyVtFS4CilJuvASmvz61Pn8103AODII7a91QV508QAK1wfJojOMzB/9BovBTFVkuhY1FjPeMoPN29yTHjvGIdAtnaOPqHI4v0Hj1rJhY1sv66sFUCvwJAAj76JrBpU/ugHCIbpe3GAsYKFQQhQm+W+LFL4qYJVB2sEtqbgSAKzBLjRWZ+SwCUdqclV7U0LW0gTqKSN7u/b12+rpAGq6Z+Y6/QsYCXt9t899Ckyl96bCboyIdXN9G4mQSA6kcSIbQ8j9bCyTPWCNpC1srKWfcdaNuGFIFODWbIqWUF96MG1m2v7NybA+PwuwLpU4w1OFlCg2g8qOc+QJtZ6fmbNkXN9IfzMAGMBQ7B5rJOVfVMF3eTWBIsLXAqeHLbV5KKOO/qIvqDII+ejTSxauzTuYWlP6//l+o8SOF+qVIRCqm/1Gn/qmxH0r4+OvjZJ5h0Vwhk7c7q9da1YWZagPEWSrMBJ+drbBG3fB5B6FPl9HNrG6tj25gZchQoaIJOkdoBIQNFU19W2Iemeh1q1FppZ9tb6j5qQADDZC0uhvwk/rVCmWrPyRhWRpSjsh1a85Tmo1CHBx/0EW8C9zkF98ij1ykFbwqRCJIFUfGGo6ndf9znwp/N5Kkjq59fmRvYqGyYcNDgdPXgfmsfq59gUqpnKlHIkE7JWTcbBj8mzs8e5x5HownrfzfP+Wp+ywOuDa3U218c+Gt2PfuTQ4B6hL3kZIoa+mb0s2w6gOX0F0Y8ChDwP1+Y+XO/X9HVVx4fWO3KLLFthabATHfIklcLrFCI/9AO+JMZPHI29wXpxHfQxCdae7T2TLZhjv1bWm7MQ+zN0wwDABIRjP6C53tBeAbuen/k7gAm6MutKRS89PZvIHcCv/lsGzjy0fUV03QOSEnNf2AIAM2RIyjpC/5iFJEFs4z/10bNuAg0knpI8S9WQAC1y055+eQF88W8oqbuXYsdoM1CGrCTIUPH//kPWNdd8+uTFAOWhao2tQeewRq9fB1BEbpuI4xn9YXol4+94Ds8ZvOwVnqOs2KQaFFBGv/L929eh832mfFFdGHT31ausJS0Scg+ZILAPkbWAtPjLD0MEQCsc5gwgxx64+tUAFB8/QQvqOtwJ+wD7lf0GgFffIut2/SRzEnsFAxW9TX/5a/oCZ25Ly93qTtmxmIfHAclIKKNSFoAfHQ4NNGNhT716eaNPmmf6059/rP6B3rQAUXUSQHF64kYvvg/9NEkO0n/b/qHJCwEgSdCufAXU+5rnpX8x16SCsgwOtUv6Xcjt9t1lPX9JdTWvFy+e12/7y1/+WhmhOrneb9bnZUDDu7fdA1TqkURa1rXcs+xAWXeAGM97CR0fAAAgAElEQVSdSf65sUd5X5k/GErQOwWAZ9/6Zj2K3DuVsamGRX6pKm+7APZ2n9P5oNIQPwz7DigEeMcL0BKbzbUB1LFDCNSL589rX1dv4lOSvERFcEGJ2Gde6LwyG+Fnsisio/z7BhaXrOW//BePr/7LvzN5kzPCi/hzL1+SSMu5I7qBKs0kBpjslWr4VH9yxOf6TWLDn55+8Mg6PiPj/wiumUSCJwEs79y1KrhsFtEDZU6Z2DLnCWSm/gsiR4JpHhEwErmAmaBVl51M4xM3mf/OA7eYRBCLDIjJkcxBUvD9qx9DL143tZ+LJUEnEQPXMM3cLTWzFZ1vUu3P/Z9kTEw7yQ0lOImP+/x5ZBs63p7zsYuhTMcvagKh/tH102zCsSOb0LKJ4Jwhfk8l4w9JrPzxpxf1tZnPu3cezfMAAJvMQxWtYB12gHgD+5YkM/a/jB3o/ze/CgDT650XR7U3sdfXqczlWD25itXH+hD4GtBhq+/YE7yuHycBLWdxkxJJzPvUa95/0Eh6Y2TkjjJ16E622/2MYxMHa+fzPapXW00fH5FEBsbKIzREy9ei4vBtP0zbEwoG8NmfJRGB91lWwFn2GTqEtSKegmNO2AyKbfx5e2ebONozeN4jERE5ayJaK3HgwTORjM/gr/DCHvZzAZQfzXyLr5lMxqumDTlMkUJjRUNHDUV/562+vp81WcP7lzo4PqR7w2QInl+7zpmf60WvRfci243pNrmdMx84AQ9DMgDjw1/nPjIP8snHrfSO39IYBWcbktKOuB2Pja2b8KOANGewSXav0suryZhzVmn6DWd/fh+b7fN5v6q5sUnOgRsXP9XWasinMV4A/x5vXPLLPKHqm8cK7J8LXtqpDADc58gfbBaJg+f5rXT2+RwTbB5NrMx3/+Ef3oQd5GlAYM8EnDmQGWQDVkMZz/SHjX1+W8i0La/wEy9zMcka6PEWdrDhMw/iUJz/8Bm24MFn5OzAtimuU0GfCuAFbb8HvxbwPQO/+5mZtwsQa+bDcZjZ93eKmTzW6nv65vN1vqd55r0NnPwRELyCvQvB30elqvdbQGbBwO+ByvM96ljPAaqHsFzgHPgqvezcdJVzA79zX2VAkdpMjcvm+6Op4fMNCJt1Y4+eAZzywx9Vzh7zemzs8/OvYtjP7f3PAPR+fhuNn4HSnY9zta5jkjKShyUod56Xb8c0FNAc4pG2zslR1fn993Yet8KQDcTv9mC5MtVg64XeUIBRuoXz3Zl31xxXa9fC4DzGdQwDXOobxESxneb6SCw4gLjv94Xzd2SO9LrNYBEU7zP3wO81tvrLg+Q+3wAFuf+C3wLuxwOZLHEcTPct6cB0wBs8zBsFmogA5ivSMVrhsq8FQhjf93vgoFI3uWF7MJvRvPOo03pc77j2VnOY/T7yjxLkUDA9n6pWawyOayxostXX+12DxT7fys/e20zTrXKdPZ77bKXmfp45JfC2fRT5PcHHGrKRkcp6foHSZG8XHL8AWtIY7pg2sHIBAhvw5f4EvDTIPQiO07azs5lBjmuc5I7BoDmGEEd3XxsEWsaCyxyMLK3sNUDe+fm21y3vExhgPDVg0SkcnusM1RhKG3esk3dGLpmvNYhmsrJnBDgbhJ1syPoK+SCfL7VQM4tc133+Bk9Gly7IS/AO2SVoRj/kOvsjDgsak0RcQ4uDBZAw8ic9kuDYzuXKz1YwbIVfgyHd84csrhwbgJsgbg9lJmiYwavuvegi1vQEQnY/7zrOuAtIIH89QE6VzXwGYGVtUGULvZY/yqFZ+VYfjJdWb4hKl61QQOeSJW1msUE25FXwsxSp7TVp8An9uL0t2h8TUKHBSyrY6FsnzXQzLHECAP5L02mSROWzgaSRVcA+AElANYJulVs1HOOv6zVAmD0BBVn5w6EPywhwjDy6ZlbaaUdxtqQnbO+07/bNZUPMD2edtetfnZY/7PVNINjq1AVNdt23MovbuN/Vm1CJMQbWhuDgrTi1qCgSArima3QERKBt3NcmM2wf4dqdUknTUwtnsC5z/y7dNAfcJgVEZgAEcHYzVwSqdryrQwrqVt/yjFLVGPw9+l+akDPMEVD+YdciyNUrF2Dd9eK5lXMzg+vnNNFKPVKYuXZQW7LVjHxP6uE5zPBZ/KrRuVx799vu/7XT6kQdW+aUe3y6JN25gaBE3WSDraptEHH6IJIBT6CDpyCgfWFcyL+VWedJYNFKodJ9tseedNT6Z465ASTmbJKZVp9YwcZhEUBzKimGBgvbTtZuqSNLZasd6finAscqc6n/ANA+5ZBeesYEDlDvgsCzFrkeASkqXwjYtTos61I90GrxqSTNN1rt2GSKHBgaHBE4/JLszWaRTvU7D0m/Tumdsf8qaYIdzAMgONUkrcQugK5+18/yb/+tX4K8Yif6uxH4TbjQBuO3TFCiczvVAQ2Ueg2eyerTSXZEl7MeOSfsvmzFbYJ80G/R08qeYocfzd6yj+LZ98BHobKSCjPeB5AhGCGtkb3OrMAFfOVl8pPgs4lCZPQT5BJMbxA//ygQWfolfSEq0ZwPqyoBdjhY0d+Lz70PwOIeoDIwYCd9GKc6vNdg5/SZO4hey8plbXCTGyJ7rBH7oMwR1eXqc/eZ9qXAGLJbekFk0XkiIIL5aXVpq1jJWCchyMSPfVnp6PVtEaLuaYJBxgdVIGMtOwMUvbUL9kxf1g/ujyzttU0CEWDf5BP9AfQrMgZgO/1U0ansj/xXv6yHFQMoPapjrwqKC1gIMLmvaxebha58EQTj2chYZ7z2KNW2l2UA3Qb9Kfq+VY/IBAftAEuRE88OeZbYxcp59QmVxVshZ29nWmZ0v+ezJg4a5JW1IvTCcLNl7gAzNvkQuaxPjB+T/U+Qr+BaaVEJmBDUp+LEs8eevyuvBKfIos+riSsT+GrSV0Ef/HCCo56zyiZRH4bAAbYHKk4rw7k+1wO4wQ+/k33C2JB1aB3bZ7F+r3PcdaaiNHMqlXsAsqkGRb4BZhpE3Qrm2CP0DfuOfUzAH1pIqvGpflyQjECHoJ1sDty/SYHYxMgyAET7eFcPedZcPwKZqq+Z8VFxIAhhr10qMJD5rSrGj75k/M959QcqbpvwoN1c+ZcVwgq7i42q72LPROynleyep8jSZ3CtEmkF4dHvt2BJfgf4t3aIcbcHI+eJruYkycSGtOKi+tNkHvWdY9E3lYmJbVEWhcqFurv+FAkfrRogmSlgFXqs5yv8MVltmEeA58ZJ8zOyuoxMAq/6kkv1vGdc70WCAgFEn7GsKswh/vdcvH3JMhb2BAAO+msB5SYA5bMmhiBHMgfwKp3u6KXdh8wdfhWy4dpvNbwUxAAoKzfYivqXfR6qV6KHKb7Kf8Fm2pKlFTMBQgAWqfhi7dTvRmABTTiLfEp1/8dEermmtpX5iy6e5IAmckW+ubZMDbLGADDbC1n/jH3yboC56/QW72pn0pkXA3tS9vJc9BB/lt6dJJQRMDbB1x7ibW+RIZoALw3i+merD+2Nm8D4m5u5z/Z99qxe5o3GkQS/t7AdfY5e5ky1ff0AirgPPUZZX+MU2n2TZOi/ir6x3610scg164H8lYupPr0HRxMvlpIaf421rX5oArnJcqXvzedJNNkIMGD5zi+JHrTFQKfXl8s8tdIur233QgIIr5/+FIAiwW+eCX1ND0vmjcA84+T353P5JmrhL7SWryBwAJgG/LGPANxQmkPP+DXVmCTAqF9ZG967Sf9YzlPtBR5Zgar2bqhY0XPL5IKe7n4NKIeuXzYGxmYLBcF6KJvXBrMWte9J+sE+vX1ztGYgMakVx7CAYPsz56URDoiBXwrFM9WUUInGC6z9f//+TZ7r89VP0PlmnaggZs+VxjXy8CYyex/Zjw/A763I1497mP3/OIkQr6ZiEx1Lr1z2DwlLxhPjCyeA3aRGemVTUQRrALqovpSU4Hzn00eS4+z5+jT9Me/FNwSQ5V6tBG3iBH6IQD0VbSZu2Hu31PyZR9sJ2ffwXXp8P0+FKbbsZ2iW2wID/422GjIkMA8PHnLWTi/dG/1j+jjCrkHchjmnJ2n7vWc/PE7lXBNJI26//Pxm9rjJE4yPZA6Sn9BrN6nCBBAtQBOgGdngBXBPmwsAEnQkVf1lIkSvl53C9cU3KOU5bSaGurwXYA4GYNjkkbalYXWaQECf1PQmxncHbOwb+fNDgNBUHtZvDEBJUgVsJrzwHdgzL14kGWB84vVJlmK6rCnQJPe8MUk2BfA+htI3lcrDKvCJZNhWfRPzYO+xppGNPA3+PmO72/YGrEMSFErDa8IRtoqWJz03dT/jB0/fcJg0Ms4d88PonF9/eRMw6ber/+lfPc+8vs+1w6DQNkL4KfcDfFJpGwD3KTrdXq0Aa/S7pQUI+/N9+ko3KaXJcU4WABD3fg91cXR75RRtlnVFb7QdEZ+s7ZTpYeobKn89A9fektCUPsWP1cPGv45KUfW8DCFHvNP14PWnP9EWAdvP77Ky92SYOheSCMzqdzQclXv/8rN9g5/F3EDvTOU1iRDEnK6fAogqEsqRCho9hv4BQKeXsYkJxJj0xTZW29hHdBBz1Er5yDHU0rd+h5Uq9vzz26sXGTdjkuXE9d2WZ1RJN6+QmFCm9XNs6s1LelwHTKRqPANrFW9sI+tmLAhgkkQaKZ+JUVzi8vn82/jEbVVRhjb15Ppggu/aFPZc7SzXyxmBhH4KKe6lR23bfdSvHV83D3iPZD7Gmrf43v7do3hknzFxvnK5LJSh5yz09lVFPUfDgsEZkjGQzI++ghHG+AwygP4lYZLPyySinLTwokfbAQzzk+wLJnHjc7Me9wCoAfiiB7CPjs+4Tn3mJvTKitrYBM8yMQqu3mfLn8vniWlEdxmjQLY8j2JntqClbavw4Vq2y0Us1ECP/9Z5HsxvWFnY3ya5MO+jq1ir7J328uU5B8BmLMwlZzjGwJubhMytLFbgTMkJ2rM/1cScx7g4LVsEvI0BcqosZXO+R2yggeUyUniN3fsCu1and344c8wRuUwmiZPjn6Dj2wJuXnN8dxyRLXRCfeETxtIzOXKUeWQ1eN5HD+NHvb1z9b//2w9Xf/mZ8x8RexMfG/f7fyh7s15JsmQ77+Q8D1W3+0p8IDSQIvTCR0H//w8IokCCIAgQ0ACKure7cjw5V6XWtz6zcM9T1aQU1dmZ50SEu++9bds2s2W2bJjpiJfKfmj8jqR7NrCU6+Jt6Jq2g6vPpl1uEq9xLl6NFxQEVh6WSekS58tccT6uLmsF8JlCVGHxYn9E/XwTAF7AokoPuo55kL3mGfDhmirg37/OwC3vbiXT/18A+HzlH5Ro3rgZRD4Df/s9g7iTrTUPu/OxFKw3q47P323Fb3fnkaVxEaJxcAkL77zsJuAzKj2zvDWkvZbA+AGisjw7jyoBA0Pn35/veZ73BX3P88r7l+fuGv1+kTZDu+bHqVp3lczNr+zvVTqCJDdB+K3+7bNOBvI+9wr0WYnhdOxY68QyL6cN2Muge1hD5m/mpMHn2eQ90Cebls93rfM3inifh/W+SRG9MrAAl9VqGOsGDdAFdbgWIGFO62gfFcDcDyW2c7FzWqdofv9HldRVLCdAV8o4K/QWADZYZ1/Lm5/vfQfY3LH9wRac4EMMxVKpTb+EXHcBbPuTbsBYBcp8LgBsxccaTgsc+3l77S4QtPI8z7rR9JE9jRKNio6l1TYH3fVZJlbudOyOURkYO4KfvIMi3dd+j++Qjb+y2XtWbg6A/7K/c48NQG6v0+4dnp95oAJhBe00wec5OScTdEw9tHEE8lr9MGvVz3aNMRIM1hR44+DbsTXo6c06JuSwARgyT3Oot8rEfky9X6agGffe8dAj+R7rvn3IKrvcm+s7vM6TlQ+zt2b/NJAQkUGu+czujZVP16Wnf/Xb5wEgDbTckER8wJkH+4O6DvavmX6ynXO/qIxowBToHhnziQ+BWH3i3Xqcj87R0Sn9jq5UneN9hnMC0VbJ3tSzBma3x93OG8bdoRv2XGkPqs6hFG6CKtI6d2/W0eD5+J3BPILW7f13CtiSySvwjUNpZckGeJibo6pcuubt2V0KoQFkGSt75GEcnu6VGsHrqDhTrZZtJeePbAy890e/WzBzDSv3/gb7+dIAM9VX5fH8YZ/ePJdWOvZ8IqC6iVgLmloJo7F2Ph/WQVhAjWfxeRQB5BogbPcUBnydsFbaWC37tYDPJp1A37LA4/QoHH3rfbtsNdTK6MJYB/grINZeqJ5Nvxb8PmRl992R8XjI7gb2uMbSxzLWdYK0wQDSrOgh2Altn+tnIkYDGK3eJ6Bq1cm+Vtfu/FltLpUf1YVUBFgVrXNV82bsEr5T4KTBI8FgnoO5qMwP8GZPyTh+pboDdJa2cxhIL8+yztBWtUifqqFr4B3dM0Fx5mAscAFeq3g5r1rBmzHwvJz3N3uAc/1LMglLlf+YR8BDjHFBAc8MwAP1J04dFackOGzSkRXwCxo3kJugGr3kcI5vRTdi16muEiwuoGKFefc/Wcs5N/dcVS8wl/YC5hkXuOAKOJjeT8oogoKshwEekj20Afb87hioPMYRH+rhZt6OnVRdjmxgd0ITNhXoBSoblNZhx7kyycr9asuA1cHaP1IWH7YJQT3OA+aaPoCCz1T5xKEZ+SF4IsWkPZErV8Wu9cq5BueYQWb1s7pKNpcmB9RGgfovQbw4Vf38yGhnvYlIawsYoLwOcLtUnAJiwxAQGRDwNClrKT8ZQymIo5Op5sG+eJxqGSqsmDzsK0AE2DWuAaY2tXkynARE2Tf254J6UHDFMdv7KM+V4NjSNS0dtACdtq/rYgJR+wd1zhmsgA4KCLo0guvo4u1Zyb2pwNLOxJFHTxkYaqUUc1o6L21W7AMDhFRaUUVIxbTU2SYVTMZUWWOkqUKlsA7smTut4DGRk8Bsk1PaasRqRjP4D/uDpBmehUpu7BX2O3OywL99XQHiJ4GhfQPV5wSKv5KgkbmGctmqcFsSmPRARRfgJ6DRAGcV3axpq5m3b7m+yrIkfOI86Pno+60IANhsEFb7+z495ujbmZ8J+tLDu7ZZgyLaGbXLpqrRnuVQpgUUztmwQHwZP5oMRZBOsLFBSfq5xXZuf2XA32xkgk98XsAaf9XENKqSscGpCIUKuGdOno9AG7J2lnfGSaVLz1D2B9/nnC9Qib7VnjJg5P56FKSNM5JAf6sIYVjJewVcIovoC6o8CJhtpRvHMp+t7HZvIwsAwJ67yJXn2OjIHnvaqv0XiYT9N3JkrzKCm1ThQWXq9zjTBPLpydXvz/Qz9u1hyRlFgGXtUunoTbAh6NzvY59mjRk361GQupUYgpr176h2KnAkvbFVLl8LpvCMTdjKWlCBja7jhX4G5GqLj8gNfYaX6m+DdexlbL8DAPbM9V47L8NY0D6V+FOp5kmFG9enQg5wgBeAPevzK8mgtdftra0vIkDYPV77ZQPjgjq81g7cJJ5lGFk7dX3rJglQqTmvVoFgz2aM6jEAPPSh1+V7j1MCSID0+pq5P+h0yzZSFhN1BXO3dj56RCYZE/fQNx/SY/rWLewUArw5a77IQoVNTJ9Kqcql8saHQocALHHe3ZneiiSHAPggr+2znjO3gcf8TOJKg7H5zx7FVq2ZOFSOse7TtliZRFF6W/Oieg9QZ6n9LuxLo1dZg9W56CqAnm1TYJLsgH+tEJp5y36l5zzn4Lt371zDPA/2u4l7VB0L0gK+NgG6wVC+n3vkmWoDQGkZ2UR2OPM5C+sbZuxbOYJ/wX6tLxwZefQwAPDXVGRDm00ANIHSyk3jUvqEe8auv8sY6YV4Hb3IOu9aPkggHLAEquF7d5eq0urtVlXleR+GcYAxoVt5lm1lscnSX/MsvKBGXeC4Z2jWgTVG3Mq0lGeD/vbQyUPZSQuI+h6C5lJ023NTemzZYQDHoUDFPof+/M4Dk5mMsdgH/SP0p9HNPAuJOXzPqmsSGKhGlm2E18eAcA8foHfZp2OTQB3MWVzbysA1CVcknyHjvNApSzldPw0gIzrpY8Bvfr6TZ2Q9sEPuBohkfT99vg4FOH24TebQluFcxQZLNV9dR89RAGApb9Gl9Asm+Y8zbRI8osOfP08VE8BrWE7WZwAAro3dmJE2NH9MfEc3MVb0thWp7Jnnz9PuIp9nbp9Atw7zR0+grH2D9lK0fkqlWVl/0jOY6lqeu6+8T6IdVZTPAlJjswMAS+0OtXBswUlMIRfw2Qv3B6ATz6rt4hnLfDsP0X1QJ0ePY7/djVzW7zvFEFgvQHD0Mefxshz096FEp3KWc4j32l+UmGaWE5uJfdX9nbHwd+Pb9e0fFdhE53UOajJspXAAhJynjMdY1iZSxq6LvbN9tpUPbKZvpdJl/tGlth+oU8/pWVu+dkfjbe5f59OzGcDUHr1SphtPZF2knCYpgjl5n2pQEmt43Ur1LAktl8KZJvHR5kp5/J4q7zcByjemzjOQWMDeJzGd9gXoBc4mgNKXYUXCzuI9xg4G88/+e3r/Zu8k5+XWvdgeJO+Q1B7bgQpFbJbnLzgnI119rFSmR3ZgW3gUW5DE0sZDevZJWQslcHutAhTXvrWCDlVmuwLHRyiGeTQ2Y3y+gGX03+tQUL948awA8K3QSENPD4U692d90AW82HdWk2M3RFZSRXqdCnOmv35yk8WtHvz2a6q8M0ckYFRAajse7TAaXs6fV7/IJJHbxxbKz6G8bo9tEnlCAf8iPXi7o2oIKQP9u7T4qU4PPS0+gKH8pn/3ue/koe5mTz9O0sS97LkCSbluqdqzJ6s/8h77W3ucuSDBil7pSZ7AZMUmvzbRoXs2e+vta5gkIn+p1kUk3+X+7APjRVwD+0g7FYAVe73VwPVTTYpEp1bvYg9VdtXfXLM5v9UdFsQAiqMboTDm9zHNqtPwye2HbcsZOIkpirhCnrExaCUIU1Er+lmB2H4FnznrZZWjYvzFT5HbCAeJXySWkTDHtZftDvsGfwv7Ab269iXJwzKgeEab8HMuNNIutuBoGczwi7CpscdjZ8YO53zYOBbjvcRRWeLKkQwOG1ewddwmL+rrI5P1tUqHTCW08SMLG0haiywAZmILN7xmDEDbQH9TFWLSBlXUPBPP/Sm2XWMF9SmzztsiLudoWV1qH1acsr+2HR9jlhactSK80MLd3B8ft3HEjjXfrTzzCNPeMDfGVoH5iLG1yIgn3jNpmJ7QFQDqZQqYS+D/YBdxD+auz0vSalsY4Us4Lu0ob8vnOtb5eUH728QTm7Q4eB3J7qmIf/vu9tW/+TfRg9+k4Mf3wDauHtzig9wT/5GXMZ/cYOK+TcjJfBp/9yz449cmgB4JJxs/YC5k2TDpu27qfwkA/j2l84/AjoEWg31HxepBX2BlsJ/5o9e+tzTLgp3HNfc7+/v9ee95vuYCs/veTcCxCzcPcv7s/r7HwzqeA1ieg9wHODSSMzc3GKok7DgZg5tpjSK0ve/jiAom+B2zoezf1Z8ns+RcZXwTBN77dLNivA+kv/vi/Bw7R1uhelR8TrXurN0CoAsG1FCa1z7LPvf5PscaAjToUPIy4GVGSwG6Czh5ZDidAbEN8p/HsvcpwLrUvdV4Cvi+9p8LNmC3cGCXJjr/rpGPqYDRx5p0rX6sEj4D7lz3x+vrIBxAthRmO0aodljHgz5ZQEdHwedEeTVDo6rJF/72GWzmHmfQaUHi/QzfscLEQN0RON5Kcu9l0IZ1MJjy4/465u2QTwOUyJ6BYpMUBGAPUOgsVwzLddF4Pfp2Ob7NhjPYLo10D42Zl/Mcm3luoFNHUkd/16AG5CiwBfPWMPMzKA3nFGOG4EgrmPO9vcbStZ/XtfNJRRAzOs+lsYfB2IvNNVW4dW4aAN85HFnPj7C5dY8xL7OnbpP5R2YV684hNUGXzZJmAjm4tv8l1wdw2crhDUJxb6ttzBQ7HJNjLRubytwVhM1nSyeZg6gAxgA0zGkPv1xBo2CdAAHgQ34Fp9p7eD4CGMPctn8Zjlausz5EA8oNUFuxqGwKHvMZ5ORLgQ1lk1ed4r19zxAN3va4JENtAOCthrzoy6nuWNkFfOGAXNpa5vlmEsGP+so5E4TaA5XnQj7pZ6tTezlj+Mfs44ueqYGm/uieJTjI51j3Mep2ZSoze66cv4NMY1wMtYeV2cobwRvOqPaaS0CVrxOcsB+GQQaraA4aY9aqLAK1rGaMnW/l8XwEk0m4e2qp33ZdWASWCoBHmTCIvmu3e2D30f6NcVLHr/ecqjDmprLvfPWszHMuQ4bZzuq8w36Yakin4rJ/ZSbAiYZmR/3HS1pSjBoqxG114HsG7tRhGJQ6D63aJkMf+jXWaqjZrcazxy7UnbvHW71AICKXXPpe9m/p6nI9xrcUy+zLBubJiiVPsYFy14LgCZRqq5NaNdMqGgFUDfQjoUMgRoPQqk+CB/68c9m5q44TLNs1XcsUI/yolLWKDgN3RLrOc0G6qWraddm53T7fl76ek/zFfba30/Yq5bm2Eoh9TeZr5RYaH+YYwIO+dAS62WnIQYNeJhYZmBk9knU0MG2vztKG50sm5/ieFOUaGVZJ43TqNCkHyMnMPXNcUHcCVHmfdTXTXceGf9vneHT1gBJWt9pXVNozaWqV8dlq9QQ82endh9Nat3rO4QXp24cQUCkVI0txjzPaKkTGlZlhvzfTs9VBtl5YIHjXHX1qNRyVvYDBAogGgN0X0nZ69pz7q18o/RsTUcdDV41T2r55zQJmLgV626NxbZh6Qod+qcKuetwei7IL1EHtmW1iAjKubJJ5T8WfDhImAX0qeTFeqiEYF8GmZk43aHZKyGOWYQxo0gy7zV6UXBjwF2q6r137nrTtMY0DvokeZL2XBm/0GQ+BXFDhZMKDFYqrd6x6NHHtcQIciL+9JNG7AbILmJv0xLUI3PT8h0IuazHx+0tCBfr61wQBSms6FbnueaujWD/WcfcRc7QgFTMs4NAAACAASURBVHJQG4hq4dxu953VBTI3AIB8/faxusnrkW3+sWcqATXuRfAKeWZfsSZNIpjTgc8pq9o7CxAcbAMEI3hGK/wIfPgs6WMIhX6oubhv1UTPUHsdo9tJkCtQ1qoPM74LXNRmMRFTZ9tgGa+l9+XfDbwnOMP1kdVNeKFqnEAurCI8/93aNwRzcaB7mepWnvtOAkK8ngTEsYfzJsIIyAj8+e+eNxF1ghtr7kGpu4BZAxWsG0l2uc4HdAL7MjLIWV291OQhW1GUKrgUeVaZVIfkue0Lm2ckGzxBGYJtzBt9vwgY8h3AZfYKZyyAH/R8POu7UgES0AfcoWIw8wtwfrKdAa35bNeF5I88JJW9HRcTM3YuwT4y/EmkkEq6VvEF3ARgsWodiloANtaZgHfmP59txjvUmFSXA8bnd1vN63pbbbB2tpVG6gYWv4w1nKcNOrpFeYb2kqXXb6J4gP0AfgROqIRoawDaHRAYqT6zRxhAEtf+tVnyhxxKmW4ihfdXf3Ifq9B8yUxg5Xdlb/bKJjuwBwmkfIrc89Jnxq6h4goafxJ/AJBlnODFsy/1L1VrCyLzHoAeFT0FWvM55JkxP3yM/Q6z1FJm66MtQEgA7FmCpewXKjMIQLt/uwVK18w/WGvWjFcTc6gWz4eepdKSNQbUudhzUKiTmJL/Smuc7y4blIkQ6i++A3jKi2trZykv21KA+UY2qZrkdei2aaXR4KIxA3vPIavoFnqZqzfqq5AIVfrmSUrKWVu5m1gJiVSPAQ2ncu3tu9fdW+gPdDLV1qxRz5qsk1Ug2Qup0NwqYRJz7OeZfX0n1WUBxdozuhvESjurWKGp5d6e9wBQjKFJmRPA41yS0tGKI4DJ+m9UgKMcexbmT93WgId5Rs6Dgs/YF8O8sLTIm+DIPLeCFOAq1/gyiWBce5NzqLqzXUSAoqF/VqpJ9FLXcL6yV0qnX1pYz9+NQWGndtyYbfhxea5PKbFmz1PNSUEi8ksFVeMLEziu0M06ows5M7WXDGiypsg5OuZj5Of2bdg/8AOZj4CLAUZMpLfnL0DltrsopXA3M3YgAEwqcSMnyOpTaFuR5Mgn9KgkBpKwdSu2Z+kx8963gMacW/RdJekavQPwsPS/j3OvMilEh/acHDBwWX/uo1dD7Undc/Upvk7GZo9bKllDHR65QueRFMODPm21uNXz7z6865juBpD9BEAYcOF+5AlwExpbgu70hGfdGGsTUlsNlHMrOo59BEjPXD64T6/onAup0tb+t9IWSmnm5GnOjvbfLZuB7UH4G72J386YAHcBvqiEvc59PwZQBYx9SIVsEozqD30AQIs8hZaa5B7Gqg4WlEKu9UHcJ1Ru0yoG2xog9C46HaA8+5RKaeJkJMYQoGcOoVRFDptI0+ROWFMC8L6j+i7JGfm5FbeM+8uHOYtloviUCv4nkSV0wPtU8UpJmmuG/pR9x5ySrLeJAIDG6BkSQ00WJ0ZCBfQybQAGXjdhABrnh0l6IDljq7HwM+lpy6u6JwN4mYra6r9UmbL3CwDXvpRBBHu6QHh6pFcP08KgMSRBs+u36BbAJpAHgMrM9/R6xvZFdzGf7iptotJhA6qqPOac5hOCCtgRrdBv8pN2BgmH+HqoHvYfZzj3KdPD7STThGr34weuZ5Lv0+gHAM0PWesyPMTGeZqz/dXrV9UjJLj2ehG756ETXn8Sm64JlZyl2KX5LLLFg8oQqH+LHMKaQvV3YxPY0ZkrkgOuvoXqPLTFf//396/+yT+N/RV5/kg1bypQ7wXcfNREAObCxCXk9N79VGe36v3z1fvobSqgWz2JL9/E5U24JRGOPtOC87cKZFvA8BGa9sglPjsU61Q2V3bwPVs5aqIjY7E6Ecrz7NPsG2KI0DyLd6jzAcYBAlkjEgIAJJ+FurrsKkku4nyCrYd1YC8/Cs0+p8y9PN+jx661fv8mwSkFgOboOMAuEjDQswDC2I0AZ9iMT1/a7gs5b2Jw5puWQ/cfotfvXr3+K20cIq9QhjcZWQY0gDUThjkHJ3YamcDMQV+0XUxuCEDGWG4nttH9l0pqxiCriUAeviz+GPJIlT1yZTJv9Ny0QGiVaa6FLuAznCNUzj5pT2BPE+b97WuSva5CSf1s1lz5Ng5OkgdxJ+MCAIokBxLlz0i6/27fCStC2Ecak6gtLMseVL7bBoX1+JIxkqxMNX8reLOe+OO2i8OeJwn41yQ2TTJw9gZzx97gfoKV0IgPAE9CfvRAAc1JOlqfDhnhDJFZsUvbc0JGOv/GpsZeVSdkPqBe7jnO2Ry7Ib2J2YPMFNTbv/1KKy1bzqBLrRpfH4dzc/AZ7PPI/iahkaRO0pP6xT9te9K4iDEVWcr04XsGE5+pPe+zsyVhOLHoQHyrLQ4mtlO/jiA5VbiNeUwMAMCaAqLaEBYH3J2keeSCx297PFRkbkNMux3CKNKaOdfPkAK8vh5JwdiwANnY8Y0V6Vtg/7RafWKtJvhvGyttWOSycavOv3sQwL5+Wn0ZYxfE6Qljkwh+oa+OvL2I3cP1maqPmZOPrcq9d/W//wd60YcppP5u9iy4SK7DXNRvzfVgzyBugI/bxLnIKTgC60WyPHPX2Ap/TkCwuMowTebztqMBA0Encx3jc6YDIUu53fWn5pTMITLrONJ4pn6eJT79JVDbIA6L5GXmOnrdOj4/VqauoJ/iLxWovwUA/1gFe9ye72xQnd+egeNupBpFSua5qnKBzA1Em21xUMhuUL8G0zjRN6syb85XF6IBiwWtDDis4nZhMg/sWw4sApENuOYPkzevDah2bMevO8fn+fL+fumobJgNOYEb3jtXDfPzGQA+V2bvNZxTK4Z4nXuvLjjcew6Yy78FwwAmNHwX6D0H6BtImdc6wzfXbp93n2XBFLPoDObhBC54WP0363sJiu6ksOYZwm7yyhdpLKupLhprTKqLEaX8ngHCHd+CHitXHDYEMrk2Dkgmbp5z12G14mXo1dlQGDC7Z7CDTxi+8/4HENMZnjEfgf+laD4DwEyFVCU6kFsJ5WF8ACwLWJUqdoRMp8qM7VV4C5zsuvj3Abo7TyrDHxMdrHBQ3ux9asBsAVQDjAYLDP7zWooCx+Sc+d3NhhLo2Coiqzug/cPRixHWqoNj05SWNQdu12ZeF31gOtNlX5W+98Zr52n1RI3FPgvyv2NRAaoDTTBAxr6jN/qsVgYVZMr6Li3aBXTlGS77eGh4Z97uFIDKTTeQl3uUZnBkvPPUA1a5Wb2KHAKEYMiVkgOwhwN2aE0FJCZA2uDnTPasQYMWuwD8buTEALUnmlUgGi9W8gignGXkshZ5jlbxMDXwwuTF7HW9Wf9WIXmfyv44/v1c/n2341/DxEzps9wyRgMEBECgjjHDsKBagyLOo1V1yuvq2Z5Ns+4ArlbxSeO8FbsHPeP0lh5dfKYsvgTOeObuPce0e5kASvtSc7iPvO/4+HvBap6VnhDHmSpAbL9aRKsbog61YyKI57xXn3SuBRPIajSLcM9ls+cKjtZinDMv497+uAbA1f/2o4phPuu6oOvfSp5hPQ9mCBMOFoTtWAFd51pWOZsRj2hsX89ZCnUD4xj7Yn9/gKCyAkgTY4Zu9VHHLTgkxbXAu2vIfiEZA8NXwIbva5xyxkBTJjWs+05HpiR3VAIhKLkM2do10iOTBNpvt9+SgHKpWdrTNnJEJqkKsgY+z1mDFF2BHEBfOFUBOI+FeoeieYHRJn/Mxm42+pyDDUr+7uyjNyMUMntOOGvuBQEWnHjFBKDPZCX+XfpZTMnuAZ97A45W8Hm2nZMBSxHcPnNStW/l/VYAf8kcETQnMEuQGuCUeYa65yv34NnQmTXwNd5xDts/PjJN8AT9QiVyA3UZ81IIbrCx50ojIJM81Ix1AjwGCPZ8YV5bpX9KjsCRXQCA8RYApv9rM09P7C0xqDHEOWukWzZ4w0u9tG0N+DfUtHF0kbHavUS3sY1w9KUP/nWAhAcAwATYuC9UydPHcqkV+a7VLgJt9sS0Z48MDwIW9jHGuXbdL3oOZyjf1y6w+qa0n5lfK9ywQWUWobqvZ8kA8YyPTGV0AUAiAbhWmeYFLaQ6/0gOXPtXys9xzHIvgRuzVmuLMj/Q2bc6zh7MyNd1KMnYVwTJGJ8BKgJkUBKr23Tg2M8CMwU3E+i52Er5DPsRh/NT5IDeigSXOF5wnvnHxZdARoYNZGnQoeXfM7SJGgR0Ml6qq5ammcovhv6FPqzoZYCkUo6OrsnnH4VCsFnLJDowzzhzeZ+eo9rHUmPvXLXaiwr7XHgrcUsJPvYLZzkAN9fY6qdNFNJpXfYfM6qZL2m9PNtgf6BShvW2sud+AxJ8j0Aoe6TV7LXVDFCyJjw7MsFco8tL913aTIBUvq/tRfCk+gPZbNY1n8Em4uyxzQF0rHz200cqiqC64nyVOhrd2CBrIkytOJkAmv2akGEd+O2XTJ+7TVhqv6TMM/PTxJWM/0EC7rS94FiUtjXUeLsGpf313OEZqwMJPHbsk8jVwIuBxVZ85rIFIoZ6lWoR1hsAsDrm5IATQCQPBOpCtMFm+3fv5eHW/iPIu0AL+g+5434EmDmD+J12bfR5xo+6Yd7agzwz/Cz9DwnQMecE5VoBnIssRWv3zPTRbAUwACdAc3RwactDDVpgHv0xvbLx+zALPeusiuuZSkJKQTltXL7fitgGeQkm7PvaPCRS8NqqO9afwIl6PElr2H35j/Ej56y/CSn2E+eMgpq0flcGQpWy5xHn89B3N4ADiBXQLHpiAe6HARbuIBOcSVCjVl/wd/ZT7kmFCi/WsHZ8xrf01CY0Oa6zPbb21J6HpfXtWWDl+Nu3bxMMlP6SxX//jrOByrfIfAKoBvL0G0q5N0nM2HDtcdmK5HmWqfT6VApb9CtnWeY3wBV7q71YARDye85H7QD6w0mj+Wt6bDK36JxLj+2x/9BjULwv0A0A53qZwKEnjD3gOcKZCcBWIDb31ZYT3GUOsE1K3wpdJmvbqnFtU3t6akc8jT5Ev8lKAShCtanA6SbCofcLvMV22zYu6GP1k0An30PvFBQvRaQ9VrkGOo75eJb+gFJbX129Dv3p2vetJMu5zn63jyhnCbKXQHtAA2gtpeylAlSQ1wQGWgBAX2yV8N2AwtxzKa4BLAHSTL4wORd5rvzne/x+93k+2s+snEEH2xmv72jQ0zN3CgZm31JBw74o4JY5fPWX1600v8XzZez0KCcRohUlrWqC9cFKqSaxAP5kfpE/dIjsYakADiV+7efsTYKl0J6zt/nTRKjxzwiksFb4Adh596MvABo4T+8GdHkQkGiTtxl3veA8W1mnWn2cQG+u2XXi+/QOz7oif00ygB2ivpkMAnduWxEMfS368knWlBdzYxXl+qu/5TPvR76wq5Rn7IPf0n8Vc4GKpgdQJvc8AnRJMlQqw+lTi5wwZmgfteUBOAEIsEVkuvo2NqLMCbHHSJiBnjXP9z7P9zifJ5GD8/E6/YPxP5s8mN7SGzf6OT1cuX4rHH9N0gw+w52HV7/8Yyp7hyEIelJaYPQZAxJhfwAmc26TsNOK1ii1Vu7kb0Au3mdN379/p15ulS8AL8AOOoH1RVOwKOs/60tydBWQfiPTA2wEnKG0I/EMpYe09jN9tWuLB1SiMpJnwS7b/u2fYoPZ2zhB7xc/VS+sX8/3Pg9zCU9SSuyMkepkzjp0FYAz475OL+Hv+a4gewDAAEom8VNNzx4dIDIPzxmj/5uK/Mjnb9m/mwiF3noWEJE2Ceh+mUdk8aGfqH4q8uh5xh5gzxeUztwBUvOsjx8/y31JCBBMYG+TpMO9eV6SX/b8qOrPtZAZ5AH9R+IC5xIy/fr162EmgBKU89G9SVC+1Yd5Adq/TIX5+wCfBwBs4jLy9zH6jxeJzti525ardnxte3yMKXiY2BBg17sk3lBNjx5mT7GHSYxAn3AePA0wfC/0ud9jS6aldmxHtBI02VAqQ4ufBEuSSNiLsX9fpb8vCUHYg7x+efWqZ1jtp3yvlZDtgW2CD/ZMmUZqj260Jfo5QLK0s6PvUDKxO56R3Badcf3+1dU//+d/vnr6gv0slf3tzPGLrC2tVjiz6ttm22v/Rf/led9kjahgvXebZBHBL9bJ/qO69VSXwqBS3629TIntUJ3//epVe9cjARtXo7VDklBiZ7UNUHrjUpHOWvEc79+RoCHYhN7SZ8fnzbMmEQFKZ86hTx/wffBP9WdkSNFvYL4u/lyprfHF1KZN1O8Pns/Y4ALA1z0HH+GTZigfc/23bwCh8ecjT6nGrC6iL2/D0/hyVPbqpwLU1ecOyLl+T8NWhjB7L3S59oBzB2i9bI/smyexO5p/TXwxIar3rSrGLyDOYmECOoPzFFnEX8H341ls3WQydZPymlQrjkLCTHt0D16y9+V5kOOue1ho2vYlDCDMId/Z+Ej7rI79CH11E7PT2/pp2AZMRjEpvsmmGSW01NgCXPdDKlcB9EkyJAmH+WX/Y5sIFFoY8AKAnbObvq5NhpxEJqbQMN3lxfJdfhe5WGZA6KUt6DAuuP5pV77ygY4y9kH8rP5UdB0VxxYcSm1NMgPPS5zl8ycT6U4w0OjRTehcWcIi1lYq60VkjqSf3jt/IZ8LAG+iO8lb3RszuPotXuJyP0Ie7JNtPQTAzrNim7D+xpuJPcBIxT41fr77uf4QI6tdBFYmlsE8NIaXZyOpCBOtieG1To54TUMc+W7ZZNoixeT6CVO7Lqe14dlZ11I6N9HyKDoj3rqMPIQuu259XsHYxh5IYKAdzxQsGcOix72xNu6FjfGZ2Fo+/yGV6f/3f/x09df/RAIU8Qrj6pyD36NXGi+bFzJBPNE6KewXkxWx/5rsW1tRO7pY5eAuR2GL7bF4BlvI4UP9iJPcev9xmrLxrLuwA5D953sD+5Sd7Gb85h91+msujjMw2QaXIbnQvBYAvFRHjpO+19yv3NxMf+v7+/kzsMjvzuDt3neBhla15IL7c589A1r5WKrJFdAfQVABiyMQ67eatWHsuBzxwh3z6kGNUE8AkQyN04Jzn1UcO25+1lk95tvNcrruzOexMX8E3PjmVgrvnNwEgM8Vavu4ZyC069KNZsSCe5VWGMXVIKcO1gbkdAZHic0c15HHUSVAXtmZOWPOL4a9z3oB6qMJbj5Hs9vJulhaW6g5TmBHg24cZHVaT69VNopqX83SGGNwQb/9ewFzAlQbTL5UQjdrWcPPQIn320pwlr3BxQFgFQ4PnAVA9z68dRMAPmTNwMSY8j3YBDXWQNFQ58UBeu4j3TUYA+ssqyY8CKYeAucaCOiaOeMECYD0n73eHkyOY+dlr78VyR4iC9oyR6eEjBOwsRVK9sRQmW/vwQadLsCx97W/7Swev2iCAIs4+5i/O9WCPfv7fnT265lyg98vCN2enbWCzIY2s1ZAiLtLAefvznJ+AdmYm8oYcmdlEc9bgA19QOVsQScPmf49xgJGHlRi/L4BVSi/kS9sSQwEAsX0PKwRq1z3IKozsaBNfp9/Y4wi/+0XdTmgrZJrwPdU6dujJdfZxIZHcfD2BW4m6K5so9dYDozAH3XfJj/o2DBGe/yxCaxqLJVeq+fIcMp1owNbTTAgrSDC7KXqA+eY+dlgfQMeE6jmGX0mA0frcG+g7mL4lwXAyqkFRwRj1cXNLuuzKCsFOE/3737jQ/mdvSgN5p3Pgpt9u5E95rOV3ARWoTxJYAhjorrmLL7si8p1AiYE2qkKHboUs7yc061gu5xveU7HRbUgmpneF/Y95X41GnPtBdi7zlm/rsVUKVROGngZ2qjM4/aJxABE7+2anHWpmWUnK2r04MqkVOBDmwRFvtpxAr0OfveADtMBjLd/Ris1pc5dw5DvoCM22WQB6X2MpcxhvxUAzjW3alVgm2dgbXEAcFKgCcVpZq/Tv2Z6PDJJbKMBEKhalc7K+38rNYs9Wnafdi4ALPLs3xKkrt2Enpjzp/JBZh66hufKGhS0Gz3AID0/XJ+lPMZ4axVp9/cGccxI3Plzzg0islbNzm0V69gMPEr+bFUFRqCsGIL0yAr7VRocaS57Tuc5dNCgEzuqgVYOVi7Un2ZPrh7sGVJTNmc9q99qVit82c/sH/RT9RfZ0JcKLLORF1C2t7OBhlHL/Xd7Eu/xVGcbO5xEEAFg1pV/ew5YKcjHCMATUDFJQ2AAmbAKzXOWs6drMY5EwZcESqxcNACsTnT/8VwygQw1Z8bSM6prHxkgKAQTAwFFZBMAON/NrHfP7/zUmck9uZ/gy1GBtnPA2EtnnXugkgjeL40oQaMFek38WyrLg41nK9quE+nxzGB+DBw9JJDQPTNV1zhFVITk96wPQWheVED2LJ+D5XL2ZR35LsEJgikE1FtJm0UAdGwbiXz/QzLhCdwBZBDAYN7bgy2/I1Ckk4hsmBlO8B09yqZcnW4g8qDzamAklSwEl6lc4nmRAcCJ7TH4NUEB5GHlm2AAQQle9rt2H/EHu7K0nlnc7bnIMzA2ggnklLVyCKaULETBhfx9D1BoaAoJiOw1eD7k3bmymh3ZJjDufpeKy/XBbzAwgMwiD6Woy76g2oC90es0w1e7dNvuVH/gX9B+rvaWTqE00ATIoe0WaADkI6CHXUkADQdRYN2esK3KrK4SoEN+qZRB3guCNvggMGTy0Zz3rFO+arBH+/NBglEFcQasZL4KdhBU57zKXGxlRQMPVMLVVyIr3aSuBgPQvfkOa79ntHSpJu5Q3HufKikAt9rIzMPoxamiIHi5tN7I42+T3LH9rMZkOWzMcfiZ2yaHsC4EBqq7cv315XLzb6k4gjNQBiOqKqVW5Vnv5wypbZmft8foMkO0+iSUhTLpDKtA/kWmt/237BPYCo0sMMFq1CKXK9BKtQvJR9krpQ9uBa3nBfJBEGQTQpHhpV+UVeE421qZfRmf368sYMdSMT6JaIzvAEYPH2vPqK2A6/mGhTHnV89o9mp+jz5AlhGynpeje3iPfdNf5LOAEwSKOHupyGQ/EKxjbgDbCIwJ6ObcI9iY3zf7P8FcbVvmP3OecbHfkDsoPrX/1JFWamooQzOIHeXcqdvPLSC06Y/zn+s9TyM+ZI7Kk/dve8q3gud2AmoFn4e+rc9JxRFxklL82K+cShOClqWwzX+fAPsT6OP5kTn6vTeZJo8IEFkwvK0U8A3oPznMMQkoWaUERSvvmYRk8oY2B8kOtnMAWCKQnKo6gEpsgIl8/ODbjLG6OoYKORKI+OwChk38YwnxLabfLjYK9suD6Pll9OJcEziZBLaepeq1pSdvVWMCqsx7WyPhL0QfVl80idCzGdaCHrE169Y2OidIWYDQBARAJNha4jxBM7kMV9hBj1IpSUAV0RaclSqVvai9ySaXTaMVGWXHwiFCZ3NmPdEumBeqkH0KuCMt+TxbrsMZgv34NFWSyF7HlUtZTZj7Zj3ul0IUH4kAZvRa5qjnTh3BVDCHdrSyWTpKepyvX42uJ9kG9gGjCV3vnFOdq8gg/TOhVzWwSS9fwOtH3VckXbSnbW0+VI6JNxyItXeQauiy89xUst3K8z5MlVPjJ/jgtSNMjkNXWRCh72VSonqdBA/9IATGYDQygxxiC7588XKS2gJevSNRxcRSadOh3kbnCb6hV6XXfRxAg2rPD6lczHgSxK/flapK2Bho5/BbPkvCGIA4wfoC1DCJ5KyHfvtpAAf024dUGjYZgEkGsIz+JfGrPjJnf8ZH5TL3Z9+vHYTdb+KDrEy7h37qZ8Z2SbXf7TwvNs/HVDr/FvDp+3cSyL62Ly02AbqLvY9+I9mOtWN/IotcHxuWZ1G2HpRW+ZJYlHECYjJnALUAeKzT4avBUJCf72A/RpbeoMuGvRB/Gzcmzw740kqnrk/2QvTaFxIbc448S39RdEmTefOFL5EFzjn9Ie0B1oikBO017SASjdi37Fl7TAvYm3RD/+fouOzBhwH8eXbGcJ2q2tu5wIMHT1IpG4A4wAHb4PGjpyMTSNj3qzepDiSRwMp++syiG2SzIemhVVB5DvRWg+aj5+rLlE0IytxUyDZZiPGS4BOa6vGFmgAJSUX2AXuKdTBmwJjDOtNe09NblF7VmcdWtbN3Y2+8fvOm56frgA+ETmC/UkG/yQmehegsgvv2upbqviqum9JkNOzi9uPt/Lo/TOi0bZH2vzYD6yu1+LSvaELzOcZxK3KML3wv/XY55zmXYn9FD5KM/rVVlrF3m6QysVhYDDJuqam1NTv/nF3Zgy+T9MBe5/5WU2Kv0x7BM7n6DfmpTsn6CLt0/I8z1799f3f13/7Tn+un026HCvU8QXXbs5x1PWucjsrs61fsu8gZ9gQ6YSqNOf/uZi58PhNh8X9fpAf1UltfsQfrw4WFI5TrgORcE3+SuQZw/S2JVR9CJ1164QJXVD0PdXH0B/K3jFNldypjDDGxUFMDFAIAx2QGyNyer1Qh19dolR9tVqiyDqCbucKnQ24/lg0JHbwVnCRZqAPxSbnny/SXFpy9sk9vE4exhQV4b6W/uf1mPTefP1Uu0QtMosl4EyRkPWo4GLufNqTds3Wzu1d0vCuT+y/O6Ez9u4DhALwuTs7/yOkTWhuMH4O/pa6iTQb7SdusiUo53w1HY/PCYABzAolErG96lbcS2+KVJpcCCOZZiFe+eY1/JDtEYzRNyp3YY/oi16ZOdaxJx+ozknzQs8QpsHsBQMvI1aR19BLJTfHRNpaW8xub68tnKPTvJ4FKeWciujWzJ9iy51qijnF8yks8ZgIZm9jG72WsU54r0yvb+dvkN2TPDxTzAAgFMcjEkoeRYzHX8DwlgcP2h5uorpGkX28LkzJndsdxfmPvYAviRxLn9B74bgU5G5c3yb1A6uAeE4K+UCDDgMGLinvo0xsjzf9dQ8PdJF/OPRNty4qDLQvzUXVKl3IG7/jLpokfnnNi+2dX7jpfNU/6ffaKc/bjdbhG/Q7+q+ye4qBAQgAAIABJREFU5rfjcd+7BwWsW5BAAQhnYROCkXvsZ4JBzo3xAexCrkdMVfD827TZeUzMnYes/eM+4cxpng+XiRx++nzn6t//u7dXb/4Cg1B0XnRa6aYDABNZ+T4PS6LirzAdUbjR8wscQL+BfbStoJbdE3nERnPM+qGNb/I3vgA+SlvH2AqicdytAD6mh4f8sdrj7BCsI3DGH1vVNACw1zHb3iD+aebnJoxvhbyTND+fg9urhM7vXUAmjNK5wE2A929V/t4EODnMzwDwjv8muHMGMRU0d+elByfPj9FTYRL1r8LswjvOS4Vt34uwXEAttvFJMBG4ma5eJ28SHDgUgkGdczXluWL2b4LducAGarYiwXmfw/gE3PL77Ye7T3YBzvJACyQbSPqR2vk8PwW4VpAJxozBXgB4KmiUkUPznceyn78AkX3e0zUzP6VMIphGSTwaY9anhsoo0R/WbwDg1j3u+wNqdbPv3HNgDdDVCpZm6ZwqUdX4l4XrZwY8vfyStc++8DjxxVao3z97A4BvQbYFgM9zLshEAEE6MF4LQCphGyx2flGIjEHlO/cFwJ377eGN4dj1nznl32ZAOyYrOur/GEyaz51Bn5sA6L63dKrn/c2zGDRxdBug3u/stdYoLNVh760hsT0f+fz2KPQ6jGHpjQaQxxgB8Bnj/TyfnT/2Qr5IViiHmPN/rBHgE59pAHKq9Lt2+d1WQ/4Afs2a9FkvADDPQgUUwVoruO73APyx0rjg1zxgjaBSp00F6mTixw51nYcejYrYzfjsc+Vz+73uj36WvCIBqgYl85LC1rvZr2+MwhzYmBTMa3vuofs5fAeQXxqSytTIx2afnmWgfYxzeYIcVla6rwketicYwcapzm1fks55giK5cGlXF+Hpmhoc6bgbfP4xGGSSwRhEA/5enJORCxMK3GsL+C5QtXRpOG+MtXSizF0DZquzBYOZy00KMDte4+aggv/xfGNOduyMYYPZyyix+mz1m1UgGMTS7i0IrCNtoHDnmfEsiM3v2j+lzpFGyVbEE+gsxXGfhVlGdiOeMTL6/APGEnghe6290jAOcv9WIHXfSQ17ec7ZvPy82b3dnatL0IGdv+1bOv1cYixLXToVsKM7K6sNlJsFyuWXrt+KI6tzWOed/9V95/3HHtMBVxfeBIDtH44sjMFOdUIPVc5t5EMnBECYvmLt35qLNWuPXrqlSwtA0WA1jqGG9EVnjeFZ6kXOiElKQr5/yOhEj/J+npNAz+V6OO3sl7ETStkUo4/rsX+PxAblnXU8U8cK1GrkQoXK2KQkPIDTndej38sGYQ7d3r16AoDXgGxlCsHQ3LgOcZOthqZv9EFBkdFk3L/P3CSLnMvNDCdIMecKiSFMRUeTe9axSsZt1olAf/v3torbgEMpfbrX574TgF0Z2CpWM1bVr6XvmyA9jngB1EwwwTP2SXURVWRtkWDghgAV60yAtOcKZ2be5t442zgd7LevZDATdK2O4n7SviGnguwmKTW0SaAFgIF+Mg2a0WNrgOk8b6u2tBTHyUYICBZ6HtkXVmPfYKrB2J7fOJyTrGOiFX/UN3u+cg33lXusZ0B+cZ2+cpvBX0cvWeZUtrTnYve5GdsEzKxAoQJJPfMugVqeyV6Q7nfeaXZynf9UYCSLn/kCEAFsMxmr1sY4gSS62OO1fexKeQoNJnSPJhJw7VYqZJ3sCSYIhfMDLR5yKKChnm/FLHovDlD1+1SmLuUumoZ7bI9ddBKBvCOYemTCO8ZNqrJqEn3RwHX2sSCFiR4AS+ipVsZBERjaN17tk4g+7XpEZ1bW+D3VcOrVBT+VZUBhbbcWTqGfuoCeQQTDSpE99NTV/60GOXRkz0QcxQYhsZUBGzFwM1fQwKVyCxlhTnHSOSc6JwH12S+tMMxaaxd6brCunAnd/5PIQJUMdiGftSqe50VG1bMNGEd/du7zDFRiEVyHipM1X0pM9BwALC/OePsiDlDV/S/dHfqSF3YEtJB8fx1/+4ZKj4Yz9TgUjcwXgfT2wkVXY4dHb3DOE1Cngmr7ON5PVR/6B/3fsxI7r6CRFVmbrNuxRfYAzfmMgdrIasZoLy/oZBES7AYmZChhG9yJjGQMH4Yml0Qy5hsGBfYF7DWNXWbuSh29NnuuVV+ywVwADvvZQqvXoFae7y19FTP1yIbBX2QIhhYDGoyD87HV4pEhdTgVV6whZxTnD1V5yHCAT87xJqMMVWXWgcAy9gQ9OhkaemTbuaj70PFHGyIqKNDxPMvjrB/UxMqksgcFKzqEYEQpcelVm7VpP+9cn/WmqrMVY5kAKu3qaza4RzBPuW7LgMg2AbLup+wFDhaqY0w+kCWEzxLwJLCILhJAMpguyOfZZnAMAMjqdihP2VPSZQruYPsImqkjAI/QpazT9XvsJw4PgCP6cANcD9NHgsdWynVT97kBmqlGvJ9KorepPJLRwZ7NXxOIZx8i/5yf7EGui13Ac1zsrgSonqaakxdj/vAecMeEGfemlWm2CbAnHfMIyLnsGrVzqF7sfnc/ylDgHjgKAUz+2BYwJOyQxFB/Pl/jPgXyAAwnQQXduAnEVDBQPVggsawoR6CQ+Wbs6IFdk1IhZn/x+aWDJogOJS5JQBILEeSz7zK+R6m60d0ZP+cE8/QpcgttMtdAflodjWwNAEz86nPYCTjO1Y3IjMxW7DnGgH0CUwU2lFSvJlxyb/bXAl/bc700hhnP9i39GB2LbYQccl3oOJF7gvxtYcB6Za0fUq041SJlhkhg934BYONpb15R2ZxPp0K8AP8EkGTR4bw2QM212U8knuhPU8EIzbdgLDK+a7MJMbWZenV0qZXf+HWy+Ugtezd7D/rRVnJmDT7DwJCkCUBWEhnYQ+8pJcT/7HpqJxRcb3uBwz8i4Kx+vhMg07XbHqHojnfs4+gykkCg3GYNGQfVkLLS2E8aus8n2ZPIPX42vWNZxwbF21s9tLrs4cgeKpoqTXwdggz376WKty0DAsJkTxeX5OztmUy/cfQtegDq54AsnUN0Or0nSVizMolek6U4zjXpe8s8lCUBvZxqRJ7t1j2SxO63Cv37b+xN28N8THNTgBJkqH1xn7yojqNylKpkgHrsFlsGRLKxKeO7oveIC9naBPsQP1l9h674Rq/1HCxP05vYBBeZoW5FN6ED3r21h3zta2y0XBdKdBIL6Yd7+wI8xU9O4FlaVRIbqBRX53yNXgIANmhuggYvbAvsg99SDf0x70NBbOK6VYT1L8rqwHl+L7rzOvup6ciTxMDODhie/faZ3prY9hkTlONUtPb8wcaJXL1NZS/nN78q6ITejl5kjG8jQwB36KMmhIxfIdB1+H8vXqRKvv3ATXREDb56nX6s3cNQb2uDkJxScLOgttW5awORSME5i+3p+Yj8xC/MvwTDqfDmJ+3w74nN/Pwn7/fqFyjyOQdp4eDc8YBvU+V+QVlyvSepgMRvIV5T2v2MCfpZQHb2ND2VW/3MPqHXaM8RE+UBZ9nHUDYjL8g7fXep5HwcuuvXr1KJmlYw6ByAJfTDp+g81pWYNXEK5qHrHJlDDz576llunH9azaEVkaX8Dup/5qL06JHZbYfWhC2uX58t/86YEI/rrNf/8D8+C1AZfZWEldvRDfcCBD4Po8aTJzmPDBtdEom/cNbk3GP+bsWWu8UZHxlmXgD2oI/m9aG9rNV5jNfCllwqMrdA0KuweXCm8bp++75nLwwR6N6//D9Zn1C4Un0HaB910/g8r19+ed3ELBnIAIBJmmVc6RueXrGs35vXYQBIlS5yimy+/MmE29rZEcW//jVsG7HtnuUsLwNPEmWxYbF1r9LbeV8AwHyPBFRsuJ9pAoxcpk8t51OBNWI6oYfmc4BI15FLXo2FYUtGl/7pZ+RdnXvvXtZmeh7XPmC/ZE6bSFo9mxY5mbNbVJnywp8gCZuEUsD2XBdwih7SMJJ8h/Ereo1qXe65oT0AZem6p/1L5gs2trK1sfYkllKNnTWD5QYgm/P+3dtPSVJg3PYBRv6ep7paP935iyhP8rSsKCZqx3YNbThJh1AyY2fx+S/p5wsb0a/fiE/EDgibzuOcXbbikkWT+YAGml7l6F7kAjsd+w4Zevx04klzf56rTCnM+YSTmyhF4nsLLiyUA9AzWdwWVOgZbPomnnOtxoH04ZBfbVJbX/BqwkVjDPoLTSKMPFIJLDBOPMN4gUn5+IHSO5PPxffqT8PoVVAZSn4AyFyKns55Bt6nhzVU4fi3y+gp04d6s6xm7J/6TCROEifN1cpUoT3MsYLf2fNonr3slKVX9n3SDvl++2DnHw0pMQ95U9pnzgoTXHjxxKwPz7U2xeJV67cqpCYDNDElbxACcn5NQkV2m0yYt2XlqcPbZzHGRSxRG4Dvtsd0VQn+rRTb9dGxBUk6pf0K1cBtY2a8dV/IxFcKGUtMhz9F4tTtq3/7rz9e/cM/Ygvjx2OwxPdgHjjXiBE0psV1mSDZGRyPtmup04sv4ONvmxRt24u80NYkD45uKd5JogwtsQb//AEAPsBdJfgceO6U1ijydQT/pY7r1Jze5+cFW26CtX5sdskxT/3XJbBOlgOr0/seFUI373H++h/dp8I1Ts0+94XCdQLWP47HMdaJGMDk5rit+hSMPUKZPmfngcAhYyFONw9on8cfAc8Znvc78MTLtScp2Y11/sBc84/A052PM0XpZljbONzMmZ1H5vhM0cz3MWxcC6V4g2EYAFbnGtx243rHM5jX4D6K/8a887lztdwJ+3Xjz7x3k+bPAiOd0xuyRTbm3teAmhdYZ3XXbufj/PeCX/vMf/RZhr7yewaGdh1Q5hj/CzRzLTN5TnuEdauLerw6NozfKJxV+AvILlC7c75Vhud+Xpcxsyd6iEzVKgGQU2Xemeq8zzayXuONAH1lsSqz62h161QrjMLew8iKOg08f7f6YfeA48Nx9tn9w/UOmuejAlOwzr29e7wKe6opWs3QTNrd/xyiHl5SyPky8cJKO7IEecTNqGuVVYNiXqPVBzNX9lxARj2sl/4Q43b7/RUE3g3YWTpe5+cqcHeqmK4sAVAyfg6gBvetkN/EGhW0FGP7KqiY8fe5Cjx7RythnE+CYtK2+hmqnPjeAst7/e5XslMZTw9BjZqdC5zfrdzvGsxeXmrk830u0jtCvNXHGjDKUZ8zB+EmdzTjvwCAQI6AAQaITuO5WlC5MeHgvMWVSYL5zslSOV8qm2ZB9qBdHXWZT+S8zp4yuHLG9UpFNlVpBM24OXNT+cm4NsClQaKu9/mnWmaCOOfzcdeLeVkAHFnt+LuvlMPz8xVAaBabVVYG0iZZZ2TvnADT4HSehXtYIYEMWT2GAbW0e1QQu1xUoThR4OFshaUJwfCnJ+P2YOnYtw8G+4Q5qV5VJ7DuK7P2dt4K96201DncSj+CQqwfe3mDBc1AnAiBlUYYNGYq8u+tPsO5WKB7qx8X0HfcGG8NV3a/GoR27aSa06nw+Q1gtq/bab8YJBFQ61mVvz8HpOi18t8nKp6afW2mt4B4rklFc/fLGKzsf8CTOIbIyD5nZx/AdwLMu9dbPQXtZca4GclNMILWO3PcIGapzQAVAIBZI7Niq68aWLJSmyDBUgix3jghyJBnkaAfL+SLsSOCGP435XbPtGZATmBkP3Pe09urhjG2mgPLuL6NMsZ9S5U0CR8G/jCGySiXiqcVxZO0sWeRCSL0+tpAKv2ghpJn9PDSzBbgHM+DLcIIm+2arVNdMc+xVMEFEbruMdrbn2ZoP9srxvmx7yvBQKgUTbpyPMyd60glC/frni647NhIYOE0R5/g/BNgdq11pjTUh2q394Feainhrcyrc4jNWAcLx5vEIeh77Om97BhLBU2gildttwXE2evIzyQZyfSgnttzDFlh/dsHDuAw1yBQYeUw1GjQCqKvpJECsMNhAbQr2MLnAYYTgAcwx1Fvb+0J5EurTUIGAK0sBLuPnTNlRJoynN6lqJ6MXPRbZIFgFsBUAekGCXFIlQnu1UQlzpes2cehfuS6ZigTdolTtMwCWcqV1aUYbTVC7tUqfAD8ofdtFTxV2shwHE4qGZZWrINnpcbuJwjuGthLcvsUNtsZBzhXBrS2cs9qZp5ZOfVswinr+Zk/ZYsY4ETAZH0M9+8yuzTQlzUGHDfpShkuwMbzRI8UGO+e2n7L0hWz9jh/yCbVQZ67JkaUJjsvbSaCyNL/CwK5t1ZWBQyGGWH2UM/06g6CYwZLqn7yfwQfyjIQ2Qa45T/6LPLMdUS7t9gj6iwrbOyJXvrA/N7KQvtaXSUgVTA68kcAp3qPpInc+1kA2utUFNFrUGDGdUN2rEjX9hw1l8CnIOCoyq6vFSTqWxJYeBHcx/Fuz7yxmQHlZGOYAEftvcgn1Vw9XtB10ntz/d37yD3JOu5LAC3OfdZ4eoGP7tDW0uZu5X3thQQ16RXLNfMutJYFrNmHmQ+pqal0lDKShKatsHYfIO9WLPE9noPrN4kq11x2C+RoE+ZaKVsAzEqvyh0yR3CCMfC7yozUq59gwRibChsFdQh9L+Afme7bR5EkCZJECKBwmU/ZA8giID37BvuRs7K9PGcOt/qOMQEE/fTyZdaAoJO937C3CXjCMMP8mrxiEGi2WufUuQAQhSLdhCvOeO4P7SJ6BrBfG0KbAtCXNYGyGFsdQB1dR7UOQSECZuhtwKSnqZQjcMs+Vz7wbzZQbsUk8oMMtwqOquUAiluBWWr36EDBB23TyvEkFW7fYj4PKIAeYQ/Uz8nzKnfMq+1CABb0Yw3I6hPS7zQBzrI6aBdg97Fm6GfZDzxHqrMKHrN3tXGb3JG1KSVsAXn70EN/jOwIRiETVPgbNEN3MeZWt2Nz4ytl3gFx9Auxxxnp2V4G+IBO2aCdZ5x26ZsE7alchdkFe039w5ofrA7oK8Cre3ejSwC/8myAJlS6cX/ea15N9mATQQFdYZ/BvozCZgz4UlQPcw7VZoaBIoAKNjNgFwwZrJkgIAk/Jq0a/AUo88xu1Ry3yhg/Rf9hv1Jdx30BOLGLAah/JRkjL/pRrl0EDTh2tb6G8/MsYGNjlxnT27cBrPp5aIaxIxKUhroa9oGsMz3pAWHKXNJzzOA0erUzXjnx35sQDENTE1PbasDEACs+9edsUaM/uecKMoWOQ48fyQO+LzDIvrM/64sAg8x7e2RmH1HlCYDK2d/Ei9gaVEMaw9IfQ5fwAhi9nwo3vlvbLwFsxn0vFMtQZ99JFRxzg8yQzKado/6DuYHK5Uep9FQ3mBzmuABntOEaY2ffsIb5zvtU2VF+9CCyiOzzHcb58uXP1e/8+6efXnSfIqOca+yZ9stO/1J6In+CCjbA1soo/apJVuLZXv8SMDiALXMLePYiVLO8qs8zBZ3/JDQ8CmDHC1F4HaAS8Bc98jw2HA9LUkHbkcSWffr0eWWeMx677cEjfZe3VABnrewzey+VqjDDxO75u+jUUq6HIjjV6uxfbGz0BLqR+SlIjD8yrS6gVebVc7LWz/j10cec5aw7gAZzCuOLic6xm3pOI5MBA2Nvfv5EoDz7PaAGrSO6p0ItSyUaoFZbGNBqAoaq+lEfWtH2KFXBpaaPTsG2XSp27Ab6MUMr3Yr77CvmEBmj2pO16vkcuYPOn2QBqn+xUd+kcpd5IwGBuSBZh7GxFtgyW41b3ySiwtg5izifobkGaFjmO+aKPc7+TWFz5ezhE5LfCe4wL5wHJHzIzoCvyZlP8hQv7A7mib3H2i47V32C6AyAXGQW0K1+RC0RdD16Yvxbkm9YX8ZcO0umDXrG3s81XqevMPbMnVwTG+gBtkRkzn7Ljr/2F4mF0SmcA+iQJiflhf9Plb0+dc7tPDNV7FKUUjkukMMzo6u1XLGBo9tvB5T88/er//qfyEYR6oKA5bBk3Qk4d//qz3/S5nj9Cl0tjfmjzDGJbqzDX/8S6uboAhPxvoUq+gDyO4YkPyIfZdqACjmgF4kfvwFmAjK+zjkSEPBZEnOwsbk3lfDILd9//SpjTNKGsRASZkniIVYgYIZthL2wMTR6zQPEP+M5BgBGjk1yTC/bn5OQlK06uVN5/uiHMnXoM5Z2PP8V8O1LCvKNoSFfr18nWSS6rBTdjaN8jx4ywfEJlb55ebZMH+s87YOc0a/fXOdzT3qefSsjQsZJNWbZt6A0Zn+x9ig/+rZH/gIAUxWLw4+tQ9Utg0dPY4u/T/Ibv+f5H4VSmfwQ7BaSvgCmsY02RtY4UDYM+rsnWZabebsumw0+CxW59r+lJzxzS8IXZxtnNTJEkgeVlzwE/wULb4IrZwDtUaqbiD2wbLnXs+fItOcududWU9Z2zri3H61gYHze0Crbz91EReSg/mYSCQCmkZWtuiXB5GP36dB/41MNU2ULDLJnTJrUf2nSOis6Toe+q+yC/Ip7vg9LDUlBBG025mtMS4YnxkDcr3EDqpWTKACwjqwS61taY+Si/WXJjVwbMu/nWO25z3yRpAZbDS4+tg+JKCTEoaMm77vyV3mCyaDsCjDxGBNxD+hDOX9hBylbEu/4Pd5Tz+L7UtQDKKldi8nRNmWadfpeTaTNp/O+/q9Yk+CtdiJyzi2wd4h7nVs5Yota2UtrL8bPeStWIrPi9CMfc1MflxsIlDPHPBPzyzrfCnsHc4yexo7X5iGuLPvOuVBD+1S/oUmMxIjG32pLxoyRxLJPoYP+3/7Xt1ef3scmohXLnU9Xb7Pu93PeUFBoDhF7zngUgLTMQTBBAfojUyQUYHt7vm1SGPfbuE5j84056Qugr6HHbgHahy/r+qpmulh1Ily488vAp4b3EXBXqv7g4z8AgHud5T/XaPUeZ+D5AK72ugddxf8X8Jfr7efqS+QWZyByA9D7PBcaxo7hoEtZANgMGJ9lx71z5O8OR2WdNP5GMFm7Mgh1U2rk9/nqiGm87bxVuE+AEJ/bw8T3fH/H4ib43RJd3r+AnKdn30D3fnGr3qxSmEzfXLO9Pfv8BxXzOgtLCcZGZTPfyeGykrIKfsd5rrreuTU4fcjMjoGhL+B5AZyhLViAeQM5rSrAjEQR7br8MQD8twDy9qYZOTEgOc8DsNMN13d/t16ugaPl0MC4vKT7zLccHwaw11zKZ2VlZIF5m/e53qUiF+OC55n9dZbbMzi8ymSf1WpXnHaNi33G8/cXeD8fOt7n9zJ0WZN5j8DC9vlZgMPrLCDsnJXq7DQPNZZOgDjf/bF/onvKuRnwJNe9CQDvWqHQ/OwAepf95DUMPhl04bWVI/Ol7jueGR20L1RQaYUJRJLtnHuc5Xbnk/kvUNOMqNnHHBo99OjTMfoD45s1rLDwsIKHZugOQD46pXqW/yp3/o0DcAZnHZcgMKLZqpP8h9JvkILfDUi6lbkaqfae5Dutvs4FAIF4/Q4ALqCnfHpobv9WZ+mcfFJjpv1fDGIflcRWTO/zck5JlycArGNttdKuoxR8BM18nzGe5dGg80G1f4CBS0dU9+Wyr27qQ1oTSPUqqKpOU8cvvdxNFYpD0YDgZPzuGWW/Wce3iRfdA/lfg1izZ+vsArpM5FmQC2DDvqsM0GchcSqOa3sqkXU5QZiunZS8npE8oVUDgtQG8VoZmcfBkSZ4iKFn1YGGQfUzf5jTyg0g6FYUsQZWcTabLoY1a1HqGPTR7LNzAsxSLq/stwq1gXMNNYKV3XOtHLHSrwH3PCsOgmeOwVApAAWRWV+rFpFnK14J2B0VLocu9fo4FxjmBvUx+rY3Js/NNc5y04rKypCOYg2jVlaoc7oWGXt702TStmIBA3crNtyjAldWR7E+bBhBOwzxoqtzPqycMGR0Z/VD7n8BonEqW/lKtXXWgP1XQ9K9YdBY2lPWjvWsoY3xmPu22jtgm2D4MBlg1M93L8oNycnaSC0rqMRLsEZQXN107II94wxwu3d4voJV87naALlXDcrRKbWz8sBc20Qk5Y/AcStMAQimmreyR/XfbPbqu1x7KYrtHypAxzqbzGIlXWnL0aWtrHB8BDlwPtlPS/u4FMqc0yYrCCLyPAQg6/DBp1/9Foc7Tm+DHwBe3c/o3Ul8mL1cWrkB9K0+iyxlzEdAHcB2A/DOHWtHchLhGAJyzE+B+wbQfwxy1xmNPiwNYK6D0whQxgtgp4BXz2JXGDlpT5caSeq0TaJC1gXLt1+p60FWcgO5gPHstcjgZrxS5aIuRt4IqEN3TB8dZZ5J4Tk+fCTIbQ/o0v516yO7AcS4XoGsh3HWk5Y9Mnju7QpIw89Q2fIMH9OnlaAnr57hCRqwzgTy2GOMUSYcQBmziwF72tuW9aspMlmxfIfqFSrsCK6XrkmaPIACPuo8C5ZzfjQwWV1L78FUEmRdClTmRgQp9sU8209VsGX1wDqry3Rxjwqs0W0Eq0utWdPodA5FrgFFSqtbG5Cgi/O454OHC5IDmMI1oHAmmJxqvjija09YEaiTQDBUZhzBxQYaCyJ5xiPjDeZRvdskGMfNGdQKqXxenUEA3iQPExgMLHxIpKW9tAf0bMXqRafwLxM5pJlyzdjPBAuQZyt3qUaFEhUwAwBdgPr8EtAGMCC4Ku2oFcWsN3IthSkZ2AXPpvqfs+BjgsL4zFTSUEHFddqHjIBHHXOZSppQkHexZ9TZVnj3XAWsa7jBpATGzheXDpTHJcjCczYo0mCvIPd9AmAJ9jPfSyXGfBCAFOiR3pE54VnQc1Sela4eymvoI3ljwH37zq5fIogkraPVVAZcoTi2Ionxrm/A7+2FbMJCKwQ5BwnG5B4bsGVisZfVvaz12KPo3gQX2D/X6U9oIpW6SLAUUNw9guxJbWtSFUEXXlRGIUPIuMGYscUS0Li+NoP9UQJuqEOCOgsEtg81DASMibM68wkbQ5MfI5fttZhgCXuRig10Aufph1wDwGCvU30LEJ1xed6hszfGYUAEAKI011SKc15FvkrV20Qqk+7YH/xtL1LOfyvFW8EN+Ew/wUqUADBLZelPAAAgAElEQVR6TrkW/PV5kDPHD9BnSwYDS/RwRqZIPnEO71Z+OcP0nbyf64keOmIjZbBotZByir5pwsZQB5aNYgzkC6Ue+yDnkUkAzgdnqNUoADCptMt9rbjU7i8A3GQex89eIZiFzC0AXKaN6lypBwnME6RuVUm+VkA160Wgv753ZBkKzLVL1APOEzpQtgHmgrUe+5uKSmy56Dp1jbLGPpbu2Z95PuzJLwnyf0112/OXgvEeZ1STUvUJcwf6cYPefBNAMesVffs0jBbMDfYDVRgkMQBAVB6wz1JRyrg2MabrPVWO2pMJoCeKvjYRpiPV4NeZVyqCoSeuP9Dqdkdfik5Gn3WT7hfwR8B5+zSzD2yhAo2gVaINrObhaldnXHdrW9pmwEq8SQgb3VK9lLXZ3t0LAHMNxsOzUkncJJkauMjuJG/WWDzFEEp5CzAkSNhKk1MlTAFVxoaPk4UBRLeHJRVl9ihm7wDQbFAViusyROU/7CdsPRO3UrUYJgT8J6q5bK+kTcsegu3Iqh+rMeuLTkIu5wb2Ac/GZxsDyDM/5azYjP55VvN/XBTo9pu0lGd5mGcClIOZAz3FfVinPlvG14rfyM/jh08DYNLiIsmlAXwA6OjL+T60sXyHZ/mQnuwAGgVBAX7yQCQxsGdk+CA2t8UYsjdcko5GTpqIEn1ighIxS+Q1980fbCtkB33zJGBwVGbl+e3rzEn05ZPSmN9JP9e33ftPAsp/jo2HrkUH2IMWGnoYU/SRkHlkjP6svA+o213ThG9leOeN57c9SM6R7DvagAiiQulMwgZVtLTkkKUE1rJ7gHgBv9hf1wHOOJsepzoSuXgLY8m0zLhXXxPjUHuacTQRfgKHb9LHXJYoWCRMQEa20bFNDo0ieAGFP3GX7HkSqqgwXncJ1g7k+OefX3adt4JKABh6bsZkQjKAPXYqNsKT0M2itwrEdlOb9I9uoFoTOXrx0qD9j8kuzhz7+pf02xVMiA5KwgrzxD5sAkQmuXKBLYWdW/QEQI6eqCT2RJ7DtNHTZ2SYhAv2O9XYiHdtfc4iKFlpSZM5wUb6mnuYmE6DQr5MOwttedmluCi9gT9Wj7Hejx8/7R5ruxZoiLNebYM1lfb9ctfHHsmokrImRue2jcHjb1f/4l88D3Cr33EdZhM+hD/z88/px5wEL+byH/7TL7Uv+U7PxexjqpB/+YUkCPwW2qeFKnkB4DGbCDl/yhnwNuAn4N1Dkgnouwmgfy37GjS4nH8ASr/l5/pIJ7MUEFgfmLP4a5NvAAqRiQJgeQcfl2XupzIx0ldL//wmFc2/puJYGx8Q8U7WyPPhl7+QvGCiMGMDiGOe+bvJ4QA3ZScRXMLmapJ97ML26G7MPnuJ/t0BT/dloZRJVrxevwogn59YR+RhGSJgf9kkbM7pb3lOfOVbSZLa52RPcEa9fcNel4WGamt1PXII/XSqwp9JPct+Yj+g/7BfSbLj99qIUDKTWGwca89G5gkd/Chzw++o3KYvdtuoQUk+bdUA86gKrq+U/whZfaayl77bkRX6PDPzH94Zh4IlpSBoHoBn4rOlR2cjQG3dfbKLDcuUNm5f2MP5jn459hrtGnK+tL0DGwlQnPNJHd3qUfAezueCurtX9S3KqtVEzbl8bS+B/02Kpf0BzA0kJ9fUyp8N0zDWjoFKX67N/qViP/LaAox8lrHB4sW8E+to715it1mfjwHRSTpB9TD/j54Y7zAewngGR5gfhURMLiQpi9e3sT0bE891G5dms2AfwGqI3dKewY6Ra7CXZeZanaSbI3uJSfz1XYj5EIvgR+yErOeYc5c54zNfMt+01OA8Yr3WhuVDJliakF8WoNgDPBcxioufXX2xsR73sPNl7I3v7h68E5AdnWjMV9+JjX7oVx8NPxodWwaly9PyUX9aL45zD//7l7/+dvUf/88PsQECAEcH08MclguLMWKD9jaydMDmYLsN9QP7nL+bVJkEp+o+4oDTolGmSwvNOGfQk4yX+D+2VOdpKaDPINgGdTv/l00xC7lBuyo3jembLz6ywePze+dL7QF9AYA4tMcpWwrKThjBUISsRvLvbnX5xd7zDOJuFeq5GvUCjhU0M8izr60m5Oe1YY5K32MRf3iKOSEqD/N8/I3eR0gvC77gbT644EPvgzzdAH477wNYHJ85PncBSm+A02fg9Qz07e+XHvsAyB27mQIa5f1MfsemslJHALy94ni/FI+sPeXnBsQbLOm4VNq7qc/ztOtihq2fMavUDJ4NWNQ5mIlsTH0mkH/vfbpugzXeBHkP4PvHCvLDKCX4Y1+NzvGAKs6zjv7K303Q9TweHOwCJkNBuO9t0IGfa6CNTDB+DhQUy9GX031SxTXzvJW6mzVyuc4MwMpWAAiCaE7OrjXB2QWU3ZvHe0ewXbDqj6iaj8CyAfnLvrgY9BNUmDeWTqeVfs108QDsno6isu+pH74Akbu2p83s8x/VvH4DfcDfVhNIQyeQyX2laPbiOkgG+ZARjOHL2uW9pYMm0NjgXgOJvx9f524AYOdIhb8AaKvtqosO/dAzskCUn0OOWZ+d+w36EFC69IfmmWd+9zHsK2BgWsPRPhlbHWklAgEbeqYITCzIaCUulfwEkzEaBUu4BdcH1ORvAOFeo4e1i6oO3MQDDwsOlAbKmshwVBjv77jOvtqDrwHnyeaf/UsPzGbcAjZNJtRWfPXW6BmCzSedfq7uNXBz9PZtxVQrT6Q/ajAir9ISFWDx1USSCfDXEBqn/zgX7L94Xh/nwe+3ApjsqAI0R5Une4trbRCuoP1ky1uJZUB2ZXQrY5Bj9GUDe0PNtwAZn8c4M9tzq63GUOBaPaOUpWVl2IA62ZUCYMw/a6ZME5zqtqhDnLmoMchzkR3PvuZz0mXVOCIzDgN89OvOC3vmIvfVK4JM6ieTDmYSL4GhlQnPju3XOxT2lQcojaBaJBlKGcKg8UyxqpkxSAGtfHRd9lDJP5HBDXB1vgn0Axzn+QgKCOZoS2wv8zPVzlJ3NvhfGXe/1IlohmaeizOplcOnfV4QIM9PBUVBjLFXKsrSGq8+bGZkrtGMwn2fz8wFW5FL9nr22Vb9kHmOjG5/Ogw6E1MM2hNMXaCtYHQswwarx47Z5IgajmPwbfJEqfyqT0zauDznZARW7iexhGx/AXGB+QKpGTPOsOvlmeJ+0r7xrJD6+1zZiLPQtUYXjb7iOw3IDlW856LVhupkzyfmZyvBy15AFmjGwF5hVVwHz41Sf0MPPI41FKS8sEfUWeiFBF3iMEgNStCaNXB9S+kT43/7aNVZGNnb/cf6tr/KgFmdC7KuOyfucbPjDdQTfLNnKEa5c1lwPBU5gunulj2HqCYrPVI+z9zj5zMbq9cIdLLnWKc6VrmATA0AftJKsc7th5rvXaru8W/nXmVkiB7CSd8AOPtP0FxAVbYIKKGOM6wgc/ejQa+lJSbAJaBi4B0wGZCOtSGBwUxbzo9zv2v0kqA53wPsqg04CpjxWelpwLDVbGTiQnWYNahDFkd1q4sfJohQIDz3llbUBBQDkYB36BNpwwykUzkofR/nNGeX5zp2gr1vHaetEejPyGsz97eiuRX/+d7S9pdCtsE8z1PvvUkJUrluYhUBOtYEB54gmvNFYDsVU4CVnX/78bJm3YfY3FR/ssaA0Flk5AgJ1ObQ4dTxJ9FAh1Xw03lx/xoIJ8AIYFhbZoQMGSaYxJ4F9BM0xNFMoLP9mAGtpCutzsvnqHrgVVrEBsJNUmrPYqoTEjRHx6HvrciUghjdRmDHNbEXdL9Xh3wDCitfOvM9c3jWUryh66FiS3VOgkZUxrgnHSOVIwTVpXUnuEfP6FQ6J/BKL0n2MZUeVIIhK9gm7ZnYc5xqNNoBZE0zP+wLAxtU2Bpork7L5DX4l4DlpTcoey/7k6AFz1j7PhdhzQpqjxwyF62Iyb0J3CM67CFAjTJH5MK1e/Nv9jRsHdUXBQ89IxsIxT6o74kNRCDVCjBAglLBZt2XthKFXf1TBhwCigE02De1hwwQNYmnWcv4gIJH7dWV9z4k4LisIOxb9iCfpwqEF9UZyBbXISCJ/kOXsTZPA96JVRAknOriBDS+FbQVLNxeuNoJVM5lRHM+KGPc396/7AfBFp7PPV+7JHLEeJ+lNx5ryJwzD+yV9k/LM2BzmcRkstK+2mOYs7XJxaGkpyova4LtVL+NuaG/XF58zwBhPcmMQyrvvhdw8+s3aANZHysZ9XWxXbRX3T9Hcqj3YCGtVmS92XNUUSGPbXHU3l/qFYOXnsXaaTL8UBkEQwNzAShkUJ4qHsdpsgBnHwkwJjSVmnquw75g7yLXfJ/PL2Uc+xS9UHCxfpK6kvEAAGhzaWMc1Qe8n2QkWmrM/DBvBYDrD3NeQAEb9gjswMY0m+IaYOpR1xwwg32B3Nbf6HySvIh8SWndcTXpleohK+SZTgA67vstgdurVDU9f6mc4CsiG9UbyHptBeZHxgnkgMV4mMDioyeeyVCSMtXMJUAne6fnaZ6fvYQ78JjkMqhNs6eRw7tT8QXF7M4/q0U17qd8p/lznKGxIQ6sNHu8vaIzrvxV+e091M3GQZynPTefB+xpElF8QKiJGVcr1rHn0NeoTIKOebZWDXasgvtN6EAXVVdtooK04bdbtYeOQkawB6cPac4/5gc9s2w4VPZzXvvH5Gb0P8+I3mc/vPrrm9oPnDtQK6Of6cMJ+Mc9pFbmrMRGjG7qXEP9TOAyYCv9sTOBrD06HSrIN6Gu5Sym8oxKSM6Wu/SCBQToWaK/wZ42+T9rRoJl/knlOXtHum7PXPeU9vy2a6ttgMwBINQ3Ugf8mgoczhuqKvVNMbgE32WSSZVwABB2K0khDwGy4pu9S7UlcgyQQ/UpACXPyPmLvcLP6hb2X/RnWAd8UZn6tvLI6+eff+7fyPTrgJ0rD4B8rWgeG63VQZHJv/u7P+fD0kQCAEeT5AxP24QIL4Av6wRdL33EXWurPukRDZiFp2SS88OLTcuzlb41z7aJBPjQW2W0SSuAyegW2FOoAOffn6NHCgRFBgGKBFjooUsiR4CV7MUPSRICinwUYIkz823GVUrnfPBpgHLmSftBfSpDjTYVMkQVKutFstnGH9FzTQyMDgIAp0IY46G2Yq6ITbi2AJPLz56VDzP/r3J/jWrmCzANfUcrE/Q4IGxpbtPfmTl/8eJF4wnYELI+DLiVnrOfYCuJovrp5xe9nud25habgvhrFoExYLOwLgWUZ73RIVtVaFsiYwcmj4dmOOwYzI2JQPovn1M9TlIRz1+GoLbA0Kd6lPMOqcI+RqYbrxmaWKjJ8aPZH65xWBsihyYJPmwiFjEJZAhglPV/f/0uOonzEhtUuXocuaa68St7vXvot6s///nu1X/z34XGOnL+oG25sr9aOBDgOzqCmAbgVBPlCupk/z6wOpYWaABdVF+zRrRoMoa8Pgx6NAkbkScqcEniYJ8/D/heqtbco9WgOZ/opYrJzDT+luQ0KYHDspDq0cZaMhKSL9+kUv5+aJOxoQD6AY7JQao3WpNA3xy/if1NH2PmFbv8fdRffR+eMSDmi1Tsttr8NbahyY7Rmld//q9y9oYCnaQy1zU6NHlwv/zVRD4YMeqTUoFPvAT7kQTRqNOnocuWDlo7lXOOnUuF+RxrPXPxi9lX2F71g0rNSxw2gH/2HAl9+CMk1z1P32Q+D7sH4ClJXetHMmYS+Qg/9jlTmfs9VYqllWafZS5hadjiBatiLc4wrkE7Adl6rLykol8fqZWh2Jm/Oo7aOrX9o+9Txd1WRpl47n2dauHPOXO5/4uXMhRgupPUgM2HzcGHAZmbUIz/3liGyV68xB7weagQd9G1KwGyJ9kha96ahlSFMoONOeaf0CA3hsO+zWmOjmRM64s27kCboowbquBNDuC+DGvtmj4IdhX+RttP9Dc9DrRD9XOoIG11cCnPsQVMHEJ/cg6VPaD+kn6zMQ8YRgSGiRGyho8f5wO9B2ukvDlHuWaTZLCZbPnZlnjooDJ/eRYaD8J/cC5K1Z91NRmnLk/1IuPmnMU34nc7Du7MYxqTdt8VSkCf157zTGAc2j2M3YR9jAFs0ieRhb1XR1KAXLvZggHmU/Y8Cx+IlR5Ffqz6J3RLq37HF8rl70KnXhGTXeSyEDxvfU3sfdeffxM/xp5uLGpiGssg5zp7bte84z6Rk/dJUvi//o9vV//4Dzlb8alrR6n3GXSpufNJ9gJ7E+xp5Zmx6acb/6kcRqERTzQH3D2I7rQ1gmfQ+iMXAPjIGN5Bzlj/4K8FrayC+P0HdpEqs6fLVRAICtWxPcDlH8EYL4hi3tfNit7zdTd4sZ9d4Pnm3/v+zR7BBwDnwiwgvMP6zwHAAtY8q5TIVhgeY5Y6dwPdAyzms1upuU5l3Z18/8eKEK/D9c9zuAK0n93PbHXwTXD3vDqtaOrhOMouz+ua/J6euoG3BcmrjA5wl/cIWHBYVMFlswlMjgFSx8sg8YJUO0fNjhpFhjG+83amrN7K5yrWmVu+t9knBW6hK5jn79gbbBQWOgO3O36relyLUkXxuSqGg3u/cjcKbTTiH26Cldc6BDXHjpeA36lC/gSktoo2H91xK+e/B4BXji4yPXtmdHkNyO6xycLZ6xz9WwVIzwDWcZ/NjvQ5zxVgrMv20dw+n712s1F07Fb+DGaQmbYJAIzLaiX3AFmixwFw0HYdwDyfO4BI12Z7/K5cXCoz+hxWnS3F6AIRAs9QZhq0bv+NcY67VrMevF8K1dIfCCBzjR5io5h3jpELkzAmWNPgrs8rqDABwBnvgkU8G4GNH2XCfbwvK34Nnq0sbS80xKX9iTqHrpFU0hj+PovVb3Mo8jkOWQyICRKeKUMumfBOwwBzjmWppq2+nr6buYcA1uotQWcNISlwz9TYaE2r4tTrHMiV37FaCqoXBLaq6FJZO58nwLdBrA1orFxulaH9Mwcch3IMa4z17RxMJWl+luabcU222+ijrUQ2WEUwZ8HNQumznmbgaexJg6p8ETk5EmK2MnXXkissxeuCZpfAHlbLOIoGxqY3W4IazYIcgHCrUhYA49p7TlYPzdxvYOJoYSA4yDNg0Hne7C2VHbTTBTynL1QCFoAiBV7rrJpVjQwR5Fi5231++bnzS0ansrN0IhfgZpKAdk/qyCCcJhThKBPM44WjKF2vYAnyZxWtRq8ZbIDTAqV9nTYQ+1vadmQNKtlxAkgSaDWzVqdAyfQia/Wk4+T7rpH6oskwGTt0d70N89FsRo00b48zJFCwFNQYVRddXSBbEBN5KOiPnGFAE7SepJD2zslnDMKR+OSZbKVC1pCeXJOUZBWctlIzO6lAbVau17NaEhBZeselwi6AiBFd493K6p1CAcJJFhgd18D2fH7PvQKzUxHmOTvBxgHr1JvYNAPeA2qXNvZIMNnEMkD/BQ62SrnODZUdvQ8AJHaEPVOZd+Rlq1aqDzKO9k6mKnWqjwVqTbRD/vuM7e3ivDXYzhgBDfNBgtAGvaX4pLcU600mqYkVUiWZxb063DmXoiiBkfyaZytte59FUIrzdYP7Auj0+HR8zC8y1zFDk5mn46zc6qc6dgmUMH/sS3qmbUVTnWa2Uc7T9kwtOKLzRWU9jsmCmOyV9mctNZFjqwPR2XB/c53SaxVI5Q1kUArhr+2FahaxVU7qL64DWNd9n3toG6Ab0TfoYVkq7PeOnp+q2Xyv2crQj1a36vjvfDkuztiDHowqQwN3gHbSFANO21M3c11Ht3WZnVs/Y7Ki54Y9yrA3uuca6MLhpTLByoru22yeVhZOQLPJIrmm9LTuec9LKs1MEuAfe5YBeOwc1jGrHKtPTABINTT6PcNF/ggECZiZ0Q8FKvPV/pvRBQ+jMz5nfblzwUHs7dq8gsTbCqD2TzYZQIdVJlaTbBUrZkwpRLOo9pGjotEEibUHDzAfXWbFwr7eJ/OcPYMOIwudF/SmAmXaelxnKacXWLoJAEOf5zoDaJn8wLqhCwC22Ntvc33pvcjsB9BBJ6prOA/QjQT5bZFAgIlgB0EqZY51f0/A534c5hkAtOmvp4p7q7cJLBJ8lEZTiupmrUO5m7FwTqCrGfNdAIksAk41e5XfkXRikNQkRX0M7cMCGPkCgbG1ZQnabC80Psx1eFktbFV19fJU+hJwpYKAsZbBIrKIj9I+wU0WsVci/tjjUF32WvSzg+q1CL4iW50zvcTQCchgq9IuIC+ytdXWoerNfHhucH7KXFRAEGpaQJSynpgogawTwCwIi67PmkFFiZ9eCsyxowflrY6AVvRT9h5BYZ6jyRObUBQ9gh3yJbq1v2/A0FYHjEMGA23S6huSbNhLWfjurwLq6iv6j375Cg3rs8t+WaALPWIPMlgemGftOW0uA55NkCBTPmMHjN9EVnQLnzGR0UQKk3xM2BWwRK5j14Z2tv3jo0Po0fwhfT2hEmXfckbvOYdOtefo8UImAJ/ZVwT6a2cB9FKdl2C9VQvcd59B4BTFDBNWBaC61n61TSxrRRNVesz/50tCUMHxZ9KeIlNW8U77ltrxBn3Zj+2RDNhb4FFQvHukes4zrjZLvgPNLK/2rKzNJ9BtxTjnIEHloQfl7G0SgvrVtT61C8DWz7oSsEK0TXZgTwmAf6AXL8lUY28wePRQGWQiX1S0UlnGXuAcK0Vn+hNS2fL8ZY27rjWBUO3cVBMlYIyupBYOmkfeE7SA0l8b+m0AYM485pV7EWhjDhnfJoM+zO9bQZbrul8MkFLVynNeU33D2ZmxN0EDG6s0+j2MR8cQVOEcybkFRS9VhgVoDU7WhssFBISNWz3PmgIAf7x+UwB4WWhqjzepYWhmq1e+tLqdxCzOdp6f+5M493UYRzjfSPYxWU3wgIfC/7s353u8r44HmxbwRQrUsTWosKxPKnMDtJJPsi9e/RUqfZJEbEPQ/qkBOT4meI6e+BbQDDrkBfOWtWf9yJ4TQ2nYZNZ893WqabObBXinMpw2DPbgTgVYgtnoMQAA7PiuSfTbw1TnUrVZJpfIE+fcnbGVpa9mZvk/qg/VGW0zQR9NWlI02QUnwcouKkmnELO2+Zv0ESWhgL6qyPqTAJgEs7GRWxVMslnPMXQwiUxS1HLdF89fVq9+CF8wevZPf/pT1xmWiFepDLUdQwDgv/u58sX9X6eCdxMWAQK4HvJYn7CV01+zBkl+CoUt+/p9+i4/DpCED2kFpQF996MgscAevomAYJCxgpQ8n3omlaaRJc6w9VU4G/t0qCVunvm7htoSJpH88l2qO7ERm6wSWdx43/tUEaM3GMvDgAcwGgA8fgy4dJfksNz+TvQnoPHaO0/yfNje9H3fpJNWPmXTAnIhSwh51wVgo8A8evXB5TwDmAbQeBcKaM9w43fPnz+/VL7WRoO+vQiafcT5DHqH9wAl0QUAb624i40CAFJWvNqPVvIC2ty9r/0GyPb1G6wgVwGAQ/Wdv+mFbAUy/rn+KOtG8mrPk/phxkxMKExLheeAXfjlfCfX+MBcWNXPPLNerUjP9emR/TD04extZA17YG0v6I/buuurPZ1rewOC5j6cIei9ZRDgPHzX/r7sC2J92tL0lyX5SjYhW3Dxn4n67MdIQP58yTn0LQDVowdfrv6n//nPkUcSVg57R32PUQNopg0NQEO1Pyw0z148bL9cGAI+NrF3wMTa/vR0R++mGjXP8luewdhknu8affogIGmEzNBKrrkAsG39eFE532SwCN13ZB8a5IBMrCfrxvlgUiDJT8MKOL4Q3wcc59x/cP9R5Mh+tr9yNn2IzkwCRH2vzBHvYaO8TZ/baIGeW7fufr7609/nvqm+RTdydrJ/WQN1UhItsm+rDyofJmSxNvSDRd+VSaUxJuVCfyptCgrQ0d5GgLSPgX6oOWECF/ciIafMS8QQIssvfwqrRgoIaGVAIh3goTFg/YfrdwLztiEjyS9gZKmgpSF//w5bznuVGSTHITqmlNe9jjYx4/scXws92TAOFk7khap5GSKgZwacJQZCARoJTjDDxC7I+1RuP4x/y3mLXiOZi7FhWzb2U/2qfdINN3tp47xrS2NHkTQART32xq0WVGDn0sedxGXB9vpWed4m5MW+wK7gLLmb57eQxliN82LyNclN9wE2SynsC1nZFjH9mfYIOU/atiyXbvsQEhNruyaZNTYK8V7OA+OyzJf6qPhM43EmP/N7e6fL+oXNTh4j88JcAMhiJ9VuazA5PclTKc78kMCGXGE3E3/fYqMHSQ5kDdt2pfgAQoRNyF4l4YI4GICocQfbKuknt1AtVzcOqUwAotb/yM+9ZuZ547Sl2s989ijpXGHHa3fC5PEwZ92D6NwtLFRncu4Ta9PuQob5OgUA4CcCqFQyczbKkNi5yjqbOLF7wnh+q72HHcS2dfr56MbtAc93+MN+bNIC5zKxvezDbfew53aVfl/Y4NiFt67+1f/yS+T10dUT9HBeTWQCQ0Gvx2ggkRG5RfZITkDnl9ELZqmsEwmb6HSSb5gTrD5bONG2ZWKvmaT6tjmLW3Dz/uNEfS+iyIKcKZ5VDDcrei+DawDHLx+KhO8c4Mal/LnOwkEz53cOQJKft1KRf9+sPj6/f652vflZnqPyqI00hzoLbTXr+bUbfwP7C8TupzbY3u9kdZudzT+57gkALhDI+9yXN5ucMEDLTFDHlj/S752D/Gw1aVLGnu/87euoRjFrwopLM+33ZZWTyuCPQOAFiPn80rftmi1g0XnL9XXIj1kSTDw2hcpugbCdY9e/WUlcZLLxvIcUzWfQmo9sv7r2s8h/S82Mc0gPlwb58/0NrBmE8WccxH0xrdxzQU7mAIPx/GrW9fyCQD97mY2+xuflWiiEG9f74ULzw+6R2v+7AW58sL+fgDlvCaIeILUiZdX1BuUWvL4Agxh6Az7u2pauZg7s873PB/n5+52bKi33XtckiqQBXvT+rDXXPFP2LgBZmYE6YCSTCXEAACAASURBVCq6XFMBJsFALmBVx2XTYUCSVU0Mtkpdgv/NAlugYaesj1D5w4ggEEowyMoDXnt4bJJBTQPWqfqEeeSzx5pvdcJeX2OFlvMepoy5Bw6KPPMrWHNz/zhGPtyKyFEorFEpHnheRjWHWNe4z7J0PzM185l9FtfjANMNXB8U0XXsM5VbMbugSKeIcbQ69dC3XcO5OEtAFXOzi7jm6CTe7oF/AXtMRDnLCfdlfQrsN0vq0AcNXJMxSOCMits6Qr4MAm2SwOiFBtdMVNgA600AuJUMTSpQT3Z8oyu43xqFrYrGsCAukvswH9x/K7pX7gmWI1c9iGOEuLc1SheoUd6t9uKzyqOUee3pgXzESMCRMolFKiDmUiD5AOf5rHRY6iIqlEp7zDhIDeHgH5BxE2IwjjFoeEYr0TVMtk8dz1UndDaldKOOi5fnkf+uDAy1H9en7whBmdVN/UyDSz6nlSkJQseIx6loliyA6RjBS+HNJrmc6RhCoxPRQ8iW9H6MW6q5zifGH0ZejXxlo+dQg3ZkkdrnGSOSV9kjKptWGaGXtnK/dEQAfrm+1UkarfzdcQKijgFfHZTr8D7jMLtvzrCOmx5DXRCzX/NqVV0pNdd2MYPROR19c9G5Y0TM6UEAiMA9Bp50zQeYugYr+3Z1PUGUVgtlPK1SRocCbkM/00Dqnko6DF7Pvb9g+u5vAOgGHAsekwij3uKPQK89VZnvpWBlTH7eZJZmcQ5QLcC7vUKsWibYsO9LeW+CAWIMW0aN/m6Bse8KLg0d9KRJbyWos7204CbbWFU8INckiay88n4pPqs7fLZ+h2qBAv1TWU5gpGeJoIVjVk6RK4DM7msCSaVbxihT9nFetwrEBecgRc9bRWZfW3UZTqPPLLXu1wb748C0Z5lJDL/WMUJmZKpZ/bhjN8qgfG0yw1aE2RvL7FRktgwhGQeVMKvRVx/icKMn7W3M3gAskkLWihu+cvRD3UBgf18Ql01cd7/OENnnzi8VODgIBsZ4Xp6HbYeeb0V4fkeWeYH3VqduBbNJOOjYzZzm+vs8gL/2sjQgVhqqmhyAzjw4s6QTXGq7UuwBhNFDmIAloLhBgfZWZtU5LxpAN7GEHq5kNptMoyzoBBGsNhrdivjYrNsH55y4UVABuyh/6M93CXReFlAnlf3EfFO5Yy9YglwmGlk5aaV7bQL2RCtLD7uOvV4nOuvrXuUcHdaQCK/sB+7RPc8q1w3oWaXmPBHclP7Z3pRTkYQ93u8Oo0Smg7kriAytHwkSh0vRMeC4NmGG71VJmrRScCXy9THVIsypvUD9HKtHsGKTitYWLX1tzy6BfmlTCd5YgbVMIO3RF+eUIJ6JheqHVpbnRfCKRAurIe1thR0h4IzswvgAMATIHl2V3wLkV57yYm+wf9pjLnOizTYHWM9NE08IEFF5VQ08CY7ot56Bk9RYeakfoQwALPG8TSxiRiL722N2e8nqS1mNa0/kVLQFTGHukEuCNn5vmCQypYyDtYG+mqqAZWow+UBduD2DCQ7XjpugCvJS0Pfs7qDuqnMIziiDZMkzhwS2qFY0o1/6tGUwYf6QT4FqgtTqf7ZR2w+QBFU7EGpEekJCB+5ZxryiHzbgwBpj/zNegs2eV5792qXcVxCYoPGvY2cRvPuB2ac92U3CqaWUKk57rQtUmqCnLqv+zsOaVEGiAdTD9NTC1gkIQYUyiWfIe/5D7loFP0lozCFzTuXw2pEEW5o0GpmH9vSSYJZPcC0AGpaZihhYO6BLpDqBgEupuif4avIC9sX0xp0zefdbgWqCoO2VyJnBvNB3Eepsk1s+hpb10aMnjnVaG4gDs7Hd3D0P8k/mEFtDGnzPZ/amYK3UicyTSTTub89fk01IrDNhb/zFnhXoVJJZeIbR25mDAneTGLjJIybouffsT6o9wz1NBjHAf5s9nqAlz1U2hFaW2r9bM1i7b4EPbGbWB/lsQDYTgD6kHyOBbSfhbgKYAindzq2IMVAmFS3BMYL00W+lEvvWCqernIlX3+3Rar9rK8qWfQX9XRCc6sf2NGZurWqh5Y/08VxfxhXiJCQ0IZ/PfiKxKMHk9EosZXCei4rYJunk/TY/5FlrS2SvZKuQoBHNWdrg9aUKAJcKdMD6rl9snIJujN9AMYktzO1v+FPYRb9tSweSFqy61F1mV9HfMPopgdc0hQuFvcwBVBBTkVdGH4LN2CjxIVqBnOckCcSWYLZesaKKtYq8leYReyX6hEqlLzwHewl1SlsE5gkjI3KV6i4Ah+vIEWP4Hv+ZJJ36SbVrXFb0SCtHqf5t/0i+S6WaZwMa4lPmDD1a8L8VpoJGvA9d64PaWJ4VnNcCHZztAdeqN0OJTiuEiSWUirs6lopXfTuudTeVk13X9NxFrzNXL18+r75exieTcEwcQi/+9j09dQNaIddQJnMus4/RyVy/e6NMYACUz/Sbop8YN/ujAM6wTvF4ttYZEKF7LSBw+tbaqxWlHZC9fSGt+oKhAVCQT5btJWv1mJ7BzG32hvvPfUoMZpnIHsXWuTfxhCYZxC54mYSDJlyPv4Rdygs7gGtgK7d/asYOgAMQw7yhU0ioAgBpv9phKWF8VIaWrWh8OHTiRxIaYe3Bzkd/ZuCsM1WmBT3YOrnu+/RcpRobPfzpU75DQlOE5+XPzwvYA6wBulPxDmNFZa82hBS6VOky71DRIx8s++PScFtx2d7RWSfp6B9q20XO28MXmyiAI/MLeIY9Su9XY1/6DoAR+HckCz6JbcSZCesB84GN8zSfFzSdGBRnUsbKufcxlcLX+cMYLm0/iPdy7mQYP6Wf7FWqAFnnnjeRK6qesds1JtUv6zdANcx+LqVtmSS04b8TQyOZAVpYejaXLQe58JwAYOjfVChnHCSFtpVQARN94u/5PrYf98InQhd5hvAsJk98j91xCx2Sa/zLf/lUPRF5Y//dITknf/8U4JZQS/VFHrH4cv7mSILdAECSMUtxHH1H9eyegbS9oCo458TLgGhMwXWA37Ye+pxzJ+v26HHYVp7EZpnrs94AJ1+usW2oDJfu+fYtz5Xv6KzYJpy/PActBT5GryBPrBt0xGV9QRpyfxJL7Ck6cYVc6+efngnq8qTFDvCtZOr7kOdD/m/Tx/jOt/RDho7eBIA3SXCx/yegJPsaRg/iORB3a5tuCA29S//hF9lbAFFcvInS+cyHVO62XVg2DT2I2U+s0vskR9kqBFsNmc76NgaG7ssi3IZCHZlWd9W+YL4yFO4n9TJr6FgBfQGo9PnYA+zP7RGM76L/CainXaLvYl9bRQWKZ/0j7IjYvzk32UcAlVaW2tqq/lb2K8wQxLXQWSR3PM78UDn5K4mDyGgT/LBvwrpBUlpj3yZ0+jKhimdp3AnfqeeB7G7sa+vG7DFsCx59h/Y+zg8kjimrvlf7B18CcDG6rM9M7D4yy9mp7jAOuAklML7si/vzB7uD5G+uzTWooreN1rLImKyPHVRbfXxQviCrBklbxKDmIN0DNdd7l6rmcwzqPmuXzzJPrRrNnieRcwFS4ndlbaIyOWPkKGUKC9zneCS8VxvpoUwyvASInQ+ZMbTly1QwBTJNvC9ldM6IwZCKD130i3GZ2kHsn3wGvU0pbc/Qnvlj/7I/qcBnzpuIiK1h4ij+ZZmm8llklL3Hs7GX8XvwE5irIbyrfYfckEw2odz65BtH4jyAnaasuEO/zZhtUWWxx7l1n/rBecE2pUV77arM5avXv1796391nTM8yTuPXzRRv/qNvUayePauzAb4sI67ZyS9kCkISIJQbZTMqYVyxhU29rcsdMwDurxtyP4WANwHxTirojoA4DNg4GB+DwB30ccguUgzvxvF5+8UfoMW/qaK7PS9m++dr7X/PoMy5+uQGbRjWCG8+fNR3aOjvOPp33OD/xIArMEXoeo5egDAXA7QCEP8AmpUex4AsECrgC1vkWkwH+k1z5XFOzauuw7huSr3DADz+wVcF/Az4O7veZ3poBfc5fdc3yCtwXSzCI7oAs9H8IHXVsztWvS9UuDojK8C27X1+qNwqcxohpsKl9eCKwsAY9gTLCFAwauZyPP5g0LUuy8QsWuMYdggPM/JurDZ5kELAOfhCJ71A/xZGRx57zXnYOo1u45oZD+/45ikkJ2C/r3Bl36nAWovvn06tjp378HPSw94vtB+byuxee9c3XxzL+5znp9hAWcBtGMdd2+5kh5kO4/7DBcgZ4KcKJsfExOUbSlAjx6+/X7n98jKsTn8ofz4fPVK9khlDUAVX4Xf5RRpFQxO0ywaz7fVRqxkOfEBf/s+sj0UZ6M/rLC00rPAbj6FY7j7iI3WQygXaN875gCQdwCtNcR3Ls76zMCvwXcy5KzI4f6bhCBAdgHqZ247/gW05157fRyCpZhA7i9VmznAztTOyCwH0VJO9NIYKbOQXL4ZbuybAUfUq3PgjP7gvgCXrVLq6A1sNuDI3Je+VH3Q4PvMi4GI3TR5f4yogsB8hgDhgL8rb+fxGCDMHXGg+NPnPWRjZW4Dm6sPa3RGPgrmojfys0HzlWDpYjZwJwAsgMTlTU5wtlt1mnndMXU9M1aBQtkNymqQ8WgsSpFagG4s7dWlWynOfgL4Wh3WSrr2mHDPbS9KAWB7DjbwjByic/ivsq88SuONgWrQrkGzC6C8jgYPvJRtVNOMvNfnGyNjs9ZybSsirIiTDtEEmFaW1lgQMFn6d/sAzgZEpwO0dp2tZGvG+OhwzopS4p8Mtq2iJMDCy0SeY73UqYdOYl156mUfMJObZ6Ji3udo5U3G2aoS/qte4DruC17t75TPr/6w2gfvkgvE2J7xa4N4XfoR8VqQbpkIkIcaqvMy41vAyR6+HAk4PDjVykfp5nqme4YuHTS/O8t698IA9NWfrB/Gb4JgWyXY+k0ymMlUAQAHyEIHNICvXHBN5kzQVF3OtXgWDdChQi5QdRimGM1dy+wpKZY5owAkdIR66zVWAQPjYLBTO/8FSp0/5uHBntGRAWj4GA9BvOqU3LfBvDpUo+OrQ5AX6db4keAeslnK56k8K6DbquAEVqjw4fnHPumX8gil/o1hTPARB5agSCme8rSlROq4sZuk5pGOCFly7R2HlXCIAUCF1VRWwy4AjKoETLgT55DM+CYQ9T4cBOeEnhqDFxlQH9pHtbTd3afMA/uJYCk2DpVSZmpLHT7OEzZIvsha1eGJLDTjtHYYAfmpHI/MKx+HLYT+gQpXe8V9U+o8smEJOvONeCBtSZHbCWaaQIFevU5Qs5SApW2HUuqDyQysNWdqJksqQpK9Dtl7n+B59Wa8uvbxBEgrtRjnkolJfteAOf+2glJqf7LmBYClCTSpkMAU1VgJnCWw02A7sp3rMjcE4Ks7cy+CbTjlsgvow1TOWm1KFfmhj6R+ttqRoIDyhvyrDxhXz858jkCsSUap5mm/wGHkmIzhi21R/Ssov39KiYiDmflFXtv7ExAmgVgCZ1TGFsjLtfkOjjtzwO+oDhRctkcZ81pZzgftESWAz4u9tLTRrGd7r5KZn7dxvtHJu75b3WVLEu32VntRCZ7xtsK856etCATOks2fHnyM1UQmzxPWAxkHJC19bno1HwDwVHkqcdWV6gjWVSAOauICcFD4Un1V+QLcUN+abMM8kagirXPnM+tmL0aenzMOAJjKPIP1TeyJrFMJU9Az516B8wRxqtvrgrEW6DZ6dxE0wnlArLEQ1XP3kSsqIsjwp1J7Fluwxyx96dipeDMoiSwVbA4QxbMz5qocdFmC0Pp7VA4J6DAvTUptYuLFMu840FnvEtR9+eKn/mzwdtkjBD5NXvl/6XrTHjvSJEuPW3ILMrhkVfcIrUELM/qkDdD8/z8gQegZCdJAo+8C1EtlcgnuZFLnOY/ZdSenxrNYZNzw6/4u9tpux7RRDD7zD+VHE2BYw3z+GYiwQqjibPS8l5GWT+hYaf8rHHGTpKTubeJfp571ImCAj/BpKsBYD5BrajFeZEZoo7qLyRHdHxzf4Q8sUW07oNYrk+lPCXwdgZzoXZMYsnCyN+ndB1KAlSebXDf6C4kvTVzSbtCeEKmAgND9OAPhFW9TeVP9BvmSZzB/aBVHdnlsA7YGR0zUiOMoVSyFko7jiCqn9nRvUpo8lWAI543gMEFI1EyceQRKCp9a2wL0CQOxR0WUDtyt+oD+GReBGBEAhPyF/qnYZE3hoUWByCZtz78NODnnQ6dlH0mggUYuiVPDb4F85V7e1T6ATTwwQc8+tnGOx0EELW8yHsl+0FUTYSrrIRr5BQ553sN1NzTYKuGsf1EBCkdN73Kgu9VDWuU4YFHsN5WgbMyb9D+j4tAkik3OlKZXj15I8bVVOJ+cfxziBHLlGwSAU8HSCi15QnU2zmD4AnPHAUY/yNJU6O1JYD4huT++UxmYIC2BxElwZA0IhAqdasJXWw1VFtijFj8Pc6CnMDRGglCdc21HEajPl1Z14MgH4QOIU2TrfSp24DzYbFQI1a6826qjVg1GVl8nGFJboLQJpLUJHA20ZY0bNBv9lfPy6vWrQOM+rpOW82fvZhz99JjG8Q7ta2/Wfo6DnbPBbCgGfoCzM/+BAAGtN+BVeWql6ftA8FLJh8ORoAgBBuxI+S7JeV8SoEE+ojsDyxxe2IRL9AASLgheujffCfjkWQRAPpH4Gcfm7fTbuypM/9ET8V7OAwknVkGnl/NTqm0TFMhakNyC7oachyfx8/pzbBlFMB3dJee5erL6CzwW2QVfJgAIq7zJfVRf6V+ShwIR/EvombNhexrh0UnOgK0hh2x/ZqLd61c3F3mtva+Ogd5F4BG+AQzyVulzxpGdXMhW9G8SWCpfeX55goktnN2OLWvLz2srbeIxNM/4X7540bPQcGkIhwpcE9KUK9pMcWzneVyvEzjexFWT04F4N9jQwF95OD4XHM7vE2AK5DjwmmPTbQD4dapogUQmsNszWR2JqkQCjvZmB56Z3sHw0oeFyVfHgA8zhkWLQO/hMBFYYkzIIlB1SIRBVrCfyBOCva9fvek42ftXr17NPL/devHrU3XaJDm8znkvT43sfRwa7xqGNh+GjlfnRg98lWfhZzAArB7R6qr2/LaSkiSat2/fdD/hT6gb7xNI45xxvq6fmfDx9oa+wNptrCd0Si/zbYGBXvb0+iq80aIE5ru6HryJsbSS7dYvSTBIkLqJUFSM0UMZWfY1VeD2rjbZzmRG9BwDROo5V5lzERLa+1j5Bx3f5Myi1ZHUQqLhbXweCYxwPuuHzd7RF5kLXXOT+JFnTZKBlkIXBEbx87C+7o1z0cQaG50gGVXP4R/Xjz7f+u//p5el9erEDRZFhjXYevvW86xJTcRVgzSHeiFqNintEgAuwgHHmtXheZkbFaFUGea8FM4+AfSPeT8pzfiHgM4lkbSJTdUb8HGA0MS6WV0djpUJohmmAprEARp5Z0xCfuNTMqkBtA6SEmpDDi9Gl32byvTKpKzRi+cD447t1YptBsy40dOEly70d4jiT39O/+Z+bKLr16AI0IO4VaOgpWSPGoQkeR+0OhDXeAb8K/zi+fWzyFKcWqqBPJ8ifc4YrqGXL00k/JTEkLeRu9eBjMceePuaQCtKsW1CvuVdt9OPm325H10IyPXqy9UV1BXxe1XWtuiBhMxUI17p22hgF/6bBAaT1zkvwI2jn8kvocciPE1SPvoX9gN+nNoWnZv6gDb5iRjyzw+sWxEIpAEq4gdcp4Vkq9uykNAjCeLIDhJQ1kfF59BvK9+nNY4FZe4NMgRewZpdPTGeoD1vYgEtmjbBtj6Y3AcvvxdeyHfahoDv1F9HADkBS/T/jI7xr1/oHABmLvgKlrdjd8PzLu0dSxfabvUXVq8dtZ8x138Hn1996jhDa6u+eZ3zX8eM9i6JP+hj6Izw6weRS63yru7HebYFlTaDAWD0CmQ7Oun3fMD+NkGx/jj8meOYy0+sofa1/rF9b22GbB8FKbYnsSCk+jLzmJgTlbj4I5SLJHSIGIeuA8/CDGQ6hWAnSbA0SfIKehW2j0lp+LJ4j7WM9oP+yv7XlxdeSbA8/2PfK+KGdqC80lDRvGoG1U+++vmuq3tuEeOiHG4MiXsaeM49n0FHyw9FFslzgIP+D//+XfgUz8x+kx+YsWh3UoBjIRbB7tVPP8Tn1cA1WTKz11Da9mNnF7An2rYlg5b2RDe6QEAfpAFDPx0weAcORZTymR2Etk5RM779dhnWMOytOP1rVbzePcFS5NPpdYfha7Brrx+DcX7Ku85Vn5eqYBa3To3j2oBojVgONs4oHLUzV412xuJnG1c4B35WFtHA+eK2LiFnLHy/Dies5mN869/dgOFm1e34/VtnQQOSc+mwxBF8VKny2QZ6tyr3vOZVjrtmrluhAMbJyc8YZfsu18AeU2vQcg/jbMVp5mQmnjNljhv4PSqMoZVjrvWboHSiXK7gmfl0jc7jaVWKQY91GLj+BhoU7NJijR8O1GTeywCPwMHu0fmAcbq2T0oDAMNgGONngo4EDmaf/xqNnoOr5+cyrybUDeOATvj+JiLsWC4B6XVC1uAwmNDMi3ynAR8fVEGwgeGfK36XJs59kt1P6YX7L+s469l7eXTdD9CDFZmrUM2vZcK9PC87rn2nAYQVDgudK9Pc+00C2cAg63M4E3llne0sWqt2DHxxP4+1OhPHCArHjAEBUlodAczo5nzWKVejwuAGCvfuVRlaHQcHT1pYXlbAALDG2K6xtKqTb+euo1P4KsZQiLs5R7vOOkShJZg8yuJCjVrZ41k49mDXa4OjhcVodptntdUW+uAumWiubxT14WUbwLNK2oDDIUjdsctajCOx9FE4kAOicntHN7hhOV+vTUhpAKbBVfcZJadVLSVVx3tZ41UECGhDexkbRsImBtXBGcHK/RuI6++G7FrPlX832DcBrB2PdGKQnu3f3r0I60sCxsgIK24Ylw4G9sDV5F7pRBp3r+0TifDZSjjoFtoUtojswTXE7K9s9a9zkFYuMiZLspm5Kxf3HsYCPK17wLNxnJuVtf2JrdAhg3YCiDhGm0BA9dsoShmTfAatYwhlpmSgGmer72nsF4WOcc2BrzOg0Hsq0kAkUbEsC1H+cG3VbeVAg4ubkYzD6SyfuF8nQoMEpUX+rbMXA5M56og0gOGZvpDbhYfYvwheKKyS/UudKyexcCorx1hAHPpRdhDdn9rjQwWJsaBgFwZu5kIWrMEotEsd6QSAl1YwAllOHAnn648q1gzH3mNcKllWg9dx1B6EKoqMWXlqgGV74R2ywyx2M669dOqJjIADVseL0KRWuIMUYjUZF0r1ah6MhazSZq3y3jybMRBEhF3segGxbgai5xYld42N9jAjGFmnmlCfBts2q9tkEqtDwzPhV52f1R/Nqs1nODMeTCYvPLPJCmQ2w+CRjxjS0HPluAkcZKQ7RtY0DgPodwLa0gpOY6s6Kt+6HTAkjXn+aZ/thbC0MsAA+fQ7Ils/TnihsDAoqHhT9jJPe7oJP2XfWZ1lu96tkCyEJEFuk8keJNtTuMfpF0uQDQdwpirE6cqfA1pWGsD5afXa6oDwNGSesPpWAYuUwTNM0LAql/5PCWYAv1X0ChEMNkmI8+u/derQq5ozXsc0coVzAvQjFUyFgGavkU/bu9Tq5OpLGCXAvOY84Pwi05QKEKq8ca7iCKOCwJ5xQqDXyMI4H7jmGtLV/zjDGHFUqhJ4dd2EzNd5gEEpT8Ypn2DnPJPdVuYfNHMPOMrsX/tH4/zLvrGnXFRqLQKB35Vc9vxthnyfh0GZM4VDHxJiz0eVaj/1VmSWlyn/SCLgPXWe9VzejwORQBY0LL/TyaO8aQgrP0MPm5hBL8QaX4UIJfGCRItFETCBo7BiTQyisjBBqQyq2fjZu7MeX1lavsN5UC5340Iz6PjA4fa05Pc4TKgqaA/OOqrR92uxyp9DR6xnj2LnzNjt44ozoslPE+RH3n3KGa2+ltubuDkJJThNCN4ULi17e/WE4DGJRtC0KAXtUVRZt05TeQVXe1WO7k9Vxep3VkeZqNJAdPVHZULHhaGeqdPzizMMz7QKTR2B+y7yJLeTIPI4PT3pUdbkJSodClOeM4R+UJZlcsMmv+L4xOckNLIBONbuYc4C+9okQgLmmR9zKCRX/qbSsA7Yca6IhKI8LTxkHooDp1C0yLoGvO3Ry8+85xM9AjOXx3GwkpCx+hdIH2wCDm+C3TgyjytBntJT1q2BGfrR0qNVOYkje/VRHCrQiI5Mz+qiNAijbKKRaE3aYbNhTdhhzZ5c4dgkMSfzBokj9CZEL5BuJggR4GxAKutvn0Vp9X7WSLg0HOvIfSDtCXiakLG9KQkYgAxQByxvI3GpR1y5xnlZmufv6jHTr5aqkVZ3peqO8ROc28rROukT6NL5q8yy0pVedlYVcXao8GKNeBa9SxvYzbOotIIuoFEc+8r0/Y6JUNpQQiLzu+1JDg/kqtwemHBovL3Dax8YhEcfYD14PmODb9rv3F7KwoNHz4mTh+3RXt5Er1TjJ8iDTiT/X1kDP+Yz0ILWqbi906kYsXUEtMIKtx8wenjoqb34oOPKPqqio4sUJl1noi0E7FNfOPrR3QiMQPesGz0BNyl4bc/taW0/XShEqEYrfdTZ4avok1ab32nVJXuJLoT+TECGewn2ID/RKyrvpj3QoZ8TNArcfSo54f0PA+PJMf36NboACUSh7cIk57nvP9w0AAicKHOikhzI9tr4VOTQw3TWHL0RuiSh8EN7rWUecaDTrxJnNLLidXq1oj9RAdzkzszlfktmnS+6BglRpePQIGsvyoT9rQm0Qt/0eaWn5ccEnR/ShzPBOhLT7GusPkQV/qO0HyDOzR5xfwPeqfzkfLx5zb3qEo/4LDyD/bFSk+C9+t7XyKonVF1mDwgi1BGJLpGKd/iElfNCXj9OawKgSNFtv3yEB/JKda+HcYiL0CF0InnbPpcfYgAAIABJREFUDdBmTYswUxh8E9GgVYJMyI/n6XEsMoGVVPCBokEBdVp7XdpQp0QPR59njAlORWdjPiA7wYuKhkQgkUB89SsSuq5SIRe+2H20Jzm8AN4E38E+wDdJMNYK7vQnDd9rH+uTUQPfpxdvkX9a5QWfH9mWwDZr3z7W08sU1KK2SJnEFSDUTYxjjCBjPMieveu6W9U87QSCmlAox1ZDZy3CH9ure4IgTWhpYgA2G/4Ok088S82EdV+yzug2v//+e+jpevQB+K82BXpboXuzfvDwz3kHfONR4LPRdIBq/j3zfdxA8gbUaZUCnwztJpADryDBoIG70Uu/gBgCTw9Es3DV7DPBB/s9Q+fqzOFT1XuFpIevyZsNvkeT6DzeJBj7tEHpPwp5zGdUGj5L0M3k7HyeCmAkBtC098OLql8SfCI5IkHO9QVDTyQeV28Ynai8kN7s4U0vXlxnj6ATyt2UQug5BPWhSWjniuASSZTTI7v9TvPM9gInoTfJDoVPT3U8+8x5xBagjzBjQpcigFQUhjDgwhbnmegTJu5QtU6QDD7lunx4p8xoQg19XBNY0q9yp710q+tWhwvvJLQZWmA+wJ6j7bwKZDmmJhWUj4CLDQ2/z3gq+5glCQMZB3qFcsf1RLY+pCqxyavRqxMAbqJM1re2aNaqelF7+CYon/X/H/67p4Fxtjd70XDyJHg2bLBQxoMO8vqVqA2PQ0dF1sumozdzRsqn8oL2ZB90P/TReibwU+Whb7PGhG/ZpvpG2golzwoaAfR69SLJQq9/S5LHE1FZkhgILwFOGNQPkBUayEygHSh+zsK6YJTetpTiTMD/fv2b9HvuWaXqOH9Y0ya+6IP99JGA8udbf/qV5LPI0dEPXF+T6NFjRayGfkXGwV/2+pX+FSuAhYK91xJ4aFE7gHGQqAr/Iaj7aPqwDlus75s9FbI3+lXOBb2qn7+wH/v79NEFiv3bJGYWnQ8fSebPHLr/+EObaEwFKfJHxAR9fAZon6b/+h38FRk4stLgtugnVP8C3+3Z4Yhh04OWEVqMQDBgN9Wg2GPoj6EH7EPXSZ8yG007vyZ9l+eHbqPLcmyxQdq2KQMl8F+Ul3yG6QNcPQmUT6ZVQm3m8aGLeGNlKOeO37HfHEPGxxl+eq3uzfU2chq96kUQPprjOGo4vO51EEaYT3tYl05IPlPpK/oMFfaTYOK8ktiURDTH4zy3bQxnrkme44JrEFMz7qKToy8p948CqU6j/nnHu39bgY6OWCO3slFZL8oJuu/SHWvxw3t0/fUz1hh6I3nSBETsG995vpg2Y4YGLChCFz38UrXX6osdm658FLmp/WH8TnoSGVK+/xVEPUgUn9QgmrJGBH/tfe2mXMXmY72w79tubvxdn7EBOfH1xbNuxnOAgq59XDuwglLd+rSOTHF1eHQDCg14B3sv0vERv1g/BL/nO/qfTLRamPDbRYIjie3Wrf/tf3nds4gcaeENtJjvfKu84jyITIO8gf5X79/iExJSm1w+/pGNWzCnJvFPEuulAngdhN10nP2bKTb//jkAvJu7WQ8/Ehc/nQ3SH2ihG1nTbRbzpD+dMp//egD44veQbqt8rTG7ELACBx+XVcxHwLcbM0bJz4S635qhzaHxp63+qhMUfwtMBXcPY2HDl/BPAWD+yZjLSHJfq3Jm7nsw11m7cIZdPYi7Dg8Nqn6XoM8chK3+/XFlj5/OAeet8GiGBo6F05oxM2EYGN8RCGjg6xSQYTzCLrFvzFmmht9857dMZStud38Z1T5/g6Dr2DuP/xIk4vkcFJjbaf0KbTvvr3Tvc3W2/WeVsdnzXYP/UgCY7/+14O+5QvfM+Ep7w9c4jFVGVxLMRHZtLwGqYfjnAPElg2cIv/dimP/gINcJtQ5rHq/j3BdBewhFaNuKyB/P2xGoNMuK9RKmye9Liz7MgK2/UAjoQFho3s6zDgwzzKXFI3Aovr3O/rMxtGPwueMgbdWTihz7C/wF+0roBp5hQNYAsOM0YHv0RJ35w6Tz55wY0n3OGM90Zz9MGaR0yTjNyNuFWIfeAT1nZhcKLp9Z6bJQKwhIniH/2gBwA9pAZzYFa+iya3XQIe/j3BbWcvjX7kcd5nVA2M9jrzPUcqHjWePpG8o9S4cbiFqHmAFEn9K+N9nrS6X9pVrIaqg9UxsA3gpgA80q2+vE7F6ekhoKm4jzPQZmk1hwJo1wYaw8c4W9tDzndhQuewBrROEQ2PN2CNBxSucWFM8qfxlOKzQz+YVYXvhSs/55HEbLJpeYIbl0tUoUAhi6hPyrdJWkzWBrb91x2PC+S8/ZBupVXHTWaRwxsIWtPSNXoHA0E2vom/FvAJivLV3zzIXKboA6dIKyeT5DOAt4zmY19nezxsy71dRkG6sOmOQycrhKzdAYjht7mkY5JvA0SRUmTxBoV060ggRFFMUmvzOwfzk2OrM5q31wqfGH8W6grQ7dyf53rXWgd/4odx0jeyUSQIMOw+qEMxZOU7hrFR/u46i1jV0VUbMFmS/zqSGcc4txj2OQtSJ4B01+7Hng7ShDzI91PJKRGsyfbSVT0P7KfrDJb6ydiREeMsaEA3v5BLxV5dsFU0aaaejP0COOAx19VABshZVKGw5Pq2VYV3j9whYtPS1SB9+30mz5w8kouOyXASkqT1ASW6mMYjmJJA3AVOCe+DNOpDjyNlD5IfywtHUxAKSpBhqr0xi0xwG5lWKst/xl/5aPbh9Xe1+mWmV4otQ15DRjR77hEPa8mSHf3iiVVdJE92b0LOhN+Cqq7YFbs89t+0Cxz7m3yR8jS+2bg4NUqDMrXXQ8m42Kkp3AD2cI2B0CHZz3EM9WRD2OYXy+7AVkRUAdk5PBSoBl2wkUSql9iv0mfLLOdWi1lSoaVPIkIZE/JFgEBJvBHJ3kfpfsaqtd2iIktMN5tTLFqm6q5BhPg3VxZhhkVlZxXtqKYwJBVFkSzOf76J8kO2wAGCck55YqVdEm3CjdOFZDdnGBR0ogkAsYu57OvMdKBBMPCnkbJxB8COd9K+AmGNjq9K8mZHK+6E9IXoY8EccPcIHSFnRtIJP3QpdW+axOaqKqDgqNcIxCIMVXngh7e+zTyJGMWqhtdGPkDcYTMsAqMKE4zYzWDiEYKPQ4503YaXolWj1iVS6OPKpiYHKemQZcpyp0A8BMzB5tInP0XAw/WUf36sH0eOx7s68bpHSddJYzz8LhtsJGzwG/ayVtnY787DyZw1arsFecZ/W/zq6Hc433L9AAcjjOVgJrhYLLHpPBz93CH6or4ujd5BL2DVmwTn34fSue29+atbUPPHrgWe9krNoQwxzqnUCmUqlmL9qOvw7u7E2mht5ElnR5Gw5OqpMTAG4iYODrvgWCtHpEHPST39Z95VGtUASajDMEpG6rMU1e5PxvAJi1fJA9Z1Scla3MI+kQtmN1/epDoQGgjvMBATLkSxN7QtPILPTItWkLidpDWmnSM8ffm1XP3IqM1AQ4g3LMn/5hOJe+Zv2pgLVljvMnoGh/ddbXShL4zec4pZFPOGlIPLDXMhCprDk6L4gfo1N13Q120WdRfSF8vyn1ysSH9ODM54yPCmze8zYO3Yt5nkfcidxDP5fedLgzjupek53RxE16ryVoc9E/ys+1R+v8nn7Gez5MvNCJRcVMg2dx6opeQcW5TiSOFUFclhhHYZPpwkeBdWMf0Gtx9n+g72x4HfRApY96AE7edz0/1ZF61oXmh24JLG/Cl0EFKqXSkzGORHgJgSnWosG3BHHc31ToVBdd59H0pm7A1729mHqhZ2gNuoRPLDRpkxnQxxF6dSrSx1MdibWCF8EvcISph7Bnh8NOW0LaMHGXPocJUOQ/nE3b/3tlukFvnm8fY+ictSCAiqOVMSIvqKCiMqgFBaHDtpsYfah93qL/V9aSADL6V4N1oR1ks30sXQP4eGGMw3daAcSxCN09ukLPobKPPVe3az+/VhkfF3Mh4MD70SGeUbGKPvmZilXtL2RkdY+8935lI7TB+O1pykUiEQFPEAK4WEVsWdyGTA2H/vdWIefsFaYVx/BNAqGBVgTGuPYMveyOsTXomQBhK5Xp0XqqOO8bm+hJskuCqTnjhbVtYlGCzOGj70BoGIdl5RzPCLQjRA7/QMYSFEZfffeW53H+Pt96SoVa+Yd2APyDAFHRk/K/Z+mx3TZK2T/6dVpNbV9D6ApH8Pfv6f2ddUv8qufu9W/aUSAuACV5L3wWGfGBgC9BXnguqlo0yIdJcCBQTaBnNMDSKoGl6ydAxU6i1ejShfqHr3P3fEe5oA2KrLlz99v0SAWGNAG3vFuUhHXQuvBPn16lYjBVwu03KKQ++03148MHqewbhBvWnUp16BBeDQLEuQCA+5uAlHdjv8FHFnFA+0hfjI56qwe3Qr+BvaG99Y9twjGBPgKPBm6YsBXAJFzXnqRCOLbCOxA4Ktu1pwnwQKNAErOJ7BNnBz5H4OJLvg/vBBb8SQLA7fsd+iIBQeQG5SwV7k24Gr8XQRuSK6GjV4Fb1w/AuOhRHdmdr10lMPkw5x36BB4Vu5MATVsbjL1FC6gmohb1jTVNMBhdNfOgEr7oQH0sKDO0MSApkSRGq9CwOxjWJslZJQWfMIEIOGIuIKKxeddOKrJM1kD/Cbzg7dj1TAKoWRIv7JO4PLdB6uhLL14AF20A2GSxfOPL7dBFeHeDEfbiZMwLG778SpEkzRNQvvWNHswkxBmA+P03EpmUI+tvxbfx658CZVwa107pOhQuW5uUylb6aCOLhSQlqeJArLmdZ3Q+Wc+PBKJC4A8Ituc/0N6o/H1PlXZkE88Aop2xfwCm/A59lKU51tQWXOh70StDN+UnkV8iIpAYBx+HX6MfgFZjq5xP4Q/Pr+/f+m///mn0jQTHSDLI+hJ4vXostH19H/iJajMFFjXrgY3zMj2SCUIigz8DF1+o7vDXnAfW+tfw7yYIwXTRtTISaPADvUBJVJvE5KvoaHduJ5n2BkPi7q0//9fpfx20CNaQqu7vt0k8iB2S4C1BYALJ+IueZNzt9w08f3isfgORWDh/BMkbq/8lZy02D/r2u8il7yC7ZH2fXqea+/cE/d/ki3cScH0emZqzQV/gbaewugt0/+aVycTPXo7enze/CUSsvmKC/LaAIa5c2xWI9fyNbt+gKMkgoadnmdND0BFq50WHzTn7kPP57i36MMgV6EDfUkVuL3BO+03glm9SpU0Qid7Y5fHkCDYAT/I32cMssNC573IvPMakf3zBJkUBic078bMhBysLa1sInW6QVxuMxFESHkB/4sxuYmjHnGQReHJRHujFW4avbQc6C0vySxOow1+a+CeLRa/+mEQZzjfJViSGNyAdPQg9BpnDOJG/JhByX+DuSUhQ3e6zYdnwL+Qh/IAEkqIL5pbXqfDmvdcJaG8AmO/cZH034Rk9b22aPZvsl4UoRxCUaa0vdH0mbVuRM9d2d2PylIPUNim77Z/qjCFMkQxsD0DSi75i5jOBbVxb9YlpKzehAdq4FJpMm4sWqWQZT3oJ7+D8rU+C79QHVhvJpHIugslNYEBjROfJShX5Y8ZZm3l84xQ+aBeRmGJrDJJZ75MwWv+ndhe67No26EWL1PcHdtr4BJpYnz0uMlv9hiZsaxdb8Yv8azJ0E0HiXwHyHv21lbr0SOcM8DP6bLhj9VltnosNnvtGHTCGwvvHqNGnZ5sKlo5+59hwFlouuppB4kJUj4+5Sdnjr/+cAO+3L/dv/d//e6r50zqj48M8xNaZBC/O0OqCtrQ0Ya6tlvIf50h/svrR+pE3BiD6YOb05v3XJGtJWeuUXNjn/WwfcP55nT4bwFjDjHsI6pyrRCULGdBeS7jLmH6ubvy5+vcSwe5GHM+7ZP2h2MClci20KPO5YOTjQL44UY6xbGDYg6dj4zzGY8QGZLl08Ksk84c5NBv09Hyfdf629/FHmEh/aZWU7/4ZarkKSr5wBDk8OD/35P3xLfuecQxWkHp4tgK4azQOFCsJ2JzTU5qJsQ4nP2eIOtk3AKwwuEC6YuxMYKnr3gzOY50PJuW4zI7wpSv4dk1KCzl0QFLUOJjn4FTRkeIB3eccTvZZ03xhA7EG5R3z5TlTdXB+946FMeycdkV+Smbpx3VIZ5wbXN7vL2NTSBmkXCfFBkc3UeGHQAjP4oCzX6zNOHM2GL2f9ztlSged2g9rNnAP2eXdZtBwCb90rMNm1vxMP0ILlH3p4O2aDLxc905HltCABr6k4yPYyedHXz5hCzaD2+DAzLUCVrretZIPOT+hFF3rZSA6Geb3Jxpq4Oa0z6WxOUOX6s35rlW/GAFUjZ2C2bNGZjgauFs6r2Muw1gHTCtTceD27FPlZpCZ83RUttgbjWuNOQOhCpjCeOLkrPE0AbyLM5npZE7lGxyE5VFzBjo/17EJARl7BXSeKfb/cUaE07SP34WP5QYgD89Bxjo5xjm2MLh7fjYQvAFg90A+cA7YbpUkayCNSUtmbulI0Uml8rv8DxiV+u+ho/I9J7BnefkDT2swqLxwnPENUrNOHHiNsoOn/ejcMgtr6KcONYxhTpDZnw3kjtBHgSp8S+lqjJPh3c0anOSi7u8kSew4rfCF/443qzzB4E7PS9dFg35lSHncJBiiLDcwOAFapibtObndl+5TlAAyzavgtEJrhY+0sQ57nckqz3UEqD2VVuyZuVCCVqJvgAeI3aXb3ROTQRijCrH3CjXbIDmKVN8lHRJU03klZLpD0aDR4auMYn4mH0jfZ4SDBok5u4UTNJAHb8D4rMJaJYpDSuAjFWfZKwxt+LUBWipn4zAPFF97SM13GCeBYpZtIZN5klDfA8GM7IbuCNiEFghuMEcMcwzjQrg2uCr/Pstz9hhDSLlnhn+ht+HNOFsTWGL+dZ5UgcMwwdgXUhXFFkcb/Ggz4tn/5T1C9RH00jgwsUIa6fgrAwxsVg5mqiZ8uDfLY3h3HTI4JbM4OCfkx5zLSYwpzrA0zVnCaSTvJdBoP7ZLAtQlg1P5ZOarVQdc7U2aXzUrcZKlehbyf0AkMRccgAYjE3Ad2DuMR/iniC6My9+jIreX7Og3jKvwOjUyFj5a/sj+LH/iTLbPChVPyLRUuWJgo4e0h1Fhb1l/gkT5jB5nrUyUt7NfZOluNbv98KR9jS2RDFib/Rua4XsXOITQAXSKc4cgK0Et7vWcWL2CEQ1PYF7CEbNfWyXuPjdIfgkAGxQ2s9xqAraqFacEj7Y/ax2JBp8gC51jnueueyuIlSEE1VtJGCcdaypktw5Pe9h5BjlfjA25jzG+/Bkaa5AaVo2jK7yXezDyqWaiwrgOsCZewDfijI/RXZkMzFy+S8YuWccEw3mX7USgUZMTC6OfLwJLy7g3AMzeFtEjN6+DAkPs0rsdvjW6U2VbgzpbBTtyONYYcyV4zfxJ0mjwJ/RKVZEVKvb0K/R3niesMXyaShYqujhjwmORsGDFqA49AsDcL40G+jJBJvj5OpJZGw1cK5VXH+Jcn9FlcMpoAFLJA4R4DOxbD9t7qzIm9MZnrLe955UanNTyFX7qB+geoansfXXjgWCjD1phpUm2yrMePbyqHPoc658qEp5PxcUmcODEsJr0S3kx9A394QyxR6q0gqNS2OI4WG4Cs5i1NHHhfuFHu7/Dx3AeGhRl1KlEiUMapzFntdDKJCll/oXpY5j5nD6MJIjppKQCWB735KlVYzgVP8VBhNxm/4XoHCfFVJB1TXIpD9QhOT+bjNl+9sjUOsSE0uY56kmRF/CkvJPkPGDM7qJz5QvweCplmmCCPEc/KS82MYokDnqdsS+VscivkQMETrmYy9NUzNEXDR7ffse1o4AYFz2nCWCco+rD9Lha3QFHnvpJ5UN+B+9lHqw7PGSTQeEh0DhOLQbEGre6NQEy9Guq5Bk/NAaMamVj5k9fVJMNPE/9k3EQ/L/8PPpdz36cy4cOCp+XFyDHVwYi/zcBb6ttdW6hS2qrIDc565xnAtwr41gTziD7B0+zFYD8kPEjy9/GuS/PIOCDXJpeZvms6C3lP9KE9hIVY8qSjjG0V/i60DLBCJMkrOhl7NAxe2/vtVlD6rRaFYBuZgWx11QIV/8U/r3OTBzyE6Bv37hB3in94neenuNA9tGPtfgwOKArNdV9tTHUJe0/DDM3cIIX6iZ9K9u2hz52DVzYVmrpupWD2OehlVaolU8JcfiYoGNp0fuhmfazDS3aVxj9QWh3LngsQVIugppca+dex0lMwINebjirrRS2d59V777zXnhK2xi0unx8Q5UTVjJ/DP/hXEH/7T/3mQBJ6L1y0vOInMJB2X6P+Y9q7Z4FkvMyF+ifZ7B2rHshiDkP9HyHrpGzcW4S5EHve/sGGqOamKdh/+lLanUX+l3lURK6CH5n3CRWqGvT+/RJ/20iYe6NA/zrt09TQYitcb+wo5sggh6N8/vqCT0eqa6HVtQpoOV3WcOvof2v9PZrEDmOcnoTUllCwhnJfLn5+jrBx8yVe+AHBPMMMoiY5PkCQjGVoFkHEBmodPsa2d4KrdKudodBTM4giBAEdb7cug68be38OD8LC08CXfbGqkLOLFWJormwH4XpRnb1rKmDV89I4By94R7V/+XNJFBARyBpiCaDno+uTdLe7wnmWiUcCFz6NTODVGMWnjPzpdKZirEmA2Y/oBmSNLgIPNkXFX4KiocVXZcWapEdVO2bWClveB14bt7x9IkQzawpzvO3bz5U97wqmoIoLE0sGQhL5kCVKPZOWx8ML+rN8JisK3RbONH8V38L/o3QbZMrWtGlPwS/GnKY4EmTYfMfZ5PxC7HvPEgYAzx57RWTMdA9QH9JP+MEl9BvXiVIB03+ksptE8Z70gpdfveB837zChmd9UjyVfveznkErll/1t0mGLD/0MarV1Sm09rFlg3XSbphbznrVE0RZIRWtxUcyDFv6H9cfVD9BX3p+lp0ipvwb96P7OO7bWVVH5c29ZtAV/Nd9oQ9pbc7P7tu2krQO2fz8aOnpTltEtFrqEpFRjB25CmBJNbg8xf6KnOGnbPFPOo20jIBMCvO+ZCgI8maix7X1kbhpwTT0afQgbRnRSNDB4Ye3qZvJPdy7qg4vDNJKsBj1/ZBbk9iGbyIC3lxnwQG6AR9PmcK+oGvbxCuLToIxmRvQUIiUIaOzlyekpSRZ7PW7CN8cdHygP6Hsh48ft7g4Zvf/r9bv+b+f/c/P83ZSsAv1dIED5k/etvf/l2qt0M3Wa4ESt+Wz1R3q//uSwKU14U9lodgE9q6gV7cyOqXL1mXI7BOtTRX83zzB/kH4sP38JvHo6eRGPkgSaBc4wZpv3B0AC74H/IVeO5f/6R8Ilm1rcbw40RPALmA81xUuibdZB9aJECiSwKGreQHgUyfFBX5FheoWiPqSOpFZ334KKc9iTJv38R+/WrCHvDL2vAdUmnn+XNsVf5tyyOTRfSh0Bu59nDW4uPn97d+/fVJg9N/+ce0D3n5LDo8CSxJfIrOy/mq7zx8+iUtCka9qO2e/xGkpYUAm1y35rCxT03qZK0jcxtwk49xjpEvVI9fWovwnXHdmqiG7QTdj56Afpj5E0hXP2XtsOuPmIXIKYP01l7I6FKuxddPHCT0E3xzHDnQP+BNsRnyq6+h9QYpJ4EOPlp/X/awxTgNhIU+kwyGjL93B8j4yPAkTJH8TqIX38dO2DiMQUr3YwvyQKTDrt6E64+p3kQfZ1+2sIX7qfCF7vFd4AfZHEXouck/bMfKtPwbPQmdaYtWmGPERMfqedBnXJQ2fGbjE4XHiTIRtKz6hZWDwCQ3MB7dBZnW3uq8p/4geDc+gug0kVvVafI5NoqFARYDmQjN90QZKQpKUXHUSeBt9JUuvY5chlctzHHbEYGUwljLk/VZNpm7la0mIhiwZ76R2dNug2fWVwTfzS/VO90L7m07TXyM44eARlgnE26lGTZPVMasGTbXnEficg+ywC3iCNlXl0COjA7f+fZd0qd+LIuAzv7VI95klbLIj4zDFk/4AdmzjTluBXATrOEx7GPeE7Xv1n/6j5HDSUYpikjN06wX2neLBdSJSdTAf8hnokiyluigJhFSMdxAOGeYuZGchkELrb1+9yW21xGo2sDuwluWQfDek3HTxZ50hJ8DwNz+hazKLpob4/f9+6jWPH53/tdWJe73+d65YvU8FjedCakcA2XRd0AUKNcI2GE+PwdoD4Y63um/MpxzkJdfN4N23mmwzi9VMPD+qQZaRlneOkxz/839jVXMwm22gtUsPw7Cit95SX51DjyXjk9B65/XequVG/BpdoOGKJcOg8NJu+u4dNBs8ryghNxcVr9XR0CdK0xsD8YaLzph+3wcgrMWO6Ndh6WXZei7fue/a9zUuVYpV2eCFRf2auizJma3Du7zyu1n/Xto8Bzk2gDYzvtywKuoS+se4v7Y2Z+Dm3W85Jdi1B/nY4O1l++ehPaenx3nJUB9eZdn0Awv/32+d39e5sLv6qSd+y/V73XcjXOozzOQcpnrXwkA/1wFb69O58zVszWCYvdRIeomEDC08k0Db98lk2MdpyfAMGChLSdYbIR+1ttq335/DsOebYMQPx0Q5llalL/skh3QwRo8l72fwa+TSQeavYLPlwFAhUvnML+sY/FCI54/AsC7tyghHcNpPLtO3LMBYKF9hWu5zHUCl0xESNBJByr/24DnkYBxOYdD4Mx/HXrtO5CBNJOy2V/LuxwDvxfqJMpQZ2cVHWNnzpvo0YDKkKEBFB03fLYB1K2wOtMXAryBjyYJDG+erK19R3kbtIqBczpLZzkjxOcRnF9a3HWUzskA1gHBhUGxvUc2Ocgs3w2eG7Tuvaf9V+4oMNforoKZ99cRX3l38NDj2YcgPweI12HTzCy4aA0l1hf40q1uN8tV+BnHxD4aoPixhyv7yTGWD80ZISA9zkEUqvZZo1KOLMCTbNpxbxBv+R8tByqcyU1iAAAgAElEQVSL8t5vCcgd54JsOWBxt6ex527hRZT9m8BD4IfsxAk8z3na6h3p3sCoAWDhJAvNMlVPzkGdwsCDymXnOjIQBzQiZZNm6IvBmjJ++7AgG6B5PyctvOuYH5gHzrjtcYVDUmgeqwGZDor8QjNa8UzAhb1Tyb0golx41fRSrnMK5yzaFcaOPXxa8TwIDaydiuA8B+OHDPUqhKwjPF+63B5AGDJ8hzVCV8MR2XOVzToHgM/yr71hR1Z/2l6BTebxrG3/0SZR5c72j5nzvQFbMyYXDhSD1ErKDcJ3P5EPOO6mQqA9rVslKjTkBpAZPVn7GIUbaGW8BmQ3SYMKgQNW9aIn1HDCqLIKugZE1vN9qhXaHzh7Q6CkKBgZkzBRBi5wjhhwPYJj2wsUvUT+OvueJQAqh4VAhraHZ/aQCilokooQLnU2zkBoEr2CqqBCsHl2t3Jjz5hKvc4d6FheqvNSA2INEjLFySIGQpl1AWpQA8akK+6PoUHvP3qzFuIefoRTGd5IJez0NM2/UfaZe+HKW2mrQ/RbHAqcE6rwCnWdMSFP+Ywz1j56VL7kifAPK66UExqwEorBXnuN4TDqOLNOGP0NAKOyhTaouIReMUQVmYecPCqiqRCg6o0qgxjcj6iITJUqkOANOtsigTWtM56s+zzrc8YHZJ/JeqdAUh3bBisKEV99w6xlzsyOH9njPDT+mmFcPqU9UX3wpGrwTugftku1jHSNcxDobwIw2jt8Hycg9MWFw5CqLGQKQWiCRvAdHJrIUvfb9zco2KQtOIIymHOC4+EmlYTQJBCNrClXM6YJMBOEgR4rG5RfK88J0mwCE1CtVAaQkcwmC9OagHWc2TjH5cdcBOk4rxOYmzNUWPfMq2cy30OEkU/wNetKpTtVM7/cI3PfPcBh2YqJzSzPPgqhqJxhnYV3DqxkobDXkBdC0ITCBOyyV58+pTIrTkiCOIct4zqwBoXCLISuTiMSf5BpVMdxFo6wto5mKva4l8BJjfHPQho+fmKVJn2xP6bCrQGEfA50sRnn8tHKFVZ5bDPuIxhZhJKMuz348hmBbHrQUS3HHuGEwClE8hM6sfQInVtlt/DO+x6TNAzeFpZu6BmYyCYr5VpHJ7ICx+zqSwSArXilZxeJGQQToD3h1zlb9EKDFuQxrh3rA60YZAodjG61+hV3NtkojuPKqoy71RWVzQQnPtdxwkF92qoZIbE9jyajkNDAO/i5SDv0BMv9OKTr7ENOVg89WrBID34mjKn24SZaWvHn2V/9BCmnbsX+2FahELUZL87qVlKV96vbNNGgjhUTZfiZ9ec8USHGVVsI3l6nEesl1Kq6rGM3qdOeWxCKidFCXUI7OHiRGyRJlMbbN1V4zQYWwg/grSRtcEYKdZtKFgK4zK+6YRM2toLDfxd1onoQ+lv2p8k9mzRtABpeBm/mvLevZVEvdIaaTKUe3ErmBuQ7684dngBN8R4clyZq4H8xsF8nNOgZ+c/ELSrHNwFU+EhRTAZVyJWvHbSAUvXdhFcwB2nMvvdrk1DZoD4GlHnOTfecamCTBFDDoMNXcfbXeQqUa/jG2psGntW5q/9Q4ZSjbYWIAbBPBFeQV1XArLhmbeA16oH8jrVSqQfqlsorHKMEBEgeQ38tVHXmrz70udVG8Ls3r6lIwzZDdzRxhHNygScOr7MHHhCh7L2Q7dDYr7/+2v2gAg6nLJVtrOmjQFjjrf3+x6P2Dd2q4faWnrPzgbK2PBG9AL0MWvowMODl71m/9qZnvHx+QqK6DqLA+kaAJKZtRyuyShsm8wIX/vWTPrhnz+2BSgC+vcJbqWOSEVcrqbK/DURG5lP9S1Lg16+p9oo8gob43Vb/oCIXYSFjZD82SAY5EYjs2ZtkjSZWRc6SLFRdP7Rkv2LeZw9CZF5hWyNboGECdm8C19rk9PDa6+kxq+4lT9AehCaEhWbfRfUBJYCAkFU/vFd0ggR608sU3t/9ysVeGgB+1p9BH2AsoAUYVLMnL2fXYLIJGKwnfJpACQEqoPbvJxFv22R8a0sEEmlCrzlfJjVE/oS/slcmO5kkw/7DG3knyVr4b5C53cMEi+AdJFi2dU/OA/zbhA54gq133r1PkK6tPNJbN8Fa1v9R9Decz+xPg5apJP2aynLmawCY76v3mkRCkkH4Gjpd9gLUivKH3E8CROkxqAybSMu8ScKoQz3PUF5Ib+2LnQcj+7kM1n62ajrEIzKMQQwqeZ8kkWJtOt73+++vug+ccQPBnlvbeijzTOiJ/gBaAwnAQIySnN0JkWBBJSH7S1KItIoOxr7+8z/988hx5fn5gm8+e0bgSSSFN6/fdJycuSZKY7/lHn6HzsjarC8KBBKSBb98hoYDE00SG+sZnZpEI6rXm8SSD5E/0DE0xxlhvo8KVU0yyyeRm/ISZAToDYwbmsJW5X6+J6IbOoUB4B0zOir0Ur0I2wI6zHyuX/7p1k340YM7n279u//xb2793b/Clsz73ttWgdMEYs2vf/ukldz//P8OOtfoJXdvJ8kjQdGHSVpE397KP2ya90RGupYUSbA/4bFZdwJ3RSpA9rLtxDPrB8Quz9klcTcCh+ehd3AtchABVc4d8pA5yhPV7Xke64CtB03C/377C3qBLQ/wz1RPmgID7iPAiO724jlJh7kTO2PeyXt/T+C+wU/2Jzz54RVJoshOAmMitpgEjBAiiPfLrRcvoYHvDVqyZvAZkKRI1nv5chIgBkIa+mjCQAKOz3IWHl/l3CeJq2yo/YcJ8B4FI23zhW5aRKnYI5j/FYNQsrLvfWjrc5Bz/gBtLwN89gK5LkUTzCVRgBYwXn6HfA8K3llH9c39LcgsJjzpC3RMJvRYtWlCvvfrRyEWgaEZHaRJ93lDYKU5q69+Q0aTfDhobJWfWYO2NSIxEpo1iNwk2DmL6GDA1N+/FxSN2oKiA9bPxXu7D86l6BHVcZAzXZrKK3R79Nwm6vd+W4nol/FctWo58g5eAcw7NgGfEwBGn6m1gozju7X/rZTe91TPz/c5lyYeql+ZACDaBrIPnxQ6vslT+t30u9BqKxuRMbf1CLwhc9hWPeiY/Lz24ReSQrB5QfUpagWsDxpWbyIxBF5s4cZlu4u2weUJ785V/jbJiHXA79kIveeP8TEWcux53h4RzgJ8N82ou+5c8GeSr7lvQkTjz9B/iK64aGacV3QzEgbqm3FLS0eV6SGCtmnQbK5fjAu2z7M/UCxSnQ8OOskJ2B6FYdbvhS22tsDatk07zn2lTeZX29x4DPqHLSoOH3Tnw41DT/yb5DPOzH/4h79Er7pqew4ehgrF+9GvSWQt0gfrib7UVhciE2pf256jFJo5MtaiU8Hb+I8K4A6kgzVoyrXC8efA1TqCNHZmQXM/A14miVFtMMzFrHPiZ6k3C71/LVP8awHi8/d/Hs9+vxCR29+NRdIG7Uauc4R7z8Gudbr/l8Z2Drjy3TWu19DbtTiCcwdn49kGCn3/meltAHiDLnXQ5iYz14+FOQeAl7DO0M84K3VYySj2XQ1M6T3+YS93bzv+dczMPVvd0jkNPI5fPubUofV9h4Nsx7sOYm9BvVyHki/YQ71kcJ7n0sgxXhjH9oXcZILDgch9PL8B03XCzHx3T3TUkC3xYwXZT2R3+ZHqIxzf0A1ZHWchzSGv0JmAnU4BD1ODjQ2q6kDuGZo9P7/rTLd1Esx4t3/jvo/P3dOlhZFQl306CERlTCfEBQrxFIDVGQHt+Z3L+Sz0V3el73L9fU/nQbbuvPbHt89ezhAQYtK5SQFbUbvzZoqFVIwgFbbVexZ+tu9EieCdRDlybTXueVwbmNK5Y0WYcA9W4XDNtFXSsi48r0bGGM5MmKxC5mOWjAkMO+djr8xAWt5WJXK8E97/Y2LLOQC8mUTN3mRNZ1DrBJE2di90WAlBxhkz09ZsNrOQfMgonn2kDsmt7t0xYqCeg1THejnfvcpD8h+GUaGtWY8RtvssjWerP/h7A/+bsb/0vTS+wSXo0D2WXxzPMwisw30Dn2awbwVG+0MWVkg+aFAfhXj6UMw5NyEEXiIP2kQFAyYGK/ayMvgIEPa4TdIKykirZfNhK83GkWiw0oSX5U8qg/Z+FaLdN7TqB/q6JEmogJkMccic8gZ2FwdPlVYyFY9x6jRVIWtgLvvC2LfSdJEAmG9dAVQU54HteVIFcftGTtLKvruBeoN5CwvTjL65Cp9Exl97cEpnXt6DPLA/7P5iPz+chEKqH5mcCye+32fefFu+KI9Q8UOL53lVjap8NV9ogshmU+ocNjBgxS0JDR0hz9sA8ChyTXrI74ECapCkfFSYtVbfZdGaeDGVlEBA4ghZ/oH8qjM4A25gmEBhxsD3the4tO96dI/ZD2io/Xv9t4FU6Yr9sZ+fzn0rD4RIYp2BxCNrvsGWWX3hEa0o2Io1DNA6Tli/PH8hVQlM8MWj765zLO1kackWZx7NbIVPlkf7oi0mWsNh9xnqNyDrfffpV5rz0SzQXMwLR5dOaZxi02NzxlY67rrl93GQsJac7/ZMnootsuoxWKvARzelAvASgD6df/gT46V/UKFzgXhdudnzhyNaqD8MOKGPqd41scFnDj+qExfHozCzu49o0wTGCl8WQ/jS13u+95BM8tDqu3c46pJdPxnD0rh/OCI4aw04SfTr6IRm4QkYGcwFWmfOqw9JNwvNx+rDkCcxZBI9WD8q/zD8RHEwO1yITwPAm0m8UPjoM20h0kpI+KM6MYmhBhZxrloV2V6zOXOt4p99w2Gos88zh2N4zwo/E1QthCdzidGokUrSlBmmNcKatDB6DHz7pNvWaA7v+BI6ehf4L843/QRxLgOPCW1XlrOR1fWGbssnMIKFGne9JsiX/Wsefj56nJ5kPb/I/9IK0E8EQ6xg4dkG2IavHaxxT+L87Xx67uI1UefRAKZf3SZq7dSYo8EPILc16Pce3ksAAD6CI/gqjmurL1gMueFWh9fgzAd1OAG1mXFjQPf50MwI2JW3TYKaxC+MQPibNKrjUPQc+t5ZQVGnWJ3x6efXihgr0RkvlRXngDBjwiFxHwSFyhCdBA0shLfg9AR6jwx+BTRBkamKazKCtiJ7QAXJBhNb9VhYR6q015FBNarVwVvtzXo/pk8ggblcQNot9L7yc8/v6g8yZ+20Hze2MJOFnmP+QsF9Cewr73hyrZH8RyChcUq18hYnB9Xek2iCvILfd215Tdax4yTQUH3Uno/wqcq0vJ9nMX/OqQgDVDWNg2x6OsErTVwcuwmYvzj40Tt04jgPdRyDfeyr9qy8kP6U7Al02b61TeIgm98A5ZdP6kzSlbom62Aluc9H59qqJ34mFWaTQRbS3D7gJA8YmGrV4PRNY55vA3+HzHj6zKrlpbc6L+Kc63wqY6VlKw/2bHjsqnfnvh/aYkxSJAEKE06tLt3AWdenDjMhqQ1iK4sP2ew98AF7Keqo4owTgLAKU1rdXt1UQZrkwLjUdxoMofXBjGntpyOIL78jgZT34HAxuA19Gdy6nyoTnJNNnMpYeR9rKYypyZHsP89p8KFIIItmMQGSBBsZW4PIExhW71ueOed9qubLA6LzWWkvkoO90uj7S3DZBOJWX8haO2d0Gsyg9+9s6YJOQtCIcdv7FT4C1DSOQqs6lC9byWPbBqt5lD2tQAnPQB8E1lO4ZdcfmUcACRolmNsK5FwiK3BmrZIjAEywgv6AVNU00S3voDq39g4ITWPToGX9geO/SBdWc1LNhBz6JVUiVGK2Mh3dcRQlghNCnCZAk8VApiJHDBJErqNH4qQuAg785AjOs2ZA3NrahICcDrm3r+F3Wdj0gHzUXstW0iNfHqXXN2fQ9gLRmQqFj0LB/74nkPC8DlnWioDYk0dPer7vJpDcCuRPCWDT47FnI/rX8CrtYGSyvYfZ1/aARi5Wpm1SqTZuUa8GspB1ByEFeWaim3rVAa3tzz1v2QP4+UJ7E0j9FGhwEQSscirfYo8JmuQn+Yownfq55AGQgvJikh3Gaer7eUh6eMaJTvBFJy1zIIHa6iACQuzTwtYbLAzdJthsonPWiTVr0p/njcp4nP/IL+QicyGJh2dtsgnvh4ZMJIIPvuu+6uj3eSJPoGMoKzg31QfGfrACXxll33fpm/YiXFa3qitWp0mAg2cTSCbIUuhWdISs16MkmdH7ue2oCBZlTlQLt9UDuk+ruwzo874fqu3zedvLxA7hTdClSfvwzQQMIx+RTUK04/B2c0S6gcemp/XvVqgHAKRV1dW7c1sTVku495JAY0UvlUkGCj0XwrpqQ9TfACcqbzdpiqCx/U3hAyQ2AHErYopUpE9lUcOep4qYs7SyA11CeH2DDryDyim+A6/hvKk/uhckmFrRZbLN1rFw1rmPuRFApvJ0ZQzHs1XA6AHwUvxx+FfoTRtdg2f/nqrW5aMkD9CHdvefivxFDsSxD298lor70s4kTLSl0Mn+NBEAvuu5Zl5U/96fSmJg1m9SVf5Lxgm9w3urQ1d3DlR4ZNra0XyoD9qz7TkwWYkxoNuzpaz/Jops4hOBttVFa7dGRyOw0uc1ye72revwp3/zrx/f+vt/nUr8+/IKVDl45YPHVHsHghn6/+NeKoU/hRbkA0CnPsj9T58RNIp+UFmozVt9PvRMAqO+BSoe02s9iRIi8thL+H1e1Ar79Kl+nj6t9MzuhkDD1eutEPzcIhmTjw5fCDreJIPnY1SFRV16nMphIJ//6Z9+6x414b0+J1t0lSbLkjlH+NpsQfWwVfa+n+v335AvsRuHL7z8Ne1hmvSJ7QCUNIH6BOKxP0K3f/5z5hBV/XUCx6yzc+ePhifw3Q+iV6hrJ+GyPWbxFZmwVZjrvP9Nvg8PWp9jaatoT/oF7zSQiAKAsTCDzb/pQfohtPU+kOOc5+/Z82epSH6U6mXWlWRe7IF9j8En+0rzmLXj+KwQ9nWk4GtS12Av2B7gi9GNNsFx/Rawee7FZwAP/yUTe5jEk5o7Gd9Nkquwa9AfQHgiDEFAmrPZ3szhN207NCJk3CJzLkC6SYVu9gM5xoe4paEjxgZySs8MNtsuymVt1OVET8w8ixJFEE4/h9wVu5AkG88HVxHKKjf0d+19bd1TGHn4qOvPPIoCxPiaiOQl2pk+Vs8vPFFf17gQ/HxQDVfWt81L7XplLbIO+mQtoRHeyxq3lzhy6EK3+rzgbQ2slnb1mVJZy7ort4BgPxLJSLh4UD5kIjzt8dCPRZkb2pizybzUPUkYDQw2i9p5oTd4hnB/mNzhORbRjdgAVov+Rv4wHunDTdh5FJ2GZE38u9ht5lD8cJFoQRIaeooxHvZL/b0+jk3srzg/YgqO38lo40xCdX5ogkDXQDqcqXVuS5cXv3x0kdd/+X7r//m/3uTMZ47A/ud86ssk9lRtrfSzKBX6JOPbiA3NucHO5bKVFcg0VoWzHn+1B/CFCn9ci1HOdoc0Znajzn+j/FgxdVwH8fjZxeE4i7SbfQkA/PTuH4K0G6Sugr8GCmvgO8vDR3Duhv78/t43WRMbCP7pldmQcQ7NVFD+fw5UO++FYDju7yZMIOnnddjDvwHgOkdyUs8VxKwHh7xEgTCsYizRGDDS8QtBb8XtruHPAeB9/xJk5z4QiefP+Nzgi8xle20ZCNJ5vATaPcwPzU7qGhwB2j4TKJTZ267RxZj00PZd4+vgmVspWOM836N5+/na5y99bACY51rl6kOr2KFe5qEql0KO7vpxUM7jOr+jTpYMnaBDWeoQDZVyzHGhlPmZGwg6tSJyAsDb23f3oev8VwjvHADePd35XaDQm21yOOzPAdqdi7BjPzq4zI7UCa7RZ2Bur4V8JBi3+1r6m/XbNSxb4WvzVQ2srfDVEbHVn50DQrH7YM8B5zMVvfn3VseaoTPZ4qUPVH6d0B3vOADO+7JO3IVubOULmXVhvhXmJ6ZeukSBJ1hX+pQWGM8aYzpLD/raM+DfpgLtfEESWIO3DL4B62PNv2IIbdC9tNtvX/b9vG9LD77HKvn2OewERjqNUVS9iI8RcvzNqAgU5D8ryyYgQ+8fEhNyg0qcFc28l/XpcR5PZflGHX5m4Avda1BTWnLV1+nIv4WbVNgV5nK1kdmgNYIKFTT9Js97B11tMFkBt4aMh19htX1lDNr1yr0bAL448adSexNZLrxiaIbxLW/dxALe2Sq3BhFRCAgKTm91HFJZk8KETrWJQt49NutytBDWpQ4rk07WUXWmHenXM78VZssCcdhYvULmlZUplzNJTyTUfRTvBs80cLxnHTMR2BkXkDYNAPOnweKB8WEtZ1wNpA/Nc66g9WZ+o2jpLy7NbOW7ir4VDxcHJtnSyJzdZ742Mkg6NomE5zboSCUL1RrQZ3mL49og/2a8VWaUVSsvRM7AQCH4pAMQx/dWwuDU4DsX2Qid59v0LWoyCagQ7CEVdgTDUMAT1KGCSIfUVm0BFQUBHgFdEyl06DYATDY6FSEN/g70a46ZVaEjX3DCAtlO1W/+bb8vM9Y50836zFwW9mdluIHndSKbkY4zDlmyVQqLLsDqtFIBiOko8oUAGiOgDteBNwQ+uP2bSuNCq+IQ4gINBZrivZVr6BCMcBznCHLX256sfE25qDLJ5zgagVR1L1wDsktb6ZDlwFBa582eSd7dKtn8Hgcrz12F/ecAMDuJISfdMDac6lbMr87zFf7IEcjYCv1Zg1IeCL+BdA12GACGvnXEEexSzkjH0qgQeGZ9KqPsvW1WpsYJ79Jwyh4NpBwBYBw37FcrWIHxrtwTnYR52u8UyG4T7NYZDZRm+SxnFH5Y3jtVgHyxfMmTVl4f3acJAKERnAfwQfjBh1T4QQ8YX/t7MqXZDzJ3dYRZtc74cF43i59qXbDGOGsZh9DS9qNGllJphrMLQ8/Akj3MHuY+xkaPJ8bL3C8VqBsA7vBFreC/O3HiVO63gmIhkI5+kvRDZN81YESqaN5F9dg4OAO9R5UXzn/1EmFOYYVNTsJIg5wJMjcBrrm2PY/IR36vbkNFhjC80p8IMjyzySWT9GPSJQGdcche7BbPUUVAdRucCHHOslf5D6PQPqP28SwNI7MICtXosgIVulpkCKow72du6BFki7M+5Z+tqNeBjvMKOiXIxb4TaEFfYu0958qFhYWv0Z+54ZxgfldX9OEVtpNre18KsWVyE8/4mp51f2Svbt9J9RW94ej7jmSkyi8ObfqkcdH6FfqG5xUSLmMsVGb2/DrVTdhfwLMS+Fd34uDEqZx1aBY+DqMECjeY1f5bE6hsn7ysPzy6CRzjxMfhpaM2zsCp+mJ9C82X1wAFilNy+4ABEbaVUla/c56UDwvzz1wYITyoFX8DiUnvsa9fTGR68nSemQAwzkkuHONA3Al1OzQxDml+v4GEVn02MAiUr5DPH+OchGfgKJTf2xNw+9MvmtFNen7aj5VkKauOeBWBATPM6aNqH1scWDg0TBA0WL/BF35PhQPf/RJnEQ5C5P+TVGOztyQObSUbfAU+2Ar4PBv+WZ0pa2N/RZPLeA37Al9rNXEcEJwHkpnWGbwtAFrhnsV9F+cl6/E4cJ9UCHB220+r+0ugUR6lPmjlN+vVhN3qPtoQq5NVJ8ieQ5ciiaD3W01GcibnbHU/xvT0OnCSIGBUedaRzSUijfvada4udyQ29ecNQOY7Bn0ITCq3uRjnBkMKAUcV6XwOHyAxZpM+DGTQrzABg5xzoXKB9LaqheqPVg9i51PdS2V5aAsYTuQSvGUTe9FB/Pck6PKWygwrrAmsVb2nurxZ78gx4QepsC9EZQ5zkxjjWN9q5MIgN6hnwLuw11m32rW14zz/yJkNALdiOL1bDQADG2rAj4rEtQ/eZ86sFfy4gRTO4ilBEx5YB/YgpejAojqPJCptApy/NV0aaHL9gbml0nQdfMzxyRVVk1aaQufto40enU8/DIQj84AO4KPwO/UbAqAmQSBzhShU77cimt7t77q+V1fpjzrnus740Abn5pfQ4dNA3RLWlhYX7YQhIdRKHV1bAv7Q7k0goNF72KdHnOc8l+9S1Xo3NI1Oz1lt4vHoyDyFiqFC8Nb5iz4ABAPtEYDWRk6/ybwyv1T9kbiFftZkp5y76oGVx/pFWIsGPpd28zfHs9UsGXQd5VU6Deah0xaePLxWe7hL3spFUI1qbzZJBRsoPSxfI9RBisjck9hlKxsCYa/nJGnnEazk4qw+f54+p/xXGzaBhAZv1RGkJe01+R12A7om581zyPPhCczTBDeReAg4umZ8Nb0+wyNb1RteTNshfr/BYeWIwZIjAKzvB7pQz9ef8CSwxNDpzbu3DTKiV3X+OfOctSNISQ/JBKuoZEJfGv2wS5jnwNuWR7158+ryGTIT3ZZqumg7fe+7VJjDl35BJ0FGEIhO9XIDb4V9J+wWqPDI5iakI4fy3sonkkJq206rnTyfxM5vf6AnIruhFWRC4LDjdK8dS6/w7K/2kA74Inug+5Z/JwD8iiA9UKX5A0+Yvt53o7s0tEpP0zforpErt4L4UVvCKj+CcspVW2l8GzSUZ/SjprVEdJTqK7N/0IX2tYgFDSKNbVB6Ijgfu4i94uwiazg30BcJg6yzPPFzKiHf9qw8SSVrbaMwG/rmgsjD3m/Au/66JuladScEs0HbJu91H0l0NTi0+heJWE+jj70KegT8C279IIkqjAd5u+hn9iX9kvted7yMR1lw8idMcdPakB/D61oJ3Ap/bCNh7EHfafJnyPQmSBPwfZIZ2sMdkZAxAJ0Pb2JOlT9T7QnccGFp80wSFuxtn/7bz9ApqDh9XbkkUoZ+nZcvn/cswhvYh0ck6mTfoDlaVdy7+/DWf/P392/9q79NgBo2TaJJ6IFc+I8fsuffXuWZ+KGu8k6g5YHoftBq4xcvArXdBMbozdg42AqVY8o9+NS7VDnz72fPrPzNFtc+tsof1Bggd6OHN9Hr9q0//fmpbMBta+CX841syB8AACAASURBVG+rAaswOWfw5Pp16xJOALzrCbrXl/Ap5BzvMTjFomJrXYd/FbEgHzTRj1YYeQ+Q5b/+mkpsYGixCzlD8/6//J6EjiIFWblLL15UkH/5ZyuLn+Uc00/9PRXTbQsDokWq7tO3eBOZkBEmaGsfIWseJ7AOQiz3NVEmAWsSkPQvpSI/AWAGbjBwgoY6L0uDj5sMlbWuWYrfU1tAu58e4diy4XH5/FHedf1M3zkyFT5HlTw0rx+Ve9Ct0ZF9B/KP+5BTRVMggMwOyAqyjyb3Cb3vs5HTyigDjbTxupcBEAAmt4cg+Bt6G49vlXEhLgicIpdbXBM6ojXJ2zcmXF5fKpXL0voedP/CLFe3I6gOOhZ9fel1zC3RzWj3xPw4o/gUqrtOGyJ8jbkPPtNiD9llv9sAMIg4RPF5FsVR2dO205nCs/Z2Dq9t2w6XpetCUgcB5fLJ4TsmIGLbKh/UM1FokIHlar7bbITyTS/+je1pjIH1qUwNwT+ETmtHeycyiFBT4x1NzMFGsMdzn5TBfY/9B48l4Av9bbsSRkAC6douFGgwXvwrTVTL94qwFDth4w0bR0CHLZ5MdccjFsJYGotqkr9rAx/GVl59kQA+z5E3Op9xc1aebHX355xnvns/67Z+sPoIujmq0QsX3X1GJ29VuvshGg7+JBMmf7ykfca5MkwYf+2R1cv0I/m+xsHy393xbSmY0hv+X77d+j/+4dUt2M2djPVJ0MCQw8QPQJ3Br8AYROswkdh4Hc9Tp+m+RP8sGtLYsrfffZwTOiNfp6xGtNSnwuIN871uuvf8PGnvERrDzKzztS8ezfjyq33OQkAfxraOrY7jBwOC97Dz83wCYbMBZF3upa7iL34Y6yUT78fxHWM9Kpg9QMfcXYcNOI4iO8Hkfc++a9dr//75u/vshWzm9z8ETmfsZ0jnDU6coZ0vwY1xeO5zzoHzc/D6vCdmIkCErPVBxRogU6G5Jer54jJ2jXcaxNNLcoh9Ag99PwK0KsfQTv5aA5zAGopKA7g9yCpUKqc4WVHeT989GUI9MFMBzJMX0rSBkVB9+2+dsuzPQcWjwv3HZ29v5WbYV2gf1YhLfxeagq6Zy6lCrn0pe4qlsw2OnhMdzs85V2jv3hn00SGho4MxmhHb4F73SeNcB7KBImmKe90PDEvGgxFcxfNEvxvE3uAvvyu07yjtZ7ogiGr/Ueez0LPcIxSLQd8NAPPuM51rfMKUFZt1bK3teJmfkMS8BOV+52kwcwRMFW0hXMsk536NGc/lfreZeDVCjyCs62lGs2s1+5tnLh9rr5Q5tM2kz4s06P4Kg+PTmQe9Ni9rurK173Bf1uja4JmOd/e4e4Bk6pymL1YrgIXp4zPQFDaLfvcGQ3ufQeVWIet2T7KuOAy3wpk5F1aJOY+A+USwk/sJotQRr9MN5eHgV1NBmQ1b+LU1IjeA7Vou/fm3vzs5xfYe+MjIg1auVuidzgtOp1ZDEwgc9ITupO/YYE6zazvOIwh72d/8rsGeOSs9PfnZCheq2DSAuVgjqgBwCOG02yxwfrcQgxskp7Km9xJQZ3aMZz1Ss48b8OGMVCFCmcraCnlnP2xhahX+m9W+Z7aBg6nyQSEBOu7o5bwyRiP0AvHd4MXwImgZfowDtX+TwUwAAQe71dGrTKKoXio6O0YhmjFeutcoXKzz4vow3pPhbcBLujfoj/KHUxjISRNQzvuLs/lYLs+TiSCegzpyGrwXPqwBvAmEc0+rZU5nv3AxOTecz/dU9WXsyg8qtuR78Mg6ktl3skEL+zSB0kLgaBzUsTGV0QZ56EGFwincVCFbCt/aUfd+qzkPuc89OFFNSMB5ZqXLxWnfSlaz/eTX8kETh1AkMWJNsmqAr4431xcjxErv0amo6KTqqc54nBQ61tCbCLRwsfb3k/mN/O55yJd7tnAy11LK2ud3SyfrmDXAO2sF/GB+puqvMqLplgfvsh8kfe2sVuAm6Ixn4fTnvYX4ioIPi2u1PhBCmTjKPs8kW7jyjr5j/Z6VWj3vmT97LlKATsyem+oItSx1qgKJhuMryjhnvNBczZyVRuu4QUcJnbL2dWRDCFUdRV1BIZaWCXraQ6lOaByJ+TfwVa9eubarLW7yII4X9sBesBg6QOEKOQmPtrpinBdAMjWgabBb2e58y0cr52ee3JfPMNJqSG41a9eHLE6dN83gJb45Tkd7vfBO6JP9nASpOW8aRNtrE1khfK0V/yi59uLECOyVMbVnJWOZc9oK4ryvDtbQu1BUVMpYadvg28jTBlgi94E3+xJHYyu4QzQNPpGk4FbWmV651upc+/QWqQI5WFmO44LKMxE6zrJffVievGcIfovDD0J7EifcqrVW1Y9OlPXfKkYcZFZMaixRjcS11S8aUgay1cOEu93kwqVtnDJkdDNmnHTsdyFjp02GdDn2w1RgFi42RjbBAZMmBpmiEJzKUgOW0W2B8w6fLOw2fSsJdIdl0aOa39c5uw565pHqj/MlfSkTcCTw86NUS7OerQibCqRf4vEg8US9bzTxkMRX+sDFs/Q9tEKwGTgxzuYvySaHs1N9jKOHc1So8SwnkJgNTF30V9AahJMm8ad0k2my90dSmslDBFiQW8BV1sBrwmMCndfwHGQejgT4CX3ygBC38tW+jjpZ1rHAurcH5LdUZDaYE4dhjGccYq0KJt+h9ogQ0PC8Bn+TmEBViqgMVAwa1FQfXqcLwV0D3wZ0vJd9l1cKF2kynH3J+cN9OBF/yfpc4NF6VnmWsrnoEYVln0rROJGRMdAJfRztp2mSCfwRZ46xIyqas09xckG3BNB71jNq1h6eDN/FGf4+v1vedv0i/RabVBPHZIIBVNBwrqUX7ZCF8i6MXBNU7DfN71o9gQxCjGefGTcOECEHDSaB9Va9JPwYnQaLjkpGkw0P6GeRNOJUjxMXiOvKxj6HAAwyDhkpNCL8CKd/K5InGbAybKpHqSaEXggew0eEU94KRAJFVo7VnqGVCHMpP1IWbY/IlUUECs66LkEu5fXA69UpaN9EnrcB8sId5j/GQLBCFBXl/Lc4NZuUAIpadTPXFv7efqOxTECC6FkYebHQzyA2oBMx7iaJ5D94rMEveL1yhiozZCe8tRWSnLPYEX5XBKxWen4nCGj1RJ2vOedUFVm1wvhFDIglEWezwTEdvptcSyUljilhtK0stNKkaBm1HQiOhoZAIMhZIglJGW8gF9nJhW74MbQLn6aqi0Ble3T2fBjcJ1FpL/aiEMN5FzShc4ggFfScAFB4XROJs/46CE3e4yyYLEPA1p7jXKzbdYKdi4jG+9hXKoyfPp3+kN1rqoc4u8jQQPCO3VutN/weGiVgDg1zrnA8wntJMsC5yjv5DkH76hE5U4zz0MuBe05FX84ucvlb9ADW+36CH1+/UomZPquP02dzaP71a/hmXkcieGkJGRx6y7nESU/F6KJvcR+ICEUSaBIVdGwV9trt726OPuPcT69QHYrprZmkrfoswndu4ogvBGreQz9GPmce9munIgxI5sA0E1DNFFY/E0JY+4+kpOqwk1RrBZMBDM5Z4c5HX0LPbEA9MhHaMRnAZCHlYr5XWE9UHHXFVh4DZRl6bkABmwF7u+edQAHVcjzl8H8SVGffuaDr8ogEf548sS9sYaxDm809YT2p/gcivnNA9yS4DBS1lMp3hZq3CryB68jg0ktopAljGe/jK/Qxvn83uujrvos1pQJ6EV2KspNjy3w4O8iyT/T5LRJJp9F595/lcdH54LzpeQnvpZoSfebJ1dOusZqCFc6sNbou/Ad9HF4k/0zPzejGrNODxyYOfkzVFM9BRt8u4XCPCZQ46UHupVruwaMEVx4Khc3ppHc1+8o7noTG4Y1AlL8JDaMHK3vWL9YFaqCv1dhUtWc92BvWtzZn9Szpi31gHdBZCEjUZ9h9JpmM3ukmQXHumAv678MErdriI3N5m4Ak18sXL/s3PIwg7dskhiLny6sJ3DQwLXIUY4Wmbm7edd3Zs6fpAcpGvHkT2frgqskCoBmw7/wbXth+mlPtzl4zgaOSr5vXMeC/WdSxB7TziB3JmSXgi/ygGpJ9g39fhUfhCwANCD1gA+okCBD8tz0AfoIkjkT+EACjDc4ft29CD4/Kt0jGW77COm17AhIC26MT3eyPQJXfZb/eBa3gya2/+dsHt14+p+1G5Ej1Ug7GvVv/+E+R05n/+gCEmyfwAV8Pn+LnTLPFKxkjeiw2b2HhMzf0EqgTO4j9epZ1xb9VW6WJ2Potnz3NuaIy826g8X+DttFNZhyMhkSE3PgwNNCen6E/Wo48TTLgw8Dqs68fEnxFx0QnVN4jq00sQA4iG9mu24G5JsEVGX7rW6D+A41eSPHQ0d+khzDvBdKV9cfGsh+twdBHSZJhvNr5nA/PKuuDjP6aZBXWfxGZKt9zI73OH2X/oCf4TnuFZgyFKc/1JtX5T7IGT55axFS+lH+8zf0Ezde9yWf09S2tRp48TXILOjF8c5Oa2Jd7me+rBK2LmvNHdFts3Iju61Rpq8egP2vLkiyEPEHvedEew7TAic/mXRIXQ5sPWjXsemLjXtHGIF/FbLPS2ngAZxzbi4TTJv03YdQkG/gTz+38oqdDZe+zj48TFGa+8BVMEs4rNNHCR2RR5gqv5/ciWDJ2UICiy2TcBIjv3gHNAPsosjAJb99TIV+bYhXlfBe7hSQyeuvu++qP4dnjwzJZGJ2ZYLX2TK/8vX4xEi44q/zOBPVByCnvwtZGt8bnQYU3/l9RSlhv9q7V0FO5y7qwz8y79kl1XV85bhxfn3ep1+XeBmO9hzV+GPuiyZv5GZlvaxFlK+vHfq17kPezHx/yp0m59d6YtPmg+g3DWGQPfAThqdnfP77iX9GewMaCTxHsp4DUogAmZwGDMOxHj3nOZW2pouTAo/EhHrYe+yuPs0c1tKl/YFHJDAITK2T8nqvYovXDm8hqf3foWf/XpeVlfea2k2lbtew9dLUFjbO7l7/YC/xDVqGv/Dp8uq65P+tXFjUA3reJIu9D86+StPGf/mN4ymdspaAVhe7x5VKNX99VfQQkS4pGw7NK1/X9YgtOYlwRGoYE339elQDmgCHub34OAEPdOi784jkAXKXqdChKXM6nz1zH/zkgvJVGI8uOxcpztvrD7x9wPJcAsLp8D/QaY5me9ALT7MR95AaAL06fHecojj9v1jEQH7DPOc/9r415HYL7fRef7x9Bqs7nHJy+OJE5mOcq1Rn7KDznMWyzb+5oFUX+OweM//PK6qlk+2mix/79OL7zOllhrPKsY232vo7sI8C2/RZ0Fsm0XTsDlhcH53xWZ11uacXbHLBzALi9KUPYGwBuBQaZ0+x3BTt5nWaDFihkKwPHOfc5xM9za3j2/afKwioHGDTLhR1nKyAZ32z6ruk6ko/ApLR9DlrvXLfqdqth64De89TgwPHOrsEcGj5t1UzW75xYYABY+veegVak79uJ2/AYXzPrMwHg3Yc97AbNJshOtmLp04pns51ciw3qGYT1syMwrWJrho/OzAb6Z2qOxUO2UIv8W8YGw8TgUpnfyql1rJ17ZnYscz76LIy1CfzpDPeZZ1q7nPnhR4ziUuXYYJn061lGqR6Jt+s/+1H6yM0ouD8hmR8QEcNAibtDf+exWD2x2fO+j+nz/lYUELSqILAiBwcX/95q2Q0ACxXimLuGeRA0VAiJ2SscZ1vVsf15Whk156VZ7xFkDfJnXijRjBmBIFyhVR6ww60O97zvem3mlX1B1zg/Q92d+bADOw16xt6Al+mUlz3jV1ZgEcQ8AsALJ+/ajHOfvWLuVCRnUVrlfNbEeO1os62+pbKqQbcI3qngZC22St/qsSMjTgcm5rDOO51/0oe0epzfH87uENXBD/yOfXCc82bdbU8tvs85kC9qPLaX42iGDfxPABjaaKXv8DbpV4epl/yvgdI6p3WYbQB4g6Glz3yFZ1GF1AAXSkYCnZU9OFVOgbZmoQ0dN1Owcew5QMxr3/6TMsw5VVGysrZOJ6p084CF6GaaVagKIaxCjlMWpRE6aZCcimCCKPFosJcEXXtucYST8JDxs08QL/tbeqaaNg4z+lrdHdl56auZIbXaPn9b9aPDD+USp5sKIFWFwnjdSba6laRCjP4cAJYnGnSu7JogtU4hDBh7Gxba9hLAG90GOYlMytMNJJgN3r/DcBoYg+bgzd3bdYphECeQhlwOPbTf1WZpUuVJf9zSaZ4ROtjeivAMna9kOm4A2B7TdVR0ll7t/YfxsdIQf3vl0gRUUYYT9CFAjhMHAxpFXzniPj94qJwhw3sDwCbCcH7dR5wV7dNbPQ6YUuCV6XOtI+7tVIKiw6886viqyKrXYUTjNMFxY9UBwUic00BYOR/2bemtULoNNE+vZPhh1rJQlbmRwA0OT8TOFxT20BlcRuhdK+TbR7XndnmcdLgVN6zHhX/kLGxgBj6OM9mqNKtOZ4Sj0+jg2yzdOizLkz93T+QB7iE0g5PBnr5mz36DbuvE9DzVuTxn5nJuT2f2JPp6npBJ7n8CUSQVMJoMurwTqzGfLFx8+3vxCTIyDnXOGM53snVv44hlrfS75UIXE+awDhz2l4rhrCwODRwC3ScyjPN75ipdoTsl8z/eBaplt+JrA9hdn45BW0X4ULOP4YGsBdUcNeoDh7jrvVCByP6F3WNfH8XptsEQxrM8G5rBiSyahoktVgST4DAVVpyfnml1UxyXW8HKvcgsvi8qEgxvdWI3hLOFowRnJJfQUiZ6GFCf/oLRxak8a3V1jE4cfdAdFYYEhrlWZ5ytTvAvjpdTQLhScubhfA1uwQfLs9JrlPt/yb4+zp5hS1FdvBnrBFTo28d+tDI43yOossYyziycrlsJuAFg6J+zZ+KiCD9NyqmLIfTSdZ2WE3xy0Wmdybv0Z9Sd43WV6sAiDWTNP6UfGeuNk5Hl/QA/yP5u5eF+B1ppJVA80N3fnMPPufdugz32d+LFRXRI8kqrVms72HajQZrIyE16qkMp+7TVG03MoWp5gqK+Vx1ZGW3FI0FRHBpcBElwDJEgQXZ/29AgCRl/k8cgEJxAVh3yLJxI8L7PX9h3+G+qSwZ9pQ7D9v7Nm9qnSwcv8yIhovpbFgKHJ4/2rFC1kWBS5kp2uRWN9nRvAgTZ/k0ko2oSWiDBYfojF45MRJrtVYqMquzMO6mEIUBbeTuwp9V7QzvIRgMKJvixLvog5LF1cJLtHtjCOn4bGIHX2ZPwSXoMMx+TOgxKL5pEbWN0/Pye8W5QuTIiNEigonJ0nGrVHTJXzlKdMZP4vAFgngXU8NpdBPmACxXFQLqlLziOS6teRUso3wcivYq8ssIkD30X6EQEw+y95tzgW5vYqxyIQ3cSUgje1qncBAv7dbMn7W2dgBXOPsaE7VCYbfTr/FeEEKDfSNbJd6AthrQyewPCokLM++n7hkv1XvhNEw6UiQRymCP6igkw2DFAam+i1iSeZW2Z26WX8CRCUCU0plbPF7S/vgISCXet0GWAyeceeA490Og//j7n4F4GwJi15UhMYR0ig/qzTrCew8z/XZzarYppRTSQsMr/6pGTjKFdYzIAiQ7IkyaaXvwEQF0+uwRCeQ/nBpBbeOPqA9AfQSiq+ID1jWbYd3EtRB+6E1eTPnNGsL/R3e6ReJUg6vZ5pRLzcYIHjPND6JIzoqNP2FXW7c3vBCMJzlDZbH9QEnr2eh3o0+WbbfvFeDJ21rFBQs7cbAbVIegFrZirA94zqA5lNbDznAqaiz0NnDkBU4JwbEAq89JnkkQcEngK45mP37y1uhW5fRVaJSBnGwL1zurRoe9WImXfrlPJXx/J7in8KWcNBzK0RiuocaNWD+DavsSfws9AQ1io/VYpI3fJYsOJzSw6b2XGJqKtDwv+Rt/g7Um+ULx8g2CiVfrKbt6NHbVnjyrBTUBnTsiH6/DU1+nZiYxlnY4AMNDpBBqYE/Qr9CdBfqr3filiCMgeCXBln3/7Z9Ci1IGxmXE8U4ns3shni1aRNYTevuZ9wvWD0qFGdhTEcCaQR9hcOgEqp8f+hx+xnST7QQ/IJxKIblI5C63QZx5aJgDMGjx5Fn0kfPS3BL6+5AxdP6Ni3R26SRCXyk7k1Id3LDhQ/eyDOg/upELWonOHoQPV28rcfP3tGwLQBEAYu3qHl0lXrC/n7nkCjtAqAZLlCzzLBFvtnG3L076WeSDBbmgEuf02FX4kf9W/mKUBKQCZXVqgIjL/UZXO79kzbAXugwdqH6+vlTmzQbezNu9Kz/xBT3r0GP2fgNQkyCYp0pZhOrVpQwDNbbssehMrK6qRV15Tdc/zqDxfmfQ1vIh1Atb/Ksgb8K+3CRjgGkWu/kLAMXOggpxkyyc5f7wTXkWg76r93En8UXaAANPWNOnBy57By+A7oi2BWEIS3tMikCAL3REco/XEh16/3Po3/zZBij/oQ3w3la2RndPWj6rumxv2hcQDE+JvEvxnfqBKEAxlPtUBxgdB2w/QwEgCAjWGQE3ppm8OXSaAVuBXbJ7bEz3Nb6CFJuIE5eXVb+EX96zwvVyZ4/Pw9Tdv0tP6fvq/ZvxNNPuFoCy9sZMY2qRC16X6YP7D13ZFmxNcEBN3gInQf7u+iJzB9++mBQUB+MzJAHCQGpoEM7Dn+VehrUe1PZAspSXk88Lm4y9ZOPPadt0/AunY37QpAmlEFJvbtTFzPnKe/vSnJHhOLcsG+ajIf/4sNHDh4VZ66tOgRQd2TOTLW1Et8MGQFEHAmy/dvIVG2AcTF66vRTZqoK70S8DLhBfua09d/NL53e+/JTHhIwkWHAUDvUWMCc/jXvTfVp8PU699jr1Qf4znAB2df98hGRAUkCf5O7rup+jSVKGiWT4L/4Hjlc1XrpEQId82rpF1B8mLxCJ43diK8CDo/+atumkRs27Ht5LnmxTknvNwTOPdu1bNZnjvUsm+yHzchzxHp+L81GY7zJjyW/4w3x8Kg2rv28pq25Qwb843Fc9Lc7VpRo+Dh6MTsseotq10zSBpb6E+bYCetSu/2hgd9kWSPvTHgEaTxOF8p5DBWZf6IcL/sX/kjYzNAHWfUX5mANge9Ogm6me7TiGHjgF+VFuZRJ+MI6vvBuETyHuRFwdSj4k0fH4PfTqLa7sY7TJjGSCkiVRWYNbGK6wS/5Bz66VfZS8R+rS16hxSxWjS7KJB4ieuXZznMQfWWBtOfZ9e7Nht9VHn9Yxx2yAfzMW1gWSh2vpnxqF/bvWjr1j/zxby1Y/AGBXZtxIrD+/LGsen9n/++7dZR9un3A6fws9GojBIK1ysq9Xo2yZQmcaFvGwLhp6fjOvmg1rB3rDK4AYb9ncGhqw08S0GBhTKLpD3+ufstOvto2QezqgV4vO4eewu3rlC8vKdi+A/nqdz0syP9Q9U5d7YTjZ+nWnnQKBViRLjXlsdWqV3vr+KZTcBB/t8YCaatLubus9Zp7vrMSrqKfD7c0Wy68rJ0JHB9XOAtp+hIOfPjllIXBd+lY/zvu14zlXAl8nyHf7rfp040uxhD32zsgxU/Rzk6+GbDd9y/4XPYf3O9KTDdJVPDQ70fqtIjzXcsaNINxN7pJNQWpl/M6F9Drk/6yRwGDiRnF1DQ4UghMG7x0flr2PZis8d667tPsvghw/coOnOqfSdzzfwvGsK0yi84zgfeM/SsQJBg2o/3/ELR3z00V2oMMei45fd2h4uBlA9Z+NlvWyrq3MEvIVTOAKldVoNnKBKsuuxFcAoXKXnCgzn34xGKrKHTnbNrAgdRjJ7Xuf5KZjs/lo9vEHSDQD7ufvK1cw/AiJ8ftrr7ee742m1YH6PkvtD5TWOpY5Dvg6vosdRg10TxGK9FiK6Y2O1mgUkjWmvk8FEYIis4b3LxUaOsJ4kIJQOKlCF/7rQzgQ7dlPcA4MjXCvoreQUyqh9MgnOhm4vWZZNA1z+cZyf7f1a2ZWPL04vgrmFKjyqhl0PKgvW+a7DnLWvID8FgLcXWR3E64z9ic/hYNS5SxWagat1aKtYa8jsWggnrWHKGFDiOFd8ZMUgjzKza7+z59UA+QrngUjMu1dBaJVpHblzzkrPZrQ3qBrabAUn64qDZ5SqhXHegGzlQx2PVk20J8c8c2nFgPihLdt3WIdaq00IytQpOru+fAqlZqo4rKKjmmYzG6dqNO/HUGEJqvQTnK5SxNLooMfoX37DWbqLUk1wPGOygv+Axlr6UikapbB2pxVJBhoNTHM2GmAk0w7+1QxsZI33ciC2Kov5nxPEdM7ohIfuCHCgEJfW4AEZP7yL+ZAtbb8X9QadPQeEfoO+PG8SW3hmIba6ZjqMu/4db859Hi7cjdDKDTBGW/uAsUAgP9+B9siiaxXpKF+VKSipjWAJF+YrpVv4oEE3IFiFSHM9Fw1h4WiUUThkcf5wqfAyHqsjW90fw6dzH9rZ6vDtbcj54UysvK3ShkO5GYADcYxzfar8DRSbY1naa/W2sO89Q6O3IB/3TG2PdpzFQsLaO8/esySC0JNJIx6nceGKG/TLEp0TD+pAlM555yeCRfnAHmYHesDtVBTUYd9iEdZNuDCDHHFC0FMG+Z4XNlM/Dr1CW3EG0G/yrfdks6PgpjIO+l7ZgULeSrkqzdCElUdb3dQeRnEWLK2ufONcFQkgzyeBptnUmTF9aAjkMRHWU8gpAsDTfy6DaX83gvLItuwrjlZoijnAM5uIwLNCe1b/xHDAeCuRGUBmUkBe4YhcWd+gSM8QtMdeSJtWMJjVaq9Dddw6htprMF9JJQjBWaHqTpDO0/uwWcT0bKs8H54EB0DdryhBeTfoAB2QJV/HRSHF4VEYpSZaKAt4xxip7Gee2SzgzA2ZtQZ79S3mVDpc5zLB9cwp+/uBfkwJ5LTqAP21hhUGITSDszROpvIjK2fZa84jazEstZNpckkDq64hwacmH7Q/tRXFm3FL1naTxsrj3/eCTgAAIABJREFU7am7euTPdsn+vNU/VKUgL9orjhmNToiD16xsJdQZHaX6MtVA2buVDyaEsb9jQ1Tf2KQvEzwItGl7uObKOY070CGAPCM4ASQePLRrRbUe0KFjacuzWZ/cm3k+TtCKa/s+3aJHc7OqgfQ0YNbA0STXfUz1Q3uflk8nKExvayDdHvucLzHymVdT1zLWB3XqKtOAoGo/7exvk9EY05wjaKEyIueowfdsfHs3NlNAvQHeZO+qfESFF1X5PcscjwQfMw70OGgeGLraL+E1nxMAZu+BfHtPz0LmNDDS6xCoaBm9nWpinUk4xnN+gdsO3Xz9NlDCWSMy2o8kiWkpcrG15hymeot5AvHeQFieyJlhr6DtIrdUf1odDt3TCkwceDjaoGveVYsm9+kg8twsbBkyCR6HA6GQeeE/OKOA7gSWjh6QTTwaZwzBkfYZT2Wmva+mqha7CJmcB/dMw3vLp3MekH2I7PBbKresuJdf4NQjtkDlafl4+BvvQw5zVll70RpMqmvVYBajiSVZI7Pe5SGiRqAr2E9y9XX0NKrh5FXTvmGCcDi9WqkcHoUjmqofHf/AlrMu43Qd3fB8vi+OluEZBH+3t2mDALlwqi7yAsEvLuid6mqcXqwD9wA9TFUmDvOFOJYphD8A9U2fTZxC6BXhb8g2eNqiDJRGgUYsLcehWAcfPTi3Rzx6NXyDamt/73qgk6LP2n6Adb1qlZioIlSQF20iNGW/Ovt8wdO5rjIXgtBcyCrkRh198Jp8n73hedBXqxAjD4BvZyxCrNqXm7Vm7CSq4EDC+b/oRHUocr5SFcRFuwJkGT1rIX+C+si59t2NDED/1KLRHtkzssgPTebJvnNOmC/tOR6C5BA6gB+xNkKRDvJJE7is/OMSGj3hpdCL+4y8EyLdS7v300D+NiljJgGdr61NMgPtCMpjL/tx6K/MwqQ/E367HwmQ3SZAluD1x3E42+OVJIx3cUwHgpi+u/kEyFsqEhkLwd/74W0kA3W/CgOOXpQ9yz2MiX1oS5c8j3P8LpVcnJfnL6gUhT/oG7hJQhbBnbv0y57kRpy08G3tJitRCaa8/5BAY+5rxW2RTNChlbfrkDSZxtYF6rlWLTcRdZIo+oUWVoACIGqHgRzbB0ETVPjwLuQU9AnPYZ+pOtbuN8jMv59cPSkvhVZNtARSlsCUsPW8n3AB80XnWp6r/mAgfBN+qdb/nj0iiWDcSmPjTKIzAdgmt9g/vEnxWWdot5X3nZuIKk0onHWyakskDtzB0NGXzktFHJ2NAFP5QHuJZ1zhFVS6Q5MEKQiUE1Dm+c9zXnQES9f6Ur4ngAbNfAoMrX6K9uCNksU5RR7Cv+GfDWqw/tgMoS0CUcBWvk9yxBnlrWPl3voAcF4rQyHKTZYpMlL9HaIiGVyfgERpUxl3c2PC71UScggAvw3EOfKQqmX4FvN8Hz0K+Y7j/G2gdK2wx++EzhB52BYTkSnhD6wT82ol/vgIv0b35Kyja5BoU6jl8OquW+YCLC4/U4W+dljV0PCRQis3sSl9vPM9+Do2fv1voKGgZ1UvRI/iLJsMVDr+5lguiRe5b6ty0ZsIqtbGyUKxxuiBrYzuOaNlDcmR7KN+k+cvXQ8SOF/9TiIafFM+DOQxtPepicOeY9YR/eK3316Vnh6m0TL7/erV75X3JCnAH76G5pj/08DhA6aAPv0qMOzoMA9B1mhSlT4qAutNpMg737x+Xx77oO0MSGDT/mzC5hd4KP2khdhHx0Mf5sLOQV8tbD3yo5CwINlQHfopwd+X+V6Chwk4A3P//DlJZRQfQFN3bv3lLyS0JACf/rFXSdyDxGiFcU2ySK7Cc4e/E/it2oxsYT0y5s/0GaeXeOZzHR7L9eovnB+qQPH1qk8XAjrHnfh/cuW6zt8DaU2vdZFEgt6QwKUFFCiZ2Ud0oPCw5y8IpIaXvzfBGBQV5nqvvtBpk4GfUXFTW5dAH4m3bRsyriLMLfhFzQYS4tJjm17K8DKu6/R6tvc8MivB+ZyFzjs6BnLhJkkjbYmC7gTK2JwHvsOff/lHkmqw4UUs+9TAOLwHPpCzPZWtV0/1tTfArNumFzZZ/50/hEKAVGbisC/G85XEg64NurbfQQ9g7dsDPrwc9CES0tAVniYJBL+APFP/ThP8Qu+VcdHRX79K4s+X7M1jnisCDDTHxR5dfKlsAH4KZEJ+V1/h6NLqRdEri3KTBPKc0XtRO+Flv/9u8hE2/i8NKKuPIZNAJSu6Ttbq6XXswla0IkPwMbkwnJnCkyeAaFwJ3Qr0kGktNC30TP5hUOiH9pBlH9/dWFXKmP/AL1z6BRFnK+1JGNqe0thyFsDIB7SD2Ttb4UBbtHswcYF5Fp1rzoR7KqIC9IWuLHoR7+Y2ZB77yTi0K7XVRHfhu9gIH29IbuWARZ8Jmgi2XPvO42Mpd5M+vpK0WINs6Ca/4KxV92cW+M5DM4uMRps0RgHrQR71IV1mkZP0/2QtXKa8Wx9LUWCQ7vWFmTjQ5IJ8l0r9bXsILS4KGTy+KE55Dq5z9My1ezfex3pZBOB+/TF+OSnbtcaXUBS1+JI47xWLHpvqyOgjnL367GA72aNFyen54HMKQkjgnZ/37wMtFHvPAghQPusDapCaNfdANvEfGucIcjwwp5EP4SH/8L++LUoDPPjje31hnCdiHpwNUX1s48G/tSVJIE8bj9AKCZs902/ei/16rk4sUY2BcA54MrFLMHEcudzLGm5geGGhj8CknPDngPARGN2lP/4+VwD7/OGm43ypU++noN5tVmgYVJOlBmJlHQBH5H0YzYbWGdsEkXnXEUBFoVep3+sc6N0AcL9zcbB558R5RlFbRfqnm+ZdDcTgMDo5Cc5w0Bsk3H24BIBResfZ4/qqNO9engPP58rZ82rvOnJi6nCA2GcsJeIJAP/8HYMhOpl2fbi/BzzXPuenuHLXozA7OHnz/UuVAPsJ4+Xz7IVG3Km6c51u+V0dXXlp2e4IsaW1yqrpsYCA7TgnwL/V50uHl8zTmYsVJ+7RGqQr3Ml+IbC7dNhgQwXV8VmDJwRh8v01OniWkI/Mr5TiYcm1wW2ctBsIdO1c7a0qXaK+7M8EXLdaeBMVZLP8n5XnVtqaTV1Y1tIywQsTF7gwLoRA4Xc4ZVxTznKhGucyC8++phofViK3UnY2YYOGDTZOMLQ9xMpAfeFm1y6cZZ1m8xrWHgZ+7gW8MMYNDiHweMbseXnOVN42gDfz3/Fs79NJFOxzMT413sj6Eg5B1cIgHc/HP1/jKuuBjvilmTQ66Lp/kxEOv6nSAuxJ19SqoA2+Vdn8aW02cCLkruelRln+DU0B4cI7WpGIgX06fz3/VRA8I1tNyccITGnHQJlVtW6e+2mwjaXGQOtEdx2HGG7nHqGSdVrufhpk81kG7YTBrHO4MCwqwQbpII7tP3mMqWvbdVcxkk4xgoSz1JnPmZqACL/eczKy5XJu88J1OkpbnsUfgpH5WYe740YYLySevVulR522R1JG9y4DNKCjLGiSAmtXY3FkGYoO+zA8k8AW61A+RDVEz4uZa/ueDdITWNy+y6x3+wxhE5V/bhUeFvkKHpU2HA0NOPhI3MX9951WcphgQK8SLhyiJRcUr/xcpITut706+6+Ol7XRiVvo1zjQzLCzMpoMtD2zojzYv3Rli7QoP8eZYJWbWZE4utfRpKNY2DXpWF7QQAl7NeenjheMBQY3e4Rz2oCKi8msW+HZZyl7mUOrXMLLgDbufTilOUcxCAkOEgCubGlVDN9DdpkY1Gr5rsckqWBY1xGkQ38ztNk3eBTKeoOwzQa2L1TPCxWsoent0SKUuE4L+5Gu7mHAlgpdnBntrYlR2/5DXipvRx+PJg1UYZSvfKRKEvorPbs2rMvnwiqHv+HAX31gZDpjgEaY/xQDdJkLe5V5UgUJjUA/f8SZVDqpw4txDz8jaBWe2D5ardTEQWbPZuBUhewciL1kXdvv0eoGoZBxAguPVIhQ+t0RVKpDQZnFsN9Hu6XX7d2crYXSZv0eFTY1fKqZx6wtZw1j2XkbAJ4EFQL0TYxAtpgVb3IAQVmqO9DscSiT5Z/9ybsb3KDaDcjTOODoOdWzgNMze7wQowsbvr2vhEHGkWDCBt+hjxWOQipt+D5nosYmcnbkyMo/z7fwo/Ts5L7VAXQ+whOnTybO2VTT4chnvS6VUNkLKuZR8jGE2COcbjdvCRAoaHXsjp6Y7+Lc9uHIRMXbVwIs2X7oAjakwUSlMY4fjTMeB9+rIpZ74AMY7u3umbnfyzysmND5hcPrDtWf+R1GGwYz38Np0mSRnM069tCrCGa0klsYJM6vPXTOCTbwBCtQ68DM2PmbDN5C3BEAYwwk0BTS2iQLqiB5fmEZR5awLt7r/vtvz48QoNoC/n0kN+JcfExQYvjB6rvq6jjUdGBW3Ia/QmPbl1gDWsefCABC9XaPyv6U/wSDtjVD+TzB8u9A8VqtLUR64BYDh4vuYP9jq3lbGVicLq3XQvuzPzkvfEzFDc8R2ranvTywjvmpbMLgNOiqY444Dnzqj6zzVYLLIMrjIMPhQoVPYVQJAMcx1ESsWXPmWnsBhAHg2DMOYRqFPWvQCmi3ykCEvjLqMTCSLGDODo47AiBU7QIfXxjVZMPDPww8suaTlNhKXuS78pM1tEqW6jR6vhlAe5fMd2lBx2CreeEJCcIQVLh/n6Ap68cfib3Qyjhm4pBn4QhotLdwPmz1GoG/IkCg26B3Apk+qCzdCqp2Dew0KEZv3tHhcJA36WH4FvKrLSGqq8v/cWbxh99R9SN8ux6U56kgAr3gY2ALce4UYjlQYby1PaXbf0r5UwjCyBX0xw0Ao44C2Vr7Iu8S+izMoIGZI5GRqj5o70NoiGcTuN4eWoWDay8qgzedK7D8WW8h+Vf+l6RGV1Mv2RYJnHUhUYXR57KfI8E4oXTJeKfSRPh0eZRnmkC0z25C1/TwrYyOY51zBe9QP8RRfASAF+aauW9/SarxqIaBVxFUK8x7A2LyF3Q31pCg7Z079A408NMAW2UfAcy0/6CPeqvtgSolCMFebNsbDqDJOhuoYT7bp70VjD2i6qftDz2ycuG6oWFoB6eQ+jnJCOoGJHs8Ds2z9gTPkL86HA1qcT5w5PI+oEBfvgSe06DIJtK1D2n5Os5wnKkkwMAXAxmZQBZ/f//DZCeC5V3bnFd0pJtApbof+XbOC/11y88n6RH6ACae4Ra9IcGU61Q2MmfmgVOZdhQkkOy+rOOeo3mfHpjoIbUFbXlRPWkgnG9HzwAxoDoYTsoyPBLANlnQYDw8Cxm36wO94HQFSvkSAOYcjE2FNEPGHtU7QnbX8Zrz9p7AJrZt5ly7MoN98TI9qjO+BqmzAE/DR+t8h39Fh/hIsgdw2qxNRllnbc4473icoCaJPdqG2YvRY5+/NHDJ+lavD29q//MEBrrP7ElogIAzNIEDFFr5mPm/u3lT/QQZCT9sT+o6XkVFqHMxDn4ck58/h/6JqjRR4XMrfXnvA8u5tDty39rYRZwhEFyBTOLDTeV8+9ZSOZg9R+8zCYZqz4Gszr+rSzYZxueWRppAO4Fi7mFP5xxAF9tvkLVB/xdhhPOWgBN6ysj2TSoF6rQO1+wZ9LS9gtH/1OXo2fqw1f4kdvSsYEOUjpTpnAjOPfootFP+0h709meG5t4GmhZ9Eghizu77OOmr+02/1Drrs9YbACZpobwIiU1lWvhtg6nY1/VV6Vfq3LHd805oRmVMu6/ILbmH5LXqxHUsa4dzb9niOK9traEMNrimHKuePU4mxk0PW5GbtBc540Caw19uJ2DwHf0uVbRtAxFIVyrAob07rCVjyKRfvULn4/kWPlRmog8Au5k9B3KaxJFXr38rL33+7FkDC1zyXCua0Tugd1GThPBv0Ku2q21YQPtgjA0WpnKW55MMIEqP1XLQhjDSomJghgGRy+L8cj/6BIBU2cPqN1lrAnjorEU0CS2gA7KX9G/+I4Fq4cxTZQss+J3HrSyDfzCeP/2N/XTxKRJ8Jbj+LHPVDoDWbUO0SbucY9A6SEB9nUD28+cvShcfc44WrYTnkcCDLP71RVAKkhTHojcAnD1+kuDrx0/AUGvjYRe4pdpsbQsxycDRLrpe9NOlxQLIC9hhtq66nUB0As9ZJFEG8J6Et6Xd0C89hySm37r1X/3dw3wXVIbwh9geV1k3KkQJAOt3zfpkXL/9loTYVFa+eJEgKLrZuNjYhDdvwpNigzfhI/Rj8M/QJvapRTMZAUErxsEDq6JDe/8/ZW+6ZMmadGfVcGrIGrKqTncjEBggwAT3fxcYYAJMSGAYvzAhQ9/XNc8j61mP+46o6tMg9unqzNw7dsQ7+OvT8iE6M/pA5kn1ik8fYou9TIZ4gmRuBkxCVzW4kuCMnMcAZC9ejr8qTOLps/GR5XbvAxhSfQXg8ir0/B66yEDtDz0+6pzJ1/k+eokVxbLmAbUJmP302d7CDwPO1NcU+n2ZsbCvvFhXkyLUxw2CxW6LLU9Weio4MI+//Pk64whdhj/zoo/tvfvhK6/Mbr8afeDj2PKsMTYiFSoA8h5hW2Sp4Ne8rgPU8noRGkTngA9Wb6neHLmYoEoA4JgKGfUGumIgRj++RWArelPGGf747k3OV848oNvtOwTNfcoaXpffFw/KKF4xzqzTsz9RGjtVMpIdzZpWf8oAHubswZ3wQzQYeXwlyD3orT4N7Je2hDAACH24AFm2C3vyTtYDu/Rlys2bbJNrK0Nz9lPaGb8cy45+Qabpk/QtRnccc7g0hk/jW+by43v0vVTSoW85JaYp3b4ZnjzbCqjjj2k2N/Yq+rRrbNKaNjDjv34iTVX3zf8R/ADfbBWR8Pcn6SttOxxsbHX9+5kP1I1bmEBV9DuWhedAN+tfXN/jgsjwGxMZbI/ScuMEqrDWlXOxW6cnOL/XLqqunn85RtAvc4VusM8Y451WOQGo5QQSPGT11nf0ks59H1ONJ/v9rf6pASDxGUQ/r85Jawmq+UV3xN6DX9/O/U0Kib2VfeGc19WPD6I9bLK3benmZ4wLMYA5gn3BjdW1rZAooGxwFlWheG99qviJ1p9rFTEBYMp3qwtukCrPRo/idOQ8h7iQi66xtnn9B7XToNda1x33kGzlGYB9/Ve7ST1tfL+ofCvhaX/wvK3wwDhQdo6EhwY45Ma3qdDB8eOKrDfq9P/8PxBoSOsG+GDumYAqYNDac5W3JDJpr6tDPKouRwZwq7RCnwsAM5CLI52HzKnYRvUz/gMAnjfOwKQGlrM6g5H73V9/nrNVf81SXeDz13G13NuEJ+JoqpObuajbdFFLgLnmDGr/mlG7i7/f/XsA6o5573sAJH9vVqsEH2PaA/r3Mm1Vmv1XAoPZ/bKOrEfLZBZ089oCX527TvhjrD/vw+6l63N8Jlg3vSNnATH2uO8Ch0rV47WgB4Ju15BPNTo26pHIjZnTz1+votN+NiiFnJgBd3f8u+9H4IFC89e18yiUOvr/CwLvSO3BwSCOdel140DftdChp0PiZ8BuTmd+NCLlBHxsj8w/AtarOGdeOhCP+/J+aaz7pMNiI1eWtv7eeu78VinkbwGoc2lrnREtI0bU/hj+OhgFdNs/dRwfCiIWxBVjLnzm73OGmgIhyO1YJyNtomO7XgX8/MI6RRYo7O7AnE+BAs0yqEAXPOp+sxYzJz6clb8QnYbgjtOxnfeqAgOQO5dc+gbjXGW9eSDvN9MWUMozwGdmmesg2V5TW4IFxQIhSKbcJaPyMqLjl3Uuwuc3K0xgywjprkH+3n6iS3fMB0F/6cUyJWD5fHscohDUCV9a8ZmWiZ49KSB00O1xb0BIjpYZzM0QJRAB2kRQUtrDozprIz39CgBv5ifPXF5ToIT54WCKIr7RXt2fFWh5HopH6TMfNHJ4zsKC4N5PhyL7AWh9lHaSRnjxPQTyAur8xCFU/lfBLwD8R6/zPSxnz3csfc2ritiJb2LY8iKrZ5/HGAv2NQpxDgvjajYkZx1HipnrPeM41DouWRuVNiyxTlT6gElZj653FCJA0/ZWmnPKGm5FhZ0/j2UNzNTJ2g/NLn+Tt9CTkSyNn+nhwgfZnl1TVPrwNBVRlkXncHtY1YGh0xXnR3kj69YzdqwX/KAlLXOBosN+pZapNSDDszblkGdt4ddkGEqrnA1pi/dx1xdgymLcqjOQ6EBAb8vOLPCP8tg+M3OTLfO+WRu0ALhHmUeAYpQ8wKMq1QC79vzteg9NbuYR9KpyOBmkZKqNI4gxtN9u91Pjbcu4c842YIGpYAjiTNpSwPI7HW9dqTxYZ7jZ1Xxns2+4j/1VAFqlOP5/zzyLbRaxZ2MBKX7HuUFkpJkLOvc7zm6Ee8SalN4OUi5/wOgCqGQvMB4Ap7eU/+4vzGT5LkZq+50RoU4WKEbjAJg8Z7Oq0VkoVdoS2TFEAK3s78M500GE3oBTs6Xnuh5m+XT9ciPOrk41nZK87HmTsxeatcQdmX8EfemYYn1bTm56OJqJCa3ao1oDZrNHKYHM/oyMo8JG/oPG6DeIYaTjz/JgnIvVkS6VIzIm1rUg9+g03BPHH07Ilrca2YtcWeB39wHapNQWzh/KoLX3FQZVLRGBSctXrR5ohuieOc4xgS62GCAauNs9AKSVHtrXsefOdWhmLI74PiPGDlmQ2VNKaH39ggMB287MD/aueDnONECK9ulhH6Ux5t7AoFPGeEHsnDsyICj7hlHboIYYM2A6P2LQ4ji8Hefpyhd1ZcCsGJUt3azxhfMaPrp61QobZGVLJeH3wZbM+tSJUGcotC/4RJAFL/prSuuUYTRj8VgTM/2kD+jZcnfVPRvYI2+1r44lqexvaUls5VD+Zc04hw2eGqHIPrN/zewrCKpBbaYJY8fpxtk06499ae8vekn1LDs3g1HUJZstO0oc580sRuTAwwZ4UBKOYI3tG1aHYe5BptyDAIiUM0SqcZZhxjv+rShhkMv04p1KF+wfTnbOLOUHMbhxFHE+W6o3Dk2c/ZTQL3CUgV2AmizNgwCFlLJqaa2pTqH+S8YTgLc9oLtu+QCZxt4a2UyUulUacPySCXYnAK1ZBqwTq2+2NAAHTmhBd/UFe8MaEIEu3V55U7a+fTbJ6MWqZ/9CP9I9+usyyy2ba/WCAqjVD6wWYGCZ54bx6iRSv5FukO3IVeSjpfMxmQCAcURVD+o5cs3leVCHwVSUp2RZeC4OLBxH6B04fqu3NoPM/o3vkpWFvG4kdN6nFC80AV8FCMF5hyMU5+wGbdapTYYszoaMn0yC6k093wEjCfrMf4yzAVaUZ2+FgpQvzzqR+cu+ccaQHwZVAlgjh11D1kjAXv0QuY88xyHOmjQyvTQH4G+mtBnA/Xq/0x7HmbgAMGtuBgeLU30Ym/Ai31R6LNlu5Qmeyb7Aq1jLc3sNrmWNNmCP8tr27LSXb8HTnEf7dgLCo8cHiE9mlJkKZMUpm5VnG6AHY+Ocu3YFxgOmQKOcW3uKUTqQEs2W0NsecgRyrA2y/Orp0+s61DiP8hYDKQFG4NUbyFI7AzA9PLElVUsD9nuzAgty+W5LDa9zGH72KIEXyM8GgF1s+LURzJBvJYHocoJcXeWurQGJlv6HT0KnXU/WpPJ9g8JSXYCs1NDGdcpRFmCO47X9KwOOwk9qt+Q/sgK3vzr+ETJia57mngAzyAAcvZw/+B3XlNazN/RDZB9WD7OnLg5VHMaWhYYO0OsEL+lpThsJztjtnhP5P2dQO8qzlb2rkJTG1GeVFZQvZmzQ8LvyBnVevmuVi8lQyOWUue7X8hlBJQDAtLSoblCdy4xJ6IYzRQZjq7vkeXfxgeW79CnknL951eadNx6kNy/jsWSue/LmtW03eNaDOIS3LDhlqgsA5PuAYQTWsHfQ0U18AvCeZGoSOHQjJWE9XPI5eDv01Exg/p+AjAAA9+9xbiLXc50Zxej00EGCJDLmBwEloeXb1bXNhmE8gGtk8l1kVsE7de1v9Mslqy/0+uWLgTCoSS2TGpmOXCJTTv1kHLuNatfPpa8o61qAyHNI+WR9JtpnVFQ4tzdCVnL+eQECq4OZvUQFggZx5HvQCecMmQs4Ri/N8uMnZPRqA1I1wL70yFD3n3Ni4Ai8yP6vy4PUDTnfyAKzWwlEUaWQ5piXfGl1uwmWybrWccyzKBnfNhYwUc/o+2R8oS8jC+jlTflQ9JtP8FZK9bPm+BdG/5S+M5/fyezDJ7aAjLYbPSzhr9VJoC/kQdbHvurIH3i4+serAMDfYiPdSKle9p5MvW/NwqxBU97F2iJnPrbSg8GXJjcwbwDvzDulVqlIsj2s6xutOofT3tYGjBkeS6DQ02TY+n3WBCe4vj8CwnwRnDK9ZQFOyLIHQCRjKhfCj5DNlM8VKLIaAuBr1cj6GpWRBhmyB6wlz2O8KWNf3M0qPujabXGQTPeWncdnMoGhAC8LoBFgQjWBDzlnX1JCGCCIXtcfPr4LkKpvwSp5rHPaQcQGgV+SzUYQVquK0B81+1x/CYkZw1teJ4CMahTqqbTMk59cP7EHLmNd2bJV91iLOyOQ9Y1EhuZM3bv6eOOf/tPr8JbQHbYLdkie/zh7X5untIfGWVQxoCCg0PvSKT4XdPmHD03h+5DzQ5DEjZTirSxtj1BuEl5GpuNUPUKOkWlOpRoAZvwGqEK3c90GhbbcaW5FduzdjI0+vW+jo6CnALCgkzb7kdni22pgOPwDnkP5bwHa6usEP2QO6M/oH9DP22S80zP23t0ERGIDhWbIZPz+PWDox4Dv2SfiCsnEvhseyhZDKqjun6jGcfJTQkes73VsQIIGPxJgl7+fhk/BwdpvOz+vk72KjcjvjJxTWEmZm6PnNWuUIEZs6azx06fJ4s77bwGA8/Bn6UnMfJp1TA/iBgYYdAoQ/Z0ev/n8YUor849ntErYyLoGc2QdGric/shfE+yNfnorQR3ENd6oqL/DAAAgAElEQVQPfVZ3zT/OKboKr+v0HWY/APjbSqIVBPEdb7D7HMWxawyMwQDI7KqLYDjYEmXiL3u271KeevrcUgWOCmbfIiOQ8YzzL3+mbQLAaP6UzZTOHZ9+LOio9m2qa5E1TpAba8B9HzzyXPB3/+VmVHFAruKvMWOW9x0/71fPbUn5yJvcgz7FnvHoafkuIGX9N6G13/9EAJ16IGXYi9NkrthXtX/b05bAEJaCwGPOlG3uGM/iJ90f9JOpqFVbMnSinktAp7wJXxFnF/rST+fZapsWZEKCG5AXuLAJRgUAh24/MmcVi/oGfmCHJbDkcfa1vLbns8Q4a4w9RzCI5eXrb88DbcMBP1eXOPvC0RfJvda/yf+UTfY+9r6fW03NvsQmSwgUq+P5D/8ENgvzaJWqJhxRWUya4tpm4qPbkQBHwBzkNfcQBxnf8xxadTKfU1C5fB9Z6XsmzHAejK5af5XbwpfRHcSmDN46aGoopz+cwwS5jM7Ye+Q5PJLA8Nfhn//236DzEbCRvQuPxFZFZnLVJjJxpvHxtB0Lvv/qr9N+71cAeI7fBS3fEkq/Otl/BWz3e78Cwrz/KxC71/LzDPTu35t96CbpmFiQiVW2R6QlxNbBsn784U8nx47WywLCv2b1XuZ7AgI2+sTxeMWcq/7+M/Dm5o/ucvm5993v78/zvc73nDPV73Mwf83g3f4vdcL1mmMVFwC+OKE5nAUgzQr+Cdicz857AHGss3gB4O1/aTljQaTdHxmTAvO8Ri1dMPuFMNrx7HW7N3Vm9xDlAJSXTHbRaVDHd818ct3cywV7d46XMXSvPFwH6H1aqH73GPfOZ53o+72lyX2ufY5+ns/S5K9rew404P4LIDh+ns3EJ4K1hoTMS8EyxOZsx4g577Of6xR1XjhSGmku3y9dMN4zANz3AdrYtxp0/N1HLP7eMgRmf/u83mcA4H2mICb317lZwxJFlvOYDzCaz6/tK1jAsECwSs8CC3vfAmUAYgQG5M09fwqA2U81o8v8WStBdJcUIcXL9+AXgryuKVxCp5vfc5SCj3qWFnRdYKiq7zDcLfG8+4Nz9gAiXGvuiSHce2GEjhHA30T+bwb69hTDIbDlIKQLFZWuyURdr7Ey5N/PmE6B5ROpbDZwP6/i5KvO+PxbQH5phqxBemPxOgOgS+e7tnVU5YFm1gEGmt19BoDZfyOweJ7PNTPYAAWUFKKd2Nt9rXJzVIuALkazmov2/C9Ie2T6Cq51R6FnAlZO8qE0eeZ5rGc+bznhAbLHdv5pPPyxfYW3tPCuz4I96wBtZQFilucc2lfI2y2f2FJhCGwMRfsH6jggmndLU3MuN9vT5wkOXvZm+CS0YTajtHLs2/CBvE/Zy60M0BsML957NaI7a4OjpIE/+R06bNlbyn3lZalJwcs60TsnwV+zDsx45UxByzjJGmiBzJoVreNhwGDORUv0lpd4NlpmfoISKNUGXREth67OHn2tc1ggloU96FE+WWfiKIZLozyTNcZobw/4XNdSwDjJQ3qNGiYrOc+4agaDvAgnwTqHWPbN7FxZANtR0VSJbJksSruyj5Op72GEWYxR1+hUSoEJqnM2ut/NTDK7upGBLFi3D8CI7AOMTZyRKLoq6pxVMwssa8WLM2VmgHLAIDijx7kHa212q8E1Zj8K3u9cCnZP8EQdj2Swbf0ceEwMiM0OUqYqE5rFmt9xKjSz85Kh5d5YPg4wxoCOlhLD0cR6jLMM0I8X67nVAbb3YqsXYLRGwW9v4awfxmOrZHS+zsOSbFnfUawbeZtodngQnxmgouOxawZgFxovaJPv68BVXli6eSphjGyAx3ccDVywMorZhKw/kcPSzSE/HM/K4S21zFNwZgOW4LRBvgjWeViWbwA2ApqwiDhwLKnNnJHRnDGjoz1blnFqZl7GRn+5AhyUByYqOrqZ88Lw/lQnVcuDnfoqERHcEufh1ZQ8YkB3KUWGAcFZifFMNO9derwC4NTQ1EG9Rm6f1x5K26PYrCerBWioNtukpbcB5ciUyGGkJ1nXwM/odWjgAX9zTuEzARiv0zesMsesPtZ7M3uH1chTch6IiD/zdUAi5t5SgwSMjE4Nfe75bTWIOSc4+aHbljqGD5TuzELkYOP8FqgZx1zGCzClvqBuCM1SbrGVDBpEg243JVEBcTIv9GacuMgtvkvWXTlAjUicSpYTZy1w7Lrf3EP9QB4MPRvxrA7mua4en/XFsfJbM/TtF6pzHr1CUAoD9VGce+2dnU/NlDrmIS+RX3Pe4U0bLMH3balAnzeyuALiU5I17+Mg3VJbgJItXT0l0lpCPHNkfz+E3h7HGLUnMuOynzXr1xL3G3STAZN9t/T+JplqzTwKvYxtnC9rc9Su6xIJOAGQ9uw0Q5SsOp3glPBticqcd7KZ2Av0WfbfSgY6PdFhMJJx/hE01LWAvxEUEOcxz3ic0oh73gnQ4nyU/9UDMgFuU16S9WuvV87R8BGmT8ZG+0kSZJJnoxtAMvC89ptChyrP2WAsAkB0cDsmwb0CSicAmB5tOjUJbIlDMYDQx2bsmglHaUX2lT7PjA2HOHoVfApvLTNevg39bR/dZicBjLUqgLTOdxt4MxnNBd4oXU7p/AZhuc/KJ6Ljk43EYvacUcKeUuaWwRU8lX+Z9YGskT/wYvzoEziw7l/KZavhwz8BQsguXPl92IzTb7k8VvnEczerozfPi/PC+HkRDMJZgv/wPkBsz1x5kn0hAb1bko6yzAQrELTZEnU4B3XkFSxnrTJn2wAAHOBY1WmGjACEKBib68pX4J8TIAYdbLnqDU6rHjc03Z7MI0gK4E0fCJ7b4I7upb17oXvk79qbXmPfe+R7da2MmWCIZmCHvp4EbF7miuO2dtAAoo8f0OuWPrsDolQnVnfALjJTZapjoW9iU8BPs4boN++yHuhj8r0EC5E9Ex7getrTmDP2/K8vuzbV98nSzefauchdyyvz7+Wrl82iRJ+o7At9QQ9HFSqDehosGCDic/gsNPowVTeoRoRcZ73Ze2iOTG3B4mQiZh0aIDktR5rxDtDc/n4T/JDM5QsAfKEpQFJ1Hl9bZSk0lsxO5stxtgd7HPIE1d3BITztXcj+rj5sJQuraqCvJasDwDB7YYaVAQnPnoUv1/6aajCVIfC99CMNT4AvPmgPbNbQcT1qaWwyS6goAChHSejwYno35r/X4ZktM9pefIcfxcDhaeWCnCmAbtY4OiJoBOBgdck4KCmzX5kWeUqg3m/jMyhANtn1rSpUGZCfoT944oMENWG3bDDE40dPGkCBo5/St4fNIr1zXmqDjs/IwHAB/K+55wMA0UzkzZs33dcGVoWECLo6AhkJGD3OY3szT2Y7z4AukXnMlbGbLZ+xht7oKSo/ztmpz0O5VpC1lQRoN0A/16sBFLW5FgDm/tScajZvxkY2rKX34TmWKebFGeLZWwVs+d319dOO7xvyuTwB+UymuQFlX7NnBOYhkymtyVryE16G7G4rMwQRfHySQqDbe/TtzZq+C3DUIMzYKtAKQXzs4bvoM+wpgUUMnyo4nD3kOO0a0FNfvcRpxALmfIZ/kv33LgE0dZpn0JfgGnSVuoDUffQXKEsocU4VENSUBnBURwUMnUpa8LAGfQP405aNzM4nl8CelmTP5NE/4RWus/4QdB8CxQjiYE1akj1l0ll/AgLIIIY3IwMfJ9V1g/Lh53sP9W70aYFEzmjBw9wbGkNHeJQAR9uxmSFuMBoydQITAToDlEAT7RMevpWE3J7BP/8l54FqP1QpCt+AJ3GGbR9G2wGBPcRC+3NHNt1OaWJ9GNmz6pRUMUnAZ+6xOosO2YAtlJmtj13ZReUj1r58rnSlz4+zR2Ae/Zz/+X/z5/CMrHvOHoAw/AN94h4tJKDmrAWvb9F12BpBHzOQAV3h7ZTB7tnC55DPX4YuWFN0bwOksj65z0MqDkDVGSbZndDa+iGg76MCKEEBeV7E06dmU4fOE5wASPoy/dM/w5cLAtPbdYL90aEJXskZex2+ShDYBvVSTeVm/pFZC3+7n7X9h3941fkQ9IIsrFHPBHo/giCydjdS8SPXP3l4rXTGDmQdh48QHMDrt9QxxkbobSZ5Cf29KlTeqw8BwHQCoQ1OJXO3R1W5Dl/IjcmEfZKgL9vGGABj1cQfN/4U+kGmAbK3ek1oGT9l23ZQAaM9hAHX4b0EbWNXYJf6DMxqdDmCIZAp9Mzl/vgu6ABSGzdD+5As2oKRE611NzTYIK18bu9ix7s+znVfjspYO6O2UTd7dJT8zTnfUsuce/gQWckdHzoV5zg8d1tSUIEAfjpq5OUnOgS6MljSk6eC2pSlp/wzQab4CR5fmwy01YQYCnZA9fb8p69MPaWeoPwkVuEjlWoC8vIu321f5QZZfxtZbDsEek1bDtv5ERy0ZcH3PUpSE1wLfWFHYtMy5vWh9szw/KEB/ub3fX/EXwe417AvbeGRi7AVxFOsKGG1EnQ5bHnOQ94HmA3f+p7zgn5IsGalatabcv7sN1n7G+BQCTbBs5Ay/KhVYjNQ+94L4GLfQK+tLDXAMQRiMotzENzVB9GgxxiABChSHaGVpAj8BKytD9HAWPRp/Iq0cuT70EyDhQv6mkix1SyLrHKG8vnVlHfGztiEgVZ96hbtPsHLtiIYbwtmM76OY5J0tNv8Dutx+Mn1qe1r57n7xT7hE8I2dd76fW6Pn7bB8BnQu9DK//6/IAcIHAVPiw3UBBADntdOJCCNfcImE3zWF3DpAeyDjxEt2LG9Us8Edgz7b39bIvyjDOCzY/5XkNf1kQEfANyRWbORlxdwL5NXMdAw/JvM3BozKIA6+dYBveUS/+Z6H9/XLsPOZYZ2ec4Z/EY5Bjwa3+zl+7/e69eNXnB23/cgDxM5jUNn5WatHJk7GlHHfrXkDtFHZ6rKzc9jPX/2a8RIS3JCYDg+T4RZYd/DdIC7jXQZRrKZs0s7SzcAwLune8NV4Hotz8vPPwKKz1S1jqjtj8dtD8BsHyFjcvF/BnzP68vvv9LlAdiqXNZJXmeh9zsykf37DNKe1/CsnB5rIQA8A+uh5N+CaqwLSsYKpXPmt8zF77e88ACtl63hMEcACI74LoYrAqJl8OqAH6d99+oAsFHHzBgg89LzgwOLM1ZHyzBaNlnFwTWvgJjltcztjPEXgHwDN7Yv6QLAzkfh3Ptxj/50hSqQxknQtR5ecB77+fctDWfZ2kHg2DPGBdCU57W+fk3Y2b+CwOvcBIw5+nPeRoiXb0Aow1PIUqE0R+h1o/AFwDS+mMcFbCe6qk7YdUpKUwtesr+b8brKWDOTh9YEvBmvZRcLBM45a3n0/F6wHD65Ec65mrJy3aPuk0rIOrw33mGd0lxnSTczeM9j7ZrnCwiGAqadh/SrIOGcjQDOGCwVa6moZljl2RhUC2p0XZj/RKmxd1s2XSeAQpA9Ou/f0ps0sBUAjvO52Rncg6zFqlgjO1gkFKNLBk1pVKXmUnFi15sBj3y4yJWhn4LK+U6NjnG0ryMIkBGaxUlfZ/XQ6p6bBbhL44B/GRNnoQ7NZp1QFo89spQchu9mwbffdp0lRMVRqtAM471e/qWWv7Rkdqz71OtO2gTALmNtD9nSImdOpWSzLgUq5fON1h+ADSWTW+35skoAwQ9GdxqkqWFmxL2yW0cdZyQX5CL6rDIu5tpMQuaYa804n0AOFCbkKLIGx0+DvDBVPbdm+tlr0kxPe9zKl3QY259QcHqzeQsAt6ej5db5m2vWoQyQgPO5GaHsVTMVhof0/A3NwkHyt0oqzk0c1wKrBnLIxBh/gdqcY87wKlr8DciwztBVzArmVymV96IYu+YCPSjdy/89F0apIje2DD/zZTwFPDEs8x0jvV27BffVrUohdSjYu84ezcxrS6MLsuqMXr7PNrS8HeU2ASrYR+zs3Ic52gJB4VDnaubSnizQJrRP9LXh7zU4cT6uE57S/IijQ7YSXWtWxC1CZzEkhs/qJAWAx3Edh3vWqkYxdMj7BYYtt7w94guI515kqbEmPBtnlRUz7CmO4cI6EkSAHHKtQV4of0hPr+6u/GIytqqbNePayNYCCjlv0Ht5w1iz8lEylSwbCi28q2OM8RzZ5tK5gQYYgVtG0d5rRAZrcBZCOslGMoiYC+CHvWvk1ZzlDcrbtWWMVymbC15kH1vBeWgbAJieUOUDLbFLJg4OcvlFM7UBOVsdAAeyQQnQXvWV7r3VA5jnBo0s4IXTjXm1/FLLKskTcQRvr+KWhKZvaGhiy/RyHjj3BiTo8OC91ScWvGW/cMJtP2gMawHo7eOtfIM3MBb7IHVjW6LPl+cY8IFnNLsoZwOZz/1kR5bNFaQaQ7O91Q28oARy5Xd5kzTXqPo4yixjC/BkBhVR5Jwh9o+sUdaC9WFOBmtsyVTkGFUgzGo10MGssA22Yl7Mt+e2Yc7yIvmEmU/3AoBaDhaeGLmQbWZJzY4XGJNnqqu09CG9iYeXQJPK+NkAWDz0A/1PBjMOil0fABhAHIBu+vkyL1T1J6HZiqnVs8vzzBo8Aksil5hLLoM/4siWDwAAm/VbxzAyrXaLhvLdKZfV6hLI8Tzo/fuU0gNwuH0/zhed1zikpQGyreFH6Cp6rpplXHrbgKHN2mEtJ+N1AmvsQU5Zc/rmCaiw/zg3cKZvcKI9vZgfciBOPsDnPOPtGzJl5AWcNRxonxPh3Qwm9J9mEAD4S/tE67N2rKU9nO231tYIWayWgU/pwh/J5Gtp8ZT9b3uCfOd9eALOJZ7/Jk6BR8lWa0AWmWjxLgOuFyTKugGiy8PU83E4r24wOHloGJ5gKwBBCcHROtGHltT1lUkt2pfnMZfNCoG/yaeOYGUrRQjGQLvQYDPJ64DChiBr9FH5CWsOYGcQ01acgf8ZUEB1E/dgHT5n54vnXYD3Q/kDPLKOIDKPQwuMkzO9wS0GUjFeWgvQOxde9yXjAQA2kKXBel0UHTfqKMjI9LgkS3fAcXXqOHIKqFgRhJLTdeKH3guih24P/4Ky8Wg1IxBERggvq14kozPBM7xYJ23a2Y+R95xfnkV2G/uErBAIdv9Yy8q/2nnaMNUBMn725fqx2XQ3KyMsyQcIIegfQNrCFX01qBHZ2rNhKXjOOPL4LpmrUE3GwF5uj0n2k8ws6Jz1f/f+7ckWF3SCbtbN0MCS9m8WXCWwELqB4gSAmSNBDmbzPX583fKnAMBmZdtOgoAKaHSBjhcvDDoBCER+A8IQFIJu0/W9OC6tCoGM9iVdkVmLQ78lgPN8ehDjUCfzjjW5n6AQ6PrdlKpu5u1d+3qunLMUN5k69HkzGxInJltCJivPouQ7AT3w8Fa8SHYavdiVrwa2vA1I/zlZOAAt93O2UcfMIeOcQ+cENybTNIATtN4sRLI24wR++eJtrkVHxhNuaf325WuZacrcCxJUNjTYL9m1lImPE/xt5s4zaHHw7TtnmkDNcU6Gvjx7kbGhHbM9N6Of46PmBS99+eJNaele1qc9qfPR5/DtBpzIgC408iSl8Pmc8ArO/vpYVm9Yefbq5avSg1+3RDx7X5AO+pkACX18BGVJQ9Jn5NAE4sk7IG95VR23kS/Pnj1rtqy6G05Z5BkBE2TGAi4A7n258frN657Hp09yfc4JIONV+r1aVe3GjX/8x+f9CX9BP6DKR+mvICY6hHuPLOL58M/aQqVPgznaQoA55UbPUuK9gC1tIkJDAIQAdKzvW8DYzOvRw5QwBnzKM9GpKMP+MFls7OXblMKFZrBP0IvQa3gBZDEGwAH2mIBB7kuABeAPGWOUy0VvuplSsk9zDqEV9D6CD1hvMoLJ6Icnvc57rAtgKnukvmrgUHv1ti98wNQEQXaPxx5grevayvFoVnn0AkpJF5hndJRuruwjcPR9995Mb8vPc//lAew5NGbQL7RBRSODuQHVoWfGBQ8TAFB/siUBtoktPlouvCALtBYw8MnuIbo7YCoBZ1YqwiaFR9rGxb7fPPfLJ/2zT38nYANjE/vzezMqkTf0lMU+5/oGMGZd0QtYf3Sgq/sE7NhaAFC3JaYTGAS/IVMUeQdtE9BDGVN8NMwZeYNe9zgBkvDlBawpEf7w8ecb/8V/9SzvExTWrqnp+UwwJLpY9D9Fhz4Txpx1IsaTpAB0YvkF9LEVxNTv+RybpjK/ew8PJFgGm0kgDT2DM0T1DVoXQFdL9xBDbTV6hgfQ+xB6upsM4/v5h6pCP9i3KZN9O2VUm6kded52LIw1i8x9CEhaP0d7rGbLGMfd28hofTWtTPNd+cl3GkTfSiHKL5OlODvxGeRMrK+G8wJPuQrY/jLVGbifwXbYzj1OhZHYb0iZErsEr6A/3247Ekv2Yt8+zD2wWjHBDZpQP3ySfSeebbtFIktepaz0b1TJIvOyflNlMueplfuCnlPZo+NO/1vomSoa9DZmPtI3c4T29F8QKCCYpn5rRRj2iC8o75EZj7MGvUf+u5fS29ggvGiBIv/VRzVu6bpDmQuAMPNifp9oEZGgosbyIYeSrYosJGjhYfSJ7mHlBkAFgTfoV+oe2Jbwx6tUPIEesb3QHa44d+QboFsmaxf9pbE+HVuCAALQtkVC+LbB99IIr00Q8XdbFWzmbmVC/r0OnfE75xBAlfPN+1/DDxvMnnGzputDeRj5Bt1B99iJ2zqIda5fbAC8DkARedG34Jvwpuqd8/4MtTJig4SY97YKMzlFGwr6xM8jfUNMBJFGX8sYP/I+mcL1o1NJQP2JUuvwqrZ3hAa5bOjXA9VwptpVzLGBfOP3R4UhMxn/DeRY+xz9J2MxMH9KNk82dMs61w9tEHTBXfx4Y3sxV/hD24PNWegyzXrqDzCJFD2S9iETj9prGBcuPctHL+41AbcAzWgV7AE+7CHU6tkFzZE7BOHDp4bX9y5ukjjRbpg01PNNcEdVR9bmWEOqutXXP7gLuiMnlsCK2rsZ6+sEVP0f//p9+Dt7QSlu/fW0rrg55avh9fBZz7m+THS/m+8+BuId476Px1m1mnsXbbR49vD4VWXn9NrP+CmT+Pnz3vv05hlI24PEl9ax5YYNaMWA5+/Sc1dsqOcEAPvZzyAqhg+RSEsAfBXiPAyi/+95neez2aeX+eRDFnsBl+OgScgLPF8c1edFnDXZeUIcBa+w82etOIA6VN24JaJ9/ma4QJbrYN2VP4PMCzDvHtd5PvveZ0KclzU91oRhtEcbxDbKzU97M/tRB94qP7D3Xwhgx/7rXHesPbSzpb/SDoyxpYtqGHSk8zUPD0LmDAxu35oLXZ3pdpyyfzQ+DQEB982qXGD3EgE2dM3361SAYQzwvoDozql0NgCwB891lQa90TKArvOAmILOk906NwNYsKSNZbXqFMIhtJ8PQAktwswXAOZjmNmvIGozgk+HtnNfEJUIqjl7u06bAQLHaZ9e+MTQS42vPasznu3Be973870uA88vrIQ9YMvXuzbtuzoO31/HvmdpASrKAQEaLX3WsV4AVQPdErGM2+h0mGzH3OdO79/8SRRZdWp4WIEcrxXIEQRmyeyt7MBVBA5+x9ov0FNn5QC5MHAUaDO7NGSUCRNF1Psc637J8OAxXZNxeE4gxq4r6ppAjiuK3rPnZ3x3fX8dwTqipBtLIwrkS7tGnHcvcQRhOJ/KNK6iKNhGNpZKAvvQ0mlVYCyp0dLGp8AYHsmanSsLdBg9vwpkXivopDGjqZjcjhtDt71X815pnEwowKehF3jlAleWUDwdftZhFofvXrIgZz1WAV3abDnVGPKbUdis2QzT0o+5V872ZnZ27XMfog8tFTcSO+8L9OiQN5va/hm8GB6RXnseDZZQcWkWUMEpetlsCZqTYO2vzo+ji6Ohv2ehmSb3xpCGRgVJ5J9k/W5ZbsfttWYDCjxuGWIMUxysOjHhOdv7zvFLy1saqFL6QuPNShuFiKGi4F21LJaGhOUjt2R+3i+9oF5JK5Wp2evqBBgMA0juGKEbzsnOC/prVOlFnxEAgEYpP8MYmOuR8Yusteco97CMjD0/zi+e3wCpXKvj18CVlpbeVDQ0sW6HtGn2j/y9ZcKJOh6tWMDcvQKw27PMmiPakBnwivKPGUsV4zAmg00Ecg1OQHZ7dinRZOaVirwyfaNendMh9zijyHaABvuW7WcachjS9jXr+ua7GAw1DKp+xSiM05n3m/FT8EiFuLR3kdFmDFKqDAdfS+sOqLZAXAHbsp1kSMXqYp+URdy9JnDvfbcVKCjJJj3ioKcSFdHXnEcd0DFcw7M4U50T5iw8odkVOI0ExJqFnDUsoA4NNhWMgEHGN9UkqkviQKYU3KH/nHUHen1yv9+SYYMD43Pooz3Uevy7ELPuAjSN0B8A2E94hgER28+XvkM4Ecg8YC0Nlhn9qp5K6Gr5gMaUEbXIzXFk5zKcmA166P29nqxHnIEAnIAFtFMRxJUnAGCv3lK5U0e9zhb4PWuK0QSItHLJzAVlUMtKFkD3me4x4Lvl5QHoyD4sSAR4V9mDkc52kFUgza5uc6kqc7JRmMcGHkKPzGfBS9a8881/GECsVft4Z1LI3rYtGACYsqeeCeWxa7RgzVENBT7MZ1YUOM4RIGed2Q0e8JxwblqhojKLM4Q+Bm3qAMG4I+OtFUTyOMrFm0UhoFuDM2fLnulHy4CuB7Iya2hWso5gerqqy2hY4mBtcFcrARAQY8/R0gZ6SjOLyUTmLDN7S7JqRE+J8eGDzmHPhjTK/J0jDhh7AXY/8Os1u5lMbJxuAl53kM95C3DnQ8GBnLHc406NZJxMy/+2Xxh8jkzJBIBkH3FUsSsGt8Rgb7UKaNhz1mcXtNmzZD9AwF+O9OrkLbeY9aWU6ds3Biy1nGm+eBUHKL+0+kSjxy1FDN8WaFlaNnsC2qeXOk5yeEt1OXYkCwN/NmvRfwD29H7kzNfZ0LKYlj4UcAswA0BC2dUJGmANWdfqRJTwLtgvvy5RBZBpCbnch5yb00AAACAASURBVJ7a3BuwFoAKgUuwgX1kk2WazN+es3FUEGRQ/XRK4lIJZoNAGxkfuvoQ51ozDilV3WBJW5hwzpmjcqeJwqVz+G6zseJoFQSWhl17+Q7ZlewfmXvQ9TrIdTwBOgp0a+fyO2dVUBanb7MSIx+ZW89s6Itnr8OI/UMva7WCKaFN9hlHQwABulFPvbxUV+YlEIWzH3ogkASdwYAHaEcHIMvfYDf0nDraPcOszeMAwKzJZuRvRaTyQfSHDbatPV/KzT/03GQQBoxEFpc/DF8CrEDePQ7YassCnKP23N6M4LWFKZfPqzy/60xvU/cHnsEc8Hng/ASsa5AzND/0YIZPnLxZP9YEgHL5N/taRxekl31kHTZ4TO0KGT/Z5dWj6EltRY3qvAOW1J5aOswawhsfPELwwwPutHyxJce/Bxy5Hr7FWN4WOFxdjnly7yfPUtI642mGV1oWcCakvXw/vR1fBtz7kXHBn7HzPtHPElAsY8IuQ75ucMZ+z16fDy6+lOfP09ezIncqZDQg6qiYQ+889O7tS7sBIPXMsbt17lrVgb6d36MLPSTrtxwrukbWRjktb4XHXgcUu7QLIRgyNGZAEDKIssUEKCBv8v2ppgIwTd/I71+ZZ9pnhIZwKhvcpQ4FD26mNjp5+nW2bzz78YOy0vY1/B4++STlQh1f/s45Zn0XAHZPNX6fJADDDEeMToKcqGIzQeOR5QCkZJIBPLPej8KLMLANFFXf+0RGesaObvHk6aOR++jQ6mPVpcODqi9gE6TcLHrfx5xNbvK9AQnKrdVx+A76EPz2UwP6BNK0uSyvv3rZZs5uVZoGFdNnHJ2B+xdQMtCTf5QyZu3JqAE026DL9R0xZvahLdICABt4YH/e1Q/upRIKthb7WtAi4OuLFy9rw14/TuZuvvc+oCR+LYKWeA6ZytviAZ0fANhAdGVTK5uEf6HftLXA2sGVpSAZCH90XYNx6MkKP3mVkte84B849QVEpnpHM+3dfwDtVhD4HjA1z/yaAKXv4VskW3Le7yWoEABOEEnABbCpexIAAZAWAOwW5V9fEX2IAPmUTNT7zXIFXHr1KkFaBEll76kCA11ob1PhzsAXMvoMmjdZhYxyM1yRpWtzD1PPd+DRAF4tJzwy3b10nfgee0OPcmSHbQUGfWOemTdZzQbjyYPJmKWSCNlnjI9Ai21/t/vRABsSNFLWnmfZtiGANXSb+z5o5YSmYnT9CbJoS5WsoeXoPzd7muCVbSUED0B34fWnPyVTNufQ+AjK/OazXM+ZqLxg77L+tLtA7j3OfnN9gzQov92MZPQfsvsoq06fawB49NPsc7Mg0RHVu9xHemJayeRddBaCv54koOWf/fPQ8CNsb/hMdK/c/n2qHsFDWh0oeiE6RqtrAbIGkMOfyxyxC5CprPn6gzjnBhDpo8aWZN6fQsfI5Z6pZEQ2iDeXwedu3Q6NhYa2WtBjepyuTy209i5Bf+/D7xnL1eMEc+Zfg9Df6XfEXmzGI+1n6lMDwEyblNINgZpvk0H+qCWq0XWSEF4aru59C32KstzIhfAE+uemJHRbZg1Aff9e9NGoZ9F4Y+NGj2J1sHMyZvhDeS/bH9pupi3B6PDI+lkbG39JJkDd/Pwe3YSALwIPk73KfDKPNzl3BBWin7KXqHTwMnq01hYOPRNIc+dOSkAzlsgkW6JpC0M/6CkPCVZOxQaqQ7FXBCuwTuvWehO+wT7++Kb98eQZ1wticU900VZD0n3XOfB9+AV/k3Vf/Xf8c+gbbGbbaYUQngYovZzm/LIAMGT4Puv19rUZqmRjSxNiOgCayDzOEDpbMZhmC6OfUk0tfCz0Ul9AxgT/Z59qC5LhilwlUIYyvlm7ytz0w2YdqJTUks6lCJZMmcC+bQUWptMsc2yuAoI4PsPbXqK36ve7GVD9wUP58I3wM8r51uYLKFxfThYK+dUg1PqhbU1Gz2f9V77H+pt4oa7NZ+wx56q2YXQebXSCvmzFWNkLX6N0N4E6/a4VhVgv7sEefiIDmnUonQYgz3gJHCfGrnKbkt75OdZfA4jWjmBp5FNohtijJAlpD7MeAsTiB6jjJbviF7RhUDd40Oo4lr5e29rAcvGemwS8bos6/MoTdFnfr2pn3+vaETSSuVXVqa1/+JzRY9uSBz56sgeamNOgUf23PSOr+9cnGb2A8XhkKut2L5rB37LTszoz38Uc1Glcu8UymsAwFSugM8bs3ul7XLyorT5Y3wLAZEJbdp37/Mv/8V36qsOPSBqyrQmTZqxb+UycEhk3QPD7z526hg1R1b3ASAx+Xgx8L/vJof5rdqkOT89GfRJz304EQtsP+Xzut85br0bBG4HIAs31OsTN8NnXZhmW6/V5Zvs2+pOfMwCe07IMbBIlg8rs9lD9DLLtvY0s9147h8v45r5HaSmvZd02KrQ2OkT5B9mAC8QukNx12LWtwJIB7Gsjnpd4jv6yAy5zgAYcPmfvlnBGaeVeZiTMGuezc89gxu3hvDy2fxdYbWiEX2Tslt8+9qbvw3z4jIMx+9zo0cu8/Jzb1/iHrTSl3vvuIVgAuMDTqWdOhSNOu4m63ajQfjn34aBXPykBbs9UGc5Przng6zz8W/rVyfvr4VQJYU+PeVfpPgHAlk8W2OiwZu2Xhsu0iIKvU0QjxHlLYx72rlAFy673Rgy2dMGEVS842EPccflvs+YEDs6ZxY7HvdLRBX2gJF4Mp87b8+WYT9yw34vTYM4fjg3BP649EQ1/z/ykkV7hM8rI/M5m0O54K8AaRexa/DSX3K+ZIafNLH+ivOAw3wImA+Lw/Uv0U54PY959Q0B9q4PBl4DdsU7MBLye+8o0EZA6vbZU6eXL+eW81wvwKwziNBz67XyGkTOF7Z19yZRtKTV4tg6w5ZuUObNs/USah/43k6eZFLlZy6kNYrqg7o4JLtds215zZPTsvPl5Npj3vClwxvBukIhRVo2qK13JK3CMuZ86EDkLOIdwnHJe2mNizkAd2VrfR5BDed3KGM/vGhrM6bcYWOzpOTPY8kYKs86DNSACjH2c93XeHlnRzSLP33sOW0mCzyd7nvvsZ8vXejYAlS/AICV3dXxCz+0XjWOxpRpRhnRA3I7R0D0JD2Lvmk3agAlA6gkiqOPGM9P5D2/ZU7Sn7gL4O/qLPN7y4Otg2n2Ezts/Mmy3tBW6rTO6fS3M6N7MaUtIHn1t9mg1Mi7rs+uKQOWcMx+CbyxpVS1TpaTnWpCna9poPHngl5mncwS4MNOWbEqDbacvXNZVOp7S0gARk80sb/LEdX1xxO/+z/vLS3c9N5jhomyF51IGZvUY7tfedsgg+Aj6woDMBFDp9PazlePtoQHYDM9pVlPV9Eat4vyTllTGMVrZh5bKhBdSzr3GFXQzlQPCH5b3oSTvPbGQqniOg4r9u4shUSeDfMw9FZjAOOdM7PrhPMVoMAPUaN7NeHYVu5IXet8eqDqpAKEE5Fq2cYLmeia712ZQ1wCixCpVBHCo5yDoXFY+CwKPo2kIi+fg3NhScqzvZn/zrAK70FTG1myOC3ise1sZ6Rlg3jzPPmFxZo9BhG4HcVyADoIP4N/VCeGVgANmTwPc0Pen5ZKRO+xXrJ4vka/NXir4YtQlT+a8Y5Rr8OE8yX7mWcjDnlOCDOljmzWrgyXP5j7yj8Mp1UzXAfTfU1INnQEAADdQ9QFA9ZTmKg/D+eCeqBMeO7j6Oe9wzluCKnOA/NDhS1M5Rzgv6ghsv9nRK25iONS12nVZHodD626MYNYTpzSqAHyNs4qh7h5SUpu9txRkgwtyj4+5buUCRmXlX2lAQ6v7lHNFqULmshl5BYZzJnBIQfKU8DJYBrrS+EPnwXFkkBF8AJ7EinnvlVdk1ZKxUPUp42LvGbe0hkFMVkyc/jgVy9/ZU1tnbJDeykluYglzdbqWQiW4hN6NUzJzA+Iw3sl0gj4xissvx+uhEagc4TruyzpQOhb+rdE4gHnm1UoMoQ8MYctPnQHgCeRpicpk7WQ+8GN7gOpoWJutAUUFYLLH2b/twwm9fGrPOPqsS//QrQ5G5SqO1/KAjIXfKb/J3jCelq4lsn/5GOAFzuVmVVvyt/sU+uO8M77SEyA9VneuwUaoXZl1hQ44W12vcRSVh7Jn7CWr2sBADUtkmb2rDFaCDjZIrzwZ2soZI3gGYJZ7L6/a04Mzi962VB3BYe0ewS8NPmogQPmgMql71ooiBp7xHvsNXcDDcLxCq6sf/5b5U+6ScVVHCr8scJpHEHzB2tKiwEz6rBc9iekXmTUEoFbHxlZAryqaWNqyx7byARpvmfbpL4Zuhi5CZiKl23GUP3iQDM06b3QgVj/M/149T6ZQBnyb3q2UCGtv7OEx5W+UxKMH6ciuvAdvXH7LvClp34ocgIV5WW6SoAJKoqs/sq7bO491Mrt7dBF4c9afv+2v62fqCiOX0ekyz9cBBaBP++7+FqAEIARGgPKPTbmy2vUhe8Xei/bD3YyKrvX0v8KxS/AWtAzpkTGxASwvX7wq3+AfQKvVJuL8os9tHVXw1QQpZXBUjUDeADxypuibWwfagC/2XLMtg7IV0Fye0mDCvjcgcoABSg5Cxzgj+S5Zx8iAq5Sg5HrWc1syAQ7XAUq2Ks7WVnpJPzBKZlJeNKVJ59g0MMzM1A1AmeylzAHeZoWDgAAAduN4fp7MV84dZ9QsaL6PnWZbB16so/gFJWEB4izdzzylGbOSa9/lXmS74lRGA7dkdKohlGcYPNRylAmM4AV/prxuA6HooTg94zjfVGtg5mYeoomxMXcC+FJeuJKhPYXRxT7HWW+vemZvhhz+IcAPAm9+FFSFBrOHbWcRECilPBtol1s9fx4QGT6cv9kHaBIw+gG9KqG28KGC+OO4XLCbTC3bi5A9lRYN+RzHOLRJxj4ZVqwbPSABvsw8JQuPKgcA4E97FpUrZvMxHtaBcwDttMQ/AREEVWUt6jTO+y+fB+iuCoiz22o8jLv3eQvKEJ5GD0v2Me+/ehX+kzlwT8A4ePiH6CctIdhem5RLJXNS4K3MOuO6TvniHSNsCdCPQAV8MGQ5teJKzik9IFu+OGCPIJ02DeN/V5kNT31SII+9MyPa0qzPfn88MjuyKCAVJWAZB5nZvK5CDwQkvEoG5PllQFvkdQDClpmsHJHHoAPYeoKMY7P/cJoD7MH/AVflcbRpMNut8jVTp6QzZ/RFAgOs0KXs4wVozf1xvDJ3zgLAYsulx/mP56sZoY3E4t6WFsVRjKywjyuVDa6qK1GFxUwmZZFBmtIywKDnRP0R/sucdt7wPs71vQiG9Z8yygba5V7oVKwzui7zop0B9rvlrym7T2B8wPtkJpKt2TYRsaM+0RwzoAvzAzj8EL5lsFrkVs7b0ye/ly9tYF59tqGHbSXCvr8pAMx6Yq9gFwEgRgepqwOfzK2cuxeuaciFUszYfq0E0JYZBMhCq+q1jHer4Fg1ruQ1e9K79HmUxF27n0AoyJB5l2dWL0ngTIJ4zDDV/1ldJGtClnDtMfrrttcxPgEDLNbX2eo96B8E+NTJjqHrvtGeCT2speBzJgCgqpdib4YeqPihPpsMxVl76JQ5NhB35E6DXDK2Z88oy0/An7YGNAD9WiWlw84/eJgtMVhfgg2QI69fve+6s3bssy3ksj6vXlT/uBc+R5AC38UurB1QvTrBb+Ez9zLPrwThhg/8l//144A18GJ4vKAc3wMkhReyrpwf5F4DXLPX7wMsw4QBlG4FHCLz+datBAI0AFX7hexSygs/SW9R7Eyyxj9+TC/b32kjQxAjOi68SKDl9p31XUInqbAR+gQEJdCQ8SBbsPmgd+TkVbKVH6UigZZEMvLfEGACQJ/APADCh+o/374Z9PXX58/Lix5lvQDHXr4g8IjA2PC2++mpy7iQbKEzgLkPARzbmiP0QeDL/ZTIRe9HZ6PvfT2s2KXRLVqFrGfbfauKl+/hOaDUtDZq7KOAxQQJEnD2rkGMlOAlQDDPyP4+fBQZmExTMtjh4XfTRgALEzqh/RDntrwsa48cZerNqs0+YbO1TQQZ263QBG9hbaDP9fkIPiJj2i4N33vLeJOFbcU36AtfJsE3lM+GzjxnaacRtaM6FHyouAKWviWFAc0F+5DN7EHogazcPJpexlZ2CS3nMe0V/xz/FvYy5yNzCO9DL6PCD/yECheIqlZQyzOe/1XbTH3YSnGcZfTwe/fojSrAB73i0/H8anSvPtMqaTeH704AJNdyPreaTavQtd+uGbXQFtma2n+2D7kim1iTsfz4Q4IZrIalbW5rEuWx1awMXi47gSZLLwLP2j/eS7xO/csqfFatsLqbeiKyG1cJZ65l7DM+eJF+G++DjvuhgclWpIGHPX6ce2FCQDO5jMB3K3gqFxtjphg0cGTwgduVudixJq6ZzaodU/8K9n5pMHo2fZTHVmn2bn0R3rNTxG5hBnkOY+VzeLQl8A2gYy7iQdCiCaX4hxtsPN/hjGG2WmHN5AJtdr9n6zvokx89qR3/4gLrH6wrNNcbzGKgHjzARBn0D22Y+kEawKbv11aajm399uvH2EU0EUUfS0XoyLMGOtQfOAtTGyD3bHXEGzf+u//2TWQVPbEf9Ry6WxloblAfF+1L6kOkNWPk3BkANkpdQuJ1jrj8tXQun1+yQ3K9zodjoKMT9T5lamME7ET2vV3MY5uP37Z8lwY2ZTEEFS/g72WMfoepwjxhagsk1zyYg7zRnju/zQw+Exjj6nPmtWM41oM5ChzvHBv9ke9Z/3/GgjMu72/JaddBBncGlnc9/ECC2k3zQHuq7NHw8/puL9BzBurx/H8/AJi72ttQgrzM8zS/dTienZBb1knnguv+ZcOD6owxE2NfqsPjNO1U/ExXnzS3lzcSpGDoMW8uwxj14nWqsmSTWZK3F9zf/f2J1qoY6iw4QOrhWIym9Hus92Ud+Q73xukOoFNHhQLsDABrmFs2bvdswd6Op4x1ng9jnxIEazRs36Tdf3sDa3AtI5PZY2Bo0HUpWKNRGgpcz6RrdHcfjNraMfEdnfr20N579GsD5jZjIG/IpI0aaskVMiozT3qioYTomD7W8LKPy6zKIGXYm9XLNQApXIISvmWe+34BBOdVxjk/bah+8KXOseDKRhWFwaIwzaJg8IEls24oYLz/I0pDnzt7sOuEKrZ034cgLPBaQs/NWDIb/G4cNUcvM8H2A7DUUbslNCxlvRS0Y3RvAEsRli1lW6N+AWAUPQ1UzsY3DI8wbA00QVgAH27Ms+wtynWev+6rOlX3C8WPc8R9XM/DsbbO+gUZpQcEtNm0vOzzpxDk3O3ZXB6/kZb7PQwHrsFIZI48dstId18qWBgISsxmJUIXSDcdlAXzJpv/HACyewXIwZAwdpe3Wv7xXLbOoAhLYC14rvy5ENbIqy0Ny2eXHqso5ThfQysbpFEFoUaa5fXMOjXbCUW5GSA43KPMQzv0qLlJVgJ8bHhidsz5VbtnEQSfNnhGIGn4WpUK+fdlzCVNBPnwyipeSDeFex3eU3qVEpB1CnP/iyJhhnCzoks/NnPZ4BoUORQDs7rM+pJHqRiiFLX6G8rblNc121ulxgjC8KVxAAMidazwxb6H0WFGWPezCtARBMPvlUM4tgZQ9zwfMkRQ1iCE8oMBoATJhmdU4ZqAEE0NNIAq9Cqr9mLiVafQHJ6N8OR9eo3x/vbW4+86fKOYA3KsroNTDmNkK2+4hxgXAsDsb/vEcZ7GOdNyagNOcj1AvOeQKgZk6WU9oU/0CdaL/qUxKL/Qr7NZT2SSElkriMzndbrl1Sz48iXWwH7dfHd7NhPJyQH0PMFfQjNTKm4DFuDTpSMi+UO7GN0rF5c3XcqAl1XofKrTu71EdYbWEKxRYdBGS0ZNdjlysbwYmoMe2CX2DVmFSY7u8JNYyQ5WpkyEd2nUrLQ7uZfG68iIDZ6rPkY/TSsJANQYsamyj2MddcxSwADQWCN5LnKefaBfTMjbTOzw5tHNVsbcj8Oc91nrgvkEPCA24A8ts4whwiQOXXIrZmxQygYDeo/pN8O6h29Qho1tKrgw2eDNqERGzhnCsc0Y2gMRflugLoYu40Gu5D0cLzgkq3qOXC6QXbAnkaSJ+uf5fAR9E+G/gQTyf+4PIELJZ0sMf6THV8E4DFUBrmY9cnYAS3NDsnQEmOnhZ1RuMywx2FIirIBGxoWOQjQ/Z5kIZ/aIM48+ipHK2cDhXdC058g+QgQICeQiS5xYM2OHPzB2DPH2s8Mop5QiTsQpFwnteZaVVaxtz+BJrlsiXH6Bo6YO8ckOef36VZ95K3yU8mjslaViawWW9sjsYd7tg1VaoK8oep36YDM04mivDM2+t0QwPdQyP7IPuSnRyQVaClDa2xB6QCslo/xe6AzavQRBkq1D4EPmX97fbBLGhBOOPry4lMIfA4DAx+VR4ScEx1Iqd3ijWciJVE/NO/mXZdvNYqc8F44IDf1mr7GeGO0ASOE57dOaM4IDDlBjexu+nTLOKC3tdZrR4LTUEcdxGULND55DxmyDFqu/KGs+AMA129QqL0Yzs6Q6Gep4y9hwrn79ShlgnI1kCeiAkY5XX6TCBQF70kHPQq7HYcXZK53XYN+AW1scmOkOEKiuUfunmZ1UYhLYthQwkfo43DMfeoCz7/n7U2gb+mSOOFnZr2bZsrc9d9wn61NZYYlE+Aa0j6Pot4JrBJup7335Gmcxjpzvlkq+9LFsJi4lgnVcvYkTHO3wfuZAryuAcHryUmYYB1F5Y7JRv6SssdV+APOshWevM1sscB4wq3lWs3IzkCt67+Y/wDXANK5v4EzfE5zY3pzyHJ3/q2fpTDH7GP4HrbHX9pG3/Pzq6g+TQbV2VfUCaDTn/OvQqGUuLamHPrFZwOsQ41wzPgKbGFNLfoZGKAnLsxmfPT2trtBKG6gt+QDAfgNtrLhk4CbOJ+Tol8y/JXxLzsNTQtct+z08r04vAMcQBs5yHFg4oFtydjLi0F1etzS98pLgOehu9QVtZGmb7CfGx/Wsn2X55Wva0/WOdM2QF3zOer9PH9DqwThYOSM4DXOflwQKVP8y+6SlGOtgA5RVH4IfAgYwvhfPAeYFt9cmpD0L4+bZBAkQAHEjTlv4z/sAxsjXAsOUcx6nmCVafbVvOJk4AUV+j/MdxsqcASO7f2TstVclOmKc3y/Q2/im5bhbjYWME871yGciMQxi3MBNS+YjpgmcaD+7lBguned7lI+1Sg2Aqb0gocP7AS84vybDwp8cM2tdmmgQWbIYAXnQjbPenxK4w3oB2KjfJBvyrUA+c2UfKYML7zgCVKG3lHKu/EhmVLJzDRgLCEAQ2TyYvsfwWe4NAKwzN3pSft6Pg5v9Ql8FeG7gU7aCZUDfpgIBvAu6vzc97Ekdayn0AXtfJDBCcBO9R95AsAWgH9/7EsAGgAV9D5CIdeSy3/J/b/M+YFZb/ozN3l2imkjAcV5UJGFRCACA77YnYRzmzPdD3kM/Kg8vn07J1PAxxnAnZ4oy2wYoHC8CjrqH41DG3oF/thpNg66swkNGr2f1KC1fexInMlsb+tsMZc7Cs9+fdN10MKv/b2AwX7jKfKqzz3l782Z6xyaoACJjTSoTAl69C9+EP0JHgHToAIDxgikplZyMeGhxW7h0jjips+cAngSrbPAnPMhqH4IavMpHCKareiT/Qn9CX2gvdvQrnPOZD2cTu+Vb+kwur+vifaUdievUSmv4RglwjgxiPz4hPyIvWgEo93/2+7MLf6ofok7oUCx6MbpdeBy9O3FcPErWIhmqyAu4wv08g7YI6Chvk/HMi3UGkH9EWe08moAg+Ca6AJmuOsiPspnVlxtEhV1Mlro9ZT8GFOPcVHdhbcNn1BrVI/TNmoWOToHMQJ+D/+tvEwTgnvAJWixQxhmfL9mhBOdctwz1BIqjO+ZGgsfsB0SjfxF7FNvzc0rLomdAmwS1WA2DctyUEpZ/86oeHR3lTYISygey/lSRaaUxAh05t2Nnrr+h1cuoUEU518hEdGsC15CvPOu36GbwXnQG1osz8PLly9I99yMgZdsRocuhl0H39wEhyQQG7H92dePRU5LMvt54nNKkvA/ISHDD5y8EfAbYpRpNno9dZMl4bLnowKFLxtQg+gB/nz/a4uZWAWCDq1g3fD7XAYFfvoxOk8oGZHuiQwOYE5iAnsfe1Y9E9nHWpJnA3z+2CgQ+u5vw5wCvr1+hF5HdWQ7aUvyPn0AFZKzTTzp7h8ynykLAY15k6/K6fmLiA72PP2TvPyYDl6AjAEWyxq8eEKBpIKuGYGguev/H8Bl6PbNuVEH5QbWF+Iv0LeYyku4mGK7+2gvoiq7rd7Dvt7wyZ4W+rE20wKcR8Pe3OwaWoC+BaUDbAnexF7POfLdyEvItn6kXoPKt+Na8mizX6oaHf52P0LV7PHL96/TLVScYH18mTEATZZ/5GrzqKsFR9W8C6PIA5EDoAJnZpLKC2hPslw+5fxMpcj1cHznJ3KqfZa+giwYOEygSIBJg+sN7ziNrL19jbPBHAhtri1aXD10wzQwD1zlytC60+EGKaUDP0WGsGOlCsCecfWWdvpt+Mvbd18/os9A5/cqxUeHhkckF9wwWh66bGJXvvAt/s+Q3i52KPGTKhuYLSaFPwtNe2xucdSF4VN8IvPpI2miVLGiBbQ2dIx8LzOc79e83fZz7orPrWzzsTHliW1eET+CLIuha9U7fXQMGAGBLI1mD3I4e2VQwYSzwauZ7Cx4mGzy9DtyBoMmjGkJdKvPaVofSFs8uPlQbQ3CVAljry+Yafi+Wh7joOY/NO/7zbonu0Jxpk0ZKBxkYvZJbvanVnBxAddNpx2QApj5C6WD8UBMsa0syEkcOmqiuCoA8EF9tNJavvjbuNX6g+kNtz9nexOzr0AZ7BU2uDtWgrypqBy7lPA+sahNmWK/9Z7UC7eRmcGPTc8YI6spa/Iv/8+cPgwAAIABJREFUPiBw4iibPNY1grIY+5bMth1K7a4FgJmMTrSfgTtLOh2vMyB6Bm+PbE6vVek4Bv1HGcAFZuoE1bnTBS1V+jpn/fG3gJuOjQUll1dVJ11iYbqzQeuQPADon8HbHWsdCPLECwHvd8+ArYS7BOw4MaBwip7nvFmmlxrh+d6WCVjHH9cvwXfave9xmHYdBFCO7FLX9efewM5jIhlOa1lnPkzhdLI2i9f76LDwsCzjN018X1t+cK/f8nztT6vnpfcpSWKMK2sujLNj4xCzvxBdwVSdOY0s6yEUAGaqKKHbr6QAR8fJvjm+dcyZKY2SpfP3yMA+SbWZxIJRfn8P9jIH//4jsH8ztKHRZsflmfarszckL/feqO6aaUsI82xBC8uV7cuIDx0HMIrtp7cO5kZo1BkqkOn13qDAxClLHWFi9g9g5fQhyfWWPOPceM5cvAOg3r5pjA/jzH08xliFp05b+mJsRoSOPoQac4KsmNc68BZ0/ukszD17JvSwmRE6z1ua/2XZujbc+VKaevaufVJZ53rlJ6t06Lv0x60zJgCMNnHneUNclg0xiKSCIGuGw5uM3SoLQ4tVzjKAvwGAhxF3ZCgLUXy2vFtBsCln16jYAZtdUZ1pOkmkfbKl+j5OTMrk0DNghNMaqmvYsa84YRG8m0nBegnYHGeVMRWMLG0Zbb+vBdCWxizrt4Efjq+ZT+x76U1js4DQCMPdowWPF4DUsMFpo2LYjOAl+GWY3T+B+845115AoQG1u6aUJsp5xyFtEIXBAuWbdTriJMW4nFK3eX+zwSyTa2bUsrzT47sUl6oLM5k6d8mKGkCyGZBzjnpkuH9LY6H8CmDqOHfdoVP2Ia7aGjz76n0nSw1HFOuzu+FabT9dHdw94+UhOA2nR2vOneVJUXgMrNkxuZ8GibQsY9azzmoUkpb31iHuWbOsKE4pnI7ss/2UxlGTOVsZYEr3ZRQ4CwA4VjnceeE0FqStWlFlq1npNcbNBuWagi7Zi+0z2iyArs8B8Blc4pq1BB4Kfwy9zfz+XsXNrNyVYa6ba886NhipfFkZaek2DGCz6DRodPjy92aQm5XtfjYCcYB9jJkaS7PWGzXf8Z/KrTcLDeNtxg8PhF9wHnf8ONt8pmt95u+uvdfiiIYP/Ri+xNxwCraMC9m8NRo1wskQ0ujVSXWWP8yT+8FbDNBzfVF+C0o0y0XAszK6sgkagZfJ73edURJLL9NrlDEJtqk0+yu9wTQwAMJ5HxraPp5k0wA88eLZlq8V3LkA+XMuCmbM8RmV9bLH6gmrT7qe8Ji7dXBreDtXszdxhG61BQIi2l9rnPKMT9pV/pLJAB8jgEMQ91zuWhnwI+tSLQHZgfGd8RApDsH1fBLl3qCRXJ+FsZfv3fbF+sjeTfDIOs4vcy8PV8a7pzyf6hxEcGuIUA4Q2tqMOQONNHyYQw296k1EtrL30Z/IxMpFdSaNHlDdaowRenEBvOHgBfxYXWQNNjK7q5/n1hfgp7IFB5jjwcFfADj7sLoG5czWyMEpdVE7xljj74JT/N2SdESlYrzgzB8nWwxl9AscTw0MiWFK6SPO+Ic4kwGDDJBLAA6R3qN/FrBpKTn7UrUHaCOm5Q813Etg1R66PysjjOCGR+MAYXwwgLkeEHyyZC0DKK0RVNCs+Iu/hPOIjmiPZIBvnlWjeEqn1wEQskE3KVhO9iNGYMYFoMF5pDSpvbWt4ED5Kjz5zBNaJ8Ph1gTv3QqNoI8J/gdIpTJXHETMxIxiDVP26PY4xAnYuNga+aVAePmIQT8YrdVvKf9NT+IGUnGm7ZML8L8vMlpaAjkHwh5QZjTUSI2Dgr2jhxbZpq0akDl8CI18aQBAnL15MJkrdVwCGhS4zt42wyZ8Is4+M1+lc849pZ8FRHDcAB4YDECmI8eatW5mfJxeyIH2SAtwVf4+9m15Lk4AAFdkC2XCmk2tXokjbXXhLcdNcA/fwSHHs2xB4v6jj6iSU47Z7Lr2TJ/SYDha74a+G+CCQ3J0W/Vqvmb/42rSTALZjcOiR9xzwb0sN50xtLwkPNtSui3FCu2lpBxn8JItVp3AQCeAzgaisW65f3W2rN8GSFiqVock2WcX/bv0YMT5AqcEZKBX2LsLvQXeaKYCDjsclwBDzcKGerDH8z+AQB30Bkl07BW2BnBspinOZxzR5bl5kfnbpbC81wC2ljnkXFQXRs6WN6hjqktIK0dAV2TBACTc7yLjWfL81x7aDZgx8PWq/VANoKnOTjZtHJT9LkEZbMJ4Uc3Um4yw7iPPJdI+JZ4D9vB52ya01OD0dW2lIEuFc265K/0MCbiBt0KnADXY6Jxn6BV54JIZ2MaLM4DMZC8+Rn/ys+V1x7pRzYXr7GccOo6TmjUvv8p6I7sAFle/4H2cpAANvGeWqtkjzfa60DEC2jVa/QCACKcijt1mJXGWiVVCxyfDpOVQdVreDT9vtQQCxXDkEsjR0vueiSdP7YuMXwCQ25LUADxkqrFOlCmmTyfObp2wAKDIMQnHzMK3rWEI6JySliMTuoYZCnwIHqfeBe82233LjRPQAh18TQYw2WM43G6VHqescOnJIMUXAap4UXJavVO783btS4aufJ24/tKAZ1L5aEa6+mTlemQCOgKAKOekQSPobqMvPUomI/fgnLIOnDXK8vKi/Yb2uZkf96FvRE4m/fkbwTS5tgElgiX6ZcweWgG5ztLlTa2CUqUMJ2bkdfazgE/oGbBw1xaH8euUC0XOre7rhkgr9wIeEJCwdiMlfZF9ZH2RwfaglVcEBthv+mCSYUQ565apzzwKbNX+NIhZ+9WS5FRbYFHRQTcoRNra/ukASsnIDr9vRmzW2D697gVVfl4k+w9gm/148pTMesHfri38r8G37LPBodAD/qomCbCX6IKt4bq0CF3B68hqFpBHjiEvXiU78yrZhy37HNAL/iMw65qxJ/ZG1+fVwLRkRm/ARwNGOgTncT9BRPvcnukAB/AHvw//gt8AXEPP0MQEUtaOCI9uixr3Cl5XP1E+e/5XA0Qmrq1j4Xn0xEWH2AA/gxUCODTTLs+4mWoyn80sJQsOXvvq5bvqdHdafYdAK9vfrJ+Oez+knUeee+6VTT9trlm6gt+1R3PPBgCjgRe1oWoXGvSFLUC/262asjY9z+Eea7NtlQ6AdEpwE6RgMN7NG//4D2bEF6Soj4leyAmqalCbgUycEfhHq7k0eNeMckEE+PPKbvRV21zAx5HD2wLia6pmQYeMiVLW9YtWtiBDAWJvBZwkKME2MbtmL168yLXYzdooAIXol9wXMPzZ79f9DuOGt6ALrx2MUgB4IFg4vtnK/8whRHEnIO0/+SeU7w2gltLLbctBAAsZbwGACTDDhfMitPwk2eyf8T8S9FBWTsAICRr6sx4F0IUzYXK/SOBKQYo74XPPInMIynmn/oZ9jq7wqOeB++BjohLKZK9SRShBFajSZMLeTosT9C3xFXwdP268Sd/qbwEa0WkLjmdt//QfCIy/fEEVD8FP14FlY/0A1r7e+Mtfwl+r99tX+U1KSt+/97i6vGW0sa858+Onrw6c72aNr656gMKLkEcJZuOz0KBJXV7P2YQHPbo+4wgEgKEvYRPahx6R3iAwSr8SbJjMYp5b/X9KZBecxRuVc3iXVgc571SBgnYbuEeQpirmRcezNPzKb+UYr9q+oSN67n5M5vNEPFWuQ0+1ByIHCWJDh4EH3Mt8YROHXSTvcuzoX8jPtG+oXU2LFMsz13dRsB57Ys5s/ZgGNKNHsacPH+ca1iT+NsZREFE1ofoyOjqActtFtSd6stwf2Y9Yv/n6hMhoV09v9YXc1IxmdXiDHdVXaifm59vXyLyc27CjBwH9oSnaJ1ABiKc/iI4DX6svI5dytrD/RD+SCX2dzMx8hgxj7/EPkN/ENQCXZIu3ZUz9wsrgi+8rz237OYLiyAxuEKy+z57N8v0NwFPWCG6akIAdCcBsj2qeD1Au74I3cb7ukk2frQCzfpPqD1/7DGwidOHs7fjdxh3cBKR9oc8hl7vXq+eMgvONiiDhMYKbx3c2g5+gDTPOCRa1ItAGPnFW0Ql5VW+dks2OS3/NiHnXYPzr6HMGJ3OmzAwWIMcfcOBsJsosr5BOa4LVRzH72L7KJmRYFcRgRM9vjYCZlIkVd2MjF6fAh8I/fLu1Mw3cHnLtWuu78uuLG9aXBbeIDbvnlDmeq/qyPrQ4WTyvtm1444e3t2/8y//pTWQuNRo80+j18A98ANox+uwuADCTImPJ7NY1u7LAY2D8EYB73sa/Bb0OBvP3sof5PoPZ8qDnyV2I6DSWNRw3k6LC/9CgL9HQdaLOoWVhN8tpgdAK7TrtD+cz7zUzL4u8wN45e/c8V8ftAWPMdcAO0fR5A9RtH1YZvBG/vHa+gkHHOjVzJt+t0IUo16FdIMsRnEHezRhjHXSgeOA7rgEIBUI2Ff3ICt49Zg2a4ZfvXprTr+Mr91lQdPeXZ67RvcDk3uvmGOP6QezfcBkzSmEdtDlo0xethInDeff4pOjrA1mAw/VbUKqGFMrLKKP2BRXI/n977b7+es15bme6W+XSCGDL3DZ7CedQLmwJgVFUN/NXMNU9KHMGNC4z3BKypz0qY9BZfAH0QxMtmRLBvcDe0rAloKc3IwylAKPOe14lgWFYrO1GsOCk2Z69Ko4HLR0KdEVnP7B0hfc6A8AF3HjO0GN7euRV5wj/QRsDJuwzNqagCgFKeJmnHK+Z/DxnvbCM4BSxM7OSkXJWT9dBSwWGamBkjSf7ke+0N+s4fRC8Lf3Ucepg56yaxcabKmp1yrF2w/ouGeiN2g3TbuQ4F0iLE19SpUEn7kbXrOF39DD2vChIZdZG/mypEfjOZgbD9hEgOEi7FwPAEf2KwlwXNef9pBhseeo9RnUSAuZVc9kzePxc43WzF9zEE0DdvRrBxT7BZwdI59IFoHfvl793L3NtAcACkhi+REGpeLXUX8+Lz2qEVK7dSKhVZiyfi6MiAMMQdx2IPDvf33KS3kdFiXs3Ozfrtf0VLck7ZUVncc4Z+oJYntHtLcwzFgBmbPJOsxzl467jlvhoGZbhzV/oc8d/KPMDRJQecQ5PGboqRkMPZ4NN3tZIioKBjL0Zp6Fr+/Daz3iPwPLWKp4ZmBHtUyqmyqyZRC3hnX3onmRdDz6JYz7rDG1PdtwGlazi+XV6m9XZO1lWEDFO/6PHsWerr/Iey4ZTeAeHCInAODrahyQehtuNjLR3kZGXKlQ6qKrG1sGxsv5WDPjSVPbIXlzyvYKWE2xwDiJoEEX5jD05cPSwVmRTYSxgBLS0O/81EMFAEEFLHY6ssVHfVHQgo0fHwTp5Ok6UeMo2htecz6PlX9ShWlKJrMH8TaSyGXOWWDUL30hEA31iiGfeVCzgZWSg2W117sS4xcgyExGlEMNU3nUESRnNydga3V+wb9Y1cgIFH3ZAKb6CFmwFZ71GlgGAOgXQq6yA8C3ZNxjMzTItLbvVxcfKJ1hjouU/6Vycsrub8buZLevcZB0A+O2LTOlFq310TVBOa4TqDNnyO0wUx2n3m2tbNislvQJEPkrGBTJQGtO4a7/HKuqwQQ3OBtLgDMu9CDBDdpGVSIbZTao7sBfwuma5Qyc7V+ROlY86lAC2yMhD8UY5N5AimUd57oNkZcDL3md+0HoBQOgEQ2T4Nf2zMMTbEmJ4kvJ9A2jImDFD1gwqyxNuRjWyi2w9A1LQF7/ocC2PJosJmtRYwcFE1C971AAnZG8d95lbPvtENHn+oB9ZwVUyoKAJ9rkyXgC4DtKhR8bdzKM8D4cY9NgeyFNq/gKW5ftEr/JMHMNMFecYW8T4cKpxzqDT1eHXMCNLhCwf1pn7YRjiVIB+yTJi3mun3KFfVoE9aea3sVeanRPaKr/MPAqy5rUlmvk+DkmMMb5MD6pm2Dc7A9quGy/XWNZWJqfRrRNQJ0L7tLfnscAhVSH4WUdQvmYZLvqqkuViGX3nnazLyaxeOtg+xOwVZ91gHJzX0KS9etXNcKaRMRFHcHRCA3SSHYizUH93/TSMfXW6deaj42yJ2gV5WyZ09H/LFq5TDecP/AIQGF7knC9tKeDVLfltqfkfQZ8b3ZwACfYcJ1V72mWPqFBB9iAqYx0QmVvtMQKP8ru9FMPf8m1KxwJUtnxvHJeAiEStC3Qa7W3wDXwD+iXYI6XWkmWGM+kW5djhczmf8IztrWRWRJXV7JEZutCIfbIpm3s1NoZnhBe8dfsPN3OBnnbRMZjzw2SJyKsErfgKe2tZUZ2BOOXQvykHdocS0O3HbInMSruMs8FmBJigb0/AWGVyDVX5LP/a8zc/4S14unju2wCLyKqWwuXyZLisPMRpSrAtfI59g18CrKNbbaAHOgsvSzxTEjGZhSmz2YSCzlVdEyf+6o1cTx9T5CH732ohBZk2eEhdD1mw2b09H5lP20wUDCLbgewnzyUOS3t1V1PvuYGWfE9wmD1q8EH2EP5Exq42sjZA1yl/16GHfp9/9JoDsN+gFOgYnrN9Q6GpzTCWTo5AMcakE0oHPbQlOAHvJ9vmtzj4KSmv3iv4CL89evRCy8j3NylnCdjB5wV7sgYLVAAuAaBtRSb4fcveNyuWHqmAYQLAgA1vk1UIPxLw0pnU53aP7VWH+VDddrIcoNNm6Ice3r1/M/IFgC0ZlgRg5Lt3st7ILuQZZ9XS3FP5YGw1ALGWha8CEb6WDJdmpDVjiqAi+5MzNvfH3sroCA/Sc/ZmwO3yzpSv5PxyPgo4cCZzLfMwgC5AJlme7dtJT7gJBMm8LgBw6I1+tbxwUAN2cC4pHYlsJksnK+BB5qk5IP/4V0tMt/9w5GYrsFBhJQ5Z+IclFHFqT7uZBlx4lvWFoN+nxHSy/Thz+HWRJe8o9ZvXlua9AMDZi+oBAILQE2cano40yKac3Fe9/wcCasjUJQgm9NX4AICILLd9as12g84JqtnKJFueHhp59ZJ5WG0Cx397gmMj15ZhlOHJlKFG9CUbam3dfoJOQcWC+qakly1XWL0QzT4/yc5rn8E6jAm0QT8FRLGMNHpH4w9yTrdnKnoDOvmoPV2v65Sy5YyzF+rttK8hAxcaQW+Hug1ganAfQQI5pjia0dGITYJvo+MxtkdT6eB9aLp619gVG7wJb9zevdUfo7O1t2Pomesha/YLXYUX9ERGnfrajxv/4X/0e0t2bxDp6sPoaoC1TVLI+F8G1LxFpmMzgcyWbpZvfRkAg2RdTx/sOOWR8QTH4HS/CpjENuUE1eFPiVuDP/V3AExik/BCn2ywEbIy3wBMFWA0kPjpo5QKxt7Kmy9fvWpfznvJKt7exei87GGDXKrToEBQwlde+OwpPrWtlgGtC9Q8/ysZ/6SyHXosZ0o73DOO3EfnZs8/JLMd/e6qpYXT7zuAKuAVuocZ6Mjr6JO55ecv9tx9FIAXfav7iFOdcdcOR59D/3x48SVxb8r+wjfYL2Q08gkAnt7FVlpSxrDfb968bmlpwLxLtQxmlo1AB2R/H6VncUtPl7bo9U3lDQD3q5ZRxjfOvhkcD3AtyIF8trRoAKLw6mZNF5rivsmWTcY6tC7ArL0Fv0Z/o5oMawJPQd4T1FddO/wY8NvsL3YKfhfgNrLtSQDgTVBZXRKg/mUA45UDd6J/sDacq/bHDo2xR9ARgDh89lHGJX9BnqJz0pbCIJOsbGn7W2TDf/afPs25YUqUV/+efrFXN/7N//nqxoN7D288+R1H+q0b//b/epH9hzd7ZpsABI+vPpinhbFR9vdBgDl0NYJAXzzXhrxzl1Lc+nL/3f+dOWTMD5OB+Ci0niXqOQSAwwb+Gh5Bv+L3qWIPbTDGW799CdCWs0MQECOgtHN4aquQZGzwJnBdaDxNE8KzE7QQ+rPlId+gd65VFpn/zZZYxscPXRNgFZ03AGP5b/YfHvEpZYsNFIOp5vzCvwC7MjfaBcCnvsSWRjfFX0SlB4NRBfnIbKY8/gZYk1iCqGjVlACMHyLf0OcfZr3gBQSQQKeIKQBO9p3AH7KabcFDGfcEMoW+ABepQsSeUioasBoezPwo2/+Dfu1UbCqGoS8AutQHCCHQ4iH2FKKdIBzkXwKviMlgjNIybR24AL1MMJHArz5r1o2Hvk25dfxHf/7zn7Vt8GFE9yFzvyWlx7ezrU70eduCgUBlqhEAsDZrNaW3xTsip/LcAnboqik7jR38/SuyC3rLngesrS7rFnYP0VHI3MaWaAxuPrBaU/aD0tJjG0IX2Lmsy4e3GlcPHuK/cP6vX5pRy73x+zUYYGJk+c7bN6wLGEUqk4TnwBdos9JRj15WOmWe7bvMWiD7Yv+H32yZbWgbELa+GnrIEygePleZKqV3DgbBy9NtDWIgBfOn9Dm8ln2vzlo+xbd530RGeh4T2EPw7LvyBjKACSDQHum5GPpZ/QVfWJMcJlDJwGUD61gjdEDbCEylVAJwR4dkjNAxNNnqSOG3DUhk/fOC5yHfW/EjdHUJ1M19gXzgHYtdISuhNwOZlcWljywC8wYbIFgWecEYxQStJCDeZGISAngB4O57q54RGChNLX9sSzRsMvp7wyhrD65/wrWCX1/aFo7vj3l1z5gz1beK951xBctmj3nU523SZH3I2TPMWbh42wfkAjAR5Dlr+f7Dbzf+1b94k58+5G54Puv2ucECB8Z7893HdV+zCAcAfAC6MtF9rfK2BvK+/2vm7l5HpHuHMG8YQebC8BJc03mlYXgoFOu0WRBykfTNANwMpGNsZEwcgNuOQWfnUb6X93lvwbkFVc9A6c9zPjJrN1tpI2RhVI3M6UYaaVnDrI5UibpOrz0Zc+MFQs7r2Xui3ExExq+fuY7HHM9jbPbYae1KJCVox7GfYzhbhsfPG+VXJcRxLrC932NfLBXnvp1/P2dvNbKjzDh01BItk4k6GUcQeceff2QcdDz9Zxk6CODXCNH282vm79AKislo3AuqOm7f5zIPh6DNme7276WvP/pZgLjOIUGTvbdAgHR8zqZeJlP6LNgi+HvQ0RzuydjROcp99kwwt6PXQM9DBbAp/gvseTb2uxivrJ9MhcidgofYovjL5rjyex3rGVvV8dKGa7wlunomEbplCnMgy2TNECjTkSjqQOXyArncm/fm3NaQHcCymUuUO2m0yrFvh7N7e9l4zgkaMMLJrLbzvpm55hly3EuD23/W/a7zAg7M2IbfNJMt977wG8yhU7hSmX9oWgat4iM/UmnDEb7RO+77Zv64JghoATad6rwoX3QA3SNQ+O4GRmTdWlo5D2wfxNbxR0Az/zyPueT5ZE8yGmiJ0mjMn+Vd0NdVlV/yWnpXoE/UEWObg7Prtt9bg6SGx+x7s0KyHsd6e/URdCHPOPjKmbedssrnmQXpyDwZRQEBexGCnNGCwxidRjSvQ7+GbNYHwxkFhh1nf87yZbPlt4TyAlYLJLMeVjRgX8w0MoOG9zZCzUCO0kzGWgC4+7ogmrRmGQ/2eDIqh05QvFCIIClk3MooBvs5iv6dGMfNip31aHleeBR7tFK9c+sMx+iiPLOZPwKFlqtrVvDw9jplSreTEV0vi2Bdgc0qMDpVlzY2kKSlx0oX0JMK2ypal3PAOcleWU44Rm2u3++33HAU3Ev/6nkGss2MmemX3bLEKMgYzTgsdOKey8UjI1smZehVYMo+kjjTW0IyGnar3LD/uYGZv/Arn2MGv4a3yqRnoaXGKrdcc/7eNV95tut5ZAAZ+Wk2lI7aOtSzBswX+m2vXjJpm+m50f0q2n5XZ/qCu937KtgGzWyZuvbyyzzagy7XN9sEfsN/vMFz2+dUWcHZ1PBvHkTXAB5rxs86XOTgZAOwzkSeMjeyVriHPVmm5AwyQVE3LwM0ulZ4YPKq87f0u0Fy9gtcHmCWvb0WoVUze+0Pa8+qNWT8fvvAYlTmuVZm8HkEujQ7Mc+6ilOSc0T58M91xqIA10upAzDzahnNZrSq6JNhgoHUMmUju7ZcMN8pWJmRwQNZGxy5BWxzRNpTruCSZbO/ARiGVwOu3QS8YoUJ5miazTw3v72LMY6ufC8OYCLZcdKwaQAtv9FfkoCBXI9ctt9wjP3cc3vOsabN6iIiM+uHg3R7VQK2sZaMh7XACGo5+lb34IxtuWv76dB3fDPb26e1GakYyYCbnslmSE/G5JahA9hXzgPy6AyiHKggGSsmPVveSt25paHhG5S1zLpR7nDX6BLYMzoBxv/2qVFOGcHNmVpQyPLlOtcLVjWogYNg6XAzSXmPHqc6riwbFQN/HYGcdxzQ2SfWkfFw3rjN0gnrbpCQTiDOPvIckGWDcCjjD8DDSyMb+tdha5ay1R8o49UzXqeppbgO487v7nrXOUFUcxxCBihwvolu90zzIkCqIHP2icy+60SIwwMwqMmUsDLEjzpJpW9LSPMffJUSnjiO6FHa/sEtQ4xcUW7UGVXqhW/ooEU/vx/e2vKqWXd6pTUI6pP9iTGQAaE+pSxfxSUOtykR1uCr0AYOyQ9xspQXw484k5SYR7aEDb4nEjzPvp0z2pJ9rbKy/cG5xQaD2iKg46o+C+D0YIBC5beZlTiTdIxSgnH7xLO3AA7sO7pKs18DgpL5R1lLzo+ykX0nAI35kV3P2aPEa4D/Zucplylfag9hWyGg0xk4BfjI+ieDYzIXWbdy6FwHD5IulFUAYcgKwVPOro666vSRoQQEfMHx1HLgAMs6PLa/bG/G0mdcuy6Mx2x8g6I4puWh1SPNesb51SpFmctWW7iUuUPW5r9tcbDBPutQ4H6Ua8QpzstMSPjRxwaB8KqcnUBd5C7O422vAACyVYrsSywwXOfPlCft2c+6t61LngdPNqsEsHz4V/a6vaRzHetY0R5aZR6blcF6VlbmH2fL8rcGVbVEbypPIHMI7OC1QW09kwDIY8+VF8A/8ndL3hJ4A4Cfh/MetMC5Zx5j4tQpQ5YpMoWygsgxGRVSAAAgAElEQVR1QJWHyQrlRQURwBwrACmrFtxsecKcCYDzt2/Ty5YA7eiK7cE+LUsMrCb4Kvy2gQLaItAKAOOY2X1vezny+5Zm7l6Vj5aC+vzaVTUOI1vpMd4AqwBmCf5BhwD83DUCCH6QNWBepbkGCFJanRL3BuyoW+fMjE1A5krHWUUG4CMAD9VSGiAUx3u+j0OV9XyX83u3GZnRCWK3vX6ddch9cBBullPbNuR56DHtO0zWWKsZJDNlysNyXmw1oNJE4AnZph0CCk7Pj2XW1cPJHn5149bdAA/ZP846gTX0m/2KfoXUBtwnoKIZcQacoTtpC6IXWd78+kkyiHNP+B/OyQVRzXq2QpcBrjkjzZhe/5N2RYGs7AX/ABJ4VjNWxkZF9zfo0rlhE2gH4SxcR+hWVjGApvwqDIjemepOZFZzUHT4VcfpvkFTBspRtag2EY7SOReeDRMHWuYabjp2D2Ca5+nHjRcpGXt9beYxOo9Bh3xK9Qf4NYFDOO4FKEqvQzdru1HG2MoBKSdM786MifW6e8tSvVbrQpmHft2bH1kb+rjbAsP3rHJBz+PQbvTI1+kJrFxGL3s4ARLpK/rqdeUtYFsDbKuTaMvTz35lOa0P4NfIctaz5arz9zW9cidAV13D5AmBZeg7pXpDz4DXgI71G2QLmt0UuQot0neRAKk6lfFRZJ85P8rAowIPAEBlS+YFnzWw8W7Bo7X9AbChHWiQa9CXzeY108msAPSMZPu3T/sGnsrLcbjTAqD8oeYKfYgF4BnX9bUBa+jR7D0ygTV9+eJteTf6c4MAw0PIqoU+6dPMmjQTn1YdtXHVKeHN8LuP0XXQF1rBJee2JcDRr27mLPVS9UCu5bvwDDP9Dcb2bE/FmNyXMbCG6sf6Hzn7bRfR+5h1zLjQlaxmQJCVVZHsrUv1B4Nx2MfH1wRyMQ6uSe/iZPvVxIs+ig4P2MaeX2z8fMj+tcR6HToEIaJXcv5xhBgcz/6g0xBIsDwM+qW1AGt0FdqjtynzfJ9AQe6HXcBZufnjbrJjHxfA/vgpQYRZX4Bw9Ct1J4P+WOfPkbvo7y0nT62f0bla5a0qP0GfyYZGb87w2APo5kPa/nwNoPfjG7Qb8DnBN7duIVO/3fhP/uOHCQoQQL2NHpA+zqzz549W5SPzFjn8j/+QPq4ByrGlCpgMIIrfCztl6ffZdfpdZ31YN4LtCKq7kXs+DOAKTb54TjnXBCI8M0v++T9QojzlvwOENugQQmjJaSpjMOcE5iUghJK1zTCtDZ+9p0x5gOA7sSOaXFW9IcE2CUbF/ob/XKokFqwP3w8diAIB0Krf1q9NVmQJUH8oP+l3yy88oz4G6Jd+wPUpUZ7ZIKnFCuTzAJUEggU8jq3WKh5f0xs6+tzXb/TBRR8n2BfaMSFM3010quzPBi6W4+bQ6AIhcDhBf4/kCaTKEoSGvkGQCqpi9bvRHxkbRxpgq+0aGogQPtoKGCak3YiMfJsS2fA0Xvh1Hub+/kWmqPqDPn8CNQxwJ6igIFzOy3UAeWb84vmryoOnAUJ5VY/LJe8DkhJHCx++yjkm2KHyLvrC0/a71ibKUqUPtP1OGfs3qtjlBgR8WS0NEB+gGR2KdYscjq+kKhE+QJYk82ANWR8qiHCWWxklY/+SEs9WD3NujBm7sG2Awou+hjfy2cPH9mWuOz8X0XfVtojIBEHw+jvyOfrF7d/kF+wf9PPmlW2B7AmM/CrFdQwN+o4+Aq+12ptBBtXrY4Oo8+sv2wTNtvrIGcL+AARFs9i2NrUn20cZm12/PgEE9S0h41sB1vZ7lWmVV+pQBC/zIvCAsbd9TvsSu/sbZCH4vxRhYFNbG3DHrAF+EGQd6ghHo1hZMQp1iQb/Yl/Vl2ZCVsuW59US8VSgmeCAi55Ki7TMFVXWjGqCjmhlxxkh4Ardw0QAXBBc1wpOAKcAwMjI2jxrex4lkpn/6tmMsWOaLO7SRc81PN6AKEDzTShbXyrXrc2gHWjwG+PqPWrA6AtrNbMBb9TzxEVLL7Ne67u2MuaRDMS9DA7kWhLZqHh1P+fy241//a8+5CeVJa5tbVaWph+1cvJXANgSoBoNvvxZ/WDe2kHt+2fnPO8teMx1/18AcJ8wk9wSz/PgcUBu5OXPAKGRmBLiZlzyvc1U3uzavdc+o0xywOAFgPea/78/y9zzJaI+nOtRCrp7y9xweOGAG4PT+bqQfwTQ+r4p+bveC97yGU5olJNmNV724/h908EPoOaceQhzPIBK7rcA8N+b+xLfllMscVfQCCQfgQIN9uhrAWCGh1N1D3Xnnn9/DwAWmD4A696sERzSyAK9O9YFgfn7nN17pt8z8HgxhH+Z7F6DEsGGCjwPMP0H13JwzRo0Y6rClP+IypgIl0aTlQjM8CrYFgZwGGA8Z40zV2az7CwbZ1+mpaMdBrTbvpK59ZbxwflWfXPOKKSG4skbpYO5z68AsHs3PZQXfB0nOspYHfXrqKuj4lgM7IoFa7fv536KIgGDqg4PM+OclGGqfLFuVX8wCi80fIBlex+dvRtNY9SnwnCzvc6bc3IuVgngemjpcPCY/ePBxGBYB/HpaPYz9IbtrcQ+rMN419iG7hq0CyDxPZ4HkAhN4GyFjKRb10Ab2j3BiG/UEY5gIivJsFCdRVPpj/aCOi26BrwOIV4CfkfPjt6X87PnctavArN74XcZY42tnetEe/fRq9TOM1iuLfGqkFKo9joCvBCsda4a+NIz0IAHweTOGAEGmNjrqqL1Pi3Znv2xtDJzN3ta4AOnjYr0Gi6eITOHNiCisqf7sCXTNTi25yLKxfbT6jiH/9nzFif5cU67NiOxmQvnrGdnHCcCnV5vD+AYkERnTyWADfr5SI9LlLEClgZodB0u/+e6SEc6ZZhGe742g5V74gw99prrz3S1AObuGTxjAcYzX7YcrvxBpXmfbZY2Y2z08GQelSZQFHYdGkktPQJ6WL4SA0TF2/U0i3cB3i2BzPpwPeOCdo3ANHO/QRtZX3rUSCMTEIKSWQPe/oBbSoeSm+xJ+/ZC8/Bgxlyl6ijB53pAP1uO2HURMIZHKFc980dQjOCM97E8IrTsWim/XTiz9lWWC0rXKYvDmHMygAig1GTifh3mwv0LPOazllQO6W+wT/l5Pl/AGv5jphY0YjlYMiIb0d5sUJwM9hjRqcbnKn/dq/CTOk7zffu0Oo+WM2TOGKrQvW93TFVC6ZNWI5YMK3uC3p8oTHQOHFbS+AbEeU4xTJBFZu5z/nWM4ARfQAA6tIcbThD3m/l+agaeADCOO9aWvnnr+HYfzYAwQGgDOoxsJXMO47Y9bXJfQCICM7reBXGkh2bDxvkGHTVbBMMDwKfZg2YjEeEPLdNPHgC+IAaRxi3tZ5AVr48xSAoYkGGYe7dvNucD2mpg0UFf7bc2Bw9eYCRqnODJTDOzOo7Pltr2rPM361yHduWzgWDll2QchV8CBiJ/oOXb9ORifbKGOJpuUQMIJ1LmRVklMgVwitRAiqPEM8A5MhuV58jPcARmTC33PRVjmNXoX+wtDiUOD/doX8wBjqEH1oNxNCiuPE05cykpj6FUoOd4dV8A9U1zqmN1241At3yOU6eAU6YOrW1QDXc6ggx0zrdFwuiQ93IOdIYZqObLrFxelvtXYcIhy/5j6FvKHvmEjlAtxUy9bn6MpoCidRQ24xI+qUwu/8olOPcErpl73mPayOWcCbaTrCNfEtO9rDeOi2bJZN8N+jMIqKWuugc4mPiekfWwTM4vewK9CQ6ZCVUe0rJt8hf0i7UfkLd8/iF8iEzb9nrjPHft0ZkI8MFmEQBmrl8LKEof/Vl6ZFysi47YAnPlE3pDzLBk7dAVcNArX6wwMPYkAAlVblrik2h3eNsCj3EQU/IUGUEmJCXuGkCL7MB5TjQ4coM5kG1mYAljw2EBOMDziO5HxnS/+/yMK88AIKujO+sDmLw2LvvDGuHo34oafNcy+JTCNeMXh86Cxavk9PxS/SFyo9n5zTghE99Md9bTtUokNs41AkMKEvN4s6q5PzzznGmL03/BHc8Y8kMgGf0F2qjzP54xefs6sMjCltbYnwZBNJvXcmorD7sfo6vBkwgIEDxS3nD9ytIh3Ms5Lr/PuFuufMGirEGrZnSd4/zPvgBql49WH+DMueL22BW8YW443y/B3gAy9LtucKWZv6yPZYEnGDS3Qm/GYcl7BODws+VFA1bA7yvzoG0Gj15TeXwEQcPv1JdwfCfzLM8rMITulzm1PzXnq73sR1fNHJFVDwn2yPDeBQQ2kFf5Syk/9APWAb5SWZr5P0gGkxnFVg5ooE9HhmxMFQaHWHrhMxzxZHid1/36Gmfo2jHqBYwZugFssnThOF47ae1pA7TR38hDHflLsFsz41wX6TX0Q6BN9QmDTxY8BZBApvautVEACbTttmclQAWvDykzyrh+y/kuzZafyxff48XNINrTPmNlvwAfLFVulil6HU5JnknpdeTZAsBvAXkzwEcPU06xNtYI5jx3q70J/OgYR+45B4JvyH5NhucECwAiLm8VpOccyqt37QRGV8YY/AUPYX0A8Zf+1TOsqFN6zk/OU3tM45ll59CtqkseJR6vwhPIlm5AT6vN7POgU/Rb9Gv1Mnh/KyngvKzeJm9G3rbtAdnW9NJsX9NK9+o5BOw02DZ86Ww/o1/DM7f8vGu0ctr+zJxjzjAvg75Y8+8FgJ/gyM+cOQOthEG2cjYXnfZzSqWXL+QcArqNMjY6hTorQK02nBWDGDFAeCTHRf8p38/paIUN+guHZmkFQWZbq2mRnVXbBloF8L0qyARAwK2fPaMsMXbqp4KntkbImoTm1n/F2rJ22qJwHM4kPVNTOjZZnO7rbwLemTu8C5BtHeGcASp6cH4+Zr/1TWI7et5x8rc//ADAjIsMTWQLcrUBBbkUZzSgJ/zI/vE6y8loxp7CqY4dsUF0/Hz6NFnU0+ZEAJjKMYLnX9qSQ78apesLIowi25YI1d3NBoM+bAmlTsbaNrlg9BbkiHY358TS3dtLmjFyFjiX9FLlJ5U57lZHNJCN16sEYDy5fnLjdcDMgpJV4m2Rdp1+vYy5R5YkkgY+WLZY34V214fwC3R1XygsVkEhs5aXPhKDcpFpPTv0zCyvJUhAWdtSnJUhViVhKIA6rc5A/9+w/Oo1AcBQfcnkswUBACW8Vh3c9hzaRNAcvJvzzFysDjLZkz2N0Om3jpXAF2RGfR2TtdZg+MzJ0rSx/aiWQ6/1/Hv54mW+LB8lY/RTAOCvVEZJoMBVzrfnUh6E7JfvWvrcCmAZW2U2gXno3FQ/A4BEB7KqBftAMNWP9H7+8S08N/tPWeIbN1/d+Gf/+e83/vJnQZ119hK0WZ27/Mwd+Uh1lgThAdx8y+fYUeirVjVLgEfOzfLDpzlP8D39qOiw6IPyF+754nn6kGaNnv1uVRXisaAB41Szo72WB9syhjkCnqvXRHYgAwIAf075Yl0aZGBfhX9Y9eJBwMZf/azy/tXrCWqUNhjirZvwsa0yJthYYIcP8yyyivUPq4taUh8AONnu4QGUCOYoqOPZ/qmlvXMNNJM87Orvd3I9oBL8v0Gn9bsMoFS5pp+mpfUH/JXnEFQXORrA0QABA0zZc1rs/MO/S2WErD9Vn1xn7HyBtFbLIVEjMugBOgDJLTXW0z85INIGvz59GnrXbdOAiBfPCVzQHoIwkE3ur2MuAJw+zpwP5AS9mX/UrlAkdK0DeL5LMAJVqQhA23ZslAhfvxpr++G9IOsGeBFIpj5Hj1sDPhnn69cBPBs8QhBn9LKsZys7nWxAMn/Za/5pc9fr18CwFhPN+2zTu+iQJshYiahBG/R8hk915ui4AJXQCnYSP9kH20i8y4e0sCBjWJ/e7ZY7J9AGPRudw+RB6ET/actK49OM7XMBI2es+pMNTl8HOmcCPgOdcj+Tn2pm9OyhY1W3y2fwRNuijO2WZ3x4L2BePhuaaLWK7LHt4vAv8CyTJNShPezbplJftC1QoAPWqD2FNV/VRRj/8Ij1RfYsEPBPAEuuw6ciXkSSFNUwbeOiAn9kruJXoOIDz8DWxP/DReyx7aI4r9r7yFD49+RnlHeQV9D8n9pmTA27eSsJTeA9wbnzKp02SMA3WH/sXOwtMLkFnhln1Zn8Wz7C9Z55ecry6MUPFpPYyoF8jyVefup3DZLmtQDw3l/6tU92g6XrAxk7IoEi/9v/+iEBFgnO7fi13aGdtsh6++FIi7Nk2jrvnfwq19uD0fec0Ar1szO621Qh5ELVOdLv+Ma5T98ZKO61EPVC5nynzka/V0U3q7JlYHHSWfbuZyB0s1LHtyOdMt7RadcZcjxbwcWCL0DiyP/9Xwta4oTDqeF4f3Z2nQHgvbOOHpUzXghj3tvS07vO5/txLUbYNjtfwGLBUPalEeMlgp/vf8lUGEDinAG8hL0Mkb83EkMHlgybdapDuplBjvWy1xko+weQhQO7L4gO5/Y4wtnNBYAXTOEyowR1IlYxreCe0rz5o1keGE870FnEBXv3EC299Ce3nAP7E8Aw2WaO/6AxhPElcjfPOX+2TgduyboI3szN896W2uaeTcdvxO8AJ43ClQ7XWcjwtwTuGuA6dyaCbJyKXcJZYH7AuBeQUQkg+5VoTz5zUWT6p4xD1rP3gSvhbHLcVfpHsdjse4SAAB/cUcbYfrlzpmWES8EyQgFSS0G2RDhOZpzd6+wrkz96ADVTfW6xJSSa7Xgy5HVgct4dq701LdfIOeFZK3z6OeNe0GX29yi1+/9w9ma9ci1Jlh7n8Qwkb5aq0QIagqAGWnoV+v//AQmCgH7Qg9AN6KmqMi+nw3nU+tZnFrFJZHULipsnScaJ2Nu3u7m5mS2zZe7HL+OgNksrj7cKV0PlvJbOi0ERM/jIrDarledvVVJeNVpnHhk6GTo44QvUDZN2D8+tvN8eu1xraSd6LxQ8jn/ex2hfuu1Zqt7bg3/6wY5MMAKMkoKqJO+wVgW+ddz2tRSkS+3pfmPwfgeVQDZw9yDfP8jdAsB+zv6r1TflH1Om14m0stczxIOwx/+A396yfcBzra3K5PoaFWOCDeDSPsLz/joz+zzNqOIna42xCHglbS/7UwoQxri9YgkiLTXg7jN7h2oE7l7dQBjjb+/jmVOeowwZ/JffFYiGlgaK5gGWcW6QAwCpraB0zgzUuGTKTPVbA2/navY61KwzzxBZJbi5TArsS/cV55XBxSY5ZN9IMWxfXl4yBDg/UlKdK927FgM2rk5kjEf2jeqwVsJC2WdwiPEQXORVY3XOhw28+Fxk+QnqNFuvlEgGGNRTAJ0mpKxR3xj2yMl5jg6GV419dW719cgeAZgmQlWOCObvXvW7UnQLkBIwaDByEhis4MUukUqafcKcUK3cnr4Ff3CIBIVLcTuVsQS5dN6sDuFZuT/rYk9rQcMNzLGnraCUyrdnMus4QDRBl57Dkc8Fd9kFBK9LsTngYoHczO0GJ5iTUgS1OlXbidf2chd0V0aRS/rqkMVP1Y1V3FKmIw81SAsu6fXghO2YCdz1ZK786mQIFnGWMAYAM88H9qtghRmNPOfuX+4JpSUCflzvj9Pvmc9bzSOYTIZ0Qdc8M2vUAOeAQKXa6jkklXj7xcb5QlXgEBC0gUqQQMzTBIlPZ3++QpVHwSxoo8nqzbUK4Pf8UhYN+ptty55rolCDHB7jAIXMHcBWKeCytksF3h3OOZ2x8hw42JyFu+6ca6wh1U1WC9GzE8pz149qIPvobjqd5zRjaIZz1qAVwzTpiQzeK0Wg8gYgVxqtBJ3tQ4oNZHC4CRsJhLBozE/pnAqYqXdZMwIopWDL9QggcYYAymwVH2O/vrZC9VRFR7IiOgF9GN1vNbWO4r64DgGntUvbc5j1TNCD/dPK7ALlAm06pzIIvINas4FU9yG2Yys3Ru4JTANMb8uUBSweRtfYa0d583zf5EdklblyzASaAPW7dzM2Kmdw6Ai+QIeL89+qy8jCx1ChEdB4ErCVYBJyh63XjN0G8wwul9YsQQXMKOToyQTOkRN6cm1yz3V7N3qG4pA1MaYAH4E+9hjgPQFfzlrXhsqApS38kc+gm3HyqcDsOd5zMXbCLIAAgcAWawXNKO1B7O0LE4EBOObVwIstCL6kInjtFb5jtYtAcEEEknmyTq0MyvebHBO6PNaL3mwFRgBFu+2hd8t8N5Ei9lbG3POyWfJbHacuIvt9E4ywhQB/kFX9I+wdK25blZvvP4aefmwz5pDKZUyzq2sreAoi5r4EqBF3gCPP+e317kShbwCwCpLNmjKJTXprsg17Gh2nIoBij4p/ZL02WL4nTTwygV7YhAv2BVWX9IFFfllfk1RuGFOGxz22spe5NTC0FGjQ5pNM4zyhP7yO1M583uAA57JVQD3/s+boY9b9Yapx1n6l0o7vACQRLGJ/QEm6NtwGKHq2dp/pI51742obL+CyVfUkPywAy1ieUp1WQMcq3s5xLlf5JgMdsAEgnH2S/0pFXspXgD8q4qmQ81zQPoN+fgDdrMVSQLu+Qzk9YCjUozy3iXHakQYcDVCpzTOebBiTmDxHX758Vbt0gfYFPDl/0anoVvQ1wEQBpDGye15liJ8STOccv75+1pgDlX4AYcxhmUVarW5Qlde3SdYwGIxONMBIFTFyhB7jJajwIMFrAv9TsVDbwwpags1XoUxde0BAK0DaJBlzDRiGGtxrdFP/6kfp6gSrpOczDdUEAZOLCFBjy7n/GbfVQKwbDBz6p9p05wpDQOmPty7TM5X32TdQR7/Ktfoa/+PZM7hEaxZ0DwMQ8bq8vOweMhGENge2g0GmSZyQ1lU2Gs5D1kJbhLmyGlQQkHt5rrPuKQbtmbY9B7kv96ASDv1O0BawjrVcue5we6HztZBLKvaQPWw1/SvblPC8BtkjH7kO53Jtv7I+YFewRwNCZNyAlQuI0Jt3YnxTxYtca8MjpwCLfB9dJIvMrNdU+OJ/1i7u2SsgBakGZ0npFyurUqT3XOVfE6jvuU/gOdWgtqKhyvhB20swR2/eWEmPDKC3l9GIM5v+wSYwIW/4I8M00QQ8KDipsJOqfPfZJnBytiFT6CcpVH+Gqvht4kdSYCMEPdMz/Y9SQUfCG30i37+333vxxW5lwEHjRQXGYQzIfiERgcQQ3uPMx7ZjPvTVPLOZM5gGAHx7va4TtN4kPLrsyB12ARSerElp2PtS7lt9O36vNOYy10Bjjuw8fqJe3sSpp1l39OKHcNcW1I98I6f0rgRwXAar7q28VYa7Jhih/7WTllVBmzkJI6EvbWJy7Ckrs3KO55xtvKoxCO39xgqoOobHd4BedT76lWREKG/Zl7F/8pz6K9ip9ovm9ceLPzo3Xwq2atN+/RZKY2ig21/1W0FKKM8BwXf/kGTzOAwfJFpyfapa0UPIzWVsoa2CanC6+gQa5034pzr2Sc7R6Ni8h9oHbGbeYRnBRtYf1eYj2bO2Eb7LJFVzTyhan6ZXsXGwoXaN7OITlNI84Jl+llX1VOS+CwDGcwDOvfgDGaA3bypU/4R5Ar1rkjWV5aWdBQCJbcBZAZhTVpLMMfvdBGnAac8ywE7mGwCWM5g1WMUFEMyY8VUEM6Taf/GHduO77BWe92nXy1cBSGiJM372ELqR9V+mgo0BMW/IJCImu1N0TROTGRvAYvQh7C4Pv936d//uKuvxIdS9F9GRsQdY9vx8Lbj0PlWaAIqca+l//vJd7GYqTk2W4EyzjUrmAIaz+lQkRETP17YTgOezJoFoA1Lx2XY7ed6noa4tGNhYAN+Y8zvXaMykcWaBWY+jsWNhwgkV8ALHVC0zz7xYryY84q/l36XeL7vUzGMj2VucgK1swq9gv5/hjMKuw3/GB/nUlhCxydBN2VvaXvrPALp9cQxPYlXzCfIWQHcp1Zus9OPWVUBWnqHqKImZtITBlngwjClsHyteFRXO1/aabTICyc83ldOHWX8pjrHv0/4h/stW1zI2zvUCdROHaZVt9gJ+6eUVyYcwXFAlziGq7ME+di8sGiQH0QsZexyZq32Q61xfRwdkQmlFoF8fXR5ab3TPCS9Ye3DmsaFEzu5MN+xOZVzI+J6GannnulOR636Mr/ZhKIz5HpXZAKcAt9L3wmDAuY4wyJAE+F6suHpBVqHGfdCtTV4hqVR7Hb/zEX2bGysTHObsri7KmWYLHJMnqk+yh4gd4LPUxGrM2mRV1oWEExJGbgWk9jihJUjONVgBuNLEuKkCh/6fF0A3OgL/5wRWjo9zCkSMOPEMnyMf+KLcufYBG5nnyy+l5Ud2SFqJ3RKdjr1HrKFVuvlcjsnan+rpJEJnuCTV1J7P2dZk0Px92QjXJ8B7dj+MLs218Lk4f1ph+ysM1jHZMklGJcZegJb4TeIB2K/sz4GojF0Qc5IWYuRd/4P4Hj46vjFgujYezFkm3db0zTeolkefYPMhn8T1sMFWHlhjxsHn214oupbCB+Rg7dLeePZa5bBYJXrW93necVEqe8bSBwsdG4Lx4SPj+3H/9cds/WShm7rRyvHK0qw5390Cwo3xi/n5mSZF50XyV8c597yX+fj04e6t/+N//1vmkSSEtHxpEpBsFKcK4AYJamSMYp0PbMCai557m6p0jgAwvz8DjmNwo1j/KwDwTpDfnUnNhZeK4QgAnyqS8sQFF0b4pbTb5eG+v0rc/m4NzxNAPJO7yp4ruAF+l9jztRegOn5m32tggkqWsRh3bo4A7/FeR/rpXeQFgAUZNJZPfscICKPp5+D/r7PsXB/noEDvfP88xxqO/fffAYAbbyyoez4MrIhdx+4MAAuACRQtkF7hnJATtL4clAvwHuWKER8BYAKrGCQEc0ohmu9tL6R9Nh9Sw2RfRyD4WIVsFtRmLR/lwvcaqO78mOW+FApmoRvk3ordpXiuvAF0AhhMMGiBz82WXfki4ICsQg20zvhRthZc5L39PWu3ACBCyfEAACAASURBVMzSPvsdgRaDx4KSBL6sXD2vOyKHHb5c8qv4CQKyh+zDyuft42GlsfvG6h2rSZlkxn0EbgtkDLjiekiLuBWuO8MaIVZt7Dzv5086pVrZ/XvcC5XfWdp9rsVjz1lD9u7ceebaxx7JzZRtwoABP6mVOLRV4tx6lTXfPWci4Vzo4PX9js25Pr4AW3bMZOkurVabx4/xtEBgQaqcBgDAC/56Tyt/t5K5QbtmYg54jPzl9xy8Ah5Z//mTzwiaWdF0AssJZA7w1+DLJH60qrQA1SrK/f4c2NjqHOjza3SOB/MuhHOBkCxttSCsVbHu2QF68rmlB+XzBgHsHXWivude+WnVT3ue+uKerQwaXdLeEfmuvUKlnHUdzyCfDulUgiKblVGDwQyZuQNQOa4pf+caxwBZ+492TFIbLwV2qVQLUis4UldSEZ/Du4CB4+71s/7MfwP37fVlxfHKEc+4NF4mjMz5NfJ1lDWpqjeBw4rH0hOyBlMV69yOfHLmRBeXCrkApjRhVlz5/Bs43Sqb035lJCPr6pfRKZM9VsC31aTMp7SRW4lov1eNbTMXtQ2Y++4RzvImQuhcS70lOIKTxj7ehIW7VBWPkdog7Tp2+XwNTq6e6xmgUm6QK4KbApdSB3Jb974Gr/ezaoSp3sqqDeYbpIMGTjouXq0CxIlqIpL7dce2wfwmpXBGVV50vDYbX3pPA6c9D9m/PbN89lbBQ3U7QaPKdqsXDOKjq01oIOgHJaQBAV72aebZzdDFKG5QeSqY+J5Bbh1s7knFQ0GJOtWczvbBNRFM456X+hrDkyx51oueNgIa7cOVz9mTl7VwrroO6JjRFwQ7uy+yp6wEtvLjqK9PGamdE+/9MbK0e7OBfqrUmiWpBctYrAKzZ4uVRup4QHMC0DgHGN1mV0oVTOY8++Hy2fVpvPzlS+nO0GsE/vKMma9S60UntYK0wLD0nVJgo88Yi+vO0AkUNPA7APC9gvMzn1yXCubMTcfDf3U6vBZBWquYh8oVAC5zQICt+p05mQplxrtrtA42fUTb+3VoqwsUsb5j23R8pYOj2gQZ1kHCsWnf0TwflRnYAB0jvcKbXGUwvYwBVEqPTkPGmoHbwQRkSKWKTANzzjeAYsCpgGINc+bCg8WKf3QNOp1zUwXB7xvITPChe6PJOAQ2qRAwcIdzClDJGOynit6AohXmBW1j5ri9TUn4yAMz9937SdiqjOCI8bmRuXUw0aHcTyCba2N7kjjAeYO+0UlsVcvQPnfcAdHzjewLqmfN8t/9W1nPd5uAE5El83v3CEFE9RO9vAAgPIfB1zYI1V5H0ChG9qRRzJlC1WMTWJAFKgqs1FDXRkaHMgsQgyQ19o/9WhmbNg2vUqxD35lrYpOY0Dn6OdURGGCtaM53WBP0D5nVgHDPnofuOQEGAEkTi7TDIBqrj0a1DVWv0Tc4za1abUZ61qI2iNReAFBsJfQqQabdE9vDGZkS0Mwqk+CQ+REENflKgIW5JeA9fZg4v08JN0OznQA6Y4CmTuYCAffOawZAoLn2Kr1WsQ8nAINeNtFgehKPvbLMBOjuz9lb3xNs6DnbILt+gxXfnhvNRk+fQ/Y05w9nHPq5jD34U7W/ZY+QAYDgnWckIGGT1jI+A4v2srVPH8kEgsmtGIls8DveI7DGM22m/9of7H90+VK5rR7hT+7VwEiuS3IQL4InTZw42IVvXltdLHWlAdvSF/dDgnK9yFQOolMY19XlVeWEAGIpkXNPvgJAwfkpmG6QvXTT9PMORSO2DD3v8EUADVsJk++9eQNFrqAYdmiTk/IL7Tzo76yGtTovIPm9AOH0EZ3EBRMqfvUNkdETZWeuQrBvwTttTlssABrV7iLpg573DYiyuK4lAE5tN+gbI2vLYPO5vWVNOuIZ7kGJW5BBW+ZjdARVvCgOKr6QT6jFK5t3c0ZMohhzuIxF6IhSEpJwEkDBanNsYCh/TXwj+EZiDPqShMRSRGK3MOT2UTMaSgtoAsLotlICt5IdfcG+xgazItWEBAB+qfU4x25SiXvBuT/2I2AO1e2tMGN98wywEnCtNwHCSkXex167g3toTwh4UaFmpSkyAnBqoA+bVplkr0G73aqtPG9b1MC2lStR2cW1AeGRIdbVZHqqOJP8lrmnJSosGX/+jR6mUFmmmjZ6k96ruoCe6/gjnnOs8wQ4G0zWb8bW0w5+0L6d6HUqtqnGbLJxK4XcK1zXvq0Eg1OZnkA88wxgx2R/znoiu7JqGMCjz7G+NvqeZAZppZFz9w32rz4d1en23JP9aOeUI+9b1t7EMPRw7pEqdPxLq1oJXOrXovvQy1Q7NXEt64Lth457lz7PBik5c6RItxd9qlgD2APoIRNNUsjfqycre/pWJOF9+Jj75fPoj9pazBeANtWksfsAkSsZmbvXr9+i9Upti62K7BNPurhOEgv2TGSSucOWbZ/B2hMAkBt/s/LHYDeyIMPC9tYGmFrAC13M36FwZy5oNfEm96ev6OVFKlIbwQ797w2JCfScvq5teE5sNFmE3rsm/cqOcgSA61N33kjaScUjZzVtaZrYaBIcODzxmvfvSMwJGwAxncakPMNbjJH7Si8OXSaBe3SPdqcU3MYyetbT8zJA5u3GDZ1XAuCYQ9ib6MnLgNns8Zt37IXsHxJ2ureZ37AP0KJk/FV84rJMNDwQO/DqWc8VWlBUT9DjOPcpzXtbLXH92EiAvFQ4TuwOGWC99ReoVP1U++3pk8uCUVuksnTN+BDsD847XrTIWJ8ZWuUvAcybHJL5o7qbnC4xaUDsrGl9H9fLynfts84voHXslmX7UDY5b4y9AMRy5iHvf/vr2+p7Wqf88Uf2OHStuQeVVZ+wn/KcVBoaO9OWIrGUPVWfLmOtz4DtOr4NtKk94wsAZ19GPvAXyx6xdLuw/iCB+ePVq8xjwEzOvxd/2K/3a9aFOay87QsArLLjG+hjCwdYE8YOuBqa59g52ChN9KQnOj2sCTjlE1TYs3cuAsD92//+MrqVzZ8YQHqUlgaeKu+8xfx9+vwuvbGf5ffcg160uXaodLFrANtJnCiVO2d1tQAJPpwb2Lnq17pYxBqmB/Wff32XtaMqHoMRpgpYIFg3wGEsTnocp8o5Oo9EvLLS5N7ftyCsNN3MI7YUwb8+1rQcimxkXWt3i+VFxuwB/jQ9crVL+ThnKvuORA7sFwAkAH+Tv/gM18Bu/5D5Ig7xqSwq2FT4/Dmb8WOyNsgL/syj6UusXRxrAr2cXfY2lMDrZwBiXQVEvX03/hh26mf8kwG+uWd8k0fZ3w8DGOLK42MgW60+/h65oOI2ADI6gAQvbCHk2QRvC4iwcbGzkbn6zjwnSwETFnHW+kAyhcl2yTj1G9ErnOPsC/wCVgN7EMpvngkAmGu+ihx4Didx7UoGhFNx4AFmMbFBEI5zhqRwbDuA44FTFGTko4lG7Dti2bGxW4H+NXo5shLZ7GsAYOi18YUA/C6vmBfmklhWekyHwpnQa585P29Z3/gNfAYb9CLU982eygtfAzloi5DMD7ICEUp1WqrMAVKxr/WTwUWUcfZ5GTuz7m1LRTI4ch45encDTsDvSXzQFidJqNuj8SriPOdCJZljTDhoUvH8bMtT1qEA9C0Tp8qkgJlV95fzQr+Z8/J96NB/Rr+giwqS5jG2AriPBIiahAvsbn5HrEl6aJ5N38SK3/h1tX+NV7cavm3GAOOlYv7ZdiacPdrwLbSgoAKgF1+u77mHmviaEwP7q+3Oat9oP/En62SMmudnf8W/y5hI3sOmq3+X5wZwbxV92+uQmMx66ee7Zy1O6aM0hkAlPXJO0gpAt74zup/Piwvyo93qIvlC3aMDW6k9Ye1l0WiC5UHO+bznD/oKW8rrbuu5FpJmj7BPN/6CbYqtu/uA72/cY5ke+R3+Fa/1O1B5nT/mKuv556vvt/6v//Qx1w3DHPYUDGnY1EcKaA0lH+4MsA2U3If1dzvwIwC81bkL/iwQd5qpfo8AwGTk5yl+DUB67d8rZfd6pwrSGcOZumUXh6pUx11f9HDjrY51AQwu1uidH97fSf11vG7gfc6tWNvqoWMVMdfCAF2wS+EwyHO8z95LgdrM9xGEAaG2WnCppY9j6vciBFNc2l9pmJ8/tcDtvnMck46A1a2d7wg3ymUpixvcntL3/xoAfKrc/EVelB/HZoVUQabTxnFEBvId8G6srVBURni+QybWCP0xGPrfqgTuWh9k7Jc5HCCG93ZuDFi6W3G6ml2MwZgDp0GnGtlRNBmX1KarDGby515b1UmA4viapa3CWPDx93W1ys0Mnp2bc2VqLZIadmbmeGCqGA0sGmQw2NbPdt4EDFmLL191nK1stOk768Df23cKkIzsFDRj50ZZa/bonJQLrm/FzeKLKmdOJwFUfpYac/cwwXauTbPy7UPCnQqad19yQyfoTB16Bnrb86KK7VcAeedxQbmuTTQg88jz7LNssGvBqvbbnWqLAt3/irw044afLpyZM8fD4MFk7KC0+6xV2ATlWAMOlwGXJ9DYrTfA7469mVq5Lj1RWVRiVcz99uC1clKHf/dnZbzVJ1CQ2v+poGUPlaHorUyoh9qf+gTAD2URATwOqh5yGoHug9X7WATu1c4Vwdw6oZ6KC/aeAOB5ICsP1LftyTrfL4hIsHI+V/qPGH2rN0oLV4pJA8gaWSZuHF+tNIZaPW8yx5XzfkYQi+exMnr2eDPDnT/AoeOBbs9v94SOYcYUw9Eebq7nJmbsQfwlxhaZ9HvmnOU3B/j2lpohywiwo3esjWMyy2c8zXUCHJzek/yuTlPG0wzZvDB8SJBZPVJgZyrv+T0VDII7ysDO+7mK34rcAr6Ahejb6trIB5SxNRjVLbyQwzqw1Ts4MmYLM1/ba7efG0OIoPaZcnVkuIks4+Tls59iKLcajKBirtkKqoAHBhKlyG1mIc7zyHWpuHpmev8FkBlD53EUEbpEanwcFKufcXSWNm2TCaRJTl8jqjAJaudBMaCRxcp+zwPPyorgnFetHmqSEJUQBNDtHdY5yPO06hmjcSrTTRdgzaiAVa+ZUGEG6ikQ26DSAglWqG7/NYx8s8ZNWKjjDjUkDsbI/u8tJljX0lDlx+CgCUelgBlwbm2x+tj5sU+wBnv7nmac9EJjjGtgsv/JtMWpbBAt3yi9JRR/eXH+LaU72fo8I7JUPUDQdnQT+qIJbvy+hrKZtHv2IU+cSQT6CC5x5rXiJXqwPaU53PIhqH6pzmaNkJsGqwFJsuFYg+tUIO0L2eUMaTCMAGwcZgaIs2lShQlXBEwbiKhcnxOC7HGNvJnZW4c280YFa8EU9mLmzIpM99FqLeaX/Sy4qKGP44SOc28ZAOXaVC70yyTFrS5G9gm+1CmOE5d5qaOe95sMA/AYGSttcPcJQQir5n2lEi9VM8gEATM+ZxWlSVOtemQcyCl9PwOICq4YvOYs4lIGbtjDE4CeBCjOXvardo99d2o/dR6ngrB7fSq12Scdl3q7qR7Mb57lPQHnVo8m6z/3W9pwqC2rZwmKT1/Kmgv5sb9vvPLIDEF5aKDe3Uj522St0Q/VOfkdWewECXHAf+At5Ye9zBrqPBOIpRrUCjHPRRkB+B5VvUuNa/W7QFqTM6tPDcZT8QrAsklbyCqVSbXbsOO56ujaLnkjrOkRlUoCXoD1ZduJY98qUvqNkthS/UCl7VbrStmObJVxAXtuLlwNlHFAYea5wZlsokpBFII+rRASkLA9RnrhZe5MeFSXFMSdVbOazL3dwGoCCs1sxkYpOMNcWAUMIMh+KDXfUFYD6BKAfTi26GaXm8QIVbvnqzTEBrG3R6q2F3tHpoCVcSqQtHMM/NL3i4QAKJv3tRnWshvR589KJ158F3lH19nzmb1lBQ33+BTQpQljZVEggERGvzrjewCDzkcrYqjCI5QR3dCgpTR9PUVyD3vznilD+R5AO0FumR/cG3yH4PhW07c6PYKDHV9g6FSRaYIaABdn2Ln3rwkB7Jv2kCcA0r1jYJrz602AJver4PWTVCpsn12fh0oOzzeCOk2Qmcoi9MK+mJ89Ezl/rQCz6hh9WopNTnWCXa06CFVqdAjyoY5VntmX6Nib6AACZcgegRj0OzRngJ+cxQQ62I/2DVvmG0HWgu2ZYoJ99Z8mYF5fftZhx82znKip8yb6mDkHoHiSYHDPQuQsAfwG4XItzrubVDi1qqtnQAKK6XGn3kD5YkRKSWmbCu/2I59jfzwqRSXvcDCyB6E1h8kACvpUGUKRmPu2fyj+RhPHvEgB3cjm44BjS7n4M8DE++g6xthAbwLDl6mW2kp+zMBW0nImNfGAtZzE03yHABrzxJ5n+OtfqcOmXyNVSe1PzvOzJ4dhKv8GPGsP9sh1GRPwuwBGo7tKOJe1vZm+tPdTCWTvd4KUZ+OXZ6c6sCwCrdDWPmUunwa0rI06ldsAwK1WZ4c1yGr7BfYqIB9zxAtAQ9/dw5irfs3ewe4j3oFcWR2KbiXZBUpuARCCk+g69g6HOGCkoKH6Rn/JPUwVPXYKOo2KWb7Q3qE999ZmJUCLvfk4etB+yq9fSVPdRB/6FJbmmiRSk4qwMXgeQLDaub0YdksSwEi2ic3RszjBYuz7q1RsVfcG9OBZsR++5J58nrVFNrFrkD/k/H7OkUeT/MiYsSeQE+6L7DEe7A3OL5IMCtTcoxduqq8b7cw5Nf2YsV92rtHPzDFAJbTn9J4EdAQkMJFAmxtZJWjeBIwJlnO+vn17Uz/zgn67WSeAKM4qemzfua+tiM/HZ7AJSRog2YN1KwVz5hb9UjspY4fmvyBX7olOAuznhf4DtC+Faub1xfNU7Segj6y8TBXj9fV15p2zARuG58VG8rBWPreoIAF9wLy2RPAs4bvMD31ely3HYhUTp5G9tkQh1lOgAf0snTznuNV9Jm02WSDzSeEEyQZbfFCmpVZXZv8HOCbBvf1JM1cFlXOJ+2HkMGEMkJYK6zupsINZgedP4kLWlX6yrHMpr6MkZJSAYSGg5DAfkSDUqtzGQCJfZZMxVuFrztDaBeqhth7Ks62OJTEDvQ2AuMm8fHMT6tGV9GyvLd7SSNlQSkWdh2krlsZ/PIeQYXSnusyWClTOdW9mHbHf6KGJTYb/h3zW36rNKABDX1/klL1kpSyxNP1LzklsIQTCOBz+suuO3HKf718fVHebXOZnC7gQU8ieVR/IzIE9Y4Up+3v67+LL5vnQlU9aba+hDVsP8Sr+bbKnPixjBgi9Sn/in7A5tCqZa4XBo8wT17Xn0I/se9YdubL4Q4Ce85dxonPZ74wP3/T58+uO+2cSOKgc/xlZ+J/+F/y/DAm/KkCCSdxUnMk2dJuWG5Gnf/jL+FmxdV6/SjJZ+gcja/cff0lSTEB7dFruRB7F9wCUz5+7Dj8iZzAq2ec28wXQHLn6219DX/zgQpAmz/n8hXYH1NTGI4bVKLL/MP11L4I/37kfW/jz07QYME5KBS05qTLGmBzGc6CbqaSl8rWmZH4AxZC36xfD+LR+E8lZ+f2//FOYA5LoW0alH2GWuqSy1TZN9alPxTq84Xbgj7fZz+yX9laOXXGXBNxpH/D1e64TnY0sv0u/Ts9D1j/yeJ9exiSwYctENwMARwbQdzluW4HrEE2Mha0AewkAONJ568Vf6KUcvZ9e6oDTzDXyR/IjNhCxRsE4k6ywr1oMNQ4V9LucfcgP/sZFeiB3vdzmpz0v6JUkoYwfoFDKe+NsJjzma9FBz9LDmX2Dbqaiue1LOHPoU8zf+uzxwTKPrdB/qn1yjpVbgNWYHD5yEvDeZ6//TCyPvtGA3YyPJBD+Ip6hD9a9nblsdWeqQTnf6BGNPcv680xvXgGeo1zw7QSAjR3rw5wBdKuL3wfAbbz7DuezCcomdU/V6MzQuHbzLCbLkCDKmhYTyFqTBGHiQYfesbMn0BHGfG0vYksl/DMxGxJLYTrDp8Tn4Pwhibmt1fhdbp6t3P1DMviCyMv6yaCa3N+EduaW9Y9f2AQDdC8Cpjxrp5z/JPHEeCpnSvZb7kPuYOMvVGOXfcz9zWexPVpE0RhfdBIgLAkG+Ikk4RRQd7a6p9DJU5zBvXnPYgsxprvV5d6vdVQAveRzg23l2j9gQWtCjz4dPtSyZlnxLmNDW39NYtAWESFL3GfZKD5+sCijs1EswEpi4/r6yzzLAsq7R7hue5sfYjBlKs28om8b3+U6HZ82gDF6x7XFHxa/SM+/8rqMf5tQse3/GJuYj5XEezxXxt/+vPV//m830df4mLH3H8UuWgD4CMY2QL2ADAFpDqRTgP0sCPveEWhbsIeF/B2AE9w7A8BLBdqNXiVg8P7vAcO/A36zv6qwTgEvBK7SYnCiwYD+6aedvF8B4L3OUbEtMHsKzDQoQ+bNOvkK3r62yuVIx7xzs787ycBv4zgJ/IztOGdLJ81nrGRwF+56CI4oYBWcWe3fAeDjODu3pctY1eSBt4Ytn/3/CgD/XnkLpYoAk/OzQNwZLHN9BNOOVaxnimgF2srFE9VGH30Mb2Rk5PMERs7kVn7yu/1zZdC1P6vilVE/p3CYXWsgFGHEQC0F7QDAfGadcHvwOubKTaukUXiAqChGlIHUaifQerg+AAUZyVYIWZW4Muw9eJwGxw/fN1RIQEYw4LR8vdoG0VVIDeDk7cbI846KGkPboJf9wBKIAsTKM9qzFcPKXhcE27mfjobZ3x4QZ+Bzqdi5t8CNNMrbuJx5WfrSU7IGcpHPLWjT7868Utniv3wdwX6VGVmMB2ClCpwDm+3uYWPViz9837mdIEMuz/OznqXuzfM3uJOTx2CyzyuIoAw1k4r/BkBvz9ORowWL7VVg9daZBll6493zgCI+k/1Q6oxlvHVGSsGkkcE1yeBHpHB8j9Vzgt8Gyxc07O8bKJh+eWQF8xw1Rg1G6ZI4RwtmLAMAn/kaedrK1O290ABKMyl1JJcKvZRo42RX/jl585kN0lYfIbNrMeS+OLMcuD3kK3/DMjBANNPJQdpK1VIy9QImMYxcd7+c5vCgdwcE5vMNIM/a828yW7fCF12zFa5LBb3yuvLLWmziA9eRmo+ZcH/xu2Zt1+CPUzF7h7NGpgrlts+Szx770pcarOuvIeLeV9q3FzX7GUdfoB89ek7EQS4biGKHdE2UrwLWuQgOYpOP8nuyz1eXcx8TQzA0PCP4PueDVc8aCyvvBO4AZr+jo3svA/kFinN1DTaBeW7WwCkG+YKvGPyjOz0EfGaMV89eM/gIpN3JfGO482r2Xww2ZPQR1WNUMM4yU1HLvNvvxD2OQ7/01+25V6B7KqtZs4m4tgdh/i311QLo9jZkZUtzDUV2qz+nV1FFsIpqziBGOFTGDd5QhSi9jz1JoZaLHqW6EpnOT66UwIptGFaP3yYgEkD6YfYCIBMOJ2tBkG0TdHg2nIpz/2qrctBBJC1oEOpolMb6ZLwyWRqOpRuefQMQqYEqQMD76DuWplWr6DUeb84yAgzsz1KRRy+1mirvlbJtzp+3qRwh45XrEtDh+ewBqqwIAOvU0XeOezXDEhB7gi+sxybe0O8HfUQAA7kmMFxdlbGZpUy1hBV32hSbWGRCB5UhBHBNerDyoP0+J+PiIpTFx9eHBBMLVmSyCmrnewSYmWNBX/UPBvbqS/S2PYg5K6kIoE8vADPOH4Ep9kGCdKXw1dGxx1Z37On2BHNMJlEX09cNUI99uCAEhjw9AVnH6vCewZz7JKVkfFnj+wA4mQecvtXBnJ9UmLTiIbdE97XKMo4DzkPpyeN4cv2nlwCbBEU4H5zrIxW9iUTYaFsVj1zwGIAAZlLTY3FtPe0o1pnAVxyVSSCrAzSJacdnLLDYam76f0q3x5mhnWAPwO1rRfCBYGl7uY2u2nO/PRYz73tWUCmLYdQef7G/2usIQLZRBPUDTmEDPw20+EyywOCYW81fMDrXZQ0IXq8OQTCoKsI+LUCY6xH4lo1CBxh6pc+J1jwgUAMVZMYBcEWvNvTKVnptJdmXyBEvk/K4A3ouPbcKAEPxDdCMwwlAHZAk7xdEyDg+BqT/PD05AWWqJzNudchWm3p28XzLjLCJTi6qgJtnqFTSjEHKc4H5dYS3ykT7WbEG5CIAj7yzLzRJxl+qLWK1KNdmvag4aN/iVt8QfBxnfCyVBp4TnGPd7Dt5PO/Yo0VeojfT7zif5Tytn8fZReCSAHapqwmUYh96Xtkf3Z62nwM8rjtwnb6D+1pwm2D3gnbMA4FxdUp0OtTZGZ8JSswT65W1IICY4BdyV7rGzCdjeJLqFEAG5qwVkJkn7CjAIgBdabjPALDVddtCQJuA87IVslClo2fC1yZNOIkotkKQ8tgseHtTChBjX0Czuj2ZARYI9r9ONRHPtSCuPi8UlQI52mLoHYJj0OMKAAvYkBxAhYL2YNkjCDpVb6hjWAeqK9lf7Cv0ZwFNElUiz6UJh/p+AiQNcjWw5XpTdWhSgZWnrht7TpYHQXHtXP799GmohsfOqOmRtSgtIowPeVFVu4mcJ/YcpAtdlvlZ+m3mg7MIm0BKUisgTj2dcxbx/geqtqnK5oyPnLcCuHaSr1d/popxfLgqGo4VfCuqqBtEN+FF1yUBvIAX6C/W4NmLBHHR/Xn+79h2PQPtS72VcE8yt/WH5kwUYIht2T0VQJrqN+i9sWXzVnU/leMNBi6TBuBhEr2iL9B1VBtsm5MCFbkSwX3ATypokacyLUAB3EQeArADFj1Msle+8yE2wTuqB3MOXIctojT/AZ4IEAJutdqF3m1j3yM/2isBYCPX7ZnNnExrmiaHjgvX875nvfS8snBoC0FdyXyiN/R47JW7oCSxiR8JcLJfWiGccwdgQhplwRbAQpOzTDpgZd6UYnUT/tibgGlQAPMsVgJXD7aCP/TyUPqPjLZObfQkFaKtNM0efnqplNAHEFYG5qAVQNGN76fXrkwYobPPfrsMvWsr3ua8MAAAIABJREFUb/KiapZ912fLPLLPAP84v0neYA8yNsbZ9hLRS+ijUxL7z9jZ0A/mWpxtDJB9QcUt8mXyC2wYJpRQxQmA+rlVjjmPHmwFsLY79OC8WDcrngtZNk7BOc5cos8BIV/++apnA3uNe5v8KANKx8K3s3T0BebMQu7ssSztNTSa6AieFZ9nE2SZ+4vsf14kHaHv9jxkX3AN9hXAI37ATeh8S6FPIlhkh8pKxv0sANit2/pZL//8EFvnqomTAsDGY6BsZu7ut/oYm8JkzXdZgxMADJB09TyfokoxlPK9iPGF9dmkcaYyTBYHLl5/PHsRG90qoUa4O6PIgb2lJ77Va2UdkxTI8zdBuEwlgqF+D0Ylqt8i57nHdxKK6HMcgBOKUMZF0gjn01XAx7YzaqUvoKgJmU9q++M3QFd9U/kFNCyjBD5SGdaIdwFEeu7XcsAvzXeetno9IFT2dgHg2K4Flmf/9wt5/Rl9yVnHOYPsk3TDCwpkmbGM9Zj46dmKT4z+wi5/DD14BIJkCOfAlkUkzW5rDdhrZMfy3ECXABo3aSRrSx9ddE/ZMPIA11l/E5MFC/SV1FWwH/B6dv28Z2Er/PMn4B77n32KT0JbDltTGVsy1gYYaWuE+mdZfu7Ds8pQpg+B3n796m0TLphjWjdwJgBqf//5KfrrsgxxBXT6p9T3rFupp8skxLnL2nu+MyZscnQKMgkzA3MFQIQtlJPh1sckSDy7vn3rf/gfc4Y89UwreQbJ0Jnr10kaiwav38W9YZq4zF7lRTVw5XxYE/7h30ANHXnIe8S83qWQmrYl19fqwA/ZN22pEMYb7P8n6QGM/Pztrx8iK1YJUz17EcDVyvVtVxX5jCyGDTxSnlYD6VP88Cm6736eO3urzBlw9ZCoFTuFyunOa0+bznsr9edwUe9CFWyC0gm0mT315iVV1stolXPnMdWz+PLTe7PxlYmbMrMeQdlvyoKJKbHjMpvd7z0XUqn7PGuY4bx/p341AQB98/7WixfPjJlETFrFG9l/kmd8GLt2i3uYfypayyQCBfYPdDoAcOQwlbG3A2oSX2kSXdtU6KsRGiCGckO7I4Blii4AAJsgB3sKCcWZy8go+/Xi6ey/c/it+73skLOXSBq2L3t0TgBX/JNGjmITIt8kgpaFKC+SeV6/yuK10kW/z0pSErNI9lGPbW9lfF1ey6qBOvhQAFh7Yo7HiX3BEhJqfRhk+B2+ZuNE+K22puB5r2AoKOMYFcAkdPCMsTcCgD58ZAU/c2WitMyg3WewBJH4Hz1IlSyxj1pxw0q1Z/4ZvFYWeOmDU0ijTuBoaI9ifKJ+QupzPreU852d6gh8Vc9Ajk7/tFUdlMMUpaCXmQ9+31hj2VEEf3vc9jUJy40BTDuRImXEiPBJ8FNJuuGz2h3IofDSYDMDQBibyrvYmHVlM3epZOa5OnelJi8KXRumycs8C9/PgxF/btymxQcWPtV+qh9PbM4YZ+Pyxbs8W+6S7AxAnTGxJoScoPamJtjtJX12sY4xytkHzOUmLTDaAsAkTGd8ZU7JvYmjnOr3Mh7aQ5X1gweaOEv3ZX1PWaXwW3pG+JG+PMthY8P+NwaB7KCDScCn7oTPVhXwEf4+9iJv1bebimfWof7cVJfvPXZFm1jB2kwiHX+WyWaevYnNbXN1Jz2BbxK/Fn2+/faDzceOYBoDRsH8XvF7EuzDYPeBf6d+3YH9Dg6bza+xcwSUOgcN/E0gt46dYCf3XcS7Y+X+K4CdWF99nyDtTGKz3mcxugZdnDFSmkXm9/hzZOv07+ME7993Mk/P3Hp8e6Y6h+fre10R+I79txXbeUHsdELmGRpk3mCY7/WzZArPh84ZBa7bgkLr2LZvEdmap3F58QaBd47yPakWBSuOymoF2cyzAZgLgEi1iAFBmGyfe8H5pdJsUG3mgn4tv7wyAGnxXDd+y+gMwk02OJmNs75nKsF5hlmEHdfOxRHg3fnb3xUYOsz/guUbPHDdvP6u1VYAS7tjBuXukaqXvN/AZYWNeZ3nobqC5Lb8ew3NykaBlPlMnVErbxZolDZUGizGu724HRcDXDk3A9FMrTVoHPuCazu+rcovLSjD7D4605SX2qLAitfeedssRedlx2mVQEE+LjWbZ53jwSJ/UWAoQCu/pn8zQ44Mbl9WDJIdN5Uyp2sWxNnfWSnYzMQMaKv7jntgq3PXAemzDAisc6Jhobwb8K5BUHoK1td9wWcWABZ0PldxIwcER44vZWIc6Hx+x2ZF6TgNeQymzH55K2fQWDmH0LK1+moAX47gysXs959D8XS67wYX0DsAvrkOgYVSgQCKV1/OT4Fre1JvH9qtIu4cEXxH3zTaaWU7v29GF2uQ7/GrzTRfB6y9uJiPQ5WMOmxDqHyXDFv7X2KEldYI5zV3Yo6t8HfulHdlcEHLAugFIQSpSo9XcIuMLhy4BZKnlzbgGXppnnUBlOrg0cPIM9nGC7ooFwIEDeI3YOfZVBgg4yLApoxy0CcY2YxkDJvp3QtAPpaVlWAAQ1Jk7v6uoVdjhJ5A0wu7HB0kmlC9N5TBPYo1mM0gVjYKTDRwAv2lAHKDNoDWM2/SDrlneD7PJZMLltmDym0rRjWkdu4bJGStCd1U3yAPGiusU6vAei67R6hAWuCo+ov7zHytg37WzwLN9kORgqvzkvfa74SzF5qhSSa4l7XAmQYI7hwO0rAJAAS0cbSRS37fCoAE9D2/kXvP4gbcYwAx5vYALHBrYkNphEmC6tkJ8G9vp9Vt6lwdcaf0cIblrxjN3lt55FX6eYC0fPcb1ePd79wrmaecE9BCJiDbCr0Y99uzo8ZgjXOt84InYy70eci2R+/lTBfAAVQASIBq2D6WrgF9dtTzOJGrP1mvVmsDALZamWoQkxmk8bElgs9MUE26aq7He8iV2YUGk3GqGCBrakWANILscWlQrVAiiIODjXgqvwISzWwceunS2JHJmg/h3AjgdBrqTBPAKlVQv4feyHUBM0cGGrjuHDlv9oKeikQyefPvR5krXlAe9rrj0Fzkfa5PxjFzTzB52yAAwmgOaFCjIwo2kdwVeaFyg1+vjENTzP0BDniPfVZjvTrA52nGeqv4zeJGRpahwD6nAc/WHj2btH45L+YHaixUhJUvJqxYOUmgz8risx6FYnGBW26rk8qLIAu6ih5JZ4YR9qWVGyZs7DlyTnzDPqN6GLuDaqnu49oiDphHRR7sgWcLAGSHc4Lgmj0cpxK8+oI97Jm+2bkEAal4Yk+wHtK7E8Q14GbvPmxIgzjc1YQOzq2Z7Jkz9ML2dew6VD8IfC/tEtn79qmN3shjIK9NANKf6j5Gvo/ZtFye8dqXVRCgtKicLwAjCbKTRGdgwqqbL9CqZx7YhwBvJPkQMCYpjRdn5XUACSoJ0CkfAzqVWirZ1LfJlq4uz7wn8FhbcwIxVKyZhEFm/9hM6Ph8gDEYdHaqqj/y97uR4Z6F0UMmy6ijoZTTP2A/aXdxTwPCBP7JopdVg6Au19tA7QK5W8HCM7TihkBNqBTp2/eIPp3Tf41nLngMtx2fzb5Gr1pxq95AVvoZnNsMzIprvhfgJLqFtd2ETXuLkZRGYEhdzvkCpWeTrfBzkL/IF7q35wXhjlLKOzf2lGVtpaU3oczP8Ny3YRsY9p0mD0HXnDkioPMtlQUNPPdsI7hMkELdTuCPawJoNGia6y798Yhq/xC0NghMUJsgM7JiIhbJB9qjJF9gT6Fnavs16VS5wnZfdoSCXpHfAsD0lszzEgS32h8wUV1SIGEcZQJn6D/7CNty5t1bbC8CS9MmZLZZz0/s5PGPkO9j1jo9+1ij6vtp/cB90A2CIu4xGEFkvSKZA1uMwLwsD4Zs0KlWLT2dnoFW82Y/NPBJ0PCiOlz7D3q76P2cAehtAnUFNOiBnfFIC6qcWymVAHJ6ziIfgFbQY2qbplqnvTmhs7T/M2t3dZ3AdIKE7ZedQD0JHphUpXgcQJ8EwVZKc7Y3CSQyx1mZNdrKmFa4Dd3651RUcR1oDK+feWY18Ju1Rhc/T49F5NYzlx58seUyN59a2SaQxPx8izywZ+63gjM9OEkSgCY0VUD1/agwpo97BsPn3hcgB1R42rnHDpKKnzGbKCHFIf4rZ4O+MIBwk/8aGMt8R2c/TLIDlLDtUT/VsA220dcwlVoAR2WKqI0ivSF/r3/aBDWTNFYHNcFpEp43aXjXmGclOe1Zei1XiPIlaJGRdyQGCn10ST83wGv3TtaB9UZuYbNYtpy3qVDmuaCd5ALSdpqYAQUtgMyj9Pqkgo69TYWoz0HgFpuaxOxUaGJvQIWa+ep6Vjc/LriMHkMeniSY3kSjH4C0saNImMiZRLKstriAf8/36C7W1iAiwUgq1OljS+KZQcHPHw3qA0oU8EySmzSQVFiZHNxYXgb+kD6JBIeDyDdGkfXgvvcTWMbGlKo+SdHVAQPokmwWYI0kiLupsiOIb0/iJDu1XYa+hLqKdbGfeHVa7nuVqsS10ei1u3bT+lQms7BWrCEB4/etHMYGRQdyX3TdBRXAw2jA3trvAXBrAOh/NbaCvZmz5jI01syncobeBXRSd9xOhVz9hcgnY5FGlF6Qd7K+AL0mykOVyDwTzG1LiIlTwU7Sqqp8nh6eBN9lI4CGcqi8376Zfrr6trIrJIEhepZ1t8hDu6xUjyTI5FmZW+apva7Zl+hCzn/6wwIitdIHmwfAj3PD6n2qBLcKj+rsH5ErbHH2AlYiPh5yw7iZN+mak2SQs5m4DHuFe2+y2HVosE1OtDKfFwkxVPQzbvQQet5iCH+/dmjPSKPtAQ2thKYXJYuxFcAPUoWMLUECDH2pGdf1NcCrlcMky54BIpaZKtfLzg3U0tgZ+HUk+DTOECPsbqoe0Vfb1qB+GGsYHcW5QcIaNil6sJVhOX+2fyb+OGcoOgKwmzllHPR+RvdK3X3n1p8vXzZeAssRn2EFuQf3ZZR83/YGJtc8e/aiCaO+oIAl+UnwgHltosuAk6WdTnICe1n2DejIH6d/OjTUxEV+pCIWum7irCRlAf7bUoUYFWcZL+IQ+CzsS2wrBolOQRcBnpK0wbnw4eNNgH7o8EO7n3X4FnvlP/7Hf8xnpbPFx9I9pbb5WxLC7CH64H6SV/Jn93r9Vp+l53V8NM4sgSBjEIz9A/3WM98kvwG00LuU1/UzgqbDIpjPvQrgWmYJqKtzT0BggXR1Fmfns+zXL0lM4fctWspYX/6prei+tZUCfu1F7CrjTuxXfRqeF3OUoeFfso74mPiKJEPxLMSBbA+Df5YYDrGMVi+SMACb3NeyIPwR9gD2JFug54LTlfXAHo3ub0KDtjjAImw8yMaDnK3Qfb/NOlOE0/Z8qVx+Fhrlvgqk5w9ilTlXCojNfb5SSco+IfE1N30SWUS/Iju2usHvEIDjrKs/0xikW6qJ963A5dz3l9jP+C/3UrUL1XlZV/JzkYSz7q/xO/QL2LPvax9Q6d5YVfV3gN7Y0oLOPoYU27T8QT+SdE38APtNNob6Z22Fwcx9C4BNorHVqfgp+pIkQsJA9qBsF/Uf+Ua+svdxDWPjp+UA+5tKS557x038AWp3zudT+5d+J/oxyTCV3yQBwdLxKDoVWYPdw3ZF+M0mb5BMxqDvZJ5IqET+GmvKMzFnvog96yNfXGadM7ckCv2IDqTavxTdjansx4390H6ACmd9Q2OBtiLj39hH6GL8FVgbkCWfX93jDMpOkfGEBru2QWJPTabImc+WKM6wwYn5E9m9F7sRn3PHVHy+/oJU5hLoTG/qoq9MvvENOoOSSwyJSXMhmNf28Zb5hucwUTcx2AHSEcQyWfQA515TkJKzlDEYr/c9AXZ8vNyfhFMSuZHj+DbfKiPGE7qGmZDGSNoex7VhoNiqvxQuMu5MSJmBRn8hM/g7W4gocMyceE5zLZ53AXWvPRPvY8gmRtsiJpXCrQHY+734hdBXa+fyBeJ3gOFzn0nSKGsr4HQeDN1gYrvXP611bVD/rS/N2nM3ixDRJwyb23yEBpvE29hy/+X/volsxB/6/wMAu1Cj6ObiK0szFTPhO1iX91S5OlG+DUDvwh8BYN77vfK4D46AcM8xNqCW2NcCwD9HevvHKKBdpA3y7nc2I2+fpxP4d55JY38U1Ty/lQtS7+2c7Dzs/RgDCokNtP0597kaQMsXN/h7nMMFqk9V1gsI8Z1cvKBCQZLzuPaerdTLZBh4NyjNy96vPoOc/yp9QcjdJM5MjUlAqTnN7K/nfflpBeMCeyjC/G4rpM8AsPrhtFbdiJ5AJ1rhzjdCagBHGTAg1s0+Ss11cfOeKxhOS38OfjG2/Gy1W2Umu+NEIT7zvc+xTuhJF2bA3t/ApGDhUOhwnY6rWrBKtAZZwUuEDTCIee5ofcY5meTAN8C6VdsCFiq1IwC24MGW8y9IewYmVAgIt07DaiDno9Q0M38FQKcK1m2x62gQc699BMg14HWK+LxgmzK+gNz25OYTC3b26uheggK5P84Yn4dSsqAYdFOj3CpjPTg8iAgkFNQikFfg0qD+OtYGBH+t0D0BnZULM7fPe7cWRQM/O2+tGsQAnNfSn0g9uv0uBK2tWLLKbl8Y08fEA+8vrSIvKbCVUysjCf6cE03Gz+szESwu6MZcEcqJ/DehogCdADAvEigcv6+loOXvHAgCwAR3RtF1PawErvxkHnFcjwCw1elTiTr7GVPKnmdTPYxDVz1tddpWH68eRIzZH8gW2Wvd1gX3HCd/lAo1H/yFUpC9zzz1WcyGWnpM3isdMBSCBWY3Acg1Awyo/FV/mSTSHh+AqIBI7Y0njcYmEq2+b4VV95rjRlDQ2ydKr9E7p7UcCs32dW6Axwe7T9UOjnICSdVD0OuOTCHHrUDarK9ZM76Ls4hjSaWB9Nmjd/OeQBuUuASQUejTo5Fs3VLxqgu5RqvxOUs6f1OhyzyNDsCZ3XNU0E/aYPbfBpg2uCnFnnJaZ5EF7B6S3eBbjBjku8GZyqXrSTbnzjnjWurergvPP+vQcwJfrQkogGwZQ+aP+aQCuD1nAUpPiUk8+mRnD5CLqt0qQfebzjL7BXBUyulKU/fS0mU2mBejl98hqyaHGCDjvcOO6ippFGLUeOCc7QTWYKlRkTMrbKsZezgpm9yP6ukv6Ln6BnvmWrnT3iYdj5V8sC+ocz0Pqm9K4Wofb89mdcDS1yzwjxxo8JG5yFzo2F/GyWjF6KJDc35SdcZRZS8gqmbMCMfZtR+j/e4Ak6zyYYK8N7ZLqe0DbiyAyz0AzJQtgsoGlFpxUvpTMt3jnCSAaEWGgVkCPXsO2juUgZvExOO+S3WjwL5WbntkBsRBLWJQd93jADFf0rZFZzZrGPB4kgi6xg6foOH90p0RjE0/onxuAeCnBYYB7U0+w8nbaqN1lsfE7Jy1x3JlyKBrnWn+NcdJAeA8Z4N/OU88103s0Dk7U0mtQ8MaC9qgQ9SdZLH2L5WJoUwaB+/j1wSjBzBkzDJcmMBwPtW0B5GZraTtPuRhOEvyH45nM4qJdTbAMEwosyl6fo3hbILbvFrBbDCZj25Q2ooGE2YAvwjs2K/Svcu5uODdSW7zF8cuJX3B2sgYQVSc2oKX0TftA8n4xg4sDTDXJVBN9n3+o9IQnV9fa4Zr72EDwmc7AduQ50bH0HPTRDuT3KAeI6hO4h60dPks5h1VAXG0jwCwzwUQx7lLBbd0lpzpZU/oHEjHzYu9B9Viq5YaALIXJvuKICAvdHP/zO+xgVhmgjk/EwwCUKAvYOU4VJPN36kWAiCzsha91F6PXRevuRWgOtLqQOaHOSawShCW6oE9rwjYcASRiMELXdW1oUIjA6a6ZauBSaSyL7h2bW1ixLZ/7ygaAHqQB7JfN0575npYPhiv/Zup6sg5M7JHUJ9Av24C+5pgOVUK0q0y3zw5QSCeSV2OXWjfboK/BPOwXQp2RF49vxmfSZkAqDj86iLP3yaLZM1YF+7bPvV5f/tfF8iBopFkoVyban8CytghPB9UjOgGqaUBLNKzMrRu7HX7DKJr8+9JQEGXF0QbPcu8Abi0z2pWVbrHPHOewSQ2BbvnTCri2u+x1doyV/BC71i5iG0pGw9BCNbPQnF7DDeMW7rvVCy2Svd8XlF1jfwBnLBX0G/vbqxKI+Cx69wvIWMBikighNFiq4kZYyu9EkD73p7wBI8SXG5lsL3wrKbxmQjybXUrdjjUpAQLsRe2ZyA6kXG/eB7q46UHyVzyOQKRnD1N4mlP4wTcEjDn7GAsTXSY8w+dj+xsJQljIljfntEBnbZCnHsjK8gX/btLyVd/RWo8wE7OJ3YgewiZ41y2giFnVc6btpcoOG4SxEfOSzQ1NlfkjnWjHyzUowWAW0UKAMwzUp2beW8wUdvc3t7a+SWHjexARw7QVVuqidfo/Yw9Y+KMJvDI/HP/9kWLXPKc2B89U1sxy3uh+owKUlewkdUx7AMCmuwXALSl/rVVBo9q8mrdWqppoq8Kwo89w1x33qAIjM7Rv1C3FCxLn8PKC0lX2Gn9vT7BmbJvol65H9cCwOAePLegPhUa2JnnYAHVTLX1qayLjaNeMhBNAgnzyX7nKQFQ0AmbyEbQ1he2NvZLeotC33o3gHqohtHr1Qv5WCm+8ZUyt+xvzq5S+uZm7AmrlAny24sZmSG43JhPgEeC7dhlX7JeBSMr264xvXOlNjQxRhpRAGyYPaiM57yKjdBzU/BigV/sMACw+wHCjSGxmWM95TtdE3xPZCVnWCttoo8BJfmdYOw5ziRqYKLDx09UgUKdHUrsBV4zAkF2dC+gcFhWKhypZn8WWuXe3/gI830DTWf+WsrhDLyU9/k3+5DnQM4EkwUEoOnlGgKNVilzdtcfjBxhXypTZ1YjAemANvdIiGBtx3ccuuSyT7RPqAAwr+skdmwfyZcvASw9G8rwlrnDrmlwP+uLnt3x8Ps//wYwTFXZVfcPc1AJyuXpIV8fr/Ei5sG+5aUiR4eTpB05ukgPa8AhfkdPRoAXElCwP5BvkuAazzjZZPg4JNLiM+jnfckew7ZpkmGe8RM2ytKh1mnMGYAMwBZDYhP2WfQSPnwrRdvCwGrW+lCRXT5rkpH7AlsbGm3sfPxf7OUjjX7jdiRuoA8nLFEq7M4BlMDQFCPnJPa9L0DOukNFjSxcXaGLpPy9eeOcub74C+nTmnOYs+/tG6vuAV7ZTthuxiBzRgfMIXkA+eIsehIdy/1hAzExUBp87A3OHyiNrQDDFnBfb/WcScP0ZYSeW4Y9bISnF+hpYwPIU3vIZs/qlydxKskCzAPg8f0kAhf8LlALg4CJExt3M+ZnXGYpcNFnb1+TTIIeUk/rb37LHCKrVP2pP+pjZC2f/5EqXhIkSU5Ch+PPs/Myf/VnEOeMAV3UxPesEbT4Ub+xYVIZHN30l9D13uvZDM1s9if7Mecdc4Z9iGy8of9uwCLkkbX/AuV7jwRiEbDisfc9U7i38WMqYqOXMtf37jzJfFmhDpj13/2jzELM/etX2bP53b0kLmDnQ2HLudiWF9F1TQSOLQkVNmSFH/NZ7PP3OffeR94ZNzY2OhtbjGtehfWIs60xXfZAwTz9BWRPAJh4PMkum6iUu8VX3n65yAOJ8FTPt69x5gWZI/H3Qc7hJ9EJDe3MczT2kOtaaIM+xdclAUN/oTEfYkIBsAT6SS7m/Mj6XvsZwK1SqVdFuZm+QbvdJMct/oDV0R7yVP2hixkzlbu3Ay5j011GtzD/DS/lz9dJ4OjzEDeqn7pV/drMT+IjPgkNM2vHfABQP47Ov6Q3bl6cG1aYk+wCfTmflca6vWgzsejIJhUDfN6gtzPOtIDAvsFXYR9tYu/6DCT/ov9JUuZ1k+RDQEmqLQXwnQ/2CD7i1yYPGsvjxZwwLubg2bMrjxykEtnV9Kod0r622Cn0SScpOD2rsauNo30LFTgsXPk8tkvGj14sJXL+9yUgL+MyGZkEKpP7xTYAgf3pmtPHeVqE8MzfvqI7AP7RP5xv57itm5P3AIDRHyYQwpRXimcS8X+SlCSt9aPofh4MmWbd8ZNJiGiSZcSIOCVMksyJzAKAjOhAk7yLHbll85q4MzuscUqxLZk5tSWbKM/FGHOVSWI4DatxoYwZPydz2rY3WacmLUysjn1CMq5AdmwqHiU097I34f86buxM5AVqeeP//ENWKBJQSczeNkvYsty+a5lnwl5rXmkWjfOh16Yo6mQ+GgNsbHz8KR7S9keTKJwxNDEgv0curIwfRix0RYtV2LvGLyzC4z7O58ogc4ywiUkYf6luIKEYBhzdtMrIYlxlm+ApythHUvkUBuWLnA3tacxqYOu17NqqdFfPxOVqbQp2ePZJduFNZB+TtaH36JfkWt36f/5zEqjefbQMD+HhtROzB9MRLef3p3mbjaVi87t/77WB0IJfYxjsp/eg3O9t0P4IWh6vOUM8vWU1k//cCsytDOvh99uwasv151xlK3j3r439/H4r5+aw2OtsRaAA4V57x+Of+1kphhnTrxkIvnke6+k6KJ5uNjMnWOGtGt45XQB477OjbcCvynhpKVRkCxY3WHXQO0sN8stcM0/zHd5HAR6BqI6LAFEM8pWRrYTzOX32jntBrW4qlCxKVZBh5acg4mxUgcEzaLvA3am6EUAhUyItLjf6df224nHl8ggALzDsHAnAu/6OzU2MorEat5RVBwBY6isnzyoZewL2W2R6UBHYQ+Tcu2lB1mZyjgMsCOM9Dex7DYFbq8cE6gZ0n7na+VqQp2s3imdnAVFrIKqKSyqFzc70nq6Nze0XEHYTmJk9zzMb47SWp7lyTXstxjx/ZylwaEpLmdcmaxypYlk3DiGyCkurUOd5nX6B9O6z6grGdgYQBZ8MzB0rIn4Hf1f+7IO3xrBVQyujDeoTnM+fjA8HqIGKzsdMKOMiqDJgBePcAIxVyQKsqz8EEPzu0jCX8nNpqBUt15nDCMGoAAAgAElEQVRgFX3wJoB6ul4ueKomz+fIAmvyyNBTNOi/IHquxUotALz0Dxx6HCDNbufg6WFB9i/99QRrePZSVpMhlfd6jzxI+4sSbJrABlvLxvILxvq8HkKCPxt0V9fl/+azZgQeqn1HKTuH52DNBpWXIsseRFOtzZ7EKIEabkBOprA6okEPK9F4bfWAwR4CHMpJwaepKEVZWIlqRdGuh4aA1fF1oNBbOMdkoFZ/7f4wAWXxdrZtexHn14ynQBHV2M28EkjBmSSbFVlY2l7G2wrIgq9+xypkjDrPGq6JLlsgvX2P+x33MPLGtfnegik7htJftY+EdLzLaMDGX1lrljdUpQQpkSP6rzGuGI8Y1gBEDMbM1l0v14WKDMetA7jUJNWdGfP2Dd55c096LQxMDKb2fsoMca3tKbnn+fG8qdHe57TfBvNhv1oNW3uIsX4mFyjLzBWUlM5lHbbR7+g9AU5+3NMGzrgi8su13cd17kuxDoUx1DDnJAScLEBf9ytBCuYjgFDmk97GVF6xQ6mSYN8xTuQCij0pp9XPjGHPI4L4CzBSsbsJD0sLvc+/AfydVwMdOEruLQLgW23O+cX3CZxtBSWfYZ+ZnAFQQGUw1S3Kt3Nu5q3U9nEwM/4F4zV+Pb8ING2iB2taPZvnbcZ2nW4qwwxgMMd8t9mkuUflfNSttKJmrDZYTXIJzi+OdJOa3D8FqHJO4eTb81SZLOV7zz7Gi8FslTxb6lOCiwU7C9RApWUPSauiUklHldjMIXuHMRAYZl1wLttHMJ8vtfyCsJO4wJwh8x8TKGYOWzFYelpOD9YZuTdo5DryQ4AsIHlpE8kSj4Od+S2FayqOGnxhv8dxEqS0Sr/OR8Z5Z4JHfEYwW50M+LHnEYHiYwJUEwFw0Nozbc7ezOn2e+35l+sTXNZm62WxZPYvlXHkoywXJL/0rEBGZAfBfiggsedpE7DQESbbAPBQ3UcgcCmaSLKh6sdA25MGMurQxOEtEFbwQepRbLICtvyXMQJm4PA3weZwziLrJpb4ECbYwWAjxTp0X82ozXhwIJFZKCY3SASog6xAl1lgELU8Z3d1TXuNp8Kj/gNCjO7RToZm9Um+Qwa+tqR9UE1OodouwGic/+6JASF7/iSw5ZmQ/ZhgSak7ASlqAyGvPxoQ1YYmUQ69JQND+0pNJX+TvYDOcnur/fFPrD5gz5WuNIkUzCfAIL1YWWwCUwQ4W/GW/QMofcpAJoGldoCiUOq5rA33KqiY67bXIrnHVE5EzqhALGDUA5t7AxZh81AhAssAwapQmLaKIFUqOO0A7pmfMUELjECVzvrbG9AMb8BgdZWVAVQPMT/Pn/+lclQ1Hp3/PbJilWdAgAIUY2s2ozqVR4AJBUtlhuD5uSYmrIksVvC2P1T0QllhsPELPFChxLktixN2DM+DDmvQgkoeAF38zR5X6HOZTaigbzDyZIAsLZjPaWWA8sPrJn0xARSZN8wneveWnpxzmWdlTkqHq+0OwM912C+lII/MN6GklQGyGUg1j/43SYXX+1CcusCu91Lhfkj/8K/fQ2vZdVCPVOfDY5YXeh/g4DIVY+zNDZizNsxraWVJnhp/hPmq65axUwlnCxRsT6myqUxt/6wDYA4A/PxFAtxsN4JP+c9e6FDxWfVCdnt7tSboRlCMyjY2Asls6NjSKWcdL6jGzlSRUAPwhO5/HBrj0j+WsvCrvfMm2Yn+f/pqyAXXN1DE8OjXyJmATKL3rVC3D7W2LvJ0bp0Bq8/d0UsCPlT2pZK5NkSCj1Qi5iE/pnrD6i6rFKRPTTAw+7MJyrHRSAxhjazoE4zc/pTYpVTG8blWKWd+kW/mXuAPYMoEHOai52nzUDDkmTZpa1+HqlhZBLAOeJznw7J9GHrY0q629QG2jMATSXAEngHdqJqxHyzXNSl9gUpBeO0nfGNACcaurrLaZuMFyEXt+oj7+yTBlEK9IKjtd9q+AfBmgojIk4wb2ELMp4EyqrmoAORxsJEYExVLAKtcr714aaOCvz1VKCS5sac5t5oQG5m/CKDQ8zb/9/ZtKuKwYyMPAKMEfBnLzRuoponfsA6hkc+eKzV/5pHECxJxsCvepGcm9gpy/yXAIfdjvFR0MV+AZ7yqeyL72DLEPaDYbtV2zrKPkXuAHMAwzlXs5Y+JspoUg/2incn3L9LGgcpBdAf7Evsb+TM5YvtTe64xZtblfqr9oN0GsJYemnYm6eVKhVVeUhBmLm5edx7qU5PQmOdCvpA1wdqPrYiDGYfnZf8sjT02D71HSVCT7UnblLXkPIeOGvu6VKr1eQSgun8LRAFqZp5RZnle9gp2xts3r2+9+OPFxO/uZr3Si7N+1oDuuQv2A3usvSRJrCA5KrocmmF6fSMbjwOOwYaAHnr2PEkbWavtZY2Ngk5ivACFW0HL3lymCmQIkAH7iMQPQBeSHok1cUZw5j3/47o65Hsq0qBM53Ptw0xyZJaPcxmfF79gmYMasM6YvkS2uP7t2KgmrKWVRGQTHeqcyGr2OfoL1fXiBfc6x6uUB/cg+55nI05j5Rbnrkxi2OFUmW8rD1gr0E3YA+gc5PVenEh04Lb/aYJQK+nvlLqYsZj4Z3Igz09iB7qglOGxUVkjEjNt4SMLxNNQ4N65i48Xeu2XVNgz5aG8D/X669cvpfHuXnkoSJV9zf2475v0F5ZJKmwrSSS6iaw+4RyAgj/ACeexOhCd6H2JOxS4Lv2+8T1b/3gu24veeNjr128qhxsvaWJmnkGfa7zNrAPtF+7QW7n+iHuSJKOyRKAw2vNWqtx3bzOnOXvqH0bnq9NCHfwsNNoBRHi+9wGKFjjieyQWYR+aYGWSuLa8OrRtDkiayNgeBxi8cze2+M/Pt55kTP/zfwhYHVX5L/8cnd9erQHWQ3MLm0pbU+Hr5HofIpvIR5kI2taIRBnsjMTTSj1qkiiJJ4BXF0mCeJA1bVIVYFFMTnqgl7K6PV+1I6D+ffOaxJlzAgr2pX1RU1laSm1sJX165uBdelt+fM9+BxQOtT428sSc9eMxvqLDMi58ucoT+gFq8bFnscXt4WpfUnK+P+T8JbkCtfvuHfpfHxn7HTMLPX0vY2AN2k6ntPuA9WTWSv9NxXBnnjjE+BDv35MMHN876q/FNtnTsBK8j42FXXF1ZUHKu3ckDQWcb2JgzpfOqwxib8NAcRfZxG7JnoAWHL20idvIXX2C2D3Y+2WgK6ODrFrQ7PNdWkk8nRYbL19SYZ5kqaz5iz/G1p/YF9dhfS/Te5oX1OGbOIx/9PSScz008Tf4PfSZxj4wzoi++JT1aSFc+ieTOIPdbCKgC9BtUHGlT3MNvOoC8hQ529j/tEjoHNa8N5H9K4wnbU/A+a5PikywjZpvMzFb5B6QuvfK78oKk7GQvMJ93iSZ5DsAcG5AQgKfRfcadxDwZrwXad8QJvsA4ti1+KnYrCbyMTb6sdffK7sWD2HCEOtD4pgxTmRCP339U3y9hxGId+ktvBXdfiatCZLs0f3Q/TzMhxPX+vPPyEGE+OqaVhKxwT8o7zDl3IlexCbENmX/tRivm9LYzrYF29jlslTWV8v9HhJD1HGRAj76jETCO1BER55InME+biFG/iOuT+u8u21RObLIOZLxkazBvHblmIOfOW+3UJpnik5n71AoAaDPbeuXR5expmVm4ckwTfNDmL04EtdrcidV+iQCCOJ/T+JEVSmx+w311f4R1BVLYr28ZguPYMQrG9bgQLWBKbRCeesgIcuckSZNyz6JHbIsSug27ttE1Mb2vZ9sqEy+eA0xFuQU+SJmt5iJukpbr6xH+Uqfgxgmw8ifJDEujuSpghmVfQNGWZ9YOcc/5mobmxFTyucHP3ib8/AEAG/As9/sRE/gZD3+eb+TVmdeQLAHGDJFQKLLO98fB3Gvt2DcAlgLMvF7A/b7TYHFc2aU7/czo6z3mlaWSgP2OwB8+swErreS9gSu/HYtDf4zKDE3PWcKdAxbtq1i2Z6wCMGpYgiDacC8Bf52E3VeGyTz5sdnXoCljlZ+vaApnzlTK0+AibESsBm6KcGQ3+l5zVrAUN4gwzl48yugywY7V8IpRI5VQHLn//e17GcmOGhwHYF3PTofbKDJsN/534rr30HhHVsrInm+3+bnWNHbZIJ8Zvtelgp3N3q+txVzZ9DqvNgra2YjojQ8oI/jMYNOo7wK4EAFfFrnjk9wihdBJGbjDKb7/gL/yCmX6bR0XvxBsZtdaQBJgFMZ2Qqg/bwy4yqcd4v/PtHvzObeHk1kk2yP5+7X+cEQAjA5VfIOEIny7PwWiD6D/sdEDu63Gdw8d4MqswZL79tnac8pA/726VRhEsCm1+0+z+oE5NiqWGWH99lKm60vYHtOGtjMYa7DXJplc6Zy9fo+T51igB72Qz4LUCaQTzagAUPmlp/TXmocZCioCcLzr8qMzhUH5qoMe+xYfdp1Zz9O0oeK93gQqQdwgJYifXWCq6m+qwOOg1YaC69bilkCLHwm790n637mZb9jBfVUm89a1ZCJ87x6oz1EGd8A1lsxzvP0XqPouR902QXkdsFG/koHOYK4fWBPyRoz3pWbX1kA1PcFyQ9AMHsHh2vB6AX6j9XMK0ccBuoJ5YEgxj4Tc7PzbYKBjgsPgOEpKG2As44KctdKFd+3ot2q4taTdB/sfl75dD0MIgiILL2ycqvuXSpTAwUe5id6NPY8Z8fIbIG3AjsG+Qluca1PUBiP4ui9Rj9vz+mtBBTY5xkF3aEysedwtWkBAhaMwD60ZswFBlQB7HwCwBDw7D6ZhczVVAiubLKk6BMqRtm+BJnRV3tGMP6tQNj31q4o3fhUdRNgK33o9K+EQmiTAJCnBkAA+kwpPu0HDHB7d0vLhN5sJnAzTdX7BIsqI2Tt1xAik5gA41TWsc51ot3DraDqPpVyhhd/KnOuB/O51bcGtgTXCwAPRb76nUBb1o6kj8qDemZ7+y0AzBgdAxVUE4BvVj8UzWRjQztJQJcMd43VgiP5kzEBci89zeoF+5XeSXWFlSmMhUAOsoLxjch8jhPn85kU00D5HLxkpxPUYztS7Xd6v9Tizh2yio20STgIDXq1AbypMGch9ozkegBYXIvARRkDKpc4q+oxAI0GniJs9FXrGpAl38CjDBwFlWpXqDcLnpLxDEUTFJ9xwJkXgpd8GjnncwZg3Idlmkig3mxsgow6w9K64ex6LgieuYdwQHhuANMmdWRsVkiY9FYK9myVAuwNRNJDEIcACr88z6kCGVnpYVJnBgoq9EYrQQf9JiDDPuDcoFcawecmSuRsQuZtD0HFad3C+DHIoGd0K10m4GLCh/3bSrVU9gdAcPUZgUAy2HvOFRwykM46cm+C68tI47OYobt23VInI+8ALMwxc1qaLmS04BzgnjSXgC7Ma6ugSKIgukRSG8lI1X3acc6vySicr/Y1z76bJIQGBtsfVQd3z90CJfQ8jU5YAAy34H2qL5h/9Jz2twHHJh62+jEOPlTT9Kefe1R2GzBgfQGUAJUTMEsQxuScURD5NnqS+wFRIcsGZaNTqXQrhRoVSyQt0V8cp15WHpxFeqliA7H/MJC6FhlXg+nTCgUAmLPtPj1zoYpNxMszk2CvPkJzMDBd8nisW0HD6maoCM/2Vucxa1160ur59IEuJbdBkk+twBRkbd80QP5cuDS68+IeUsGzO2SVaYJNHFyp090z2BlQ67F/Ya8guaIg9exz5qGJRnkW2zS45+htBnjX8ydrQgAYOSHQjL5kLXxWnHgCi9I6YivTw9B2HVJmojt55s5BHXh64tFPM0HOPDdvoifIoD/3bsRmsOJLlhX9JgFxgBRltp+BCrdBTPSrznyTWqh4Qh5yDeQeObJClrOWczLBzlS3Shev7uV6vEozj22JA9+zQ+AKUJAXunB7wJeBgYrl6DsoanlxxiGP9lXW76LfPAmEAPPoE0An7OlSpGau9t6Md5luVnevTueaJFn0XCaxaoLIa79aEerZa38vxwutMwkxjJUKL74PpWsD4eOOobsBnpij9kyf6isCtB8io+xP7Drnxwqipez+gc7A98g8tZpz2j008Jd7bhU79jGBFEQBPbFVmDCRtHKetkZN3gmIlM/wWUBA5gaQnsp9gv7IbwHDjAEgkOSUAju0kuiZSaAfUFDgWd8zgdKATWsDmygXncc5M/sK+tbX6Q+7zCWsDVTw2KBUzAjm6lfS95o1JVjIfdjH6MwCadkrG9g2jiGlp7T7VLgS9EbnaqMVbMg8PQs9L9eRWnErckz6gooV3fbmpb2JpV99VgC1tNsBfrrBSJjTxMyzUgmSPd7KZWxN/drSW3KWAyC0+lIgghdnbJMvMi7GsvaW1eY4y5xxUFpjFwE4kxiELQEQaQJ2wSXmnKSPJomZ5L7MRSZRYTthn1CJa89LzhWCu1xz9zcVm4yBQB82p3YGQCLPLcjdarTcj7Wmf6TU3CR4AO7Zu5SqLoKZMpsBigIwL4UjvRuxXaheFTgGwECfvH4dYOrxZfUTUwWgtvuy1XZETgkMZ/zoHmwHnsEKLHsC8rwmpzC39G2NDmBF8HuJPTR2pk+HHid43ISFyB/z06SAgx8Zbd1YCQkKxkZM1FhbAd0qk0ZAE+yaAaCgtv6QBJ+rKylS37x507OhCbjYmyRh5LvS2+tDYa8iK1TAC2JrW7c3X4Po6snqjKw+38fuEcCzGpXxIx/8HUpXKkBbWJLrvwmV7mUqdXlZmez7yDUgJ/PCmQOAzHp+CsU2oC7gFCAUOoDYG71PAfKYF9aZX+CLfIz9xvd5cW6v/ipjYCYcOSDZzGol9gF2GCC2LS9YD6orAUQ539ArJEmxjlTqN5mMM2kirtWnrAkSjN0LM07jPtKIc75icyKjV5EZkms+RzdTrYzObq9mfAzGl3XBLyutNzYQcbVWZAO+YF8Qor8XoD89rblertGes5kfrrN+Kja1CVfKGc9S8KazwTOREGH/R74PyNUxlhI4Oh2mgux3Ei7RXSSN3UkQHjlpD/nswzevqUJuuVjH8erVq8owL/a2iVIAXbBxABC/7RlU+uAApdAKsx53bkvzj51WRjLc3/r86lHWXhYj4whN1Oj8A84oR5Wr3IvnbXLrGKjsDxge0EuVfehLo3wAdS1C0HZ6/uJ5Kyd9HvaG8QL6ZnfMyGhDschrEkgCxKEv+HqrscskM6DV2H7GHDw/Sbow0YbKav0UmDKfhEo3EblbD/Js/+HfP7n1LL12mbe//jMJmSRs4T9nXjIEqoDxE1q3W3YM9VXDRflp/I33x++qnzs9QC9gw8CPmnMCM+HlnySiyQiyMRDbuVCYUqHu+f8E4Djb7s8/ZVi6vOIsyHNR9Y7P8hZgiuQVzsI8Hwi1dW191W6eG8OSRcIZc89+eDo9aZukUqp3k39vhzkBFiBAmrZfaoKa/mf1HqwTsO8AYOb9+oplMoh/OC2ySIJ9AoV7ER/nCfl48xo/5GtojuO3lW0ik5s5/xCQ9EP0APER5piEGyr5OJfLlJFnxxajMhTqZmwS9i82hE9rLAx9yd5CR/0L64j0RJjukXDVJDDZlWDvqB8NMEx8ID76TRIOYPL4448n9TWbn57f2bvW1k4NEkyyCzYHdLYXqQxGD7/8qwU1t24njpFkGmQfXR8TvfrZJHlbluAnLrDnGJkjr832QQ4LkBFnmfgxlaRNWgdYIykl46N6/3N7f1tU9ew5QKp28MawsQeehpFnCy5kTwPQNsmKBAIAbgt4SILOMzVJfADg6P0ytOXR2pqiiTO2b2McUrn3KbonOdu16awUR3c24QD/tf6L8Ya1hQHU8V3KJIPMNVZDksJU3k/ywH7+lLCZJEWeiTOFCwOWM/4LEmWaiGuSF/fmvmwDXMy6UWOHO0991NoqftDfdy8wTmy7ykHkJwkhvI+/9qOxqMRZSGYB/EQSp6ih+gZ9CUNF740Nz96GOj17AWagqYZ3L9kCozGY3N/WLSZ92BaHeZtxjh9hq76czxlLK19bhGfaaMOd8/nF3drGpEkXAsD7asIvvZ5ZsmkPp89nxTmJCnyexCPW9keaHrOn0F34RBsftHji3NIP/3Fj0eIX3BHb1KT4xvNI3CquoM7jReyi/eJnbc4+0xZkMB4ZI5xn2WdbDDcf7ngzZwDAizGVlazFSYLet99/qmbsolfBjST8Xvm7E7UD2c8eQeBeZQP/BOfnWgvwnKfb6qcGifOZDRovpXIPmR7ADm17mbKYnTACHSf9rsN5rOrtFHNYH1bYwPlZoP3O/qjce1AMYLxgip/zZji7uylOFMrzUGams2Psaedc+EsU2L64Vp+v4MX59fsc7T35hJt7xgpYgSOOQh/gdkGxvVoFALq+/ImxcRT08zgUgD7X4Tr8ezMF9vfHOTjOC++3wmXmekHgvn9+5N7DysqtIjwD/ifQ6rAZCZYQoul15v2t/t2xtOfiaDEUhxkY4+BgiBzkr4EWDNnDRCyAfMqYQvarkM9BPmRKOjccgZWzXxUnw9ugA9mpGEVmxc7AT4r1/BbPwFAEf3cNPBB4JA87M4WkMXDVVvZWWW82TAGnAa1P4PUEA7da8AxEawzs3iBwbbWqgGP7DWTMVVbdC47v+NLR1rHHsFqHHuPNatXZpzxH5r2VjwMocw/HKzDtep7nY6ur7pYOi1/Q60yjbBMudi363dlFVoKR7aTRyNsAAZWbzA0yIpWWYGz3+9x7YnC+MS/m1mCalRgmGOgkLe1mDZoGcAVpj3TPrCMythVYTcbINWqIMqZcuTRzA/bvfXd+BGox2DRq+EJ7nyLXlW2/0Sq3AR+l2lXuVK08JM9q1lUNRIwbjHacYxwV3mWso2+3wmv3CnKxvb/7PPlxDDqcu5Zm9ks13UQZxtLDcCovM65mTWGkjUBzDwJyBWsaRDUzrvPJ9Vp5aO9cHoX1Y41PPdcPQsmea78zgIPcp3SWzPcYDbtXtjJ1KWkXAG7AZ4Knrq+9KtAJ6lGMTqtPj2C2c4yuPwuPulvHfZ1JgvY9M/OsArHOT/ciANVUAfc8Zf/k/QU2CSYfE094bL7D/CibVkoQJGEOkBOBbLNwt9+s2cXshXO1nJSlY9DFsP3RIITXa2+xfH9lwepx9SxixlwvBd6usxWQgEnOx+pxaFYWcGyvVvr6EMjuugn6dD+zb6EAb6XWXKOOK89mEoX9odx77buH05bv/g4A15GI/ub8lO7PShoM4u1lVxmcVESfE2PdoKR96ZCpc0+sUlcWjDTTkMqnPY859rlXk1BG7plrq0HJcDQ4Ya9c9dRSFyFEBPrOZ5RsEfSy43MbUDoHJgTucYYxxFu9GgeWYBLg42aub4apvQzPKo7xADQqu1bWaW0yxyZAMBbGwH2ayY9eaQXlVrmHJiqOPetB0OtXm1H5JsAuA4X7l/3PrZqYkXkC1EPHf2YsuT97hoAHc/kxz8Kb0vmQVYn8Yq8IzJSSOluJPkToLbJ5GXcTc2ojWUWrjWFWJkF1/k7GLs/0iT6uuSxrs33JkGsDmgbBWq2Rs50zRtk7JyZIV8y5h2FOwFcwhmtIQahcM05AKRze9jWCRh0HcuZfYBxZU0ebm0TgZYDb7Ms6rbWjElhIxYDyvmNBXuxzzbUIYpe6u9RpywDSBe546lz3HDknQBUsCuixYGfp1dvP9JycxgK4X6Cm0qGmugw6UZPYvB56tVUBE+RfuW4l51SnLJOFe90KD446EtOYS6vIyXLXfizrR0FSk3ZWZNlPgIACCQQNsa/tGYYslPIfALjzgV6XAcJqe0HIVvuQEMF/WRQCkvyOLFle2g1WNjivnlEPSDoYvdFeUckiZ45uh6YLGjXONQICULnxOYI1qLqbqQC9332mLf6TsyDfLmhCX0LYI6AWzf7xVLBytvKUtd+Mcs5QAgY116iMj9xhW7YiZ32pTJZ5qXXRm2zA2pmYoT7q/q3zq/1GsOn4QmcQlOJFYGfP7wbOWRNsVp4xc8I4TfAZqtc8NOvFGixNr74j1S/Qe1FVJFW8lGnIL4Ad4BL6R/1tf/WekGU8KPVaJm2TxtafKOsAAfroX6osC1Lnazj/b9/QYzJZ9XX4DZDw4ru20iBYAzU7Pir61FR1n9EKeHvoCtIa+JR2GFuSZI/23+azVBpHDs0MN/EItgWSIwW9CAq5F7E/tCf9tywOAr/sG/bEscc98sfcaTPqX3FfPo8NwxojD7zH+OwZJnX22o88L2vCubb2PM8KIKEOhGkhVSLQbipgXbOaPdiVTSIxiaYJGq2MQd8J3nBfdCTgCVSNe6bXDqLyNzLVyubxBdDt7RcHhWoGepTBhtOaAUPFj1W2CHVbFaF7xu9mofk+fgkB2AXgq58b2LKqEGD6fqtUCGZRCW4f1xbb5zkJrN8qsKMPwFyXai8PiM5rdfy4eaxlmQsyNtsgGOTk1UQ9JUjWh1kz38m5nyq92uZVzRwI2o4Pw4bA/HGvMjdEJ8kiRUWmIAMVisRclpJ4dRFywtw1HsN52LUyEQRwSVrLzE/mUHlzPdcG5j3Wk0D7m1Rqscee5O98Fx3Cucl4lEcrKasG+W0rMuwbXipfEip4Vnx0bKfcizNbGlLOccAiqEjRRfat118cXVrgh+fhvDH5DrlFB1JpWOrgAI+Ml/OnyRc9Fg3mapuC6rBPZGpBFz4L0M59qMLcXMPa4123sTuiix6l16MJAQN+cgYTR8t7JFWUApuKl3wHSsunFyZjvH0jPeVJfqa/NyPr2kX+7emaCp72GKW1ip/H7kSftv95XxNT6l43eQ45wjbDlmjCVeRChgxiVSTM4BM87D7b4P0m79X/poIWmyFfEEiwEhMwGJkFtBNk5VkFJQHC2/s643uUinnsIitBAbqS5AUN9VQF9znrcvBMtiPjLH4fMOrka5N40Mpn2UqgeL16ZrITuWwkvjQmmR9s+T9SybtyNhPTseozhMJ2enlTZbHtBM8AACAASURBVM71tne0xu2+dk9AOwyldejiSZ5hzwJyNk6oncRzfv1iotqX7ze1MZBhErFYmwJspe1EvsdfmfOIh2T/beshr2lCJjgKttlN9v6jVNI3ESHrj95EhksbHTngbGJvY1+a9IQdD2WpfrIUnO4v+tN/TWCaFZQVDZ1oAiP7vYBXAGQoaxt7zZeonG0iWvbFx7CwWLDBNU00q9S19Uf6kqanq06EMsH1AKW5FwAwiUbIH/d4CkV4xk2bg75KE2o8Tdpk403SvZtYSpwN28DkNapck+AQ/4f93dhU6FoLXPZ80Q7beNHz51exd0g6Qpeyt697bZMjPmdPXnQu7R+bMQbopCqPs4OkDvti2rrjLonTjQV4rrMunI0mrKbSuQwTnItJ0MpgOF9IMsA25LyWRUy5Xv+Dff0unyF5h98hpyaG8CNo2nlv/kF0TcZsS49JZM0c247ChBIYCLZPMEwVVDDby1rdpE6ea47fRwIFip4e95wfD6OPfqQK8js9f//XfwhbBqAgdtrtW3/7GwAwVKKZ91bc2gpldePuppqMLG3u2H60ZfwgeZIKZ4EQejVfJ9EIW6T+SOT0nwNMtsc28ZUCUsO0t0H6kTuqPrENCVT90z9xNpBgcjdJUnBWq7veBQD+9oVBfGmSyDJBoTMfRF6Yt9It91mg8o5ea9Av2qb7U3ZSqpXvBMzjLPjaREuS7Ez+bUy6Z4/JJzwvfs7D2C0LcIE6YcNiS+x5yH4tS0W+ULsoMhQCjTITXF4zn1KUc883r9mjyBZWwcSra7CQsIQdhS+q/VZoaOw45ITvn21DmQnbygauXZ6UL8G+UkCxKcRhPCGekytx/ueHcOOf6X1u4pA9mgF3a0OGclpWNvwjWkHAGmd8BaFlP6EP3r1B+BLXeZCq08goskBFL9vpfeRUsIvWgJyR91vtzHPwmLxYfuaW6usW6SzzaMaAboQmnzHV1wDsQ0Nl7K9TkYu8Mp/Pnz/Ic3iu6lHpvzHOxmyiJ0juoj3GxeW004JpKElUy0SHXW6bGOZGOeNaxMaaMzAboO1fMrfsNZMw7JddfGL2btdn9Df9dQvsnewMn9sEPecVO6vX9zjR86t9JiMbe7BsSLXbTG7A99zYDQmMTx7rjwFP8l1qBVEfYGcklf/+Wn9g/9xPbFiTf38meY65zPVZC6puf5RRwbjz/QGZq8KaDBbQPf6GjEbII6Lk+Sp1skAk81wfObqfVxPloj5sM2QchrnXVvR6C9P8yHX4/pfIZ6ONTQwAEFWvfGmiCvZbj8mOo3+f+AHrCrVyx9dkg2EYzfvbagH/DBDYZHcYATlDBHAXmNaHHgC2IQrbpHHP1XF8t/4pj18boYd39YtxtuGFzrunosx8uEkmnVMxI3ENJhHZ55zPM7TgyOvzWhtpTKfSc/MiZrBuUnX3UkAv8HUK3P5uZf0mMQsU79sng2m+p3PvTU8gAIBAjWerGljgGi7QveQvO/l1bvj+XGOpofEHeMCvKBD8JIyckYQNkJ+fQ6deg81R8mcXaaRbgTiX1O/vz5vB8S+YeKR6bgBzPriVfv8aALx0pgvUWgXx64T+Mp+nDAQdl6XZUQAIAqkllwaTK52fXxBvgb8VnH1+nlEDyoADQDxr0YDdBN2ZnwV0zITP9U9zaIBsQRDW6FTd20zfqQAeAFgj7/yZFdCVieMs7GcbzOn6cmhpKB5fOkAqGDNrDYqtrO2fxySCNcr2vgYvpGcs5TJG0gAy2wey4yYoMAAw87ZA6mZ1MDSUew3JVu6pnJfSeYHwzvth0Zlv5WIPJ5W5c7AOMFr/rKxbZe+U9E8+t8kFPVAGWCO4JKAmYHKkU3UuGSuGzxwuk5li5t6Av5Nk4DWn2nJkfqufFmxeepxW78zmWuDzTkE999zO3+4DD7LJhc+zEDRfMPA+vyMxru+rlDdRZJ+9e5D9y/EwBjpy3QqkAsIDbnMQFtAzeFf6uYMOaA+ALNRmy5bWrQdWTiWc3Tmst7J/KxOlOxPkFdBOgOSwr7mHmejnwNeyAfTABCiL7CnLHvArN/u8W6WxARsPM53pyjeAXXvSrPPpfi0VJfMzOrOGEJsqY8Hp5zMEo6woc68JlqtLNKKlPAWY2LWzWku9uOuxY2nW9eF0WeB8GR0ALLlX53mewf54BuvbL6QBCa9vn1Dlw+puxr2VP77Hnts92YznrHtBWpzvkYv2OeEauzaVqVStQ42JXOZ2RwDYHp5mlm8GWUGxjHkr4xlXwb6VwdFzGD6OXVBpdRd6oDqnnzfDdcFbHH57MZHFz3ddC4K1jJkg3y9JNrk43221H/c9PZjV8txH8NszGINBs0NdI3XaAEcjT8wXhg0mXivLeP70OkFPIPf8vucQOpGAaH5fOuC5zgK4dZKhVuXcrYLRyFumgFZMo09OvWNxFNEP6jaefwHgvYbz1FNIO4HKxjEWeSZkxyQJq+Hdb+c9wLgFejCeqM6DIi3/Zt2zPxfQksqTfTLeSDWfALC9pf1OjXkSKLp/mF8cPqtBcajag6fZ/oAxVCRIYdWARRNIrDTD4NteqT2z8h/ghDvSsxQwh/ttNW+D1z23ALaptJRimj1JlSX3MpN8hX2ehXMm8wgYwas9qwBtm6jBz1RaNWfHBDVeJhVob3ROM184etJ2u4+lgBw9OeBez06cjdLpIAM+z/YYw1lrkDpVksxbqargBcur1LxUThYQoaKURBjpz5blwQpaKSzNpLdSSyaCMbIbBDsn5AGElIq0a0ell4E93t/qLKk6h1YeYWtg26rAOs/JXiUouUlajwjqNoHDOWUHtW9M9jvjdt9LkUjwtCBR7IPShjHmCc5ftyIle3DsGgHg6N9W85hAhVwxf8x5AzgZD/rTCg6rZxY8YJ9TtYA+RCcUtJzDqTKcHmnofjKDOWcJVKMneLYF/7dS3OAbSQgAn1ZXksRhRnVoWAEFs56cFeoObXPOPmRTO76nTN/vPmvyg/2b7QMFOAodHcECv4OslsWA/Zx5R5fpwFlKwipjM5D1T0VKZTD7leC7CR86VwTwrEzgbHQ/M1b2Fs+OboIC/HN0isltgEOpXiGYXsdbO0rbVsrh0nTmTbLqAR44swjaERhmrLfbR8vkrB/0cGscX6Cb87d0WVk7KMAJCBPE+0yQKtN0n0oEqOZri1GdmCoxniZCRX+86oeMBzlt6x4qXks55Z4vOJs/2+8ygfVSa5eqkD09Z3d7G/EZqNH5ljYre2/P2jIW7HneK8MiYK9XAph8j4QBzmCTmUzU4Hxhb2+gg/HW3m0SgxXmfOZdevQxNgBAARFAWoHqq+vQM0cfkNkNVWqT3jjTuw7YBFBFJsCUYBBnLRVSPPOTBLS1iwlQeK8jAIzc8XvM2jcAfPn7Bh9LaTdZBfaxNuhq4oVn6lI+lj4/QQEAaGSL9RUkATy1+reJL5lkK7oMIEtxe07+XaB9f29lpoEEKyKlrkYPl4q6AXPtSnU+lakA3DJScHZKQ2mFMGPbBDKu117cUKQNewAAjtTN1wahx9HDh2CtMb/wewn+Ujl3PyAQveUYL+vRPpNDlam8KCcNEAFcADxDBZzxA/qpp6clRRlwZDDYCg8A3ibOcUbmvyY3ktSCPZMFfk9FLT5f5pqK0AbdIyPvQ9GonEOtRlKKPSqhvmtVEecR+znC9ZU+pRnz45zNmzSFXHIPqmzRYdhH9DkEACZ5ansHPoTWcfbOB4D16aXMM1PJfC/Xlw57+nlBzw61LGB1XgVFsS97TnEuCNizhwBsqYJbHxVgCtATOnr6WUqnmjMweqDgNcwTnMf0EiWZu2w0Xre2R4D71QmtbMvzUQX9oCw7ANWwRVidavW/7SmaXNEzg2A09KIkKVgxvwAwewL9jKwt1SnfR94693nO9qmDNr5mo/rJRDZ7WLfiMdTCVNhyHXSRsuFzaeOpDwDXAYB4LbMLZyQJb+1bnfE9Ze1K3wowTjKwtjRB3frep+Q2dIgJEVxfdg3+SoKXFcg7J/RDvHOPQ5wEMufKdiqC8ujkFy9S3VpAAVrT9IMM/eX9PPe7VHrVjILBoUw1MiYwv8xFq45HZ5OoA6jOvqtt83h6vmcufbmxdn21AWzJARBB0JdzhYr6Uk/WYJOdAJ1m30wCjAaMsVkeTG/kdwFBSZxiP63vhT2gbJoE3Z7g2Lr10QF87TtPZeHKdOmjawEd5HD0yer29s5rEoM64k70wlV09iYHcYZep4KLF+snQI7vRvUb9q0AiGwUZ1lnLkm2hJ6VGWbvo0vbZmKqdFqFmrODqiPWgYpM41skF6RfaXXOxiwFSPmdPR2T8BDmDuhwefdbQGH6cFqIsACwyUMdb5FvAQtezBN+x4/vSVj49C49T6EqZl+H2p8klawlz06yB3Ys8oJu4kyh6tjEq/GLsWtrAkz8BAAx/4Yiln3wKfESEs6m1Lv7j/Wr/0NFJmwz2Svdr+39SYXvk9hhN11LXrTiYD98b4Ih1PvaHZ139G/WHzBTiuWrVuCbCMR5C4OB1fw8nzKL/LqfnwWsfRW6Wd+XbaEMB9Gf32KXcu5zRrImfA87gbFjb/J91hE7nfnBXuUzUDlj86F7eOEb388Y8bGwDbT5H8uYEaAQv6PnDgkgqXpsG5n895d/eN755+zjPrSmwH58HJCesQJIoUdv3r2pj4L/ttWkl5dXp56mF0+p4I9eqwOgHmKema8vqRAlcUz7CB/bYgt0+8OwIL1+ld7B35ApWzYQ2EdN2AOUawEA5+yKPm61WaYAdgKT/YcNs2dBrcbsp6vcN/29SQijWi7P0/Y6nB/Rdf/2H3/e+jf/GF0d0I6K9x8A0KEfbm/hfB/w4yKJxvW9ia1MUQC6llftrcwfP/jD6HUSY/rb/B+U17RuYP05e8s01grH2C4kluW/Aj0Fszwndo8C0hHPoTqW/VamkzwGFafsL27wPrS5d2+TUUEbBuJ8sXlql5IkmH0aPXAditzKRc89k5P47gLA7Ved+SLhCZ3zgWeP3cn38eNU7wL8jdPl77UjafVBMnGOkge0SKIimwrdYbmAQr3sBchq9hLXvn8/rSYa9sD2Zn6fjv1CWxV93qdZX17vsZHznCRE2jPW89MWEibw0iblJhWvJBvyMoaoz0g8reASLA85yzgL8Qn7rLQLKKNCxoLdlWS4T9nTr19hlxPDkba3FaxJxNAX0v6UPphz1aQO9qY9u7VDnj2Lb5VzsHGir55d6PCCoY3ZTqJrhtr4zlzvJow/z0Jv/vJPGCuwx/EtTJyTvUW/sXOReWlsL/r3Lb3C8QmyzMRwoEaO99W5QCdehHHBsxgbhKSv2LwBnx8NLfTHD+zNr7EhjEu8u7H4RH9j2TB9DivN8/dWK2dO8keBwaxDbaf8/n6ene/Vhs+1WzWaM/XOPeOO58SkqtPayWXLamKJNmY3+5xxzAv/5Ey+TmIMsUfkr3ojclp5/8F5QeKJX2Xt6pf1sWFmkWXoHus+xRRdl8Y/ja2dGDOZXrd3r8WcQSddFqv2xSbZOTJT9jQxGsDt6ojOB3GEPEuTypwjtsSPKKt7seOQuwUsf3yHWQPfCP/bhPvmOaEXiKnULdQ3Q4+i9wsCA/6y/CcA2DnBfm9f4SRNiD31wWYuB3TmmfDboKwnjjZxiybgZ7DMxxEA5jxGVxAjEBM605ejSqR4Zq6MVcIc0MTegrziKsQZqje6R53a4jcZXr8ziXOdr+p794otKp1bzj1tKOnJ/Wx0SEFxntXrNpE9f5J/yL2Yf+SM85+1Qn4q228/GCk8UeGOQfqvVQAfgcrjZ05c4SepcWA67m7yBfgWbFiAbgGC/Xx7zwwIwNiOvWX5N1UoC/QeKzZHXGdSDsbSCDKPxoEsxacC0MmqA6TA1zDFSa1QT8XR0A9gTO7jzTT1Xs10r3PhRljDZny8HdYEbqenaTfoeWH6uIfA8wb82z+utLyODYFi8/S+01x+6W3XcdSwmPnv5hN6dGyKh3Q0k01CYGyAnw340NvQql0rGxU0+oo5L3XoCsB4aOMQOJcK5QLkCw7xu1PlHnLRjTnSinzMX9chqkyyKIdJPIEpGBkToG4V2YKI+c7fS0w4gVscRvleA3d5Bj+L04tTbW+EBjaq9H3mVloMALb01H2WmePK44Bt6+RiGHItA2mn5e8z+9LIEfCzAo75WuN7AxYFMggGjXN5lL3KQ4FbZdi5F2znhwPGzBsp+jzIdBi20qDzORflPg1cs0ca1FjZ0KjghfLY+buTvUAgyetvlrJjaKIEX0AO8pceOrNGHgbIo3LD5zuXPWSmN/VkCTJ+KN62FyNOhcaC992gkaMzi7TGwlQT7F7uvM/UbzWy9xXosC8MlxBc3WyhJqQ0K9i9XQYAggnILk+Qa2oQe/Glsa0+6UHkfBY0bUX1Qd5zvYJ1Ymp15M80EktBvv1aN+sbg24oLuJ8YyzCbXfssdxgfeboS05N113K1ZPs1NjO9zh3TrJupVvj6sgVQeqsmSChIA97l7laAHiB6NP9IgMeduqanZPt94lObaZxXqXew7jaQ5Ceedl0GKbek3UUqOI6SxXlmg3N8NhHp0SDOV94Bg5BAlGbmX7av30uHT1oegUVt3LUTPMGRjo+dTMV2s3QOoH4DlrKR7Lu1cu+pkJ7wEKzf/n9PMMAv+pMM4d3X/DvAo1j5NiT0Dk4PWNB83PSxyYtOD9zlqGfK4uMz4ponKvd+wVgSFwobVqM3AaCoG6kaldZNtAozbK9DwEaTRDagGfXfWSi+rXz71hLQc2/C/ytU2LlBS+NIfoHCsqWihqjqolRAEyeTZtwwQNxL/apvfeSxUt1Uccr5VDPirJeuEfVjSYKmQjjOcpa8feepeNsdt+1UouxkqCmDq38YVxmnsj8Zhwmo2B52bcOgG7PCJ7f3qD2m93+IO3FXap8AbSC81qLHctS3HM/AYdQldK7kLkqaAroav+hgoFU4U6CzlbXNKEHI7JBPgJWUPqd7ZX3CTwQYLBHnc9nAMikmO5Z5L1JMpvpfLZpltK+a5yxl85oKsepoOnZB0haWs0NREQWNWw6NoJp2DNWpAleAH7xYjrIKCUAaoKgSQpoWp4DWW7fwxjgAO6lxkv1Qfc6lL0NlAAo8iBnzwUdw5h4Tnt5ytZwylJvUEua5CZBNAMUGm8AVqnXtroOh6OgJnos98EOAyjinpxR37HVqE6GcrSVPzzY0DB1TwSgSpCfP/esp4cR95SyzsoNfk+PT85wzlltCakSmT/2YvuR4rznOziHlwEEkM/txcdclFoxMsO+ojpDvWrVBWqWoC/zavKf/SbLmgtY0EoYkzwIrLbP68gIATpkxgQgQVmrpd27pdgkeBBhKQ11grH/L2Pv1mNXuqxppcsuH9Onqlprb2i1BN2AkLhoid4SCLWE4H/T3CJQS9wixAUX0HutXeVDpp0+27zP+0TMMe3erWbU8rJz5phjfIf44hxvbGU3tMKYcNYxT96J41BILM+wZ3Wgz7KvnDkgjjGkFgpSPQLdW1oWOkzHH+f+lzicQKdpQK/VJowNPs4ZJQkkgdtCo6u/ACPGHDrO9slk/8z6xmFVnWn0tdWFm8iTSZCIwB5xJqlYpToFOUQfKYPom+HMcwiqOHZ4Cj2GcTI1IEDP41a12c6g8K2t3InzeCCOCWYyLtYcyPEGAu7cd08nCaNZ9+VFJDNYsY+zs1dtDPbWYEZl9vBtziROUvZMiFV4m1DFJuEQ5KL3LjzAtSFrvoGcwlmZKIGziOcWpWEUr3U4knRyF4dZHnZ9RcKYcqcJRBir+Zs5YjzrEKfSUIhIntWkp9oiQrpmdbNu6cWIgzdzhOYfxBkMf8Xx9zW0d1RGCDdJpdNletVSSYDjAZ5iQpXQlyZNCNHJ2lVfqlFA5XQcwlSLZl8IIBF4qS4beHnWgzXCCc1+bBXo6kpNDAodEbxrMC50z2RwltonyqAFerA9ww99ERnMmHi2rSsMfLMWvpOKZ51g7C9jIxGSqgRgtE3mMymUeZCMouMf2gVxy2TJRZoAJkx7wvPYarUkaty9AyxweFnOFu9gvc4DWfAKHKZC0qrjQ4ybDE4lSyujzOk52eAPk+yGgwn52Sqi0BABKexQkhhazZzrJmeEAEYd+gS/sx+YHzcJANsnjcQLg46sDWZHE2LDz6mOK/x9fomzskgpWYwGw3vWDdIRROYs41T7mjPBuxu8D98o8hF6ythwj2g6yLHKmjaIzFpOUhG0zBwaOB+5TMUd61VkhMpsZQhnQucuzGETD+w9zSV0ObxOJ7jJkeoxb98k+aF2j7B/rKuOP/sCwz9IVKDaF/kA77MK59AXGP+LF1RDWo3Lz5UlhewbuzL7zvh4LzRjgBhFGZ0BhBzX/EB70sdRZKiuMQk6BpsrL4vsQeAnDs/ywNBandRU5JmYVT5ZOUuFJhV/BDJNZOCe9pOHZ4Zn01uQ56FHcBZIckLWP0xgEhnL+bLfPftIL1Ztm+olkdftT5nxCueME4+WAzoahbQ3SVikISrzrfRib7ifYNTb9HKUHqwwI3hWSPvQ1E9xfEIbrcRMAKjnq/tLAk9ooglen1q96HeVq+fX+kBep9/o3SQIwD/h0VShwdtN7MexKQoAPXGbIEfVOLQfgoGWN5DNexpkzVhIiKoO0V6eViF7ftHNCbqE9yU/cXuBfsw63xQdIXuWu9uCA0M+Y962WdcJvhFwag/7PFtkjcir8RuQ9NR34ODNc1jLJliUd1hRB1Ghh1DlCT21tytJUQ1EmURmQrv9coHQRD7RQ5ff/xw+T2C8ztavBM6gCwNb9GxEL7S6Un8XFzIMhIkma7UqlXVAzmWe6QUMnb96YeUz8n8v1oZAVVuLJAgAb+dC7rEX798RoIrc+xldfIISvrHPfN0EUHSHgagvIwMmPv05cxE8ZZxAhxPn+TZ2AL+r/Y6tA0RzelrCB+A35/N68SJ9clsdSwWzwUjnq25VOdre3OxJeGdoUlh2Elp4YfTMVpoim0iqI3DkehYxpvYeesFN+TQJlPT0FTnF5CbmgN4FzbX3Ye079UWrxLXTF5HibeQO39NWtvKf80sFP1+nwhQ5pi6OHrv6EslLSWrIGbu6vkry3GXmwvqSXE2yoUlZ6NpCuv5cGmvLk+6ZdGv7BW17zii/0zdsMIyrbQhAO8i8ttUEv4fvkGgAzXcNJpkbHY8x6Mv9GpSFlw0Kcz7++td/aO9sEoDuBekHXsw9hZ7NfsP7tic6Y/rj95dZ40engDYw5psoYQJHZG71R3yG6kzfUs3+MOv18PLrxW+/3r94lgDvnZzzr3UEx3aIuQCs8tsmoN0KXPHDnp9r+kZmQEDnEjDE/oAH4DL8BmQ0cPytDNe3AVQqPJAA5lFYM21wQkMEuyClBserD5HsA2oHxFyLo/SE2kdLKn3SaaXxEP6s3vwtASQu1om9wx6jRy7ffPr0sp/XvzyFHbBU+7n7Ob9S1wFFSh74x++vS6esc+VpvttAD4m8nLn8x3hpZUfCJfSPPwhXFjoX9LJyUHhbq2GBJobvPHiEHmYB0kUCeG+DLsHFeUB/AkWCRK8mdub3orKFJqn2jjz/9U8kYOqHIFANhHERiLIRtH7wrEzsJetI7+y32U/6hFd+Zn2vr0mCi96euVB8yDs+Rh++jjy4DN3dJGngUc4MF3MCcp21wR5/8tTA3uka2Q+89WV4F+6SnxKARO8keA9/p80L1/pN64ehUhSbNuO9Hz4CSgzBVdaDs1a7IeNFJyAoi22FjvPnv0U3jJ2JbpqNfXttwce9h6yJ8PDSIzoIiEIkg0xv4NxC4Q6FdIBZkZSBzq/8MakTM4kEP+0Wk0ZZT4K08B+CsF76rEkgZh9quxH8y1SxSeGrDQDTL7c2xPhIK/dnAfNP/B3opNARukx7YvcWez6DpKDsx/4nXqPegkA0MVqdpn6qXCCyIUMeZJ/hR8iz9qDvRPTtsx/aDlRE66dZxIL6TUjmhzyxs0nWJOm0CdYknisXqfDFBmIdm2OMTU8ySHQs/Hv4MIq+1L6+6q/oXVSsVleob0xEnohF1zDzZ69u/2xhFPvZAoqioeCbQI8g2E0AGH0G3Yv1Rb8x8IrrtL7gjL09eweRh6Sgtb83ibb3U81rPmDfZdGF+meLJBsbcpwWZWrjc30ESaqOJ2S4sbSq+znf+DlFkJwCC/xBjSn5c32LI3eHoPqXiHL4C/3uBux5DX5qAsL29oUEbNPYZLQ6J0gQQ2jk3soOY03qAYePpXbdVgBrOPpwrv9QAHgdiAZKdQjs9wp/yPxLsP/49WOgbu86OV7ZixqfOKxHyvYzhBhO2nl2nTt+e//WIeXP+9kKmXXyQ/iN8ue/wj2yLkPsGwBWKZrMhTy0mTMz0GV+/E0m3H8oAMy6L4SrlWHfj/k7Zlrjcn/v3HdsCHSYJcrRBp/W4bNOMYjd72i4/fj3+Y6oxJw58FuOjlKm8t++bWSwN0VixyGh1emuvcOx9G8+gkiPqMjpdQ0wzt5soJJfNqh4JkyWbuooxzCfxdq/+a6Zl2aE/Pt6Ru+Lf0xU4DkEgBsgrUNwKkAnABz8vdN8FFYGxI49W8e4zpfO4TTnzRK24nTzGDbY6SLpVFla34DvHngDAhikMpUNVEEy9WdyoGd9z51EPHp/lnGoRKHkboayTtmFi5iEhU5CZbYVKlEiYHKbmdkxsw4IgIlo3xoadH2OADC3NsNp6Jv0knOIVR3Hwzm7bhIQ2TUyazPKULwQNEBWkDnX3rJ1Qvr9fe/SRBNum0Xjs8fv5NBh6g2mc4apZFoYQffuRG8DtzmoZh3bQqgiq4RVmkycjKfQMGSP89whhOUQiOcNPPJuFDvhBb2qyNODsD1AvZZnnf9sUgGKhALDxA3PW5MgSGhBSeF8nl0f6sSNYlNI3lEmmOsIc3o2NAFnvsPzt88B57y8JO9tUIAg0Ui7PdfQWR/itQAAIABJREFUxgaWcayfoKdRRjgrOKDmwGyv8uVXCEDhNBWWraBpNbyJAWQpMh6dAAY3eZRZ5zgKTOLZa0RPfzxPutnK7MJzNJA7wV+ewfmA5vI5meisg1XZKEVCs3LBf1gnEwV4zsGoDGoY5D/JmWGIJ9mHIzjrwTu2FyXPZfwLPyo9HAFgfra/mYHo05V/o8wICXn0MG6PlFarjaDPYFo1NJC1W+2MM4znVV4XtSC8vs4VoQ/LbwlebwC4/eesKmYtrVQZGBPWaiprmKt9xxwpNMN42Gf2DEfHXqWr/Md6mCCBkey5kLadsHBnOiKrlGWMBmEYK5UPnmH+NAGi2FkGijeJqQk7AyFkgFpEDea7tHiSKQS6c/4LX9eglso7Cj30swFCM4CVf5UjDdJvEEyYpIWYP9u50zhPSQHl4XHOp1dpM7N5Cs65jI1z9WPSW/sAEhDi7MA/DwWhOgljZJ0Oh6FOx6XLVodFKa9z/EwvWr1vZSr7wnhYN+le+Kv2kc7PBN9XHkkvRxLYZyoBUaapBOu+abB0P5vBSZWpRi6OAaqbaniFJ22PYP5t9eC0COmemR0JD9rgFONFmWe9rLYzo73Oo+Y0bpIV1RQEKqT3VqQ3oYd3mAlZGG/gm5pAYHU6uYGtwCi6gjwIvejLOAPhD1QdtEowjhmScUBzIAjF+77WiMDxmvnCX/LvQqS237zja6Z2AyjAmVIFKQ9ifV+ln1jvq+FgBraJTR6IygWcYcB14XwiLZ7fVN7q9CHJA6cU9Ng+pjwnBpzOfysEa+Ah2zDcgKbOHyG+5tV5ks6k2ac6vgNfFmdV33eSIJukaJB8dWrOYKse8yKc8qI9kDygk7d63ATL+444izR4kFsGuZRByjzOJ5XiOo05e+gCBBeAfzQ4x+/po6mxzbfUF9hnDO1m/QKzPEA8RRwobL7Q/6onzofvUckIjCafbSAVRyPrSDCovXBHYDBWkBOY/8M4cQyi41QnELMJIOo8QgCry/u8GM6gXCBbs6eM5aoQkeFv1ZOoDNORxnpg5PNdq1MOPWcRg0w6wVCnIgPnZG/ruu9FkHxlN0EQE1i0Zxq4HDQbda+GOkfXUV98X+g0HO3pmRXnmQboBKboodoAMmeLJD+C5Di4crZSYUTVptn5VrBCTcs7GSsONn6uPtyxVxrX0fMKZ1STbnHkEwSJcz5r8y6ey/txyKPfULmDI6LV6eNMhOZxoLG28l0Dr4WHHHQGeBKOX9dRnkyVVwPcOJtSRcTaEizc80yVJjyWQKkIBgSJkPn2qj1kknKFy8rDVE8kKUSYTmkEJ8MmZJeGyRKE+rIoBBQJXG/OIp9zhoUktrcmznX6r7FuqPo4Bk/JTqneq+5WPWdkOKd4ktRsrZB5hi6r3xBMaZLJ6+xtzt83+hKTMIOjTmf/OqYZC5Vm8EORGY6kx7VXCJC0lyd9HJlT3vM6FUKcPRJ6YILQ9TegoxPcBa5uHerc/ymE/54qzextdaAEVYpcRS7k6D/qIuoy7QE8CTSNTVAxQlIGFRdxdG4ijnq78Mq2jKB1Q2gtDinGC7t5T1U0Qcg8F/umfUWxd5EtOTPteTkVriTcrL0CE1kUMYMQZwHgLAOBDCGEu5vdb4IOOsTde9bz+fNH42dRJnNe4Aedf21hz8h+h5/YC6p+cQoT/KQ3b/tUhvcIaacjHL3gxcur2iTbeoTzI9/Tpiu6RPYIPo1zGEc/sgf+oQ68ye/wdquzEHHKDx238C16gHMmmvBUH4ttQ0QacR2QRQQi+Z4VMbS3sNqcnbrTwI4INOxZnaYEgPNfg8uhB3gKcudxeB82yu28n0S4TX6ncovKYmwN2ATnB+fv6rHdjfwgtLL8gcQMYcDX8SFTbRVO+CBBUdbfwgTsCelHExte+cZzNQ7ADfBbCSqks7Ln8A+cfGJZ5OUd8KDyiaK1BMo7PMTKdVBkCH4oRw2MAfU6fpTKDngtQXblcautqcZN9Z8JijihRblZv06T4hrASkVhKrTQuQgGk3zD9WuCiiZzSS8bcEI+QkcNVuTdBLkw3TaxhERlfSvK27upgDQhCP8T+jGJEp4fbIINfKEnet7V6T272spUCqM/WhkO7RpkQ7ehyojv8PnTnMWFCT4PAG/wuRPpbgyvyrrgvCbnA7345Quc3EC6W027ELf0u4ROgXhdX0dhyvE1fVSfvHX7Y4IoVNmqo+yZbRuY6hnRLafqbcfB+kGvXJKf85U+rJTXCMiaB0KVz+FjncM4NfbM8f3zAPAm4D5J3295ms99Q/Ay9AN8ceGuv1qVK7+xyo0zC/96Avx2fbUG3A0EBsWg55JAhBWQbDTvIJHxYdsmmDxYiOicI+dnELitakALqL43xmB+z3l/8jT8MM7/ly9eKwsyV5J4Cdxru+gn43c8h3NLQow2NfQmgtfrl697brBVOX8E7eEr8D7O6akNyYzH5I9JlmbRM3b8Lx8+3jS560EqAOvJgG5rf+rvaQ/i9dNMgjDygLW7zr6TgMEyAIdepA30Eze1cyHxEp8FOozFDyaOEBxqFX4I04A/+rD8mJfXVz7jaH7GRQg0/PA//o8uY6sFVj39kGE7txNYlVaSLJVg65ur9NcNHVPdSfW78PLwN2wqknKpuCbpBR5AINFE7E0I4/cEtKxg3dYT2IFTHFNfkb7uwv8T8Kv8QS8buh5fKXDRIDBw79dvSdAJJDn6Bwln2gAdugHgyDcCwNg1z58DtV2S65/6aZlBzdnwPQJHuayIw7fY7UwF6qvwuSf6AySXPu9rUdJsr0WCPBXlBon0udxPBfHpPfn8zdvr7lHRkdKuABlDlTEIN8QNCkme89q6h1HQSRyF/9ammPPAvjHu929JBHhz8etv2jcGkIV8fpeexfDWBwmOK29m6Gf2/lWqk6EV7AESh9ExniWY+TV6TeUS8g57cIOVNVepMsY/JQIQei+Qz+7ReDx5Rz7BjiZJpj90vYPwlCpm/IGXJ33JcbEHr19DOwbWkJMk8OCu5LhzzkhiZC6trE6l/udPIPHB02NDxBS636Sm4Yd5Xoti6sCEXq3Yh/6gX3Rs9p/734MSQrJuPuBd6Aa3opuSLEYAev3X3fc+X3lfeRHdjqD/XrX58gefHr3dK996s0MBnt3kTPmwxXP4GdAv5N3rtykEfc7MogFvgHp7qTceFpl/8gcTu0DPTZ/ue5kfc2vyTBaJOW9CBMkcyPtFCYV/3808ofsiFoWPigLjQVIPJpkTn4tJlNsusrpg99oiDuQr60wiEOpq472BON9WiY2vULyR7zQhCx/IqE/raDVhFlQrk/A4d1QKr05ZvTE8yZiI7Y/wbwEBjW3d7WlSsHqEbDnrSsXsxCdIUqwuwK39wiQ24+vIeT5zKXd+JH6b/KtsOiWHRQ4yxur3TQzBPmQfmL6Fca3wJwAMqlduavEaRTST3LQB4LalpACutLExGIuSRNTUF7ZorvIt/TVA7p+3IxSefvjVxuPGb4M+qB8Jn/vqTVmr8x7AeyglAMn7XBk+h9SVmOUwLfOfL+AQZ/C7cRsgXga9DvQfA1fnwb2Ow9f3Mugy3IyxERCY38GMOVBbffeDXn56xpnP4zSnVnvkDisLJZoedpjEBJ/P53/+jNPYMhADVI7oyDaf9VsmzMHIhsFINgC8wUGzj2GaBryFBPEzBdcqRePEzKO36tc90tGk4Jmsa9ZwBrzO6rMlnbGacbfVRBtIxuChXH33oA6iWSO+SP8CK2/F95+Zdk8OpXwDIz5FBZlBfT+Kk5OgQZ6hp/NFn3lQsXcK9qEcVnlA+cTAN1jUgz1z7mE6pxl+39Mz1Zys1wyFg3sLY7KZzEKNSbdKsQYLQhft5zLf22oLD63ZLaNv9amuKwavimKzNoZxOo4ZT/a8ULTcP16dhQg9rwCm6sK1P4K//PzdOZox77TbTyaSrBnYVbR0HOs8PZxKzsFgnL8388Zq2KU9Gc8Gwr6N84gxqKy7duu4Qo7UIM3vhWvyMlikUN/z1L9xohBor/Gn48B3C+lrr1IrLDYAXMiYMYAqQMuo+d+cxfy460aCCkJNAcy+rOEkY+d9PwGTAi30zC08g0GBMvaDBfVVLCNK8RrXrANnoo7T7o1zFhZnK2o9A4wbpz2OMM/s3PxDxjdO/oUfbEYljroY/BtLvjWG/QlqkAnnxVROlzZIkJhK565/P+dvHQxfCMwMrxNWhF86FunlrEcqKzu8+MTfM1cz63Vc9JnN0JVu4Iun3sRsUd7F7zlT64RCYd/sJSs8MTBd7OWFdyK8gdWoUztClffUmJrKnM5thF7XPOsNTAajoEqsn6FhbGSXILAMQ2Nt1t8qmfCTSUyAzu3dPHAkc54x/Pfc4oBrEg100/XhefzA3yJElFVJDj0D7Mk+VyeTlS81rNUGFP5khw0/5FlUQTSwjWONfrSVK55Zz7j8BOdP3fUEO+u4stJ3yKMGV50TGS8OGhUHaEfli8usP52F7HF5df7gmHBzjvmU5uHReV7Pa+ndAPBW4KKAKMqsjlqHGt9BebZywUAmShF7IQ1apce6HYq4hlshYdq0j+p04XXKw0d/WVgp7pVOHTsOH8+q47Fv6PTtG6d7+3AQwMr68A7oaSEam7WK4ttFgG+pNPN5+9qGA8AbCj1fmDX7rDVonO+xrsyr/bMIIKLd5nd1lkKr2U+yxmtk5b/tvQtt8LlIDvIzEje4qGIkmYL5WKGD4cl4zNbluzhOCp2zCzRnphVRrZYDShH4LmHJcWQtEgCBriO4bS8Spm9flqxNDNOfskYETwy4WnVWjpz7moH6GflLIg50tTDhQLgGVno0cJwv9BZjLA2M1cENzUMPJglgSNAb9SbKPxUVj+IkRtYhQ941U3SDkFZLyU9cc2Wc64Gzm3kIfUk1A078KP55r5Vq8FwCxFbRhCqlxQiABuqpkqwMCD1RMTxCwgSWvAcnNHtemQbEV54d7wpnsYHDlRGsfYUiywWscmDrcMbmjH/GG5N9Zqyb+AcPhWeWevMQKru5dO6aJKMjepJXkM/VD4TJE1aLBBOhwjAUMd4LVQysWYxJDHnGhNHi+RBajfnirCpCQdbQcwyvMthJhU57/bZ6yl5tvENDWpuifc/6j5XXOoVYW9Zd4xGjP17m3PM0zj4u+H97Duc+nIvCQ3FGgNe2HyP334lBjHGNEwDab0Y+1XwZNz9zZqxC0+BcfUOZPfsAxeTnQgDnvVSEEZTmKk/HzgndQ7eF2sw4WlEKci6B2fgI+JxgBjmVheIvA1QGsx9UPkKH128SfMm8kTdc2gToO3Ewx7Dm+ziHqXrkPDe4yJpm/A9yXjWQ6ZWHA4hqE8fOffA6dA0CHnxGj2WqQByPCRJ9Z53C3G+VSXsos+dxeNhvHFqE53qvcFQkGgjBSpWHOpkVz614/UIVuhWrTTrCyZfKqPv3L+P0RO5Y+UX/7tJy/tATFb7FVVjwbgfBD27QRnr1Ik4lDHHWkLMfWsHEfZPA1LNn6Y9NZn9416I8YWILt2i1J+tWh9ckmlgtb8U28vLB/dBbh2CvMWiCswIUbwPFrSCnEofgn3CJ0BoOcWA/24u8tEp/UWly+9lWrlY+yo/4vO1AcHZTIXTmcMIJvYFqRkOWukk82m3Vr6pXbeUeByrO4MCPF0qXgCQ9lLM/0D8OsspwoBSnkmj7KPJ8KmybSJbHtEd2nESlmdAKUO0/30rlCQHg8gi8HPbCNNgQByfnN+uKc3N7blduV+c2uYT7gGVlTa8KH6//4BkO/fCa93GAf2u/dIIDoH3Ic0i2sm+hTi71yAwuz77dwBW0KUKGcodMeH0R7eFOlXrln/BpJIvA1wo/2cQq9BwSFux/ayIrLRaoHM5ZyOfUQNAXfAO2VIzBt7hPGw6HFL02U+3XHrcmw7989arrCdKDe2xlcfU+EoBaHQOdNUpd+hTOdw5F1vlJqq6gXcZ4k+p/bgdqdJPFCg/dLyDH7qfyhKQAkyeBxa5OEDrl/e1PHxoFRWDPGbRKJS77By8jCWn1cOQiZ43z2MTQSQbc358C6WMPsD5tU1CUCRP0WIc6tsJfkDWM1Z6GJg0VIjnVa00aassEqwovBwpWmGgRB1qdytaTsE7iWbYbePzahnGa1zkPHGzWjcSg9TMQuMTOtpIOm0IaJsi08MTACMOv0IdMEBeumvNURz8IHxl7g7QTeMTJDc3xDNYIJzHQ9ryD+0jCgMcAH1l9oHLBs93gIPQw1fjsB/Kfz0U/UBcqjHMCpIyNMwFftj1B1ij9FpG38BTkRPWfjKeBxIzbSjxo32Rb+LNJoAaK7Y9cw6O8lKqe7UfMO5Dp1cOy5s8C0cwZ+hDHNkGpJrCEd1JR9omek9gueQg65Oq8k2paHloHcPa8LQwg4rm/SZoEDzOv7ctOq4HrJElqT63XmODt0+5/4Vyzn1Thsp4mWYnihHloAIqjpS7U9UnFKAl1rDcVcFcJvusQJvBtcYaIJiZEbasu5E6DFMRts55vrkT1gS7U+dEjqMTjTGevE4ih0ntRhK6ursKnCEglkStBHqBCWQPmwD6Vf8YB/ipBVwLhzOHtlRDKjLVnqIEmW4tYqEISh0gb6IdIQfYLfceKdWhNuG4q0phmK9cnqM1a7/lkzpw1eALnlGDzu8BCP3uetSZoEj5F4GRlYWVx+Ov6kwhAGuBEZ0hQsgdUNCoSg/jeX//6olDP9UlGrgJl3CTqSeB1n6VjoMnru0L3zzyR9ySF8HyqFUl6uJ29hs8SoC7fC+8iSQqeyJ5SiYy8fRQ+CRlcZT25nj//pX8jA7Z/dBN+8z1o6V2i+MorEQqOJHaD+02Wy9mBV6ILYjOwHpwF+BioFYtA1WrjjB1+tD29t+iGefDO61Z4U1GHzAWZZhP+hVR+08A5CRRWHlqZanIlFYyi3CQBK/KlkLXI8NF56nMjMbqnOwmSSYz4T/7Tp/Ur/Bx4+2ep5uy2/aT914Bk2MV1AsAEeEngbqsNqr3jg2G/Mf3Qa5An8Mm2A2piMrQ3ejW2am08EmuEbsVzT5UfdsRRqTb+gAbrOr2OHWZzJ3zoeRJOtvDi5pqklVRhfnl38cuvaVsxyJPwXwJgtdkJAAeKnz369Tfk47COLADuhZsf9cKsw2UgwbmYPq8uUlEWhf1ZHyi8z5YL6K0ivgiTb99u7NMn2f8mrs48roCTzv6IzGUyG+8iKYIAbCH/s97YFh/gZdXNUt2eoHyTXVKx3fVYf0bGAEQ4ujj8g3NJm5R3NyRJh3ZDHqeildoSKhBW2Zp8xbpum591mb1JIBYd7WFtHH3BnUPOKIHSl0m4vHMbHT1nLzohwUX0TBIt17YuGg7qZsY47LQaDbYZZ+n2Hc6BPlk+x1+BXNGXKBw6sMy1x+b9+FX4Dj+/DSw59Ki/jlUBgthE5mmNXvhqdBvolTHcvMXPA3KRFZ61/9EPsuxvEww3wRK7iMpoArjI0XxkaOF0aRfOdfbvbc0nJD3JQdpzbW1XnwK6lz2g0XmwrUwwOorzapc3mQYUDROTnb+IZwSQ4X9to5DL9pPKa/0YrBs6vmPecfM3LBiIcOwT5l10r+rDFlm1wLHnFfuG6lgmZ7JbfVETLFx/1RZa+X70bs547AwSe2lBMDE0ntJAOPPGRoc9Rv7cbZGdcaLymvHHcj90DJR2UctyXHQHeR92J3TImUZHZK2hNwLARXupD51AtImGjLtIG9Gn3TuDvbZjw4j9vmil7uqz/eYbTRgbyOSz3T/Jzvpx+0XbOuk3YH7KJ9bXfvbsp8hA0IVJj64DQVzsLxElbO2oT2WLTPShKS/k8etD4bstcIHXZ6Hr78b/Sin1KQnRkW+SmHJMn0fndvPR5VkGs5W8R/NDcdy5/n0BYA+VHKoGdf69vX5XUa6DeJzuPz7nfHFP/z6PtpzdsIS3jjOcDRsk2NtaIn+2mQxtgxz7eZl5026ghSNYyOctl57PFgZ6neveb3b8PmsN8f3d+XzOp7GVuYXTK5PUCDoFLUO0RwR/N23pcojj7OHCYRwTFbbu+8ttYYv93VZcticuWRIlNoPNOKrrjMeIyi8WYrhrPlXSrA0HqIef++qAMwtz4Z51NI7gyv065A/l/XyOpSvWYAIu/FyCP99Axj2M4Dzg2WATApMAV526Qrgy1YXcZZ57n0Geqd4tzcrJe5BhMnES1FkMnW5ALvfX4IxCxrqc9vOHpT5BsEI33FSnyZTk89YyH9eER68Cz8w2aHg+Zb/L/qoILpT6+Wt1bLuuhSYbobnPIfBFNuFmYC9lLL13HMuIq6h7xrc/qEG2rd7zzT03GMSZIIalzm8qhhBABnE6pjy3QcE8cyuEd++EbD1mwjO/kGEEHWbwhROsA5DzoVP7E8ZOBZ/VNecQ8dK1Qbels60EZE51HHajXXfnfTjPVUAKjGNiQQ0OoaWENERzPM5jHzWVO/IjH78VkvybQIHrZcUez3D+u47SLetoxZZX4dZ6XvfacZopL9/RkONCfqqYWpHUbCMyirpWJjMwH35fx1/Pcc5+oWMiuKpE+A7GKa0f1dasQyF5s2gG4M3WncTUcQIbONsAjo7lmScVKTN3HR8KMRQbHAGw4O3xbBDRvkSbQb/PqRHT3lFmwspzVIKWV1hV7Pm2h7HnB3rlrFh5JjckuLVX7ycTfRIwhKyjP1lxXDpevrM9SflAB4cGQbPnJ/C7hkrlCGeLQEvTwZYIDwVtq2oJxGC41GBHQcrzMcCbuVZ+IjR5HaVU7Zb3GgDfRJNWGFORRiXNVM5u5fnKYAPu46SMMd8K3iqWUX6b+iqNt9dp/sOwQ/HjPRuAXSWKtTNpQefdyQEYGmHdtt/tyVkA5Y9iVjqYwFmV5LwXh4eZ+tLzPt9qXc/H93zM/WNurbgCLr4BUXnAJpNwj4FLoKnipONscC4IyA4sXTkNazv6gFn1VoDCh61EI7P8rhBgsyft8YTy12w9e/NRYbi9ENEz4VNW2RhA+kQfm5k7Y+PdOFN5Jr3QuqJln/BPIJFwvEnLi+LQfSNY1uxCqyXhkaz5Zoa2qqXrpgOcN7H+QMfQu0bYIA3BTaYSyhpIq8BEZ40699AJF9nLW8nC2rR3cjPk7VUGDVEBfC9OKBxQ7CtrouOmgqWJY0KbItvkj1YHwtOpVkHvsDrc82UAfvta4ojReILegEuiv5OJDAv7yZze4lzIvkDTd2JJIBc57rIkgy7SLueYquQEFGsYG6QpVHB+KAQ0xgpJKzUIAUAS/pF9ZJ9wJN4CGjD+v7sx/lgXIOUIuBEIR6/o+3hm+OyHJlKYrV++MPuAo2qVf8alXE8QMQ7ErZAvZGFeyjscr4kLBjo9u5512w80q3UczdXX0BHyB0i9PWOsSJ3hcTpxHrb1BWJf4w8jmsCiAXcC9TqNDViYYaxTAacb9xVCc+RfdUx3uoHAvZTPfGylGPyxgTl0YuR9M+2Vh6z7k6dCsxUiNsEB+NCDjPlNnAIYPMyZwJtGPYF9DTDoEgOX8bQCuo5QeUllZmgcOdRebhHyzdAdCChljHxOeEmrQtmadyl/qt2R37Nm7dMD1HYg2oApYxDkb2CkEowojFWTChLAYg+ZX557Gedag1bRPakgR89pRnGdHOwZ5y5OQZwSXQ+TMpCx7A18ui1zJokMWqAKBGhpntPqjDr2dW6SYc65FK46PXLbU22ry+lraDZ717eQnlNRzjwbuF6dmUCLgT1kJQ5cAvCLTrDwWpykhSMsb89BtOd0qptfCYfNzITRllbo58weMYYGUEoo6mJSEhBvWf9UPrA3worS4yxOnQa0OAOgARDogpdR3eI5JDD6Kt/F8WaAxiQbKi5xAG2A5HbONVV2GPD3w9Pup9yA9eRs10ERWt5Kn/YWT8/F6iIJAGy1Ncma7c9KEHbos9WoGUcdR6Pzbs8v+C8BDPabd5v0gj4sIkORGAL1xjqjI9/k2ThghY234hjHMd8h+eAndIo4TYqUMIgE0HzPK9WckUcEu/he0YeyzLdJgsyKfBwI2cLgjl3QvsBFKEWO0AsNuYOjxGQu1rOVjE1QupNqy0Btx/HO1Ur0yCtsoFZ04yvJel29kY7L77JGVOy2dUHOQnvMZu2YZxPDspGXhXS81aoSnGicI9bjXqtHtbn47ORgqyzHdqDiITZKHSBU2JoQQoUijlcCyPBreCOOqrYdAPkk69dqPnpeQ5P5+pvA0X9OYkPPbwMb4RmtCKMCOjDkqZZhMASOt595nXucY6qmpvcrgRD2mSpKeiRCa58+ygvl65ukooMZOkc/1LYNLSagdCd0+vgJcJDQXyrsGvREtwEOHZvKhFmDYejbovrAf6lieRP4aK6nSZowiYEEnHupqntVPvUw5wcmQECT4LX+EJPUvaiu+769S/0DWRMquOEf7UdPVXfuRsYc0PTqdWsVEcjFccZ+Uu1ljzaQKzz3yGZYQfvB1dNssKFVweENVHR66RgHPYF7Cg1NomMCH63Izy8LdT3oS9DwQjty/oF3ZI1BZ9FRLtrOJi2K7JQE1knoMxibqj0SFPLnfiKEyHPOgxMMz3n5NnpI6Olb5HydeVZfP03F5SZINQA8yZfAeqN73b/30ES06q+0XiAxS0Qe5LLIJSSRIJu07V4ncM88GTNyehNNWcePHzOOfGZAwNYYG6Tm/KBzEfwQDht+hi4VmRH+VnSBfIYshgcjEwvbTgCkNkt4yDhCoS3Og71/AYzX18ZZ4VwzJs51wxPY33mvMInYdyZhwNeepYIPmq1/ZeyTk71ePV+/AQEVLuDuP3/GfqGiCzQD3wsf40xzFq6v3ocGeZgoTDjdDUCKplVqgydVD0OXpc80erDtCYBvZf8/vNf23GQlk1+p3LdVwa30mn3SM2MwksDurW8kkiYpIQGcRYdAfqAPglwikg8jENEGpDouEjCurl5OAPh+g0qMvxDFbV3wrQkQP9H3sD4d+1nbbIPnAAAgAElEQVSTBHU3LSKQr1QjQittz9AEDuQiVXfwa95jsn3PE/wKuTdJUfCbD2ltc7fRb/T/SR7L+YDHEJSCnoSYFDWQc3eVnu2baFG7Ie+FnlkfeBW8Zn2PvJ+KTu4jAYJzSoCYF9aHEPq7vkJ/phrdHue16fPKf/iHV6WtJj1kj5CZXC9e/iHEfNYSum5rliaNj01U408eRODr8jGy0sA5BPfy5YueBda5PUETrKsd04qxnAUQHZroIx2jf3FOTepQznOuC+dc3o8+EDlIG4cM3MQlElBs0YL8s0DIfX8VVIa27UEI5x1W24YXpoKzZJo1WTSA0jnyDRt4ZESkYe2Ue5n/Q5IH7366+Cf/JDK5PnEC2LcunmbOPXokK7VEOBC8gbK/CQwv/AWY7ycJwmKuME9sUlqyEHBhs6K1Zi3gQWm9Qe/w2GTq09ET6pMMPeQ9+BUo5OD59ugN7by3aITpcka+5N76ekiOzYdFoGm1L+cyumnE1ecv9LAObdLiYuQQiaLoq03Kzhhe/0Fv8iQlxibAV9JWQ3k1pvjbjJ+vFRa/PnDvO78IrtQmy948exa9tn4p/ed8jnyBv6LPACdtEIZ0IOSNgU6uD6GdtyQDNamKd22lfvhQ+jYjb6D7p0EDAP6YCtvPn9+3RzhBTALet7JOi86HG+jly/epnOfcmihGy4Pr1/rMfvtzkkOmkIlzxYWpW3SLQX1RZ7dYgIQS4ITfvqLP+E0SEEQAsd9wh9YCij/+QH7RWgM9hD63nnMLWNMzOnYh/KJ9oXO+bm7yi0naQYUomkMgnLHzgaO2NYVITp4d/XnoMuvP83Orf/FBsv7ou9DKtgz6WIjyO5HZJga+D+8lSQG7k/m9jX5ZhJGsZfOc0EzQWUMHoEvUjxl6hA7uAbvP+JmCLtEZm/7ltrEg0DYVm7yP/eo5zHTRpZk//IKEL9Hi8OOIuNMEsag8yKv6mCce1oSrwkzrZ+AsPUibAXQdUStoPUOy3uFna7JcxvkmKEokaT7IfrAVtZs6p4y9Z4o1MTlU3eFA1SIoXrdi7rEHOr/jKRbYmZjTDe641TGN7RT1Jf/BJkHTEo0q8rVRaHxd3JPnkqhJ8vTY+5+bQDRtDPNlwhurJ5D8hE2HDkjyefXCOrhBD8OPRhIhgV/Onj5oAsAGf93HrbRuQm349Ne2Y9IXsgn29t0l0YL3iGxW1++sGe9sC0FkcebalrFbScbqDB/o8cgkDfRuNa4JzfChwtiP7to1xg9NSLqFXBINMSfOhG0GJThjpdLr0tYGhEWfcZ/Vj9XD3Vs/t4WCtLvQ0SKf2Du47RdydTxv3x+uIP51XqG7QVwI4RQYdkwzMB/E1WwpBm/YXmLJSI/gJtlGB1TD0cPVCWjke9WxPwK1wvl4zemeSRAvVN8GgOuwyR32JnMBKm+YVxmN79CpM/BU+/AqBMe8NvBAsOk8wLyBhw1y9lkNKv27gfJ9xgZGN9i72WRV9s6u0/3DlPo91vB8XWa8DVpmEY7AvT1sGQ9OMq6FgjvmLCPrFSazn+/6eOIMbjAECA2c/SrcZwE7+/nsZWCre894Z3znweCFfl4i3v3p+3F2I/h7IqQbYTJHeHGcuokakocDSmNEoapgXnhvnrPB9tOeTnDQwCN/DJ5Sw8WFoXceiOf3G0ywvN/MFI2PY9Og083kdz13XDpsNpGCz9vHoXP0D0oGRgeMc+e7Tz4C5o5zf17jZyF2G9yOcORnGPGOzbNsJgmf77/3TBuwOpIYjhmxHzHXRqHZvrd9rtvgWKZiGxnfCqJURLC02ytyIS1UeHRa7P6SZXsKVvd5zqFQyjFOmx3DuWIOrNAagOzTBIHdM0eNwgfD65luZpU020bt0/NM6NTZU4T5Bj1b+VzRyZPq/H3fgN5B1zDswuUOjXaPoccGWo81b6XzVK4eZ2ECVDh5qdCchZY/Ia0d9/bZOlW2b2peFUQWXmW4+Q3j8Ns9a9/VOqBcY9a3856rmd6tFjEgWf5a/lw38zBYe450XYePbyLG8spN4hHhQVrn63t24e91WhEMGz7TsRI4zr32F1U5MzAEhNgGXsfJmw/tSSdvbOA5a7cVZRiuDWx1PTQyNHh5rpC9nFUM2T3P8g+cOFal7bWsn/HXaUXwYfg4cqwBoDPZUyWQNTvjVRt02YO3fW73PGPILL/XqeK+QNutLMiaFGaqVQVnND180aQCeZ9BPRy62cMmNhiYcPwEpHy+/eF4B3xLJc4AvR52+yNbub7fR86VHPPngC7HSUqAJM700LYyZxIMZhm5n6zS9ncKHW4/Xiv+zgMGQ3Nl2NyXAFnodCF9MeSFS7Uy1LXOeYzxYZBOeoA2ys9m3+s0RCMc/mSlv32IV2GvI4XklBhWG1TwLFvV5WW/Uy7h/qzmhyZIOEBxs0ewSikVYAYp5F9bGVzYnDqZVSrfR4HnvfA01tGKuUX3YE2Oc9teYijN41Dgfe092N5Z7m33t9XFrq90prxUFsrjSmPlcQeqCAabjota5fLkCLCFD1fG2SuQZ+CsoFdO51xF2DlwhvbsrPxtVnx0BaoPkaqfo3AKJ+rqFjEkyjavJoB5kd5rlcHoDuW/Bvp+vmtvbGWkGa7wDZxZBI8LD0zmZ9tUML1JSoGv5dnQNk4vlsAqJ42HKvx1oijLCUBxmavF+RFy59HDBBhYHkmicFjO/9An2W97dfJLjYjGkRLMxMn7gYr8KOELs1ooOwKRWLLoAXF6GYzN3ObsMN9N0KjBM7rhnfY65KyaSMT+4Sj89nXRKlg3znF4w1TPs8/oGvaAxrkUQ6h8zUSSzYAloIMTHAOnMyEZICSDIeG0PSPqbSb+bL9n1qP0OH4Ce9kYEFIOGzyWFOXpC0e4xpQq5RmDdaXL46hqcMwaUYWEagsRDT7oFCMwS9F5AzVsf0crjYvqk+d/SLUcxhTOSWgIR+8GwjcQ5Wbb86cOhtOZyrpQClE6wVFsgpE9g62cW4QI5o7jEccWcFqeD4JWELKtRlgrnEP2ZUc3pFrXfm44Q1aPbq9RTjm8tgklC5+nqKb6r0HlXJxF5L1tFHRE4hx0T3HmEgA3I7jjbZBSxAVtNSH/lckESUh4IakCKESrpTkfK/OsKF5EF56p3OZcAZ/GAPiPfuCbqb6oGB0AY8jtHwg0JzOdBKTuev5iODjxSFqsHdBsceWSe2CiKe+kiquVKnkW+yusqrLlTYLzX1v5imNNSEvmYS9D4CSFQW4Pvpa+8HvRKdSBcOOl51iCMCbZUH35pE4u1ljIWpOpCBbiDDV3yL7V8ANol8CQtGo/3/bgzHuUG8KyU6HAnJF5BD4InjaJoCgIBnuKMJRh1YFdHouD0V7qnJcm8dQJIsQXzhectcLrq+/hkBLmk2QdzxaOcSDeiqqSdbkzVaIEf9Ed+N69RuWVJziIoF1ghXk2feC1M3w3FwFgvvfwwWXP6MTs+z2CocgH+BcBIr6C/mdlQy2L7gH0u6gn0BtyCL2cPX6U8/KBQPzLQDTGWYiTF0cwQ0Sneg/ELzyolf8GRatvxCmIPocM+ByHJVDIVt+YuMJFMgB7/izObhLLrRgX0QTeJ4+MnpC/P0xQmgAA7yHYzUWwvX8nQQCZiCeRAAsyAAfs+GRbZUelKFXV0Psvvz6pTvb22mqAtT/bkxNknsgW6F8HJAG5OGzDgxjjk6wDcmgT5Qji4pQ1wVzar/wioWfsuoUbfpNACxdJI8xjK9maFNCedMPgp9LUIKeJPFX/82wSqEh04EwRqCL4AQ00oAkfyk3IB6rqgOwuJTVRCPo1mNr9h4cQvCFBoEFe+2kTeOIZIJMQPNy2LQRk0P3gcdwDnzT5fwPAzm2TQlmrRZZoMt3YL3xfSFf/PEmSwSZsLmoMz6UVgP2B1VGbAJH7oSPGaiK3iWvoj9WbM28SlqqD1KdAUqeoKZWLrcS3InIRrRoOzb7Dtwm28HvOfwO48IhWJN5vkNxkNyEj2wM1vA0+xTmH7tiXVvvUnknA92sSDhoAgcbgLwkMgRiRIAvrWhjn8CR4QgOyCWKyNXfvmoiG7oDzmQtH46fwcKvb2D/WT9lBxSc8Gn3CefM+/EYgX5EEYKKTWH6H7lpHauQm9IGcYk8Jbi862tpyfIu1eZ9+r0dyrQnBp59zZhgPc4emSh9NUqdi1B7R8NjHj8M/8Idlb+QZ0nXbhcTmehGI4YUm5vvEFu/+LB3DD+wv6P7DB5HNJllpbxAY44GvqebNmsvvQWgS4YR7dn6eq1QAJuGEQD7nj+AwSF8fk3SCvP8QBvcm1dbow4xv0ddqCSQAwRkqilZWl96UN/mDnENvJhGGC/u8DvU43HnHI5AV2P/CrLMO2D/0ogx/I0Eq5+tO9MnahrU1DNqXweQM//77q9ol0CoX56SJC/k2gaENLGhvJYErc4MmkANUYDfZmYTGjJtntFq+dM459dxCt+8SWKruRKAwT4L/wtfb8zkBLCqP0QPRxUjsMSCtv4GzeOcnkmzl6S1+QDeo/8Dg6d376pqLZEdRDLyWzWrVa+UsujjVuAZ2uc79kkA9L6LbtiDijBCgR58gEflh5iZfkj8OMGmf1QEPz2av1x/DGl0naMW87fNKokMSrfJZ4Zm7rz6hCEzw+1RfXnxJADNn7c+/3bn4Z/88iAC3qSgOb6+NRIumJJNlTLc483mmiZ4gLUxBRXjcn/4mvYizVgR32Xn6LnOR7KJebCIzCVsNxNafqm+oCXjRkzKI8rAv0Um+JDDz9bMBMYKN7W6TPy0em/1CD7UiPEleGeM7EKZSpShCW1C5Slc1AruG/Lv2ZvTC31+AvGIwhbzT56kshdtgL9BO6CaBQeyBy1RO2oNTOcf6Qf/wvkLjJoi0iZ/YStVzCHBGB2riJP7IfA9bl7MzalA+BxpevQSbt4lYE6DhM1SPF3+Q9LkJqybffk0CGDrlL7+4ftev1eHrO8vvRV0i8UyIX3xxtS/G0GYeiH/0n1fpx4svoiiCF5zH8PrA43Nxvoru9fFeKsDvhTdZ/EWwngpLA70ml/Pov/w1vCgBYGwGNCAC6lQCk6gHH6DnODDdTZxAF5t14jlfslfIDc7l+pyLvsqeodNnvr+lUpvvoV+/pIo35wPaZK1IRKgvoXyZYGcgqJOEg773Lgm/bYlWm4ZoIrZ16BhIZOCLIyNJzqpe3pZYJHtSFStiHrzpbqrTj1hNxgDd5ixw7kQWEHGVMbQyP59jGzkm4y7Qi4gZ+CDwZ+sTYk6so4msJCzSI54EOYL6jVI3OQIVFJ0BW4I5004H/stnJBqpayGbIPCg5TyP7p1/vrkGheNjEggj62O7VodOwsbdJA4jCxhR2GADyehXj5M4oE/d0C4JdhR5yTfGx9Q4i76iLcpAjqPDQIfIQJOUsy7EHcKj9Z9A//qXCOC2VzCFAlQYZ2icMwtFDES20Cs8inW8yX5wtssLxw5Djv2UMZvsDq+QucGHeKfBbEbhuovWAu3pv5d/ITu0hWAVFMXYCswWoBVHeWfbqKBbI25Ks/ys35r31GYj4Mw6tMhtih4RL7UvYdjocP7Mu07w8bxi9PDCc08w2bgiuyHC18asmrCJ/6LkYTGK+oG+saVVkR/HP4cuFz4HG2t4pr7MiRGiozfwfvifS6cUe715l2m7fn3RBvD8WWe3DnkVh/NrHRZ7n5tzOCBPDvgJRwNRsO/ZoEF/Xq559v0mrXcKh7OxP8/n4xOog07GMAHd3HPeH3LftxXAP85hn7dwevz+x+rT/c5WLm+wc5lZ3z8b73yOddwg7fYA4vc4sFnNrezY55+CgFSaTOUnv/t39qSME6axTh0JxObgZvsQkNdZa1XVroNO/xBcq4DMWjoP2hpIMQBM5jr3nSuo52vjesg8DYgfUOB7H883E+IITG8QpGvN2iGieuAcjzAyXluVWQdKPj+gxscw3ftwOuYeHAeMYw/TKehVJzmHQybarEzu5+2znstgDYQcQdmFMy1Uztm9jo97ZTQGPDx4MLuF6JQmzDg5v6gQ+McO5SYr1GifcZ567846n5+z/V0rlDN2zj7OfcbNfQuZ3EqN2e8qlRMs2vHv2JqJN+tyCgCzf2gxzI4xDO1sJfAacQ06lflImwhF+mXINBu2qcCBQdYxN8E75sC8qUCoU35otmyP8UxwpnDCZbBwXp1UCBcCK53bGVRUe3qW2RrwbQCzwk1h27nwB8WHf1UBiSCrQWewxT5pOH11am9Q68cAMHvVXocTAC5tdBI6fgrdSSB79sBqWowpV92s9pnDrJ8OdpNaTMCRiTNe+0C4xq2Q20wgjN3Q3jpnll5L9zyHddYqn700mx86w0AUbtXFJzB5jv7AOLYXK/9u/68Zg3C/nlucFOz/JjYsnyrkJv26wpPqiKkzfSskre5m3NAHSqv7OVCuE0TGSep77IcKRXUMPStz9ltReSQiQSMI7iomraKT523W1u4/7zZIb7af1S9jyFBhPmefOQpdKW0uTcjjR0nJw9q/cJxlCxWzAVIEtXCmZhC2umNoc4MnyI79XgNwdcapkDjO7V+i+Vg+nHHhxOw6ohCjmE6UpoE++HEUcfYZx13N+P6eHZVHVXkaWucsQwcbAN4ztLLKiuLjbGxwp32VZ712fRqkLF9RASP7GyWwPT67dsgBqhFd9yY2ROkTipTM6mOttqIdZW+hPH3GKOF5Th0jZG1XoRPWhvlZhTe8F2ch781+S8OuBe/dRKVWaACFTVUQmZr5zyDXAY27QRG+8yB7yRFCrXkLxBGVt1NliCOpFe8oabmhq17Ho1DW9p4SMgrjBPZFQgXDlVcJI4VBVa5VZrkVQ/AD+YiKdim0dCHftdJx5TTGYg3s3M8zyQjcADD736AU52hevmgR3MO+HYqmhht7gWOCoM7nBLnbd5Y5wnczTpxwBOxxkH0rtNV5ANgec/QDhR6AdsQtshWpOENbhQp0Mlm20H+rO3Q+KLNNNKKiyuoXqv+FjdSZiMOMYIdBeN4Pz5Pv4IQDLgoZvwHMaT2AE4GICntVPcPqZ9aOhCUMHbGcfSZj+UIvXWQTpM534LvAYpI1HoOQtat8RzknONy1J/lpdSUgpwlcELik6tcqcseAg5RxSut1SmY/5KU6Pdkj6Ie1ATaL51eerBMh30NuNHiSdcfZQfUrRo+9mAwOdj59p9U8G5hmHchaXz7B2sFX+L29utkP4dPkZ1Zqmp3MHsyzSaZAjlQ3s2eyCQ4mqXCto2Cfpz5qIK6kme/iBPBM9ivKkNkrHFrsP/c4Nt8JjVApywRbKUxSTHiyvE3a+6m0YGJaE0DyXZyCK5uo2uVZVI8yFqvJgNiWLpUHVg2bQOiA29MbJ0ucZ5xjgly8FZnzPoEyKn+c2/SKn3nxXu41UK3c4DvQEA4onCk4eUTCcT1wjFYeduwkr2Cc2xtaOQKP57QBcQ8cfdYWPoYBjm6LEZoHaVRTGUdvUuQp2cTQPu+RD1PZw3U3DqIi83Tc6mmsCzyIwBc9WOm/xuqow9nH3uCCqDssiGum8a6M94y1zyU6EwHO6oT2b2t1Mc9rxrNBv6XBOunC5x4HSldeJgqKunAfriN1khdwHPHzL788r4yg4s4EIs4VTg95O86VTSjB6KfihOdCo6xP+3ujb1QnF4oVpzt8Xug4AihUJQoTSBIBjmKcVqwpuh3OF5IOCCILAS7/by/RLMk6yE6JJXmPFZPqiFS9bdC31UkZD4k+BIv3rAF3z/er/6Ljs/etvLAaAHvSqlT6s4KmYbLQ6lP8TQCYi0AfgZttbXsEgIFq3ZYTlU72bSuxmwx0HpiHn7gPQOvezzPvXlwDG10d1Sqw2jycW2zf6hLnSaOV1kIbh68ZAA6kbWh4+34+TsUpXyZYJgSsgaFNDIU2uVekg9xKImnlu5CfzJsAcPdjEJOEK6XChQoN9ZntZc1UCQIA00ylJ3zp19+eG9SN0/CEnhAas1JV+HTOVisLswe0REFee+4IblFBOEl6teuQ7VsdoS24SD+M93ECJ63obm9423ywXz2vOc848uEza5OcQ0Hbd9HLYKy9eaEPzit0ze5YCU6VqC0uSBhg23SGmQxGULUtvXq+49hM30X0oV0Dzl/hWDOw8uxE3wh86/hKBd4lfRpNEGQtkZeMD15OlaSJBNKyUNORg+MsRldFr4PGDMR8HwBm7tA7cxCKkQQQZEHmRuJO/rYVgVWMRQppshS8EfQY5S4BT2DDuSpbqDJ++rQ/U5VJJTh08zoVouhyQPqz79xKFTIXCYfM4W1+5hlPgECOgxMYUSHf4RUmd3AGhONNoO0qz4SrkMDEe1IBaJAXnq5NAfw4AS34lUku2JfygrY1yX9A4rNePBvarfqM/pT7cNZDKxVguXDcssfX7Rurvrk9aAngox+/euW8VAisRhYuURuwlaoRpjg8GaPxGXkZW09FOXtuEmNXNn+wfUkGVX7wx3YS7F94NwlV0GN7w9diqp5E9Z9oJ5lb0aV45kymnjDWnWCiMKUmgFpVyxipfjIhTRsOHQD9lJYMjJMAMLTbXpjZB/tHAkV9VT5PD05kNPODn0F3HyIr4dHlRTlTJD+wD8hI9AN0NZ4FfSPveRa6sK0n9PuhCxBge/2K82Jrgg1EsGKgQxR5LWMFXp5zB58W4lhkncofkCxSenmZRBPkDVWcLbjIMl1mL18GUcNeicCDP+lOQO9tM1TkFHgLcp0z21LTQEH/3mc9DJ1C44t4I1GYBIT9gT5M8hV7YqscegIb2AVemz1mzfaCBxQeP+9g7L8mseb331+UX9xLNf0DKpg7vsBcFzFqUPTwuWbt2AtatAij6TnmHMC7WBueA5Q39EmSQ2kVaIhxuJz7ak16B8ECvSdVigkAY5sDD/0s53f18fplJtGbcSMPWJe2jEFvn+Akc8MuhScVAjW0jkgqso4HsoF1z4KJSl+TaHs7QcY/Pb+4+C/+s8e1JU0U3GIpewq/S2/yb+En7CN0/TBytrpmeChr/+e/IUHp2PfrawL4VsGi3xCQex/kC5LUCNz9vOVrszG30RHnP94MNCtjhD3rk6Yv9hTToO+NzXidABdr/pDe7Als1cfDN9FJeTaBZbZgdEzP7Z2Lf/g9EOSfSOA3kIIbBtQO6J+AN+f5Q5JHnj27rD41y1df4ssX1xe//elx5IdQ5vweO1FkNJT6i4s/UvGOXKeqmjkQeNqKVuj8bvhZEx9yc3vZVmeUTBgPrt/f/wqS4vI8bQ5aUXD99uvDVvbCipBP9UvkO3XBtqetyaP4Bxce3+Rw9JjQaCqCv8bGRuepX+eebX1EVvRCVrx57XdEZ2N8vD/6Tugf/fNJzhjvfRm0HnhOfUVZU3gL8Plfv46OEFmCPNkCs01ORx8ogll4yxZQIWdN0EN/wNf69eJPfzbxGv/rywTvkSnYoCQBlJ9OrRz69eVUxzYAHF0ZvtA2PEVN2R7M6c/e1hMrR0gg1sYkkJ24fvciwHN9L3oqrpAGCfPcncdN5S8V4kFIqR1t/AA507YQ6Pt99yRDVxensh4EHGx6q09NquGdEDz+NRLT8UtwhuwdzJrZE1m/c+Vi5YnnYf3d+P2KBslYB9mHvtIkZ9S+TSLTp/f32hYC1oGc1L8dfZVKeL7XeAtnR1tYxArtZlFPDCb2a1BE1qc6UJMjDIhy/qjsJRGb+6kyxbdj8ijIB5ybyL0EtZVXg1JK4Ur91EfrOxMu9etuTITzhjsE0lfmHwmK8vcU9NCqorqdLJApmQCq32CLBKuW5/dNEB//Tv1iI2Org2JHTpJxA7MJOrN3+FsXXrvrQKvK6h3qI6wTAWbu6bbtNf/Gp7AJurxTH5xru5ctotZnyaIbTzv8yd4JHQhjrc/teJVn8hx+fn0j+ukM+O61xWK3rm5SI9TReCC4PJgKFBbo9JK54ccA6QZGe/94YM4rFLdX6wYmOiAcg/PShZCrojgGK+6IHdOO61iuLPhseEmYje8fg4Dn4+vnuBJPc5RYd1r7bzfcBd73nk191uKoVC2E8ty7a+b8h6HM3/vZBoAlSoUYfzO2U+C3N7s2mwF9HnTe/VijbCvLJPojqLN7ZobZUZm7n6McnsWpum4enqmiJZBYiFgsmXGUNAAi/CjXERga2slnVlk5jnPo5e47DCPjXGfg7lP9Ybn/u+D60gCKZhm4DqjNpGcDef6pCqqOTcexe1IHDFkq0FmDJ9PbhTEMvVQYlylLI0LAOl+hQucsTDC1yu9U7C1crBCAx0nmnxo8frbbsresE32KsOpAPYdD/g5GuJXBOoTbv/Ts2rOyDK402/k7vwbH9izu2tThjzOZSqVhXuWMGq7HBba+cyhzxRGU7zWg3M+ojPF+9kdGxfNYWJ/LtbAlDEOHvcGAQmHDjFsJtoEWmXGrAKfiqI6lCRJ0fl1c9nPOTP5Nb16rZnUG+h2zJgsfQ2CgaT6cS/ek2ZH0L4liZsZ4V67r0OAJUOD5fPvaFp5hKim4EyWFv/nueZW9QaBj/qXpjK2O7zpS5VHt2VMh2cHNas1ZzdoWeiJXHaxU7LFc5ckGRQtLXWPU4G2z6cYRinAudEfX1z3C6cW/Nxu/AS/20kUdR6U9IdexvXv4HW9ivwn05PutqmR8ON3G6d++s1UqGC8KF85Js6oYD5WiOEC3aqnKTXnCZGV1OCpUKIblV7CbDJRs51PzejezGWFU1ZUmJ6DMVtqb9AgedU5ZihruEb6u5wTxys8w6IXc40eVKqESUVSEWFSR4xIiyp8VrvJEAqp7QX/2soCeDfTy7IV/g7YYtzB9ViS18gHDTS2/igKKBkFvaLYQO0OvVpGhQLLf0n0dtBkrEIMoNH3H3I+joTDOrWRNAHjgkjcb7Zxv8e+Ftq6ThwDw9A6soYBiOtnuzUgdFaE8/lAXOnaeT3CJ8aGQs9dCIttjEJlhn1lplfmg/LPn7b2ZpVjj6SZrWLVctAUAACAASURBVId93uOaE7jA8UXFCGfaDGP2spDOw0dYZ+ifoKLJE/I2xqtzafrdZpx72WcWRwoGjFUeKOt81qSuSXwio3QDCduXc3s9MiUCwO210urXVeoWrhpeQVao6AdU+y1vqEOJ4NwMiNkaJBMSkz0ycGbA0XN6VmXNRkxQ0gQHeUIhonNG4X3wpVNlRR1WOpe7L1nDVpZPoIQzA5TVJnrQf7pVHByAcZaxFo+fTP88eraEDkm8IeENqE3P3cL5yCeePBE+mt8zP2TG+1SVLK2q5JqRCt2uM5Bs11Zwdc72B8a455yS+W+1NRBmOjC5cLy1mrxVbBiWmOcaxr7nkEFWxGdvhi5bhYPshLc0+YRKPANBde7OGlB1gyOfzFVk/e1W4CO21GWY5136DuN0zn/0xGGTOa/n/MPzG/7RigqDGNxI9Vz7Q98Fik/DxwC7ekyDg61YcB/JPmYK9vw+guX0XsI5eRnDtk4NeFGMO/uVshafA6uV6o9UiLDWQu3+3AAh1/aZUt8ya5dzCI3RJxU+02BZvlP4z3xOImCrEksDwpojz6kKNBkIA5Zzqjxe/g9PgBcafNaQZFGheXRZDFBkK8Ypa9DkhOqVJulAVxUloZPCTk7wFQfanaKyBPKOforoEXk3jp37k7T4rjB4JKEAf4YeA/zfwtHrNKhei6yfan74nogVQjO7b6Ip1HnQihWc9Pab2kveJuoA9AjfXySNR5dWGq4eCOIKF7TAOVDX07YQujnjabY7QSFRA/hdZXWerRzhXfIPKu/ZQyA0oRfkEbpNZUWcQZyj++1lB4QmwQzku2gt274AXYXgIteDOHBx6OOUWPr+jA6f58If1VFIsCg1VY5yUZWx5/po6WC1LHsPz+IPgQ8rWg1sSJT0AmWjhaUkcxxHJk4J7t2qJBwTJCDosLPXlfCV6kI6syegk+8BfSu/h4Z02KlDG3jG4Ug1sw5lEllIZMz6kYQwcsIA7VEpS5ATOdgknH6uzsd5PHcisK84wZgLySwEnlrpR2UAiUJxgoiwg4KjrYfeBbwg67d6zNIYzl3kLfPE+YlsouoAXbyOm6n4VLcMDTVwKG/Ejrufs4q+8SYBC3VI+W/bBnCG89yOq3I5+zL7+urV60ICC5trL8baDUOXolKQ3PC2zu/2ke+ZUieD5tpKJd9hPNAeD7d63cAUdL90tPyJ84EcYr/RVcqzoeFrEl6U6QQ/ThVAk2jWZM4GZLJPoclWk1UHlPfwXILfOLi40OuKtBCGwPz3MjknZ4i2JqziPAM92GpSEXsYOxfBDbj9ZSrv2CfRsEgWkH4XCcJ+1fBMEiJxptGXFV0Lvk4CIJWDQJ8iINDZOOfr25C/8u5XL6/7TPQckres1GTTDjsGvghP54K2SD41qQRoTYNKJg8Jd7gtY6ALA0X8kYeyr1zbM4/9IuhtAisJZEBhWkG8Vcorm0XzAJpTHgNNcjYXhUI5YzIc/0ZWg+ihziaPZt0Ldz4J9shTnvMozROBc0RGEhgwKVIZ05Yeuf9NEg9KM1kaK6lSsZPPmNPqwwaEp+VI5vH48RP3tf1pk2CQ5+M83srqBljRX/I+ApM4UWuPNEFJfdngFxXO6U06Vf/dpwaeqGLiXsdrBewGXEn+Qh9Qb4Ye6EvL94ApL1Rr5BzQlfBO7nEv+qTOi9+X158COuogzJv9eUzlKP+VkVfadl2A39a56pktj53k0tJebn2bxA70S9afQBuyEH3BZDV1c2iUoCznH/uHc1H0ruq3IoLwBNaO5z4KXG7Xu73sSaQUfUG9WvmIjCGY1N7FDf7QFiPQ0SSAgiIBV4q9Wfu1ozPJnPNI5TV7Ad2iAwsBim5Eso093wmoFeZ4kDIqp7KW9A5tJVZ9JO7d3fsJuIWWuBceBR2yh7QY6RxLH0D45l0kWgAR2yprEyq1lSxAIFgnVCfvE8IZ/e1NqvtAIWIL7+WcEwhVzqkfY5sgJ1tdXCc+gVb3F4h7lpt5IdNBPGF/CKAxMGQca7/OdKDk6RkrD7xz8er3QEPn/JHYSUUeNFdodlrT5FnPnpkIAe2xvvb4RZc0uM7athcxiAkkUmGPoBvmNyRWwF+axJIPDMhLhq9ev+xz6tsieSjfhV9vsrioLOifzBkEg4y3iRm2LFAmm3TMXOAhPB++SxuIVgOGlkhyK1JYnsP5LrpOribwUgGN3wK5XD8JFdlJXMgeIoNAnACauS1lGpRluBavNCkpM31HYBg7N++B95ggTYImfCoITaEnkkPgw8hQETg8O00s/ZAg+/3ri//uv/nb2BrR7xLUJGhG8myLEJCp1UHQT9lb/GgfLn5LxS99e0FyAuL451QU/pG2ANUBcmY+BXEHfk7LA9YecdwcEMSNIscAUpYYfQZJXw4/CvltboA/1M+c+VGQFN2NQNDX6qva6ddX2piPEoyksvPOBnvysA9ZTwK0XJfdt9n8nOe//2vGeieyoego+B2/Jsnq6FEqv9CmWZ8M88CFQ3Vz0bjQO+gFHL71y685911P5omuxPZklE0WNBGced/+mT7vCXwRiKwvE9n5tgk/8EH4CGhRsIA3VzmDOfPQB3p99disCzR3Lwkm2hQkVikL1GOh15simjxJAi5iSn+ziTOFBA8s8KvARFORSzJOKz8f54W6G3rf6pjJRWil8FaWFiobP2juJcALz4YsbwKt/OIPEk9TDfz/Xl38l//Vry1SE8IaHRo5As3BK8J7kbF9GXvJvuoLEnnSgozad1WKPidRgwQjA33wq57Bwpcrf6h0//DxZvgIQUXRxe7wrPDDyrexI/ku/YVLdfUbkOSALKm3urKcvAFsssrNVDyv75hWl6zT+u3fhlex9shIeBfP1cdlQjPn0sIKkpVEwtDPAl2DPqEepf2n7WoiLfwgfAD/3UCUw39B6mlBRIK+6mLsl37e+jdIOiP5cxKrkJmFAs980GmN8dy6+D//j1cX//Sf/inrRWtL/f3YZ1b0jq9sfNDoc9i1fI5+vLDBfbfmfcY6ia7jq2UfizRRG0iawuYi2dzgP7aavJE1I+GekWErFnaZs4atD82G3kg+5EqORnUlnmnLE2mV9dIP0bSWvhAbEn/C+vD6few+eGn+XcSl+melPYOm2Enqque+7dUNmhRN7KQOA5PgELHbCZNnwMctknJ/RLXE/9rJyMf5I5l07Fugxj6KOOA9vRcxX3o8iq/ceJPSNp609LDJ/oxTOphxEIiueaLRVQSuGQbP/xFxuK/4MQBcJiJvPgXlNnCzC3YeYO0EWPjJ8l8o6H+sQlGnt5PdAPAajRUGMLIxUn4MAFeooPPib+wBnPWdBd8xbwDix4rlHwPAnfzMdf99PPV49gbRNrC47955n3+nYxiDl89lzs63lXVl6MfgN0BbKLFZxz0YpZ1ZEzPFvOE8kNwgaA+bv9usbQnmmEMdRyg7nfP00lzKyGcGWDmg3rfQXT3I46ESyuQIAB/rYpWgAQgCjKXnEl6hfRHuhXLzhV2LOmUdCwHY8/ltYHj3jzyvDeRqyOmw4j0LY9q549jvqfJqpeI4WOyPqzK/0CyMUMXkOIRWnGSeNdINyDU7bca+1SP2j9OZ1+qECQ6d09OOQ+egTGgrL1s5mZvPmcCShdn4AzuY524F8Hdw6rvfE9zhRw1TmPxR6bzvO0H0Nmhndduxf6yZa7yGfyuvRlDPcRxD1OAKvyvk7J7Z7r/7y2c4z/kezPIE5dvD4e8L5Zi/WW96B7USZ4Jv8FQcrmb0q6RvgLbBp5Oyo/MeTaW8amzCKu4oG2XKQh06F+7Zs+fPZnMZHCxt4KKHQFFqMgGMx3VgwGh5Vvv3ARGdt9fQ3wXK988DwGsQEUzGUDlPTGgwbRlF99j1s7euEJNW9aGcE/x0vA1050+ZfOft+FU2Zm0nKMuakPnV9Z5gnZAjznXpjedh4FQ4TwB3kzH2+ScBVEoxuQMaZj3aS3ACerv//E0wi3u2mpjztEHEQqYU5kLBVXkwFbatlM78cZhVCZ+xlsfk31RclR6yXpxBIYYMSDY5scoKkCPjeIJG6+zSUc1abR/iczmyY8cAmWGpiJ0qx4HD0RlZ6KwM4byiXwEr1CoXa1RI1PyC+Qg3hXHl782ulr7IYOx3cBrnO/AtDBeU0/cEq6IoYmjTswNiRbGGdnEGmQ0s9BgBfPr+2Q9b/rrzYgw4MoXRXbhn1+Qfu3A225vaPoydFv/XoOLwdhwmOM75IP8HXfac5RbOsI42FX4dWiqqda723CewnPs0xgz+2kt8gvsErHNfq6bzuw9xvLRSAxWnZ1ZYSCunp9KTdScoHUOIAMqp5UETAnQo+zdzmaqSyeJdiFDXwyp1YYtQLDH6pl/7IWY6YWW2VZebYMs8GSP9hpo93P6SvJNl1DCsfCxEaBx9zbLHMPft0GsdgK2W5n8m3zAmnCFW0gEj5uLrbDWxA97imXCtDpjrPW+blYwDRebH8wqB2wxzgztMjF+rdKupVmbX8NOo6S7smOmdmGolziEynn1mvNvDbuULa4OhY3UJxiNzFZqq1QZAjNagttKTMyOkITLcNSOA28Dx0DJVngQCGeYmTTAfKqWs5N8sWgOFQuZrIPJc+88dV411eGODOjomqYoQKtJzBVQWVdtUGuk0VfZC1/SkLP3h2IZPb3ox36scwfhMtRJOztrmVMLhJMbJo/HanpHTh7XkmmdjNOIQpQKFOS9c0SY8tUIkhqpBSxycOvobEKt+s7BAoYF4M7ayi9Fz3un1jEH+NDCo3Mt4gKTlvCxUpQZYt6LnWZ4qn4AHYJxv31PPmnpS0QViKG3v3TWgrDQVoq9we6xknFrKa6GyrFQMTwlP2OQ2eO2dVkTaww66QS4vX21fpXEQO57QzsjvGmaha9Z1eyEawEhiQ9aYftxcBIDRlwzEcAqjszSwS9VVKofyH/OxCpx1du9w8GlEsnEGMFuhm8/bHy37j1N0dUvmVudxKlQ4r/B8HLHMn6vBmRKdyRzKe98npK9Jo4tMgWOLs/8+zru79KPGmT38D0elgXYDw1xU0WFwc9btI6p+0SzrjJcedQQt2Uecv4XLgt/le03yoY8qzrasM3t5mR6Hb3MuDOZaFYX7hYLrewQxQeIoygc05JwYu/1ECThjk+w5Q+E3IIuTHb3LwJeV11bOsh44lf2ejjITnqArMvjb654khIyP97De9mVOoOyODgjuIQhntauoABuIhu6Vqcp0eC9VnATtP4zTS8e2uq5wuffnXdsrjN/ZM9re7/BqeeYB59uheOV1b+LYKR3ke5eX3CgPY99JVtBhMw7ALkTkapyU9MP++s2q8JXD6BXoo8y7CcjowaFfqr9BGTCPE93TBBp6NuvAJpCDI1XYSAPTQvNKP1T2xRncfTiQmDYAXKcmAeFRNzYALEkDsW1lVnlu6R45Lc/mb6v2gM9dnYZ1JqmHPs4GAjxuBtlNVgW1A+g45AXJEKkW6/3pB5k1hd/Br6gIPwLAVsBVpc3itEdyaG0D9CSyQlNQLMFKeAEXcLesa/ta5rxV9w7v4X04wrZqnjV9hLO+8lbEDeiIQB2XlccG8uEBzB3YwKJmnBRW+W8Dh/l9++bxkMwfZ72JXAROfnDm1VGkvbEBYCuhrKgrHCIV0J3SoRdiE5HkVHu4+ohJCyBAoJch/9GVhfRzD9SL6PtHtagyQDtZfvNT5LKJsTrHmlTCWaCiNDLv+s11+Yk6mHC57Ac8niQldCcCmg9bWagPo3ZUfUtW+mobbZKGeihn15Y0yuqXL62Qhd5xwBtQ2t6A2noEQuklTnAKvkFCDM5Fxm57BteU9YZ+NxENHaiIVNksgl91+HY8JOFpI1tljp8EuR35915kMj7TkWdVMmOGrppIisyddWxCTPQX9T/Gpq6x9mBtj0kOaQC4JhXEQ5Bc56KywmAbr4b+y9+Q2U3wlF95HUlorVzOHKyoIWAJzRhA6Low7vEF1DeRP007rmxJYCR7jh2rXst5IohlQI7btnc8fAY9Ch0ROV9o1iZQGbxhjdEbWLFb345eniYBeIY68jYczINDZwS32ocXf0thQg02PHuOHGDdzws8NgDM/ouWU/0UbWPPJI8Nv7EfvTwDOUvAmvVBpjApAnJejCkB4Afp5xkeQXJqE6i/mgT8+sWV86mNEkd4/mtrJXTy6CD2QBVCs2eNADAB5tAP+4jDGnuxfru0CwGhAL2yfuegx8hb1e2hL+61WjD9PBOYp4qf4O9nkt+B0swc6M0Nug+BZtAoyucJ8GQM6u+sG7rj4647c3wXQAiqrxvsDg1BF8gZ/TLfEgBOaWqTJWn7EV70Tv7uHpEYY5/q9lxudXa+8/QZK1M6fZdWEtAC86dfMElGBPDWrmF/n9EGgkShHjjPFGoaeg3bt4F67GcZjTZEK/Ird/lfEqZS3SzEbvo5vzIJhd7trOvusXbi+qnwA8DD0BHgL7Hdym/thbqyctF55BTy8S4B+9pWGspF7C4SutpvN9V9rPfrVF/fie7SQAWV99WyQKILnSYYcxlZ95//swcXvwZSGKmFOfKuyWrqtBlWzxCBG2CZrYz/nABwdMb7MFNek6D3y7SryL4/ahU5aC70dk4FbOhQ+8LqQHiC9sxWECIvc06ynq9eU4lOZXIqilNhW16bwGJ9AcCTA3mbvX6TBB/2somZ0WFIPvrzb89KL/WV59mfijAFzLo2zR34FHpO9f3oAiDajU3XwEqgsOldfjovoPFVZ5DXVt/gfIYX1J5vBbjJV/cGavbjp9DflySEkbTf7+G/5vxpWz1L8gMIC5zNL9WvuUdUKhA57oT+CscO3cV2rJsP+xo7JnYgfY7V7aKHfcSng372pnKVsVMB+e6t1fj4op4/vzRoCk/gjOR9yB5g0m/eIqdDYxSLZF2AjO44m5SCXjMw/jmmr4IQsCg0VLpXJoUmCHzVf50/gK78/V8/XPzf/xftVX66+G//VXSO/PeZXurwsUCnP0xlLseL3A/2uscNmyPvE0HIM9iWesik2tGsEZDGjxrs40e+f5Xv3/oJGUQyq8gNheK9w36LboL98jXymMDz28yXvSRozXWdVhpNhIIm8hw+/5lKVWgReZEq6SaIRQaQKAv8ucgGJCCYAAtdbwAYPoTPwcAyskl/BO+svRK9zrYwI9fRqF3ing0SNdBbihAX6O6btNpRjtDTNvI18gg9Hv5B5TeB+fbYLk9F9okEg/5RO5cgNjSVd9zPvOjTDHpHVZzw93/zv/19f/8v/sXfxLZBH8/C5uw8vFQWUqnfC78zvsYWG1gYha0NWaufoM/RWsUk8JWL2FT1f3NqsLlyqrXLlYm1faJ7c94IHnOusAF/Do3DZvWXGgRGxj26FEnqp8hgzusmulicqM+gyc8tiNuERv15nKcNqlY/zIuw5zbQ3PaNafmF74aLs2Mi+sTk8Kk32exoUdaEsVa1o7uBhlUx23GT4MC/93wbAMbeWz1jlnZsdH1o6qzwHGzxBrbHXwrNb2XxItbir3Ltda6tbcNabAC4MZwpdOLeRSfZ5A7jqWMv5d1HYdTaUFlHAsAOdwKIVWSc6CkQwOE9C66d38+/hbc6DJQajGf3r5Kk89CXkw0OQ6qR3YCgvzspaychKCEOrXYh6o6sg9s/ezXTJyuxlcDHb5wb1z7//Hf8uxCx8/5u7ioCP3y+v9sAmhkDHpQ+5wQVqnN513KrVfe9RwWRhomZMbP2ZAxM77FTIG7X7VTZuYEjA0AbhPxxXl23rNVWCOsoPIw7fr9Q1CjhVmXgNDY4AdxV95gA5rkBWuNKg7K/59CPM5P37a1rmG0wQgc1zNuASBnIaW/ONjPP5KDSg3CNaTNrJ+CXcUp3e0CsmNmL30FXdSDsiehaLB34XgKQe5FhyY88ZwPmOgW3n5JKwwZEjkAtAkqFunJtFMA+N3TECWM92ueEFRuCrjG8jpuhN50Xm/XBHkfhbHXScZ0CcuPwY3qtKKqBLVweUH8bND4PAG9g0qD/+UOxKj33ZhE7j82uRrGiOqDVmdD5zOXHvbNHlU7nwhR2rlv5cLxws3JYHCEa4+hoQCmOqKyxih3nfPYHgVQnvsEz6XaD0BORYa3zilaPjaIBzARnE+HDmSpESGnOs6ZjHONxeYSM5byigncZ8ETQLmSZzolztrgwsJ5nKzxbrUAgtLTAs60eMyueTDsDNQZxWSfP2sIafsczW+FoptnSnrAaZlEi6HQoTaCSeQ3vrpE9gz3nma1Ahd4yPJx47UPFILprKpYHdIu/K2TiPKswcxt9l9yb4W6+l+dNhcCeKiQgtKoWWp1zsBDCrpuBKL6Pc4/X2NQeiEh674QHDExqaZXsrnnO8mbv1SiEty1fMEHiWIeO78TTrMrk2kSlypryc51LRz+MSRwYxQFB5rodiRXfJSDlQSqUGjjQFmPBedvKvzoiDaBwD5mmHGKc7xg59kOyrxO9Ltmn5BVU8bSCCQg6rC7nh8llpjT8TQcNyudCQOPYoeJjFaTlAqzfBkwZRw2sBjcIoHFgRhEpc9g+GfJy6B32y1kzicXvMs8qxsiRKvf0FrKfKVBwODUWXrpOJsbQwL68Uvo2EQIHGsFSaEoId+XmUZUjhC9jJdGv51E77cg4JZsahyIyqHxaCM46Wgv9pVLo2RYi2d7huzYaMqy1fU81OFA8ychfRAAKxZj/u4yhgb5CXRNYEGIYOC8GhmFYZZUq6zgWkBEVwXmF0P1DawMtvqgEx7k8em1SQYDznP2GltpnrN+HHtCalA2lV5dFRXZOO6y2gXsyKMdYo5cmQRz431YdCaknNGiVV85B94h9wQjhzBskOyqKDXRy2S+JKgzkH/xkZHe+B8wq33/0yMoZ9rxGQv4jeMM7NDSE9SYzmISijg0SzTvsX5jga+bcIOrJebnvN3jsWVd2YHxz7pYfUB0ClNZ7qkXq4HKfcZDI36hcetu+XlwmTMCDMSaAh5uKrjjkhSXVyG8cuDLM866iBC17PtAfqEbZqoV7029vK4Gs3CC7GqOEii0qmk0uexBD2D5u8HMdTiwxdEFgQLoSPk4ZyngNuLOWhUbPANv7KQ4ZhsbYm9WbvS7vJPFgAkDtTZX10EnPfOwBT4a8cMTez5jhb8gAnGVr+JpXQNWL1hVOe51xjI8gn/SFY5SM981+buX5JKKQGGPgMsGGwGmS4NLeQ1kDziPJUzXa4gy+075BkZ2VVwRLYmXnn+pTwidaLbd6EA4lt6gJrVNtCJpCE26aJOE5XVgnk2aUIYXp7X5T3UW/QhFHlN8x/rM29F/kHuYKFCJrSaUK9PkucyAhBsfsowT+hEuVJ+45JpGiPcZjfFq9Jo+0ghJaotokwYmBhazOTJVixiOMsHIJeQsPYo8I9tZtgwzKc5AxhSVM4ApeQvUfsXnet7oL9MO6uB5UnaSXLVXVOZDMF3puZXx0epwN7GWrU6d6mQBL5WMDGCalKT94B3q9lZXqHvZrXbl8Cjx11GyYldw4qo192I+UzdwqBPaPORF0aYIK78jYgXlD9pDdTgCD9dZw13lAhW7lfOZT/tONcD1Xb9ogXu2L0CPzQF9rFQ99rPIe14TkrvcNZGkriu5iQITzeQTXMPShEc4YTlBgLhknfMrklabKju5OQHromwSbJnA5ft5bWL6sUQO4WSfObCsZkHst3QFXR4hh9IqtWoBmv3y1/6+6pPZiKydLp/aI49I5gUKu/t4gHmchv37R/oGuHwk6nH94OPRBII59AuKbC5qj1x57gGxYuwCdjwCQtiz6F8wfW0nH2sLzEQBmz9/H0QwvQ6a3qrd8jSppZE0q0knqyJOgfQIL6EhAjIoYQUBqWiG1Ykf5ZzsPq9bRNagy+3kq8+mta4Ww+19+jr5T/cdgyCbtFNZ04JbhB6WF7AkyzEALK4EeNAg99DWFp5DgFDpp1XgGwpxv3mAXEyj6lOAEvWxr2ZRm11aDb3M/+0XFf+2l0Bw/1znN21ZfDb2S3HEk87GvVrfRg7BJ4a06IjgD1CbJOqLmsC9Xr4UER885bBlRFoqygZ3YvbDCmJ6eXOjJyEHtb5ytJBra9xpZy/iRf7xUZCDOuRWhBICFXjSxGTkNnzOBXBj+9b8UfjZfRseVnyMD0E/VPaiKExWDCnhRApAl/L0toeAztsUQoQQBshXhBE10cFOhZsD/VYI2UyhYiFoSurpGleXqIH03MpcARCsJTeYjcY1ETs7fQ6CFCRo2rOp3K9P4iYU9BZNYIyqFdMp2fan2I5kNB2c++0RwEF16dDsqQBc1YoPAjlEbsMgpRAgaQISXkiSR/b9DADYyv7qhCRiLdNB2C6zG7jlrE4c7e0kFqokl6FVvyneZd5OXs4f4gB6E5+N2uEmF+09x6gObqcwjidQkCXUp6FB9zQpvEpJFeSCYyf6SLIgcQj6y/uh4JKKRAMH4G4zlv04jvDfvQB4TqLXXn+05uCxEMIAODRDQ5dzehO5++eWXzg9+QGLZZZA83gZut36xer8eNZDwMBC6bZ/wDRqlwp5K0cDsD93hRG9AoOgS6Lu2GrCPobrjVSC3v3x0TJwX5s7vH6ef8Gd6qb9jXXlOzkDmVWh55Ea+S0U0/jUCC1SR1rqqj4T90369TKIMga2b8ANO90JK/vLL0xO9Xb3aqjqSkyI78iDglhtEzpzZAwJpvJTEFSpR4TskfLAeH94ZCKCHJJVtVsobQIJH8jP6PPT3x+8vs6bsI/blJDKQJLItTyY5pkg6eaz95kPX6YH79g0JeCS8oEco30XSkW74maQeqpiL2JLStMcJSqKPvH8HCoF0RRUma8weM76ufej2jz+sQEb2NMiZfz/IfB6k0u1W+GcTkopoY+ucI5HAgDMKVhMT8x/wrqwd74XHsTa3U6nOHhMAJ9BbWzZDf5RAYU42RY0XXxJk+pf/8mmeE11VNaVBjQHeG97qmbxKkic027JliAAAIABJREFUbgAn/YL/NgHYPKRcPDTwl39LJeS9BPdNBtdngz6ljbr2VJE4YoeARPHsl/D4PMHkK31Bre7N+SPRgrN1lUA6dEcvXkby//zbV/UtEERFZ7MnKvwzuicLk3NGOwz2El79pQndJnXL86BVdFnkfCrR0avTL5vr+a+pEA/vZGzhELkVJEPjBSV2bOWMjfNIkK7+n7zmJrTyMQHhy+wdevb6ebFz9FnhY0GPyxyyfu9uSFL50DNN8MiEfZ9LIJCEO/ROztqd0JZ94Mc4Hr0JhC7eXT6RXwFTbxKECY4kPjHk+scSDDfgSTKYvoqr6wx+kiZNdIdeTGJGnt8DorrnBij6VCgHDeZd7N0GCusvEHYbUnwTfeHFi4uLf/O//6Ww2o9yrv/7//HX2FhZrwTWWD+QJR7kT1W++mDVN7qs/Dy+oBYc9DORLUiMEKWkLq9eyMaXL6jI/xZ9QPuIa6ss0ROLJIlfPrL5Jj3rDcxqUz+ILX+TuYiKyLqDZKSeW1olwJo1a59fhkMyTPaCe67Dm0VYnBaQ+NHY485FVAX5ona8RSL4sEmi8jPWAD+BbZ+Uj6X9fF4I8vAB2z9y8TnjGF5eMow+lf3c1lUkVZCwtHGEvihX1JC+j3VqCy6S98Nv7mZf/+d//Ze0EQjNhz/913/3+OJxgBYwPZrPNfYmeqAFmwZQKVKo/xn9I2vchO7wNnQqk/LVf9BLmjwBP49+jL+gAeCiO+KL1FevKQCf4ExwhuDrRD5N0mtyUuMpOavkDxXOncOEvq7Pk7HWn0hCRm1LY0DYiZwl1raoKtm7+jpaMHAgivQMs9Z50Af2nDFkLQmaNy6QV24sYvcOeoW/4NvYxHU6S0wtZPnHFvNUdo7fdRH+JPqNBXmG1SO0vXkP+mVt9vpnHEPXPmNlzRfKma3+MZ7WVSUBonEa51GfkkAUpT+FiDolvNokquMzZG3jNOcB4MMZ7hcleonNHpReG+A6gqq+9LvAF4OcF55/T8WHfZYR1HBpgEsG+P83AKzCb378ThqYx+132KDE2XUeAG6AOONo5s0YrOc9iTXcNU4ckxtUKLVZ4I3Mt2INB9wPc23fvwkAu2b+8b1HdvuPYxSuMYcMI65ONwMl+24dgcc67X5sZesy3YVadvzfB5k3G4HfNRt+iAOl0oApgk+464mvughzFSe9Y2ILDVxZ6Wv2i1lDB704Zn/m/7+jrTkYO0ZvOp5HVs42Hm+GTB0y3693ndzjYF0jt9UE7NmMeSuL9/e73+bFKUjbli4XfzUQOzRUGKHTAbafFBOpM4dTm2shozS0XUfGwHjxK7IcVkNI86yfkNv2IbHi2CqXpS3ug4YIZpzFsLuGu77NPskEeP7ew7+7x+O02n3r3KuwjLKR+2AOfNyG5TWkzRKEMeNMaWZLFOjqBfM1YJs2e4acqlOQIvMx4DPZZZlvg4cdL0tm8GSzletkyENRAFjq9zgiqiDIE+rsywCapdrzp6OqvVHHEDbxQeedAQarNupwmf5vDIDn42yrUjBrYCDoCMzXYT1QLnvOlnE2AIKTqAISh7tns8Ju1hOH2fY0xlBpYLZrrAPdil73GYIqX8n3zyGhueecFnSSe07rkMvZawbdVKCj0HcNCC5UII9DNxNTGEqf5RnDWwykGzSuYxPjoQqV+3Z+VoUi1WmADGhwlSBVlRZ401ZYe9LYt2bS8u8JdvLvPRMo8bte7EMD0ANHvE4VvifEHjA4OoNLz3nOHZwsQHyOUFvaHukxY/In5rFwlzxPHqpca3VL7zFDFQfV9mdukBEe1ODvYZxZbeo8WU+hp45gIft5DnW+Y+PmdQzBV9chiNK1yVM4O4Y7tgKYxIBWsqF85T01zsuX7WNrplwcczGmcW6gnHE+SaziP/r5LOxLg3PIFBIr6oxU6WsyR4zPyqqe0+kBDT3U8Hd+ZjWypvDxnub8ObLfmygShZkqB25r3+Kh+Rrfk5TA54VMqyKHwsn85DO8owGy/GyF/ELW6my2YkborC8x2nACtpdReRbftwfaKakgZE22+coV9n/PYCumO0cdhwZqVMwWcl+HKhUVKpgqnVZ/9ELu49QnuM29GKYgThBkhW9nzXEQvc9ndXTXsQZkpxCUm6RSCGf47zg6Fn4cJ9DOpYrjJCH01Xk354GqKHtOAkFq1SX7A5yOffEMPuLEWFmgsjpWyhBoRTNJX4wB3hoj8W7W8+iRF/rLO7Y3DDSDQ4uEmA2sQHysn2upgr5ygdcAnVeoWMbUShgr91h39gKITef57eJ5Kwg8Z94vHS7fxhFb2NMxIphn54XcSFCkPVprBMRpRQ8jKLbyW/lUGNyB2T9V8ReyiOxp9xfnSwOj+c8An/MnqNUqgJkfDqC90BFwRnImyQbX0I0DIQYq54FgpWORf/I+ssI1kpSj7GH5Nr8HOaKBbSpC+Q6VA1af2ZPW6rB3gXUrNPEd5DWBAwLA9F6TDhrUwl8SWcGZ43uKLBNkMGg4pwRUUMXpofzkib0t+/xCr8eYjBNmjQ2d9lmf7FPhtyfY7HtEn4B+hdf2TDdATMJkzgPvw8j7kkAFBu4mQNUxX51SaHQrFYVjb+uIjLlytqoMFRLqBMwZ5969GKA862YznCFt7gOiK/KE6tNmpIe3N5A5ZsKTQEdWLFc+ma1bdQkBjv48Zx4li6rwO9PjFwO/NPOZseFIf1/HBGsP7W71KP8m4MQ60rOO8wg/br9ekt7yTIIRNVCzR77Wak0r+RcCtoe1fHLRT3BokyxFALdtLahmRQfMH5zpyjgqdu2/aNW4CCwgdbC+0IGV2bxYuG4cj+jFrSzKGSRQV+c0FUKh54dZMxAnSkmjs38k0YBzVmg/K64bwIGWY/Rii5PE/SV8tL1dUW4z2Ms8C7kLj62sQV/OOwq9zQnJz6WXgf6HlvuLfG4wlT0jUcXsfPQhK8e0O+BT6gMEzeRHdQpEJ2zv1Ozd6tQEwQuj3ffO2WS9x17V3nAP6hBEn8heEmgqUkcCFStPoH2qXaFReJG21baWEP4WPkBvwD6/Ge7oWgR1TGyxqsjzgMxqkld+D/80CQRZR+b76JhA9KbClfkwPhzkqwcu/8euI0hBMgT8pb0O43iAH93C5hx7nPNItQBroRMPZySO8E1ApldsKrGy1oX4HXjb9i6toSJ3vAQiOjT1PvR5ld8BfQ9sKjwCGYY+B2+l1ygyfQPA0N/9JAfca/II+oPVFk1qyB6hF1D58InKhQnQqaOG/4T3YTOKCIK+JIKDKBrMSTSEBtHzHHgIgZciMOT5JDRD3+WZDY6o28DLcJ6VJeT70AO/3zYBbKS9A+/3nZs8wM8NElQZ14akV6vQxepVS3vlz5zfnJHu+SRCaFPWmOp6QfOXCfCwHgQmP31QnsATgGNlLE0AW0aX+6hGLFRx6Aea6nDyeavJszbAp8KjikCSd9FSBNuV/rxX1zjolWP3H2KfMg+SXUgoiGM5Opgwvj53q+uACGcsZ26EoSH16CMAbOIX1ybFFLobiOwsUZM6SLgfKEX20eR5YWFbUV8aJXgPjcY5HnozyZ1KGBIgTM5RPwH2N2cz4+MZOMNZOxKgbGkg/HbtrZynx0n4Qr4xliYiFYEBHU95YT/mVNgvwkD5G5WCmVeeCy28StUxCB6s28NAVLfi/NO7ws9yBoUvV79l76oncR7zfPqDcwY4s8gOeBDnGH3FxHTHUXSTjJdxoO+sLKbq8fVr9jDzwkmfv1tRUh8cMJpUOydQAo1VIOoEBcbUi885a+yJlau9qkQuOoR6PHLHxMcEQ0jyAPUBGwWIYiC1w1es6k81+eVjk49Ca28TDNS+EAqY91CNCW+o/ZTzKWKAjmH4Dz44+o4T1GCdRdawOqvO1gSmOe/a7+r+wonbBoAWCNAt6wLfhFe/eplqty8GBH9J8Ah9hzOmb/VW74EPblJek1PyOxOl1CXqO6k8w54k0Vz6RC5zZh7ef9Yxl6fUP4G/xSSdt2+v5N+ZF4gFtlWS/7K+yAzmz16gmxYRaqDNGxzM2VAHztoT0IiDHXlIYiML8SDwoLcoAe32aSvxXNb6PnPI5/SqpJqQ9SxMdPgQsv9O3kcycoNT9OJtIkCQEF7amkXYVaowRQHAZoOHsWb0kOY99NDFhhXBQWSd1wkIIq+oRETO0Ssa2peOIh9a+ax/4Y8Xf/Q8b2V4EwEzCIJr8PhXr14mweJPvZegO8k9rNPT5w8vbtJb9uPn647J56Pvg2IC/9o2BYHapdIv8rxVxugyoSPOQivew2ue0BcZ2ZHkKNYbfepu9qu6QPalLVASpH1PxWwCZ+xdobFfvpszQfIdqAYKSs5jeXYrzUlGi2732P0F2hdbHzubwBbvheSur3KO2IsE856mKvR21vEysvby/peL335LL9AnkRnwv+w/foPPVE5WX0Juqb81AEyFefaJ80N1fIPT1cdIUmbd5bHSi39Dw/SfBg2HX7J+Dx55zm7dDm8kGErwJ3KJ4Prtn/UpItfhVe3znDEAJc14Xr/Ed6ecqK+FIGCC2rdvU/wg+h2BnOskHG1F4g5oE8F/yto8TeCQgOfrQPgS7Ie/PHxi4iQBwOvXtFdhPvhhN5HPfqzINYL1nV+CnC/DBxjr06cka2g7MX2CiAT/3TiLNt5dJ6nwxgTrB3kO/YYN3PHJ3J/9uUkP9tpEoWeCeysXb83CFtEsCSdvottw/fZbqn3z3q9AIiOv66vQr0nF6HWSLFir3/4UGZ3kuY+xRyjiIkBCQBz6gI7vRda1X3vOG+fl8vG2kqE6GF+b7U/QJbEHScLgo//lf3158Ze/mCh9+eDWxd/9XeQ5Mv5LzlzoimA36BKjJrslQyu1GefnnWeD+Qi0/DXsce5GlwVRZVrXQLPZT5OO8p7yVs9K229k/iAHMFH73GMrG4vgvnfv0rs8yBL3sw98DZsPnYzAdTn0QLSv3IT2DQCr37J5GzNo0iH24/gROpexQaArqruxW1soVHt9iwxM6ISeObONs7CNo0cwF920nsn+C/u3BWwEnUGu0AYaMioPZx6eEb4c+pvzdyf+rf/pX/81djxKSpJCQrP/6n/49SLdBTpc/hQJgJYl9b1a6b72pOvLAd5EMseDTVgfT3wUJBKUpivjXRcSU5YvoG7qY9BOJbkA3b9qbo8Mflh9kBHv7fXL2ltVC4IRciG0OUH7cWPndwZNeQ/7fCRcD8JY36lPzXX0b8ZDIhP2LWe4gBUsHSSoOPyODrn/iOvpE6ieOeeuflFsoA26dH+2eApvq/qLOib2N0k87q2+c1t3MBdUr/rW61NC/pPM7fh2PU+Hib0jWFw72Apl52HS4rbNcNZ+n/gD/rj127ouLlADwCeHf1bhHLq5S3musc/gEdZrAO49pwWfU3/+8wZHNyu4zp7dpGbTORkHPDu2kW1+468GL1ziNfsbQ9VN3IrNTqqOwH83ALxBVBVkCNmM9fMKUb+/we+DkJr4N+MoXxiK1KHou3Q0yTAKVzFB5PMl5GtmyutAX+Zy+t7cfGQzbIWSG3YiiJl3jf8Q9RqZ+7wdiyvnPtbQzvvbw3Tes39zzwY3dn1YQ9cal1lWuoxmsg3KYBnQZC/kh62CKNze2bXZP/vRrm/X7CQcZ5y72TPmApqESdlnA4FnVi/P2D7D/eZEQL8LJHe9jjV2/SRQ+8bSe8KKSVZ3zkTntfAgZEhuQPM0/g4cR44ZLP1xmGUTHObfGBkwEQxM+MRisHf+OJGr9Fp1aCBTDAwrDtYwN6BXATL0xytxcPS9BBvqWMepqtJCdtF51XCheGFEBxft93bvSgNg2E9AlBl9y8bzzG3WjpypCZ3nUCEmRGfWDSNzKpZb2ddAzlZLUfFyVGVr/GiU75pVzszCfsRxg0MK/jD7Bt2Wfoav2JfT+WLc8XzGbRauzy855N+s+wEzrHJjIGWDSo6zAWYEfTYJ5y390BjTOoXMwpvgcwWSGeoKQKuDud9g1mQFTvYTfG17ClhZKt3uxZpuNa+V32SxUb0jREl7l9GrMPuP4S+sicHVQh6Ow3ArFvvcjGsTHJZPdW1KlwqtDXAt/2NcreBfwTnrvfympDP7JqwYzqqzvS19ycdRFBQ8ZopXyaszZoROqdw94gzxvIVcWaEptPHAMuLcBPYNMm221/CeTtWEGM4/gek6snAazzyW5Ef2Zg1838qwKqycRyCZyNZr1uCxflYwQ0tCNld/4Sy3MtLeQ+wN669zzoVDwV0H457NVXTt+2tgiUuIOx028Jvy8jxrkwHsNyT93Sr9Vt21mji0K+S61YU3hak7Ap8Y6k0iQgWJovYuWcT9PT+30sR9aOVHJgO/Eg5lKgDHUSa9jmI4eyefcw4NAE8FIOdViBiDDZtkxXu2an+rx5oh2TXWGWs1gVVYONNNpDDJoH2KMFxjuJWX9vitwp73530q3cq4o0eGa0kFk8bnUb3fysE3gSvKQmxG//Lv8roJFLJe7KlnGYgpV+T2VBXiEKgzsvpEHB8xvqCX94NSAF9pkLVnfzmez9jewfaS0/jaPt6dI88s4Z0pqegv9IUMzzCRA0GtEv8g2cFVLPM7M7WF0jdgEQcFFWD53ApyjB00SIwhAmr77glkA3/Ff5X1rkGhUwlocibi1MYJ+lMD1u6jSQbQlQ5Mz4hJFZ/I/q9MxXHzPTQ+jsJC0+Z++qvxLqvqkW0aqlQobzU8P28gi3txNheisvRoD0TObbMr6/DQqOEsETw/Idzkhdv7iyqz6gy5B0hT4PZ4B3IGxZsg1LlupZP90DNQ7XBqAdlbaLsa6MrqTbAxcSR9vuJMhl5aBQ8vqdyXJjoH+HRlGHwWZ679oFoRidyp8YATxWpGEqmYb4PbmadwbASmgI00EKtDUlg5MnfhFyRT8bmGEAYSjhqd91RA4YhgLo8TFD4lA2WgQk2rb2Ng43w3gG7FmbLahC3WEOe2Ogy7ZYJN+yTBb/a/SYjAb66uJ1w3+0ni3cInV6GCkqrLExyzKhcHR4M0mZeV7/YJ7ThIuOFr4+DwLNtL7kFh3szoJgCuoy7rn99X/8DWIPFo9Djo38AZFbEJ0mR92ae4p6vfmKyIw8K+msv7OubMiwA5Z5Lfb8DXIJ7coU6T7OHqnh+yBjgwOTOMT6JTnrMuVE/BWky+4B06tYTO5Qz5lULgtm8pB1q4Mw1Tef8HoL5C/83Kzp7ihN3efEBCijYS2qiuB78YG5FzxbPQGxlrkh4ql6m6bZAvfAcHO8HffBdHuqhR8gfIgmrjVi7jzCCgU93YJDt7uS4SjpDSXNVbgNDPoLYfI3yIYBbfbxW5lKLMz/vRH+3xBnR1KizHiIYeCNw3mfOM757aEnFAppWAFaAmZS1/JphsIHl1gqkiaXBYZ3J7srHa6PDo6bWl0SfQ7UauSQEzbvSq2e5VxpD/1Q/sgaWTwUq0OlmbLAWt3G1iAEEVbVL1Pv59HgDmXVaN57ucQ2Q/tlHODOoMjiKqUWmRQqUDaycvEeGK62WcwNDrE3rxwdMGxvWn7C98pK0tsmnoN0UAyBrTU5pkrK5hA1XQA9D5wCiHzqcHLkEgk4vhdXGso1ec2VjIN5zs2POFwgSuv/o8DteBno1T+U0c5Sa+gbYhZDmVNWw3fJQgJA5taAUeuogk0PlWeHbtMnecqNtDmHV7GKhX9E/0Dqus1fFxzqO3b+sPPpMv0hvdxJqlY/5mLDhZrXC36n1tSiEGly6Epf3/2HrbH0uzZLsr672yKuslq6d7rrBli8vFlrBkC18bYYNAIPhk+IcRYIwsWzZjLAshIYsvfLDxnenuqsrKynqvYv3WL+Kc082cnpqsOnnO8+xn79ixI2JFrKDqm/+X9YK4AmdF9lwC7exXdEqvO+u+iQb1DyvL6AJlon1L5b6WljDjJNHLdhKe1wBON6HFZxRU/XCOEJT+8hmq7UmWqp2Z5I4muQBEU4msrkRetPGP+8ZkB/w82+UspaIsMqmAGzlBlwCA8tz2jCUpQMpmzpPuh4wHuSchUgDVRAnOJtTcq5fX3d/4z2WIyJiQ5z3T6e8J8FGgKWP5Spwma4T/cZNgcqtSMnjsXRgZyl7X/WeiZPtz55k5M9BRG29g35eSNwvOfoSR4y5gdMAiGaHosf4g+5UKSL6nYBzmKWuEHG3rDMZtBbLAOzZ+z5Lspz5Lv27FNAFyWRSojL0XAOuqupZrWx3jOKHCfABw1L7FseNaaa19CmONrTTYt7YX4GX6vHqYF73ZSTDYf8sIZhXlfdhM6s+b0Ms9ZfoIEBKaXGTgpnJDoo92IBVi+8KeAdh8FV0Dra7zyxkulTu9w5fdzvPDdWj7A866zL2jpirTXov6O/h3JuQB+JdaP/sP+waQp3HGJteF5rSlSrIAzEnd9SNJYhnnjF9wVggGtxVQF5JznRFsQcQWmtxJxRtgrpX9/B4QkjBK9TsVVNgz0XMAMstQB3hdmvH1gUd3cw4XxKCq+TxnNgm0uTmXvpW9yrwxzw9C8Xs789+1wnbHbpvS9G+jX6l6vk4VJotBMiGUz/WvC4xETyDv8dVcfapgIysBq8uokdejgFskA7EfSXjYBBH8eK6JT1a7rewzzjV2jUkX2M7YOrUAaudwnjE/m8hAdTOAQYHt2joyeiC3jYFMnLXV1RN/wlaCMvbWrdjFVJFimzYZmkQ6ejBjTwu82caBhLrbqYIkkQvfCaPXc+K77170J4nByCVzc3n5vEmX9j3Fjs765fx/9tyemcS+3weUJDn4SYBKpoZqcWiM2Qet6GtfYgATQC0ZsL59od0MSYUBbtsxx0Spb5lXEndoSXA3oOvj7LW/+iecSQDf0efoxCwH8lvpwhegQpG4V+QYnwk1QJW2bJZQBtO7MzZaE2eIV+IXBEyGrtxN1J+c2ceWDdKsXqbyl6kHCP75pySsJEH1Q8CoAu2RBwCjVsyTJBj93kRJKlSjHznC2HO3S1POWLDJ+AsB+LRPeJw9HhvnOuc9iS+3ADmxXdEhxM1qw6WiOHoU+Sd2cn0FyBw9+/Vd1ialkJGvN1f4PfogxjW4B/oGA/zj2Q+/fd5/k7zAOB8F3WzcxXCHIGK+V8pk7N4M7+ecLb3WV87RT2cvfnPeZyU+37OZZ+B8jz1zQ1JA5PVpngdKbUK/tcJP4mys0cuXkSmAWtgO0GNN7Jnh5r431ySyJmktfZux2TlrYfW4DuhO4gg28LvaTCSwkTSXpItQsjNPjPW3ec7OAFslf/BlSh1d/yz7MufW//l/vT17+YZk9rz34TqJBbfO/t5/cpnHwV+JzmxwAJpl4jXY8cf45pqxzFFzjBh64yDGMde2JYGdF2v3MuA8IH99XM6kFkLw24DS0TevIvOPkhSI/H2dM/7FdyZirz3a3+ETwMwCk0TmnXXgfPJMtgiL810bXpxARlDPiZ4X6CZapuQ+JF4go00gj7yh50mYKqNKFpZCDd4/JHrjR7XIgXNjzrHKmPNQX3jsoZpj9b83QcJY7P5ZO4DzvHqhsR4LM5DZUl13MvFR75/943/y+9w36589zf56lgr7v/9fPM34SWIxcYTEAfSM3pe+JD6pyYgWtrTjx2x4GbLcJxaR1OEbfaSe6kdHP3RLFd+D1RCbOXE9ThnkpWBabAP0GxXaDcXHrmyV2fo0njGeT4LqjI3zfLG4Q/wn7z8CKJ852/niqjwrMX3tBRJPXQOHICjM8xRjmlft1PpoxiP5Xumy0b2Ne4s19LjmkbERC+KKC1QvHfSk/iw+U5lx+vzcj1iOe48/Fk3ga4yMTLzdZGNiCibWGDfhDzcmiUWGtVYNc3lGd6KjlWPfOLSQXb/j+l2Ou1ngXejDLDA/s6NQHhswa3UeTn1Gv9/FIfUGBhRPNyLvb6UTv9BAGsNxkZ359x4uOwb8ncN7BBsI0gAsDGBzdwJGDfLlg0uf2qD+DuKwqAK6XKNBjAGApZFcumav82vKaJWus6Zx6aLyahXl3INpLsBzAEv9zBqfCICZggY2DhW/6wnudchMHZB1QS3ndw7kAczrvJKRcTJx6xxXMMc54e8FaPOTzE+uuevdNUZoZ3/7OwQtxuXcRyXh859SSKu0vH8r06roVwP4MGaXQsNjX7SDQkGGdg4HUNtnXbn72g1qFtoqAyknj4BS14QN0c0/AYw6NRswH0CHN0YutncylQr74umWJmITChYA3kPezFaMaSt8XeY1JI4HieO3ogdjF92JEtp+2lvFRQb3rhMyuLSfpXQYA7ZznrnboILK7BA56HcayCfAk9u2mmMiyQL/ZgZvf+497LoHeRb2Y2lCWHeqz1lqlZnUn/lYxI5qjoJHUxHYvir5bCtJ8rlSPQ5Yw5it3HK/s35fYjAwTpzrw8k3lU8NwtEvYBvW9zrKVqnhVg/lWlKbkskHNZtVEsyHGVMnxgcyB8iFTOb3dbRnbzcgwvpVXqRPWxCU+e0BWHlVOlod2kNRerNVpHzHnr18ygxJKy89/BoM76GqzOz9WKdeo/vFaOZpoId/t28rgSiqKsgq633Qw0vnAFgjyCaIeTw4e7/ZI/ydtVlF2mrcXO/XyRELAPcwOkUiqgvMwCMockrnsvu/e3wMqw02tFKjASsncceIq2kWE0YE2efQjy1FssAeskwwuA4U1d5kp7K/M+7T3rs+Y77SKjMNMEApDC/n1MNwjqcCCgKDauyjfFrt5EE8lEr5jIeyAOmpgdCAGxWfsxc2+aDnSG5G4A1ZQxaYG4IXS19PlRbBwgYC8wfdwKFe4GznatansofsthIugf7SpbPvDJzLTDGVKAT8oQEu9XH0ee0s557T5j6AUP5rjxn2JWdn51krpiDFCQDMdRGDVmhTaVvjzf1gn1mMojnPcodSzuZ5SeLgfGafHvrS5tomucwhs+cVzkCc0O5nKFKb3DEAcKuHj1Xp9uHjnhrhrIuUnu5zdMr2f96g5p41fGbqv8VSAAAgAElEQVT7fqwsMtWCpLP3514Fdgact3/LSRB1JoBK6+4xKE2bcCAw2hOWnjX5r+ArmcE4FhOcZFxWJ+yLwAXVi1bPEGBUXwmOGKRlOQVw+b7JQF5jQQQBRHQfAW4YHawUIwuYOTFhaKkOZdJ4m6xv5RZHIuOkmg/ZbeLJ0EImWMKYOBS4Pc6OZxiAnjZME4XilBdAYP0J/KLTCLrWeCXAa1WIjBdWRrBmu74E1HGmN+sSWZC+3nmiioEXARD04dKxA562X0oG0uzlCcygg+rAcJ6NvYWeWbtxdUDXJvO5QNvbJANUPjIPPPedGNV1BHDio4c2cLk9IeldVFuyASP7yLDHoErtWMi2zxpK+QnYK80xz03/LNQj649jd3iNzDgOgsayAWzfGBThHv+c7w1GRBYJADAv6ixtEUBXzgyODuaW5/qaseHwAH6g66gCOfRqzZBxTG7dNiiNjBCwaKZ+dCC9uXihdxrkglIxz4sTh8Kh+qJtK5qcQhY5PTfZC1Io1Y6KbiB4WRAOB7Gyrf6xAtJr4mwxh1DTERDAliL5h0DtJ5gLmOupwNN8BgCOI06PZ+it8h7ruxSvH6E/A3wnyaf+jEw8rPMCwK/Tl5Dr68RTOZG9WTsja5DgLzSW7A0oeOt8kRlND3FAlyaWULmDDEmRKeBu1d6ezwTtGFsrYkIVjn3L9XFsHbN/2K+wOTS4EGeduYUKD/0uZSz7HXsKENlgAPsaoBiAueBW3rPntQYxYy3FYu5V9qKsBbpjmVk+R8YJpjI2ZI6gKzYqc++ZKbBNFVfthywXSYLYSqUIn8rGt1cCz+zf9R2pAIO9A6CUPWmCTwKq6CbsyyaVAURir2qDSfOlb2GrCvWI9rnvU2WjPZhgYjPvBS9Z19oN+TzXJLDfIBLAdvtwElgXTOfZCCqbTEhQUzCPexTAmqQG3K9Syk6CCfOjL+h6MXcNouWlrEZm8kv7yxvA5LPsRXqEA0w9TWWJCTrQZaoHDhUIyMDqze4JaW7RWXzG9iUGa0ia6doEQCFwSrXV0lxzU56xey7XwSpATgFl7e+pXfUw6wP1LjqmVOXY1bA6jE+7/U0JjNIvewNbr4fql4oo51O/+N4wNbwJPSktZLgOQH2Di6VLpao8uiKfBXCRScTETGnnrMCsbxOaUuSJYLez7bqhd98FGGQ++XyrA2ubrJ+LbpEZASCF85OK0vqA7NsCiTAhpMqxieckrQEgsiZExLmb/j5zDMjGmvB56RsFCEyMktLUhCUT2qgYO/V5rQS3l6Y9YrX1TTzC1qTnt6Dpm1QwtadZKy5lvjCYA1CFDen5RBKbjCYmd3D+s9ZUIvOc0FGrC9h7SwmHnLF3HANAK/uF9gW1KyNDBKm3QoR5B7AhGUUAX1Ces+XDe6mSPUcJ6lvZyZ4CtAE0hx2D9SFQtZSh665tDKbyGluoAGBtSKnYAd74DHur50Dep4KJNYLatswnqfSp2s68QQmM3BA0I6gsAEzrDXQhfkmC+gEMpfTUlmatXr+m0jX7NNfieT1XAM2oOruqLnzwgDMQudR3R542XvD0GRW9qU6rz7cUqfYHtuc3/iHBYhMGn6U/KYAOz117g/2SwXTPdc/qF6GTWrkdvQFQS4Uz+5Vr8N1Wv7YnLv0Qs9cIrLYntb3kl4kCWcIPJ+HNwCDXNpm1CR6R7YtUy2EzQL9K0JsenKxHExvQMwTB59nPOft2ETOH7zPnVv9PIUTGzzxz7XsA4HmfakntXar0qDKPXReQZhM4SOrcZHUqCpuUFgCGClRkkjX58feR99DU96y8TY93qvhZDX0ShkRSCusAcEUyX6/f3qvSq2vPAT7SS1HbuJXRyGCAR/QPFfr0Bm7SAdWNTxCIPQuH7Qj/NM/N2V87NWO6Do3y6ift/zFk+12povXNAka9huUmsgIlLOccLENZ42fPZVpg7zT3G5shulIbDt0VRprsB9ljKoq9NnaTNgT3sUc6zA5UOn6B1jJzhE966w6MRFaR43dyfeI8y57H2Hha+pdv1RJMHa2WzdnR3tQ9MwdEHuDkmjMsegjb9dG5zEu0EWk8LjqUangTnmHHeD0ANjoqYFj2ALbKVfZhg/UB/3gWwD72yiZNtwVQgujGY6DMtp0D52BbTJQZyvgLP0gcYt2gTX8UefjxD7HRIjePz58VQMNHcf22jz1nx1SGZhyvX0E93+Wqfmviceb3xeV3XSu+/+rV6+6np8+e1R9oG4m8/yZVoRjsnPP3WDvix1mHP/wUJoCM9zz3fJ8KZXyNB2WxQBaIl0Zm6RsaHca5cpMKYOw79ujjiwfd5+9yn2dPn3fNCvTn33/1L51nXFzj9tmPL6HzTs/dHwJ81h+JHR1ZY88Tg8F/RL/eavzbCv7LF5mj2Eicx9hxPDP9XaE4LjW6puTImwki+DU0jkCOAbrxZ6gILYNZqv8+Uo1I9WrmjP1Wnwx/lfHEzuJ58CFIuCXR7+NHE63aKid6o7FomAOyRo/jN72vX058TOpfzhN0xIO2hKGYAdtZOlhYil5mbVjP77//TReR44l95zkHaOnY0E3o/wWA9Ztz7mdueeYCL+iwbMgmw7RvdvTRj/gDzA3JEFR+07dXe5xzj6RIfF/2C/JHNTc+EAmr1blPNvHHeeWFroc9Ch1Jkgr2ZMP/GQfzDKD5jl6/Ge/FU5KJPG/oUfoxfXqbeJI9huyv/XGZPtas1YdpTbB+NXYsMXT2EfoT/+r2nQdn/9vvXqU6PIly3z1LK+j3Z2+TBHEe/fKf//0fQjMeGzlrCkvKF1o/NbFYf6r9enXjqq/xca2WtnUT76PbsF/wl6G2bmwk7xN/xofFzPmSRD3iCuy99Z84i2Hsa/uS6pzPTTrQ99fO3Rf7D1HjvIYKXF+AOLtJOh8yh8QsWlWPZsRdzvvYilSio1+oKgY45vwB5CTmYFssaXRtBwOzinTQtpoYBiPYiQYA9qxShpBd/H/mof2zox9l4xw7HPp7MN6xzTiLeGFfcZ8mlfecw+/iuQFPkY3slezD3/3L2I1nD+szYQt9jc3929+en/2d/xQbCR2AjxMdh41SdhmTC2DRpbr3UVnkMv/5HO9tYo4zPOcHceSe89nTGS805gvoM1ZWhnCfADBMhtmPrPschU2sL/U2ADA+J4wkU6Q4BW7icolpsCYwxzE/sECSTNhQv0nzzIkFM8QMfG9bFfZ8A3tBrrNvsN8BgVvokw9uOznju4Kw64NzjyZGx75l/1Npa1sZZayJOQPGsse0A7XbjNe5Xy0mkwFVX5MWDJmj+r1+zMRtdd7GeorbEF9qbBQcQN2rb3rE8GznZxyh8cKJceibek+u2TgLCehNts3vAIAPmyV/XUVxoIw6GC5+6tDrNxdcR6zZAATifVYnZgcyb3Dj00Pj9O/9PEHw/SwbZeau8zdga43nPAQLwmsBWN5v8HoDuc1qO95vn2/1gp83+LvO9FbcrCOwjtkp8H0AwzeoDnA2izc4ZoWpPPeMW1noax2EU+W0GbFc4xTA7dwNKMChwYuDTwE7zHCfEYV1LD1nTrzhAUDFyJ/JPvTKQrE2+/w4yQsGCexPleNUM+787c/T8TGArT4uNfI8dzcLmx9hbXXm0KDORU5Bat46rcYWkD4K99IqbyAdQ2CB4+PYzJLgM9BGHwP/x0PnKEcLmOUnh/oAdB0TBlou2qDLbODN9OderO8CBs6zmYwsxvbcLdA1+6b9PlFMs55WIeA4O8dLzXWYf37XNeWygra8FkTuoXjIMmG8J5WVI2sd+6zt6VgOezvXBaThRdXKyi5gRXn5owABysgAl6JShaMiNaji4TfAUb5TWroezA6Ce21VUz+bjdsAfN6v88M6zd6xihMHRNm+HaMAijheZvisM7y0tgb8pfXSmGyPpK6DEtG9krEuHTH32KAC9z7Ot9XA7f+a76LTDnTwNfhU3gRpjzI1+3v2VYHckRV7CXowOHUGCFfGuAeOBsPcRJA++1zLuR1DCPBtgJ9WMJZpwDlizdbv3kCBh4V7einR60DOum2f885xD0tPk0OP6Dw711TGBSR1XDV6meOleV966Wah5xMbaO21CczPAbjV3lzjqK8FharzRl5kZ8AE4/6shfR9TU7ggC9oOX0lAP1mf9iPzgorMvDYL+3FOhnIe1huVps95DiMOGSW6UFKVasmzYz1PHOcBg6WshbDziranh25NxUGyDrzhq7YJA77XEBnLVi6ADJOS1kYxmlrIlU+R0Zw5WPA68rF6KZmr8Wkcw2oMhDkMROPjGh7uvE5KEq/QYuLLmnlDIk2x8QYenFwtaUst3rZvbxJFDI+jEHSBkKEmTfQfTQwGMdW++75wnMXBJsNXjCoYMsax9Ipsw7216Uiw/5mPAdBRl7tqdbsffahRnfpi/tvHQLus5XSGDUNpNb4Yd+tI+D8LNB91K+RqxiV9rcTWN3XIRkn9yFbvnLds1GQz+p7gFbBLoFPnVEMaoIYncuMl4BObRd0VJ65FeMAQ4ApeRAyrQ2wQbmUCjSSnvJvwY+Kaf4M80XnJZnFzEvetxLNgDQOIYZw+0QWDxd4xfAURLGvsc4Jn01QI8/nuhmsbc8qgMJmOI6xOlVmZBaX4qjgLb8TKEI2WLtWoBV4Xf0qqLFrspWYDXCOTl+K9QYsm6nr+hLMJ/gMTdxSs/H+Urlvr67qihrcggNSbHN+qq8b1MpP5KHMBTwv1WjsYWSlVRIEx60K4r77edZpaRWpbAXw0OHIXo8e4feAizW58gcnjqC+Z7LnHJ8pdXgTwbwHa116OLLHwU3z9TcDPBMsf/36qn3bqner+wyIPg5d1ya/eE57BhIMMLnGAADr3ArvBIM8I9ShBemhCSb4mSocK9uocGAcG2hEVpDFSGecsjsAetXl0xcIejxc7uglQDIBYB1A+/2SOCXjSCtEnZrKplSVrPP9OtSV6znEFvAq/Wr3tPJ1n6zejJ9CEJxyztIGQibhbW1tnrJnQQFagAtBT+YFOut11BjXB3TPZEYv4MN3yS5fWwh6yuqZfLRAYu5NgL3VzJwfuT+Z1cgXQcvr0Faydx4+TMC4tg89jOzdaD8verlp9wCeEYAjcHkR6juAASjQqXQEzOfF/BP4qQ0VGspW8ea6UNuh1lplRsVhrlNnPeuOjsVOafLE2hNxiAl+W+lnZWZ7kedejPFgw3FGsV4NcCUoHhrpUqBWftzH7EP2+cEPyvNSKV0K5doj2lJNLkmwxeCazu7qSHQMoP2t6mZARtlbXGOZPlp92P7YBJ+hsQRkn2rT2gAGdcvOQCZ1AjTVrQlGde1TQdq+6pzLJA5E/3JmEvTvtaHci14smDJgcc/uMlgAkpFlT3UDiVuhIM268fysocwJzBuBZvY382qCFnNOAgMB8wL+zH0SIABiOt7o4QYCmgRi5Ra0adDIl4o9wT7OMD7DM8uKYnLj9gY+PVcbGGuihYGMtT1YMalwAzJGFghw872ecfHRSNTq7wpYAvpAsWgADJugwGQDQ/YdXTsHW7oBz6wdfR1NIuOAOvqR0BHzQrciL+fZD8zrTz9RtXe38nIVXfc5sofNhexSAYMM3DQhSTvQZEhk93H0hv3gmuCS+fLc12ck0Cydmf4iQXeSiZ4HLMBmJBD/MNdg/lnTpVruIGeOmMfSHXtYNJhHMpU0z8iYiY/tAZoqLIJAdxNsJRiIPPMqgJxzfHvfcR8ok6nYBPDWsjVRjX3d9gKZ+wL3OfcBpjnLCIZJ+wptd6gQXwO+sb/Ya+n5WjAg50EoDKWX1k9VL9rDU3BCeeYFSCSNdfRYdBayr4+trmzCYHejPhSyRkC0gXd0ZUFlbTaThzxTqUKrHZLfv0ufSwL3JhFL18n9zwvmA6qhe1grJEodV2A3oA+6GRlvMl4r9rk/wS7Gv21msGU4//HFDM5qVwmOIBMXAQHZju2fngqor5kj7Br0dqvOcr/rgDEAolBScz7zXcA+mDXQ88s2pvxbycz+YI/xOc96orjMvzYBSRDIIecBVdeAxHVtovu4R6uWawsr5w3o59qtVszfW8Wba3N28Bz2fkZmfKFDnz17Xt3Is18HfLP3qMk47GP0DPubMwH9df7womvk+nItk9wqK61wlqEG/YicUxFPXAeGCM+7qX6rLKFnZMGoD5J1KbsNZ1bkvwD0JEHwuYcFyAXtUPOt9pwXCWmfAPd7Hsp4w7yYEDDJlCeBzeskTxBw5ywgaYOqQqqcXv4Utp0kLzSZg1YFXXeA5Q/ZdwG7ci0SLyr7UOVHj59WbtXmJVHyRF5rQ+UZsXE7Z8xHAE9owbFr8B8eJzkCfc8ZyvNDqypzg8xEt27TlsV5BpDivMS+xyZDh8HMwFn2BJB94i2vXmKnAT6GejsGR1sXZB5Z4/swAmW+aGWMTJHQ0MTO2muhzCVhIaD1kySMMA8//viq9tVW1GLjoxc4M7ErmTtkofSTAQJIyFqq8ZvIFc9O8soX+sF2Fwu4c33G9Cj2Li8oZwHL6tNFrkyi34AO+jlzled5kHsIQn2cs/xO1ueJn89Zev02QDlnMAkuGTc+K7qTFh6lDodJh/YX7C9iTxMnYC6QeZ6N/UxiqCwDd5Mkd1H9V53V4hiSapAbz0TOzJc/4mPafuAQu2kswnOniT2xK2pfhlXh+g1JusihFaYkqZQ5pvvOmEl7JwNK1Wb6UjYMWue8fpXzriCK1jDJ4Ni1H96TKEHVbvoup8Le9l5UHRubUU+TNOU+fttEDCsSLwIms7/fp9Enye53HmB7fDz70z+5dfZdKK6/Ulkdu/H6KudPbP3LF0+65soXcRJZHba3qa0u0DU8IzaHoJ36OFTSP8B0BDBmK6aPn2+a1EJiUZMUMwn0I8bGwV4yoYk9TbuuxCs+qwPu3EulaKiRkevyneE/kCBLzIvcxIBAJGoydlizWGf+vLnyrLMwJuBZ9NRl+ggXS8wlXr+GZpv2WIBqnwNCx9YOMIYYIDNUsX/4EBaDVsWy5sS+SJZ5W2DvxXecybacQdlc8FwTl2Tc0KJfPn+e97SRN65kSwcASuZJWxAd9/33SVjKLRbYLMPIJG6S0omdCJCGLYHYdX51pQoYo8MZo2MVBGJtZEwZvZ8zjoSOh3nvxff2xW5CVrbCUsHjnjM/hIMbr0ACI59/+IOU/vpoMnU8jr56SLFJbJub97fP/pd/9NPZ2/f4G0kmDMB6625iShnT3WASf/63L85oW9ykc3wi4g/YOT33jJPU/sjDodt5Ht5/gG7EZmG+sjgvvksyXOc3SbXM5RTJPEnLAPaR1OvZXzmnZLfR7u99S5fOdT6n37TrzmdlH/HZmrCQz9LHGZuB+QF4PQ9lNbT6+IK0tjmPT8BAlnkjHRlMcGbOmvgWkD1V8YDBxuaZPXUL5zU6on2Icy90L3bah+zNJng0cW9P8057fUDskSZUR6bcO2AD0lijexgrOgr/nuQvgUvtQiiV8b85o9jXpSbPpwmdYS7/8/8dADh6/Bu+TPZMeqUjpzGLz/6jv5lkKvDyJjt6PrD/uK7hlOzh9kw27su+o6CBuWjCGDHxwXY+Zo54PXnKmacdvPEdbBsSprHpP2X9jFNE+vEB6z/rSyIn6IOCt2wBikqmyLNzPT7poeiTMyL/mfRsNSz6f/0Ck5aRd9unHvcVmAAJNDnjEJdJEuKzjHl7uXNmLwhsfBmacfcl37E/L0miC0KPTBanHGZUfh9Z5X7GimxTZULfnC8ZA+a1tVM+B/PLOCCdUB5NKm68IAplMUNijfgUcDqwFturuYUjE/9EmRSDq81tX3SmgzktQyKx47fvJ1LQiWfDCWYsQMKCLMh0CkihTTD+G4RqMPyINDfw3IDzbhQDti6uP/dlcNM/Nf3z+ykGPHx2N6WVa0yqmRIFVuaCOKsATNIVHQ3Ovc/pfTsJCPs47QQEd6w6U4zDIOYfe9W4qAAQ7PAw2MHy10OlZnvyHa+xoOehuhjZrPHgZ07f59/dBBPILEVfrmWWiA6v38EBV7n8+l5V7jPvCEarr+aF8CxgbvCwIYLDRvD+AlMaxr9UYPy+1bys2yzuAsCnc8b9UZ7I1VIg8vsF4Srg+d0CnQWCOpYB9LgPgMwCRB0rZDW/Xh8zcZohPRvHMnnn67Rie9ehm6lKz56jzRiJHCF/pUfp2knDN3HKzv8pAHwKVJ+uQQ24fOkI7JldtM3fHQP3OcrH7jt+Ubeo4JdgVCvd5vtbyStg7ZqeXmsDdDuevZdy7XouNrJ7r4csVDCTKYPv3So4nE4MslljlImVfFIyroG2++dAdZaxbu9GwLhmtk7luZTRkyzAft8sipmK0qoWGHKfNsDYtdGwWDpPrslXD7SypdpGhpVJ+6VqMO210BGb+MBneUYqXwnSVupGdxSgLPimPlEvHIHaU5YA5nmdHwFgq5cEM47jISjWZ0Df5Dcaye45JrLVpPkOBwvPUCCDfVgdYwUUSr0HQQ4JDQQPul6vFQsCba1abX9S+9MRyLFPj9/B6Tj0ap4KZgEiq5U4rE3sce8zRuanc5n7sgcAy+vY5iX4ppz8cv+iK/kfh9WJLuyI82Kvcw+eadapsjj6qroaUJOAKYYHwSK+SlAUHRwZwBBgH/X+eX97AtZ8ymd830PQzC2dw8PZgaFANRLg93gUzagtAGbV44I2BvcFDDfrFqOcMQtSH/s+Cbwb7LICDMNj+gvP+/yu48VJjgFd0D3y4dpkXmbKDtUoo/dX/xsstbcUQW6et9j25ArcwWHIvyfZvEYmVT8EPEsBHDkx6OFysER7nDWgjdGOQxqDtjqU+9cQVHdVJvNv6eM1OJiM6pi5ZKlW5watzpoqaRkd+FQqImpI8mXkTirHZlI2w5sgnxSv9q/lc5MwMLbD9rDklqWyGWOqWaJUptEPEGoibJwJmvJ3ql4L0I0t0DMEvZ3/CO40ozaZuj0JMo7NdrfFA59zjbF5ahd0bHwHmZEKFmONaxKcbhJKLtb+dPkPGsFSR1eWMeQJKBmUrcHczWNQtr1vkSGyxJkpzlaCxgVw3SfQM2IjEQwqaN5+LYIJ+/wrqwWKoocJ9GJ0qlPiLMW5gHrJHno6dMwHn8cJY44IJLc/6bCKoKPsy8ykapx3r2aMpRKGZi1zXRrLPMMNlSsEnkfAqbiyYtLzrE4OFFnpRQXF8ToE29pD2vCtMpEV4pRainGj99ClGnc4ZCZpWHlIlVDkP89pBbfB3gWmSwnf4Fb0y/QEV/8D2husJyB57CFslqZ024AT9jaz8pCgs84a19gEgCZTVkcJ+DDHpTjes7aAHnrFBCJ6Uy2FLE4BVZ7V63VspYIyIWR78Elpu4H+OjWHPWZSBlOzz+/e4f89RxqIqn4WcGOwmiuutVTWnknIF5WoyHEp3DMHBllNdCstMJVRnA/duxPc6PVMNGgFG6WghB4ZWwIeT9pjGdvBzPavAUPs8eeYOJU2EfXiIro160lwsjlEBAhyXao6rA4yyEUgBmCbc5+Ksvo1+UNQm/k1WUzbz8A/AAqVNCZMITNljmnlB9WdyA1BcCt+fSIBU/0MbUuCp+xNHEGCTVT2sue5LvsJAAVqL+YB0BoAX72ovdB+aK1uPNr6TD/BTQI8VHEtoAO4Vr2f5yawCojvHFtpyb5H76yOr7Nc0J2jNfs8N2nP+6G74jl4nlYCT9IWcgvo0r7f2cfNXo9NQBUJ2eVlI8j9F5TfDOUy+OT+JE9IB+hedY+wLpzHgpEEPlqhTxuMgm1TWZCVJ+GLoLQJL1RDBfiI/mTNmugSGaFyHKB3KyzPQw1IAEBgaZkDrELhHOdFEgi6ibPmcQAAdDwvPlNguIFuwP5UK/c7+qPYY8jdm9fKFAEpKwgAawSc2y+ySUq9ZAG/J6neQN7of2iiLPscYF0QAtmrLs01SYIqUFgK/VC455xhzaDfIzBm4qHnI/e4aiBdgKw+XNafahv0En3Dked+Hn93npG9agLgBq0dK3P6JPJXXRmwGtCrCQR5zn09DhUy8nF1dVWwiqq59lzNM2NHUwH9jvmdvresHVXwPCdBMIJF0JYj48zn/fuZh+wLgmX0CXQfm0DE5/S/15cYADgyA4jFn6tU0MJg0KB39arJOV4FG5/qJxgmLspAsdUYyHRpQbtQnhHbO64Jq62WTDVP5pIrce3SJ09iIbIssODY9NWwKaWYbWIjoG0re1OpAcUw/eWTdIMew54gmA4QWFrAfLcAcPYF16aizuQbrq/Bx/lOQB49wdlP8jjPt+0XbDHEa89YK9MLzNa+V27KEJA9AkjItQlEc0/BSxMAej5E75jUiZ+agGoAJH0Fjc8FXul/Zi95g4UE+Z0PjU32ELJRAG+oIC9fPKseltUEMZ3vYNvlOySj7TxuwgDnMZ+T7lXQ2rmnip+AfuQ6gVDAJPYX51oB0+jBVsFlTFQZosvZH/wbOwXfgf3G+raqD8AvMokOl8lDAJ/EReSI+dMHN2iHjHIm8ZN1ZF5qW2aIpV/Nfub7PPvt0EIvPWoZMEZ2sI2w06hiQuc9joygIzfRm5MTfVx5h640z/9rALg9nmtfSbcKiIWebnA+up9EIZNd1JnYsIA/2DzuA+fy8EJ3ECwuy8eD6K83BdYJeJO01rnLvZpgOv5AAbdc4CZVwuhPq6VIWjCRr7ZAx/41FZX2TsfuBMCFyrRVU3kRjAXoLTMAflsTc4aKOPfSZ7Dnt/tTf1M/3jYinF2Cn56nPffZN/VrEvDPWmIHQhuOzl9GjMpi7tsK7qewQ6DbqeiX2QkbhItiD1iNpN9NaIH5exgZ2ngaOvYq5wWAzZPn2rBf0r+TayFCD7MPrc5y3Yh83SaxM2tdQJtgdWYMmUBG/Mk+UPZJ5mENObIK8qWlB/vifmxJQQaovpE76N7R2VLU3s2/G3MAxMu18Dn0KTqMzjd06c6dc4uIrB23CRnfJuG6wEC+jP3w7IPJMRsAACAASURBVAQAvkn1vsl80gKz/7gmupBkoyaBYJOQaJwzGUCfF7KM7kJnw8aiL5DPQ72Z+bl8wbrAqBGdmmd8lLY4ViiGYja0uh/fMT8sCEnunpnazSaInycxiYRAq9EB+NKfOMk4pP+9+/Am43xWXVDXAj0L0w8+cewY7RL8jNjE+EjxNwTffbHP7k3rAxLlNoGzti8VZviBlM/m1THl+tgdgOWPw+oAsKKdOayc6SH84MHHs99+/+js8oJii8xnRTCJEqEWp7/4Dz887/oJNOgPMc/r92v3Y7Pow7Js79MuCh0HSGmFavTYayrmSR7AbyAWpJyhV169vGniDbql7A85y0g6Sulont8EmKfPORfGMazkTmoUYBSV6xn4N2x7gCbNk77ajxufDxnL+YFtwBoD4F5ePsk4TUCiZY3V8yS1FmqtVsE/JWmjv69t5H5ivzx7JthLCwiSLlpoMGslCMzaLwCMwEvTyp5iXLxaRTh7lPY/zEFZ3WorxuaK3nqXMxCacDUpcQ2Lfdif3/9A0oKVvcSbmvA/D88z40vx4myDchkflsrqr5FL5vP5ZWT/HpOT9U07huao5g/04r0Dw+MPVYa5Lr5u4yldPtvlPYq+IinkY8Dff5Kevz+9zPUBtPhIkgvO0lbi2dNL0rnO/t7fvcgeSkIl+rs+K/46LbBkhtUPZUqMC6IXmnAM2xSFepn/x9ljVPhj96Lzb4jzEt8hfkCiHC3X6jNH30f+TdRbQJSEG3U/5+Szy9UTJovwbLBxcI5xZn7KPAGAojsvElOgAhQmE7bCw9hxPKO6jNWJTObaVEN/aJGR+uFJErCxi3Y+3fv8Dn8xdgW03rFxSIh5RCuHnn0T5z85NruOsclJYLPfuH2yOf9JKLt4Mgn8M6b6qNGRJD00fjl++Pt8p4lJpabWemPd0WD/8H+9TnI/LYmw77IvkrhRCv4kUD48/3b2Z38Wuztg8EXkslXYPIdfd06bHIl/y6SwixZXsUDOWchzREfgc2LDcS4S62pbuiaJkUyALrH6tUkn0BtDZVxGtSluJCk383SE7YzTIVONoXJ2NGbH3nciyzZTQFx/e1lt2FOca9XFc1Yh+8RJsAWozmcNIT2q6VrbwFhmz4HML3ZEwWkotvNmk6vzGXwY7HXAY7E59d7KgbaFmM/GpkjwXXiDtoHHVjA5H5izSe7oSKoYOGspLDlOcovgJpn9FAAu69b4sAV6K7/GAXvedzxrt03vabaXKrufvRWl1Bndw+AX1Wyj3BcAXBrnVUwb7Pg1aFzAar57qGxdI+FkI6D8GMxhAhFAFossmjpqM8j83KDYVpE5ZgFgxnPaV5PfnX6uAjKrIMhn8MhsnyOlVEGjDb6NwXgE03QcBTi8n0aLgYENpAiOOcGWWRvwk6rTQJeVNbvgA7rzuQJAs5Aj/Bgk7eFIBn8Noa2W1KFkTIdnZ57YKHNwVOkiIAhHrncK+Dp/Lsbed+XA0fudQ79dAMgRsv195zWXqIGbvzu3PuO+6kw0xWEbVPv7nesFq9aQ4HPbK5VrLOCKgcr9Gygt+nAcew9ZDkzuT9Aa3JLMCyrhoB6aHmFcD/3RNZjgNlPA+FuZ2/GbXXLIZsxNDS67LiiGVpzmZMWwLHhdsMGNthu/csC6j2zwfGabep39LM6fVW4Ghw8g8K5B3pNG0H3SRx1Q+HSeuxYDKvl89hDYe3GuSh0toGxloDexB0oCbgUJzebbisBvMzc1aEtRaB/BTSZgzE3ImASC3WeMweoswUaCdz77AGjZ4RsYqvBM4KEhasDnKjfnZBu9GwyDMlDAhqCgRrCVL2RPNeCP3BT0PALACwrz/Bo+AyDVAoNuZo0U6TsENJAf98fuXb67YDD3saKOZxWkKADMARrjl7FsJlGdHzL+SeSYaxgYNtFh55UDBdCmFTMkmGBE8DPf2cyk9jXLGO1vpkwSWKrj2sNSo8XeVwaxm4Qx+o7foR9b9TD6a/fEvelB2orMqdLToGPjeIA12Jv/WIsjrbE0sz6vOnZprzTiOICn0mB/T0Vc5dFAkjp11i8HfHVbgxzSnOIAiKm7BgLm6rjKMe/Nukq3zuoZJOE5typbUGKpu/0uMtoeC0giBnYObnBxDQcDV9xv5XerZjYAwV4TLEi1Efs1b9g7QjpKqw8Fp6VROiYUbA/ID4AAMYra55gAVO4JbVfBVfR3ezkqG/Y5M+ta+mivx7w3oJZvW2XrOUEF8MfOQww2MrkD1mx1veCRgcRW1VdHWjHJcxFY1HlkTwlSqYeshlo7gDnaM8W9asCAsR/O1aFl7Do3mMSYoGbRENN8JeDq86lz+YXr7T60b1OfLZcReJzeKZNQ4LwYQOxcTuYe+0Ad7v66nSzoNSo1yglqSwWzwSkqqHixptCLA0bbA9fgf3VEMxjr8TTrl+cxY495lSEBI515W2p8xkVlJIHslZNWpcSIxtHrNi7ND073VIyiV6flw+qkrdRnngD425PwEQ6RzitOgraWxqnAlIY9FJ+tECDzHIAl7xF0lhLfwCfzwD5tokUZGQh2qy+tHvfcxzEGkCDzu85aAhUsIHPuXvBsx3nFRqGixjOPfZ5MWSgQh/kBWQD84TyRGlFHlK1O9mt7BY8NgOjaF01nW0BcWjD2ghS8JhJRTWWPT7Iwc801onN1AFWDsFbE0+8QXWAlus9uspjggBmjY4RnXADKJp/E6UxGfwFtHPW8T7BVSmqpOUkOom8cgI6UoQZNtB8qbn21gozKQQLHCTQDmCH3BWi6L0wk4trYmTj2a4Owx9FjCCi9v49yZ0Up76NfrXJmPzNfeh5WPLMHrU6iopLrS8cfRx+d0aQ0zlHPLH7PcxCUwW7l+0trKc05cu4aQllJ0tUGDblnwYNWnNgXlYzgh8nOr6immgvatNRBDH2x9N7tfZw9zNoDdrMmrbAtoYeB53sJGkBfV5kqWMv6SV15YAlgYNVHypu9xdyrpb/O8z/OWHAC0REACJ37zMfSCCOgVAyxL9g/yG97TPWsZe0MdDOHBNeweew/qd5cSlcWRmAR3WbloqJOVRHBdSoZjnMr+IteM9FCeuLsmdqnrAPnrPueBA4A4ZvSak//PRIgoDltMISxB8DnHELGmxwhxdae31LLa/eUrrmAvYAdOqP6L5R/dapjBxGIq31bZ9fkMfYN9HPslW0hYmIV70uNhg4sbWqD3lKBMU9U69XeHjug30eBYS9UF6RqgQBiK4u179ibzA3Z8gQAav/luphEJJqgf1kLztf21ERGW7kr3TJr0sQO6A6nYhL7i6QHAsDoDOQVeaDKkEm7dZuEZAIhVCYKZJTlogmF+CjMcSoQElxlPNDT8v4mLVJBx6sUnpOEuG0n7P9p24EmabWC1fm3YpcE1FQjJ3kJ+xwdKDW2lMUEp9Xhk1zYRE8Dj+77AESlC17QjoRvQAB0ugBFKaxrX+jQmORARRPAIjTpjm1bRjEn7AWSnHifhJlY9wGzDPS/S69AglQkPmjfYUNSpaiPBQ0lVbfshdKwQ7VeIwnfKmMrkGpCFd9jH2OTmviDzcReQxdQwWV1cMedsbBve7bk7Gula+ZKn8tqwAJ76MiCY+hOE5UB7+t8EiCrHKg3rgIWeG0CbvSb/pUNnuuSsIGfBrjFs7aaOfctIJ7vEdBGb0LJB+DBnobujzMenWBFGrYi1T+s5VlpY3lxtgKYFThsOYH2qb0S7W+OzwQNZQPX2AfogBphqahJFZmVxACm2CP4Nlb1kOTBnm8CEJVUeQGCGjhbPYE+BaRLZRMAYoKRzAnrTEIO90NH0lf3SSixkTcqt5s0kLVDnjvh/H/nfUDV/J0xtjcjtmnOfRLRTFodwDLfa5uA2nnbhxVwJRTQb0wYtq+wPim2DXToZSiBSaeBZyojkc9UJ4U+tAlAtAZoEgpnjFX8vEonjt+V9VfPG3UnwKsfe6fPXsA49kCrb8s2EQrcAAtbREDlLNNvYBSQYRMbTHzkWh+ih0F3nqS6Eh8T8I7XVp6gM2QJapPQ+gXoDPY1FbcOTaCYn+iDnsv5D/uLqk1e0EY2Uah+igwH0gCrH3ZtoJCETprqTJI+nqR/MGcwc9PrZiw94/KN6ulhmQHcxU5kznguADVfzDjU5wArnEX6BWWCyf7g+QDAGGc1e88EKpJM6P3559fdswDRUnEbm2LeqQTmjOQsYL4uQ+3fXpwAQ7HpLgNM8qzcgzOGYDz6CvpY9FyZuXrG4XdQRYt/jb7Ff8kzZ86QMa5Xm7hnwCZLWHFdBqFcg/lUPqjShHEhiWoJ/N8jCStB6g9J+sOGRB5JutlKTV17fHz3rC3lsIUBNFJdXJCEc8sEZpIDoeTWlwMACMgfwOgtFaw5C6Vmf9/58uwDeKUSUGroD7Rnqq3LeSBrQSWI/UpibANMnO36QVDlNukxZ7dJKPqcz54+LSDOPl1qf5l4TEDZmArMNyQkyN5BYgKUuSTFkixLFTFyizw8qYwQ2yxteuOe2c8ZHsD+AjVWb0OjK/sE8vQ2iWJUVHt4zJ7l/CxIyBmMnEIpb3UvduTLn7ApsRFIzjFZsDZqE4itqDW53H7NnI+NZzRpL0hLdOHPP/1U/xHdY0zjY+nVl1pd+mHo3Z90ztEpGztwXUj6sOoNUxVbzp6SNwF0LnKf6P2coZ9IbIXRJPuURAxs+IskKt2L3VMqfFgUYqJQdYwNQkW2fgxzgu4hsSxnTPYGzwKY+SzVtozt/Q3xUdoE2PuVCtS2BMt+6JnK/QpgsAcnkT1r9/u/wIe+ffbdDyb4fQsoxNxugjvCU4ggKg+gBLsXn8XiH7SCMo6fgV7k+vyOM/1JQO96QrnG21R6IpNLqVyK4FyYuAVywnyzX9t6LHviCWBgqieRB54fYBA5Ro6UaYLeuS9JaUgMsZT6WsaNtpDmOiAdLD5Qxns+LHOEdOFQ1N8PMMX+fZPkhrb8wYaYRI3vvydxjngT9qhJhthxxlDpNZ2exHlx5suWQEVh5oaYWIBZ2jbAwmQvWGyrgNOR/bZ9HB+W62NT8EI3GqPxrHoaZiFe1+kp/C/+xU9nr98GXMt+aYyWPvKAqsQh4rdd5Dn+478Zf7t+J7HO2L6Nd8W/GF2x8agmfXbeTGzUtqyaNHZH7DQy9PpVdDWYD7INEDcQ/Maov8VvZ18TH+Use3NlSwnt9CQmhm6bV1tPsGPraxvbfnuN3nIfN8ECZpLERwri91s9Uit37Bsqqr0W9pEJMFQ5P02V67gT/b3x7Jr6HQc6DBYb5vU8vmLHvgKiKbOwReMMG5vgGrRb+JyYEYw4+OQFSvt9v8ec8WjYcICKxXQy+Ou3MH29yx4mUTJn4/3Hfab/6R++iojEhkuCy3sSkxBfKoCf4c/FDolv8lf+9OvZX/r3nnUNMfPLSpTrP0ic6pw5yOfqEkPnD6BoiMcCnHnuDwDXOVPxvzaBFjvMKtasQWUaW9Z4G25a4+sw0EXOb2cvcsa1QIO1xa2rzv3lfJXliBgnEQJieyTyN841PbhRAPigubaU63zWyUMPi1Gi/yyWIC7C+jOPbTsGaN1ENZiESTbCFxEjEOtQ79TNzODwcZHx+sDsMcWvOopnOLJqir/xnRZVldpcHWVc3Hiqet57sh7cpyHZk/go42/lcq61RXRbpMQne5/8tHgL2eR6/oLv1J/qT8faeb5620iqoGEP8+OrAUMM7/xcA+tAAZ2PbW/Rfn9ABwfySwC4D7tZp3MLgx4zaYNSmzwbIZiD4TQQ9quhdfD7cugCn6d0vgiADqofXiB7weEFgFvJMwJtpemOywVd50PwcSZuPsNiLx1dJ3T+8LkFgLcX4mYGcHWztDuqft9qkyPIWoOI46fG5hw23AsjHMGZZ9t/r5Cdzsn+fW+FwBogOoKwfMZDYjIHct8F24/fF5jhv+19ur+rUvjV4mx2YzOoc73tcVonhsBLbrb3KCiNdLTyUUBIwM2NhBJe2tnDPZmbAcKPQONkuHO1HDTSonnYYRBvpW11akGsI1Bduct6MeOb4OpB0oU6ZF9tlom/0JDpODloyABjNSv7fqIg1FB4eyl23q774Wl6gC2gstWtC+LyKQIoZiS7Z0qxOsrjlCKagAJbyh60A6COnCIDKBiol3h9G3C1Fc9RfgVWyWzdjPUqbg7EobZrkEnq2cPczCMs4MfNFwDep9MBtrqkz0ImZ/tVEngmiLWfZPImmWCysQWmMLAdAy8D7D4DgEQVXeWEPqVk63gfgbKpGOR5ORwO1oS/++NyLoXzAjVMOvMp0OtY2Ue9FnrqRFcA+ghCCmJjjAlqqXsWPPV5rOrWsdQRw5moEzK9Kpf+1kwf1+9IHazzzly0h18DpCc6tUEQKwW3gvh0n+4BZHBwqN9yAQ7hVvQAAJZRAT1PBrI6x+x0lSCBoD5ng1+bCOOEHIFgDRn+tG/JfP/XoKH3Yr0FbJRzgtdmay4AjEPlwcghyYG9AUwsPCsd1T+TZEJ0vC91mFW7q1usWLa/ONVLVsHUuMpf2E8GSe0zvQAkIEAdr66rZ5bVHUf5Z623whv9I/AoCFSAmAnJTejBWCMbWsjuX2UNB7hnAMG/UqY7ZsaFg9wgzxj3W33J79lnpQnK2Kw42sQj9pGVwmSeLW1w9wV7JvuxmXKztwgQo7/WmCOQjzXRqtaAIRvY4Dm30p9nY+xNFOHZWgnovkXOZyf0OlYUoNesssVh6b1L3bUJVlavC45a7Q3tD86z/VxNgPIe7nWdQ9lB7FvpfOKIsF9IcsHwtNJKoG/ZRAyuS6XdxC2ukyHRR21ZA/h9EzlyrfbGxfXsmCv1ldPSpIZ+h8+WuYMnJXtwggYEPEo1mMAsgRTBCasxK2cNKhAgImGHb4cqMdVyHX/mVGDD84Rxsq4EknCkSJJg3xPkYVxWppwkvHC1OFOliAuoBkVoEznSY4ixEOBZgAMZsRLdjGHsE6lmo3dzL3zT9jWaQ5MqepxSKtJLI0kwtM4UwW7kX2paKuIqEXneJs40cUTqsE0aQfYPlLM9q4e+Ovphzw9ksCBw7q8dIHjPPCN7zFyTmcYO6fkIe0jtEOmudw7tNaMNxIvjn8BY+5zNudH7zb/5yRgb3JkX68peL00ZVUMDrLbSPp/dzOjKba7VvnsZP8BFkzwmqI5MbXIXFI2yUBA49swwexv6zQR14sjgXFVey2QRGebZ6myro2RQkLa+AHzOTQBe9iDVOu3dk8/pwKNvU00ZsBVQ5eKJ/ZmaNJb5eZlqmFJ1l55fYAmbofTjgOfZb1Q/b0KTAUmDZdjDglrclyCXtJyV5epsek/Zg6gAbe1tgKY4sCSgZ788eGgQuswrrFOBShOUDtm4DaKr/9APrWROZjv9fNkPBCEMxDo/e4bz93dxorFLqMTihawRiFzqJsb+OfL9/BCwpj9v+hdCA5aXupUeRQRxDexS0WHFH2cU+sHsdcEodTtz3D5QE+B99hyQBIdRMF77FQA4lS+lOJYyXfBdnfMp8l+g6vBq2GzsJIDqrEt6gyGj77PWPqf6sdVLULICcgCyjT2LDm31/1TmydyCTGpjEXhAtWtboAf5A+15zl+wirubmKPd7zkoANzWCfRxA5CnMqDgOsFKArjcx6AyYM+hciNjlLHAvp74cJ+Qz1yb9wFhAeEIdLUijCqL3AvHmyFS4UDAj3kj6MI6aANwbgogVhcl2561R48cKYJ5UMBNqgJNngAEsGXBJBrluu/CwiDtJLrG9ifs0e17Sia/dhmgETSwVoZS8bK02VYO2tO4OniMO+SgLBTjm0uvpz6o/X0r1XIBpLYNRu2ozBF7yWRUdC62W4LDkbeywuB/jn3XBIgEVekBSECsiUj5DFVLtfS6ZQAFAfrovSZgRM9Gq+gBKqkSTR/HVGkiF1R6S6ebaqfoBsCGMu3UjES6OOsANZF35AqZke2nc9egPPYxyTNWDOI3ngLA9B5Gj6G32ws45wR2EvsEsI0gIOciz8D7LABJOILtVlJxtqIftHm1ExlX+zi3ehY/XWpMEhwIjD255G0B4OptvhzddASApZCnKoS55/0CVAHFpJg2adOzAR8m1UIJAjIrBOCNIcgwwn4haCUoPhUUuRf6lYq5MgSkmklmlegNePPrB+R6s8bsMWyuVky2z7XV4YASvNr/OfvqOX2vCR7mMwBvBJy5L7oMfUqyQHudDwDcyvCh1NuqYuaj16mCuJegbQDe7EMq59Bh0rQCogd8z74BNLpOr2h9gA0GmsC5LAAF5AsuJXGijArY7VZotM829nrmEB3iXnaNW8FUXeK8Ycd0Pknu7l4kmIe+f1d5ac/fULqasFuvYCjfTYAAWJLy156HiHMrzia+wTmHPSK7Bv00rSpphWyTKU0ygOIYs5czo32aK3MCKu5xJEHdxXnW3oTtQ4ydWI+susPAJlSn6QsK7W/bVegvoM8I3JdWOxSsyC1VVzzHE5gmshZcj3OWOfWL9lFunMkocPcyMopdw/zx7psA2MQgAHC59717uV4r8wF3A77nPGrfwsgi+pTnPxaOfAoI9arxjRcvLqun7XVoFRk/rwH5yl4BJbtrSAU1tK3oKvuF0iM6/WMzLlpLlL0BfVrQ03PncZIMsIk5e2RxQM9oczTOkTm6TLICc4s+kpWMZMVUAAesrrufeSgjSZ4LOx+9UPaD/Jvqx4cPQ/l73xYEJFnUt+D6ADkwFiyTWc4o1oR9zvhIJsBGbyufJkaRjGJF7FV6q7MG2Eomi9HLMtVdeYDGzXLWmfCZVhKll4bZyRYG2AIAh4I9Ugo/ePC4du29nIEkxSEfVO7fy94uuBj5K4iTcSHDtAtin/CsXJde7rzakq66BUBUkSkDDzPK/oXBD+lsPDHnAnzxeV1lPW1RYT9L9A5xtMYV83tsP+QXm5j91wSsjOd5KND53nX63vK6eBwAOGMhqYGziQQE1tJqfXwf7coFgAFCLkPJr4/D+2EryN61r6eU3U2sofoyMoDu4oyy+hoGBNle6LPKPVkX9ifJdCZm64eQzMKL69RnyrpRiSiYK2jJ/GADts1IviZLT3Rv+rXjv1PZzrnD87948aLXe/nydRNqmRvaZ9yB2SrvP45P8Jf/yuOz736Dvxpg+zq+dPYJ+ow9b1IYFdGRnSYvCAC//Pmm+h9GDp6VViSGNIwB0mObCmL4emgH8PzSeNfH5GUALL74jQlT+IAmKul3EHGHYYWqVGytXhN9+ZK9e+fs8jvZ7a5+wtewpQpnLa3mGofIXqXvMcmeJEkyV/fuTyJhfo0OLLtHbKY3qewEKIYlquqO+GF+/zJrC6DKs9NqArmVwUdA/GPPPfZ/ev3+yeNWd8fs7wXuP9aORQ57dpIEwoWzti9fvWoMC7/9MjTjp6/rAvR5nnz65cu01khCiHFn2HYAzGPTQtOb+eDU+znzXxu6McNvHS+3qa+2vnL+YTI6rC2bKMp84xuTZBl/LvJ85x7U7CZn1ZYpQEoLJZM/LaL4Frk6TyUzto9nP8lZyFIbNhD7iZz/7p+9PnsdEP1u9Mn9XBNg90Ps2TKO5HP0eT7Pev3dP088ItdhPxBv5wLYiuxzzsyyfmFbNpHOWLsAMH4dkoDuZc/Yg/bdTfZDWGU4075Sld/qaP3GJjhHZ2rbeKZdX2EfUTyiP/D0mclcJoERx1S3dVXznbehcP+Mz5WxkAjBtIJ9aw9HTnOWo9PbwiDyDhAo3rGV11nDJvspZ7WrKTKj8CBjZJ4LPsL8kl8S9xAvsmod/3ipwzexjvXa5ylLUf5cXNiCsLEJXa2+2DPEd9DdxG4aja1tj665yf6MXseuTYuSL9l0/8P/+G/ixwXcTcwGm+FT5IVZf/I8182+jgWXe3w8+1t/+zLPlWtHDsvaRMJ99u45FecT10LvfcnviTM2DtbKfvculdltace+TPJDbfYBLyvr+GjxOZEvcsuLldQ/n2Tl6CIKb4gntC1GEx6OyVOun7Gimtb5d5MMo6uR6zsk8S/62ifEh6dienE/WOBM2jO0aSwdkHu6BE6cVIYP7sAeR68si0aZiKJfYGtq+Lrjt4c6e7NzgYzXRnBNrHo3XrOAt6xS4iEm1ulD8xnOmWURKPibazk+Y3qMh3tPLucAzMZUVxbQUY3btoBMu2/lv37w7Dvj38Ybb7168+nbKdC7lYyKHRfRmTjtaXr6/n7uUMG5b5xGVWYR93sO2iA/LwdjMOb01ZhQv1v98kd/5zUNvAs0z7hP7sm9lsKG32LUFSDC6Bgw0AAa1XtewWD7sZoWg4YhTtz+YFjvuAUC/HNQDjj4udABvMs15VSXpm+DfFsF056XY0wtcLoAGmNCOQmg/rIal/sd7pt5QAj2tXNcB2IqyNgQBAjtoTqVP/nZqpr5wq678z+CtgsyFy+Quxqqc3ascj5Ufnd9XGg3onNQwy7PQvBnwYGt/D29jdSpR1Ce79sLwmsuEEomVPJCuFsNUYzBBdzrhI2s8R4VcHeZ/wFwD0r4ZD7ao4CrDWi0j8meX2W04+xG5vr9ySZEEAxub2bjQZMfVmb/cqzAsceSlWs4gBykBUVyzQV0KwdQs/GEmc/Tqt+lGmQMKMZD4Hrksj2Etuq9gIHZsQWMS+flmL7mL1Vy9IvqgznPArYcQgC4RxB9AWB+t8/Le0uXOnHWOWwNRPOyGnJ3rHtuqYIEA3WwBXOl6GqlawYnUMAaSXXX3q114mefMv8DZnnwYiBPDySU7zzXyqaBwq0KVskznhpwrOnQI3f+qS7O/ZqocKK2Oo4GTg1YYPg0yD+yrh5V9zmpx31aWavuoCIGudF5XVCN3+OockAWTBigDb3HOh4Wj3vVed6KPhIRhs665vlUUbdCmkpqdQBGv4cODhI9xzbzybXfytxWDRKNxyw+ed8+vO4Dno6/79zsUYC/XTBqsie5LxmgyPPqotU1BtSkFrGq0gpg5rbU46NrrEaSD8K2RwAAIABJREFULrJVnXmI7THN9QExd75Lzc0hDfZa/W5Cwj6bwJpVurwAUwgobZD8NAmD725FFLTODSKjZKpMmFeTDBhx+2PhnBIRL2ApzbOJMHteZF/lGTDoqc7HIdo+DQJ0IzO5BRmiBq1lpahx45bqe8wPAB2y4fXzjFRhDFgpsEcQlfkys12qNIRQoJztxTO2CqBzvpnWGjh7rugE2td09YA62X27wNexpQKTv2eFOqTZmt1r7tOjzkTHaSCSda1zQ2DKgHANwxEuAwWTnVtwahIumOOeNxl03kMHvmvlofPZOrD2xyST2b6d2ytY0GUq6DFyV5+0akFga7MDNwCMHsLgxnkhcxpxoD8Y+7aBr4yDADWftxLL6nbBCvecgLWVcT3/AfUjAyRELL0Ruoz3uJZnBGtiIBBHNBh9dT1zhWxoI7DWZmY+yJxj8L+LIb1OJrrJPpdW9woWAsxYNYnM3J3AYkH4vAdAwQvnTipzDGjS6+0p3DlqYICKEq4zAXUqpbBJ4ijLMpKgZnsqqlBL8cxuzDrzvdJ8dh3X6EV3esazZ6EPs8+XiSnbk3zln2tqH2SsPH/G2uSioVQVDNMtvXlrQAdDHJloVmbmQgA+Vb6cI1kf18wqJO01HH2pvHitXaEd4n61ap418T3G2yotGip11lyrpQaiQqtZv6U7suK8FbbTwwuwp4mPnAlj05kw18hLr9n+UwH4tl8e48KhQO6gabsHhW5kzLOO4AdBRgI6OOsG+XiGJhO07yqgNX3mrGgmQWcpY6VPJPi7jDZmmVO5jB7RPhuwJD/XSamumMybJoCOIfwuwUnWiEpag8eTuFfaWQPkXg+9ix/gnkV+1nasjqKqvhXg7i/msnRKU4LA57F3CJzi+BI8c+8iM8M6U4AnQTcAvIORSmCafoAGVjiXSXCQLUW9DCjZ5yT5YPR1e51WRjjbqILB48S2QR+RpCOgWX3c4Le9KksbluByqY9TqcPPrknHKEU0+kK7/Jc2MvcoO2rtAPYhrTmgNiWJzH1E5rrVFZ4b76Ef479S5gn2r12NTgUsadUT2ef0fGqwB+CO881r+mL96WuOzPE7e/2hvrEJtp8xZ5aVxdKVMs3XYWAgwND9Q4Ai80IlDUE6wCDAzFJH09cqd2LvQwd9JyB+nd6Cy+qOxwmwsB7Y2QTRChBkmNDBeR6PQx7dBSVgAdHuT6v8sOs+QGWbG1FVxFwCYpeFhWAciQV9XvSsa4IMAPAjjwBo6LmKa4MA7FvXqSs2866+xlhxjOPL93NteZLPmSRm1WqrZKtzE2xvb02TI6nQM0EGYIw1zLnfscjQswEqgZ5hssoZUpA68vq+cwBYACV1Eh3Yi1w3cyqls2ccQeHtm8oYOZ9MiLnf6hTmH73F2J8G8NN+kCXkLUAD4EiSpnjWAmAAdDl7AKbe5vkKhEdHcp4U9C/ofmRgKPVx94DzyLlHAP2774LQVj8qS9jnAJcmfglCEPAj6LoU9UyTdHuT+Jwxoddq38y+n3yPBru6dtXx2DMOQADYikEpOwEKPrfK29C99vPaO54VsRGii6k8IylK6j91jxXzBvFlDTKpp0k/OceblBtZefIUQJOz055jVH+xR9deY37ZH/xOVg6Sf+1lyd7d5K/q/IwSkL0VqbULpfMmQIguZ02kCTYZgjnDLq/f2KqjY+skAm+tRPwwjBwNbmuHqivVR/RqlJreXdSgV5N+tf9KWfsFO40kN5lE3Bsm1AjEWJlhS47+iiv1elQAL/Ug/5ZZBbYEPop/BVhg0hrn4TFGwyKzSPfOXgX8sXflMNL0TOA85P5QA6caLGAczydAhr8iSw+2Q6tyYWtofMC9z/36+YAEMhwoG+ufFhDOLa8CopNshC6lUpOKcOaLRDTONShy36QfvbTLJtTaWsNEI9YFOtOHDwQcsHVLu5pnY8y1qbNW6mhtEmXTgGH1Us/MCYRkXWqr5PfYpp8/yqJAr2ie46LnkUkoPPO2MemeQWNhbxCHq/0ui5W2NC8T9V7+/Eb5Zj9lXQsAR14Zr61fAt5eXnaZ0bGvWZ8u947f2AUUnviDbyOH6L/Su1I5/9XklqfPWBsqDzmLeT6qxx92ftFJ6J6L7C+ui1/0LnqLii3tdpJynCv/UBWsn9C2Kbnc1RXPgT2hXwv4XlpbfBrodjN/fJa+kFP83b6YgH74guhgqucBDukvaRK556RV9cQ1pE8+sK9FDtjbb0kQaa9S5e1RqiaRTdphAJrzKstM9yM6FsA6FbgZCACrNN2yi72nhUX3PWxTsctSXXon9jsvmWWoZNa/JcJkNd8xAQwK5jFNMudP2yd87V50Mz4Nc6e9Z5/Wi/CVGpOkmv4qIOyjxla2v/G2syIRCdvUNluyFQEUk5AAW4fJCIBjMP1QSQylsolfJIShU9kTZbuhfUTnS91fiboTyuDsNfpLrx4xgVj7kzOf9UOmC9aQaJX7tb0PCRi5aUGQ2OQ///QyewTbmOpjdE8q6fJ5bDgSRq7z3JvMw7lzHsaUt1l3aFdv5bkuU2H7N/5Wxp97EkZrFVkSk5CPFk/kHNc3+BhZG782nwNAfJ2+05yJ6BVay7TvKIloBbGoDkaWZv9w5lBZms9awR2A9TfQo3dqKtvMJ/OHrYHdyl67G+C2ujlydxXg8WuShQC4yMf5f/8diT4Zc2m5Ta5pwQImbyYISuc3V8QZiQGanMNZiv5hP8JQIVsV+yJJEBF/7MKrfIcxPX2mXYst3dhUvnhgNszvb1I56XUet3/o2yRhRDv3XvcfMSZjyQ/vbD9pmZA+vcfeTeVwEh/PAQrzDJhIPHvj1ygN7IzIUc/2JLBeZqz3p8csKon5xw4g0baJJhkj1dLbTo1nlAqahHSuh74w0chEulSattKZOBEylzO+a2fFOd99BQgdGeF8Q/97HobWOEkGANhbJFCfLPbw2/d3zv6Pf/Xl7C9SqQ3T1HlYaT611RF6nURE24E8vBdgPb2U/6v/Oj2lsdNJHq7d7Dp+nbi87WgCqNa+ICFWpjVEpsw3Bfbxv5QzemwzcXdamYm+5szMW3uEZxoaO81P5I31w1eTZYEetNrn2HzIxTlU6Xn2xWugWJZxOGOAvpz+3oCOmevr+ArGgKIxiNPQWza/aDzpgFko61dp5cALNgF7ZIs3EENjfo3ZmczefsGNCSe2lzlEXwNYN4YZZ6WFYvmDrmtoKToE5jbiDugIfCN+wiwhMLpFS8a+0M8mSp0JANMn/QOskXfP/ud/9G8T50iLhPgW+H23b2U8Sf7B12mf2VSNJ4IT3f3p7D/8a0nCCZB/G/D4W6rYkZkm4FIQJysgPgPP0QKe+BI8X5nW6ksKtn8ggZOChcgz/ZJLjc34oXuOjfooepn4WNv71P50/WRf1L6xnezG9cTzsBFaFLOtzvB5Zn9VLxesRzi0I3h9bYx6mB0b62GeLVqoHGfvWtRi3BF7ALlDNmUjxP4Sgyj4a+5oZRJTZHvLN/aU9zkf2xs4H/tQADlzDs5G/A65mNjhYgzcV3vFnsl9jsz12lzIX/dHxoqMDWTSJKL6McXqST6wuKXXyy+soh5sk+sxM+z9XnviHeglsEDuCwDcb3OBPOxW/PLv07+v87OlzceerVxU4T99beX7vtcg9CJB82YXiwwJZOaXX//FtVykDST4q/4bw2scuY6Xy9VQPTVcfW9BRz6HwC2otDfaoNkqmAbPTyoITytx/cyMByE5wXH6NodiD14FstkhE6iWrnP72RwXvADV8sX3ImQYmAG1TudSnLrYEzDUPhHUyHPymW6mcYa3cgmnsxnnDRRi4BiMbE+8ZlGM8XYy839szVYODgDvr4B+18FKSF479gWLWkU789JAKs7CODpWOh4FYZ1un/c4MPbSVhVXqPNne8yUOiOO9On8NOvoIHPZoFAWsGgLLGeDsITvyR7GiIuiKbzIOlbWlNM+24xlq3yROUDhpRZmL9Az87CpxvG0n7JBy31t8PpAGcX64FCxMTOCBfJ2Tp0He7Z0bmc/7Xyzjhg7H6G+moAzp8gp3TU9fXlh7KOE+Rf74Xaz9TDYcohjuLdanD51OqIqF+nNTityK984iwO4tDJv9voGABAF6VjNKF7H1l6MKjTOlVWEOlDO0m6zHuRc58RZXKfevosq78pClxbAQFlbVgCcgp07QZajYX/sSey+NQt9x6Asb0UVewbwjPlfA6EBtAYNPKRL38U8lupp6cXRFSZwMPFSfxngaX/O/I/vknWLw9LqkXx26bbdrwLSZNoJBltFuawAOBuAG4J6A163mnOavmeM0qtJeVo9zpxV3jw8aqjl2aTOsGpEeeNbqzcERnnqrYZdClaMkgXmmkg9UZj6SDx67ycYy7UZs/jcySbHuW3VZ79wAIBLLZK5Yj8xt4BMffZcSCozM5jpDeTeVAf3yr2+67RJJfsZEikAfHnh8G61Hs73AsBmiDlmdAKfZ/4WAOJ5agjmM9y38pgnxcnrE8/9oSG73aBXzgIO61Z/Sq3X/RYlhMy2d25kA4q7ZnFOsKiVlLOXGpAv/719uvjecTxmzu+0uo5m5QowHempGSvPzHc5Gxb8xPggK16KFvt2YvwcwMkGPaRi3X7C7m/XEtkwUI0zTfWd2YueAwL2vvz8GkRLKUYy0z3mvXvZPlAmn2zCholbLu+sa/WY1/Il0Mx+ouKaZAEW0f5pA1igD6GTxcjsniOTDmqb6UOVT9ozefWzfahKW4uB6uaoqBNk4t5SJttTBP3QQGYMU88QK6U5RwDi2r8xz9TeuZzNVOi0Itmz3uxIgt6ekexxFrZ9dPNqtnPWiiBtq3+b9IitAfi3vVehraNClixQqmHiMBRItN/XkcJ1wOhmwKNXmZcEsQHqq6+g4MEpOVYQOXbpgysLBXLmGfOTYLM9+6CnlQIU3QAFn9TBVG4laMo5lHmkkmQNZwDgVhDkF1RD7lpXmfQ8jdMOKMRz5Z/qBoAXwWzPkOgBZAAZB/ji77kPgX/G+3DSgeuMxplnfM8vCQwBWlEFQbCZayPDAOEEAakOleLLsVClCv07QRADrnUaoR2LjDTbHkeJKp7adui3rBcAxFQxVoyqz8bRTeCuDB2A1gVqCVJK3Ymt0CSCUq1Py4HcQNvOeSSwZfaxFTGsZ7P9eXZoBhNkIihboL70RjqjAMDIqGApupSABOcr+paENOe8wGnmsPbw7HmezSp5aeORQ4PQVssyCfRArN6g107llMYvcQ5hwWnAXBvk7U2C2QRRSWzIs/4yGZAAy9hluQ9yvtRfMlDgcHvGS/vsfmTfs34EQaQnpiIkgQMmpdcz0MQ+ffxIQJ+gPjLULPYGCPbcsaIQ2fYFhSg9wAAtBJzoGW0/5Dk7ADOa/CWTgdXDKOWjbQhtdamo56r84D7t/5rrs/ZNYMi/l4GBz5iAEJ0zVGh36C+c69sfMM/BukLlRpAl++BzZIvqyK12ug+NHEG47k2CxnP4T6Wf4NImL2xPYgJ2zAGVRu5JAuesGwEmZJNK74/5feldqUzBZq6Odn/uMXCwLVvh7d5am9iejAKgDXDGRsNO8nxVH7FojIVrNmBGhCzvEQBCRglOAmCZRKlvZea++tbkyy6Nmzfjx14iMLtBda6DPPGMnMtUwJC9z3HCuUXwCb3tmToOOWYWdyw7hskY7ZkFsNBzRBtZgAD5kPHAoIb7WNk0UQH9S8UyZ4o9YXNWwdATQKNV6N17Jhvf3KQyL2vRQGAeFup1Ano960kyLetDAn8J0NSuyVxw7/OAUdISuydKgZpxaVcCevGc7H/7ey9l5fq93I8gK8EywExAW86Y55fPrBJkrgLcmuAjiMJ1pSlOlc/YW5xtgACC61Ipc+Y+DgiwdNkLkE/+R6vGGQcVqO1dDy9lz2YqV3OtnJMFgPKFDdgz1laxRWQ4o5hrxiPAg49sgLwVgQ0YTruiApOe00cAmGeSbo1EAeSH/cR5gdxy7WWU2WAeegb55JmkRdV/cK+HChUWECq5s6asQSv1ss5WvgoAUyXDc34LUNmeiLHdqDQp8NYErwSrA7KsLYn8tbqvNIJPE6i3wo6/M36qKUp1XGo67EkqjfCN9NtbMbyaj61feSUoj2xYAVk/jcpFgDcSZGurAq49qm/jGQXtK6wk0lPCMqPdze9ZJ88ZALtW/dFeIoFxqDbtBYgd49issnPOfLGn1Et83pZU6lpAYs7qTbQlQN5WFMMIQtKdKtDnKCNCHqHVzwUkZWIyyUlmDeaSNbXyW91kMJGEYAP7rfjsAMYt2XFSxZFzclsMdC/VVh9Wm/aKphcpchUbKc9JogpAGPYF42sQHJu38phxVE945vvMqWYLkwfP8/ySddZOtt3BJLzFJhQ4wJaIfqvt6TyoV6geDIhcGxp5I1mE5yKmo29MctrdBDEFer2+vv0wBHLcFoTV7129K3glqAZVNWu/zDDsX4AeqObfJzEEsBBdYQLI2dlPAdVU3o5zqfKtNmVsMBNcVX+Wwj0AIGAJ5zHg7pf0zyw968RtXqTPqCw604rkPgkcMmbA3NNbse9C2+vcOsnomO6tsClUrvN8N0lksp1NKFuTBIP9UdaBXOv+XfcLAD7Pfg/bmUrWrC/nEqwSnB3YbvaMtsq4Aev8gb7adVgAeALgkSXWUSYhEvtoS4FvAtiQSvzoWuxd9k4ZycbHVO5zvqe/agEDztHt9R5A78c/vO71kFXAlzvog8gJfXKR1Yd5n6rrOptOkvZo5Obnn0NP2k2FjXMu7Tj2bv4wb5wNZaHIGiObyDP06MQveRb6qAoIENjX76cCnesDzLIf8FUAiQG78AcAgRnrh4/p8xq2CHQ4o6Kq9jz3suUBLFyRa8ALfI2ANjexjXiEJkrkC/iE9CkmCQkKapJnkCP0mrS3zG3snyQGcINvBdD0kwCal2mBe798+bK6nDjfJnzgHwMAo2Our9FV0mwjD+fR/1/u5AxJFe79fOBv/PWnkQfZAdfOwUwgma+2dVsnEKt63zMA+cdvKP11zodw+kYt0wLIiscH+X2TgHJuXEePNXG38XWSFAT8PZtSARzACZk46JT89lWTntxz2FitgJxEa5LtXr9KxfZDQX3mVgW4SXAyV7Vtduabc+rqtTT7tpcjtmLCFi0i2EMF1OhrGv8JABT/CJYJYEZisFBSX2CjoViaSKdO5HtNigZIzHPexP6g32c1GfcAHBo2i7Ov+HHQ3FNZjw1r7LVV7djh+Tt7+j1+VGThefZCY0q8R/J1bvTiuzxzQ26cgyR8Chjjk6n/bFWIjHz/m8uxgQCoTVIANORco2KfZL+bVMreuhV9/i1nTsZ7nm1WghLmKMAR46SvODYeNj52KjrveeT2Ngx/sZ/uE/PNtd/z2Td3zv7v/+dN5I15j52ILxy5IN7xHtaszM3FM1rbxC78nGTKtG34b/7b6K/Z2hzp7Bv0GX71xmx7ThDbzHrve1Ro03KF+eFIhZocOUJuO/7SAWt5j+voL5C+Pc5r48uGUZs842Luuc51kp94tQ1OdAtsG7y4/pvMHWmS6Ln73AcmmQyM59SyNGbAedL9EgCXBUYv1QLuGdaR9fwg+bTyjc3YjaCtz3MTQ6yNmoQH5KB01ROLkylFcA5fTP9NDOZJ9DtAZEHGMvbIwld78wBwynaHP4w+5YWtUQA4CfWZ8bN//E9/zLORkK+t/OTiWa5737Mu96aq/mEW8F7Osy9JqPuzv34ROSH2maTOyH9d4Tw79oRxFOPVLkrkMZ9j7b60UTe+hjTqzMvz5wCenY6e/QDAsNnYJgcbdxInkkT19YTNDj0jrjY+Z9fx6BPbrgrnNOPiD2OrHjh6ybcWDC0OKCBqC03icPbSZVGxyUmOVFZksFybjNgA+gm7C3uc7dDwxqx7C67Gvlg6Z66Djd0zYmL0vTafBGcCH8k9OJcq3/OIxGbwd8QXTZRifLgIBZQ5MwsA+4VWB+dN1kN6fIuAFssgvmORkb9bGxrVI+bpM1NgVFvs5VVnZCbCiVxA1+DmCrefWeCvQdwCYxhSUw02p8Ho/H6+wWCC1fko2Xv/P6DY8fT3RwO1c9D3ChoMkHP63X3gX1Akz+f6DEzobOpOXJHyY0XvjquTcaiYcAzcdwHeBlkOgWTHyj0X4IRvH/DmoPTmeXauLPcXqOZVYG0+7H2d8+PzS2u2c1ce8oJrfG4opub5BNDXkTFbgPGvMaAycsx87gCG5EPHwMRmRpkltfPKz6X9/gUwM5fjRwFl5nbR0JNxbS/ZXQueswDWVCvx76VpEAjVQNzXgprb+2TXvhsxn7cakPUaIKPBkgWGj/Nkv4cVeBXvZp44LTkICOjl7234nhs0a0PrJAfYAJYHOV3QcAY7P05790r3tcrlCNQ2EDZrv4kKZrd4SG3AxvcAC6asb+Z153I/2wyTg/zMBqoii1JfJZrfH4BYPjL7CgBgAUIAAIYA8NR9QXAekCX/QQFd84s5nMryGjhbdUZgCCNxxlF+/iofnTYr8axGW7Cenwca51ZT2etigeF1AF1ggdwCBigwemIXnOSerqcVEcd9gGHTaigOLn6Xy5j9ZxDgMA7OdxzPOpxD2U7QRdRSYLw6y7UpJSXPAqgwenHlEnkvLdbIy2YrWfFlT7hV8j7/ZE7XCKBiQprsAsYE7GMUbn/JUmXm+gcq9YyXQw0Dr5VA0+uXdWFsAAJ7X54NsKhg5TzrUgpzFnCYFeiHQmyqsa2aOfYWKnjPGrQiQpolEy3cCwR5eqxWts063EynZo9BKc0EowNGITF+e8namxA9Wj0z+mwDKwZSpWeqlpgAiWPRMei9M0ZBSOfZvmi8b+BXHeOr8lO2B/WuWeQmLgh0rbNn/18rYgWzSss4RosJKgKBjARjTIYGgYkNzKv7rQJYXS4FOwYMAR6rjutk15jO/unRms9jMNFLI1cQzFp5VY6tmh3gdHQXz7g9sg80sKO/VscusM062PtjKZSlYbFCngniPpHtGEGtKmrvDtdZB1wFiCFUkGUcxmWT8BxBN9srCWfkYF32e8csv8MZsIdw9RHrKa1J6X0yrAKWDcapCwCY1xk9nKP5XHvpZF1LDZ+5vYtenvGiCqSBV4anEHCCq1YYb18QDO0mBPBeQR3GwX31VKQdIgjIOKn+joNTC1hbahPpcCxM6FKmV0cho0tX36oYqKfzXQIbPZOQ8aHFx3HjfGEttt8ejgXBIamACUjmfI9x33N5kglK05O14/oFvjJRBMlvJ+AgHbhn8IKuBGHMYOyq6ITXGJfyu2BK6Q2VE8EuKdsx2nBY0U+tMpp9xzxwf6medXIqu/RcgeoS/XE7Gcq5Lr2dNJ9xpKXgRc/JsNCR1onHuaDO4EEM+gale8YK1qOrSyMf4W0PX0bCvuues7KI+eG+OKTt7UzCQ54FwMAs8u3bCdWe/ScJOi1zBT2l0KHrqLAHpKWjWksnxYx8E7FMbBAcVx5MbmlfSXdS///JE3qyEaAAgImOT3CGoEYrJ/u+dJoEI03owDGj2izrOfKzcgO4jNzqhKaSIPNvtTRBptDrDsBAxjSOITJEoGHN3tKYZ6EE1esG1eZtBenohNpks5c3sYN9dQQb1pETuGQfdAR5G31bIJPKrgT97Atlxj36FvD/W2hrS10MbWp1kutYJ4Y/mUf7R06v8rGhPZ8F+Qh48mxmH8eJbYV7w/pDc8pnDKS+zbzwIrBwcKJqL0BJHbAswR9BPDOx7wfURLyuU02D7u9xg42QG2Nb4fQ2iaNV8wTdhmWi/Qeh3RXU2GOKnwBXyHErCIc1Awo75AGAQFaj3V1WcVFhh11Xe4tgzFaQ8lnO2HyDZJ4Leic1UQYqQqtBbkU+z9N/V7mVCn79GhgkWG9AQV7su63wZIpbKdCei8x3Pf9uX87M6ssCqZ4D0JMaFPH9VpxRGYs+bRWTlTdUEZAQ0vM7nwMAFsTXIUa/sQ9MTOK8pS87FT728KUyqT3Rcn0cf+SfgdF3Fh1Fr+C2ZJhA5toilTlof/Ng6NhSuY/foUxTmUOPuwSOo2sbAAzATHU5Y9Xexk5iDQS/yVHi/dJKF+A8VxZyJj5JdRNjaJ9s6KUrO7aeKWBMtXIC/th1VDEJ+ALUyPKzwCQA8KfIJ/MGeLDnM3bj58g7OgBbr2dq5qcsFlRwR9igPpf+lf6bVONSJZYkwwRb0QPcp9WMtQsNClkhKyuC68Fe5N+pZMu1OevtTxnwowkU9JgmyAsYSgWQoIN6ynMdoXkXoHT79QI0Yau9Tb9C1q5nNdGRfB7woL1M0QX5N2Nu25/I0M4LVWS81DlcHsPK/c3aYu+V4nnsgspjFZP6EfCHyjzGxvMXrKTn42yMUu3mmdFRTTahwiNrR4WOdn+oFhMs38DO61SvlSGAJMkCdD5/93nmZhPEuT12s6ACwkffOvo8a8+S+Pk0yR58zrYQ7CWAV4BrAsUEzz1Lar82cZIgNrqP9REUJkDKo9jjVbYNXlQbClC5r3km9BBjYaxVr7qFk5yEPjPI7npaeUKC0fPn6V/YytiAxZkf5pHEOu4LgIdso5cFHE04QidhN3Lmcway5sg9VRtPUznJGjNeKv2XvYbk557zrSY2aYMx2W9WO2UZpBZgvUmCkUlpof8FXA14hG7fatTr6ysD/cx59C6VlsRXmvTVBxUMgG2g9MLZv5Xl+O/sQeRmk1zQhZzz2DN7ppCAwbiRK3rHmuCKfXRMtib5qIDFPAP7qX5dmQlsDdWB5GcTWbM+TYbJa2M43Fc5l0WkvZ8JnGdMgFLoGfQuSQroZimpoT63pQMyAKDLPgcEIfb3KDLyvkD4+Cr4pXlegOj6NtgcCRDrT3hON/Y152IplPNCLjapjv2OP/Uo9s7rgBjoYta9Phb+DgHvyNjjnNNvA6iS4AD4umdEq1mZitzr/JxkKOUR35bzmr3MfNafJwbV2M+DJjoQrLcxz3cdAAAgAElEQVTyGeYj14M5Qc9Av9zWP3fpe559EPCGvUJ1HDfkPOczZfOoDhdokLYdNoTMK0BDEk9YMwLL3KcAVNbiSc5zgvhXL61eZnzYgFSEI183VBxD/8scwLxRGnf8XUEpWlaQEINuVZdF7ukvjY2Y72AXAnQC/Jd1IlvjWUCdG+yP6PNHkf/6m507dLB9oTkDGM/LVz/Xvr68zF4uhTh9dAEvqT4mWQe7KtXKVDb2GsYB2FecDzfZ54ALd6iyqr9tkQb7sP3iA3zvc5vAnnOirEdJ8gios6x4tftOfPmnT5MU1nOoq9y1Zg3WfmOSS8ULY1sTNYy1sd6tuMbHyZqXRaRB/YADAUJYe5Ig0akmD5hsdHUVKuasKXqf5FGux5hqL0HdO0kqsDVgl0DTWz0YdA15ry5kpFmjVy9f9fxBZ2/LAvo+N5kktgln6EeqTjtXbKAkbLxIMsftz2f/wV9+kvlknrMfSLQhdAITT3V5b1HZtFWeTD8PHwk4Aa5D7/7mKokq+CWJ/dQ2ql2NXomvCygZuSuzz4l/8wA9kcrBu6mErv1DOe/s/5V55rGsFMM8x77D/uXs+/wBney515gSkBx7JUvHmR+12Yo79uub1zDjmOSKAnmf6mfkmD6mvK5DE83uZW/Rw5Zkk88ZM8mcW539LLqB7zdHfEBgYjHgVtACw/zy/Dn+ZvYibXIyV41tsb9JeM18Mh8v2gM598y+wHZ8F0CrfkXODvZhW2xEST8P3Tc9QTFlt6+wYccjAP01vgz01fWba47YA3vn0VYVnoNtFcW+aXLusNvkuRn/nduRhbwfbK8xhfUE8J2YN+TbCmD0T/RZ9DhnGw/1ML4Q1a//5i8+nf3Lf/VTlj5+z92sK33C0z+eM7c2V4FGkzRI+v0YdqxP796c/YN/8JvIYX6NTsdXAWwu9boYxxYd1WY7GRw0zwJpxqlvZV1hDrGlVmQk9N3osAJ9PFNt4ePPnnXEbppwgcyKUfGyQMbkQfCSPWPx/ZhfwOzGUWFaocUPmEgxCRPeF6fi/mvHXwyAjG1LfQi6x4SOU9/L/db1A2BujIfxGx9ssgIximHQJEbU8Dn6NvZQz8aAtrwE+vXxX4XNwKT88ZdnjFbYcpYf78vfiGG9Sw9wtvI//13OkVsXLXjC3iPpBfCatiyEGKgAxo5iTT+U5efr2Z//nctQziu7jA8Zo6qXWMHOrTYrNNHoZ/w8fBaAeOyz2EEkaodRgNAK4yMs3zhNbFHWAxOfmGZtgbz/ud/Fb9cfXt3+6+LTtnADtKd4kURGPpvn+Jw5xP47FKTWn8xsRjDRrcayjdsTt1Q3Ei8Cm2AN0VbGdbCRTLo1xiU7jWuBz2OlsIlq6C/G0mKwiQcf8Q3bcnxKq7WuS9lFjXEAwj+Inhr3Iu9p5/NaVizWgvgKFcAdLbG1tnejKAyGO5J2B7DOR5qYW1nQpkGv1u9q7HX828bCFhiG6cO40R8FgDe7fYMrGwT4pbj5r+2PK7jhRiWGfwxkDOiF05nBnwKefH+wlpkAr8l1eJ46JnmYUzrhBSP3vVMAWIR7A6YqhTqMA6D0jdWS8zA1AAjMjdHohvXeO5adzF8D0L1cFM1SRvbZ53v9LsI/D7gA9G58xio/v0HVfaGE6qTPG1sO708DNtu/9tcA8CoLs5DdtHXSag8eAV4uvQHMDagu3dUCCkutsPNxGN8MrMFAwJWZr+3tuwbagkO7BvzbYMAY5AMAb4LHztsG5AX7jpTSWxG2FYVUOq3j095Jzch28rfqw6CNgAy9DNgkCwDv89xi/XHU8hwfyEqa8S2RG6pboMVvHIFeM0xXCZ8apQTozc7QWBVgdNMviHeaYLCKQ2B7aNigrSMziOdh7N1fVrHtvUoXOntthl05LvDUdZcKUHrLeWL9rxiGBNgEmO3LkDcJGBJsOzlZvpBpPgDv6oPOw8gBhrXyOHKW3y211dKuA1AsbTNzUVkYwHf31M7HYSPMcxvw9h4LzG11vf0nDaSUkmEAdobPnt+55prMH4Ek1D0yt/GeBvRHhjlI3J+yCFSmMZBPDtqtot9xmo2zlKlWtPM6pavAecboWXBTmfQKX1r5YIBGsNMG90v9t1n+0sCpp9a5bkZ1/nN9veAmEfBcpSgmQWUr7TO2Vj6d9JOm4X3BKsYxNCboEZ6TcUhtpJHFmDHUvP/8rnfdIJ5GEVWGx4AamagGqAgwU/nKi3U3gG7GP4pEHWKijH0R1IwNaA9RhUFGHW7WhTH1nAAk/gUALAVVaWjmTGCGGnDLTXH07cmz/SgM3FrloHyTqd/q7FbFWsW4WXk+A0CyVIV8R5oWgj/M11SMthKP+SHAMvopMrtJazharD86o9fseGQiUD5wMgU47ZthhqJ9bj1vpN0lu36M2MoaDhVBKKsBpceWTpjvLOWwAXqDFQ7AXnjVA6VBQf5ZU5M5MDxKkZZXqw9jHNa4ioPfHrpUc2ZuDVyaUCJ4bqURci6gzuL5GQOayvevX+zpBv8SAMFJtV8qfeBwgo7jQPe3yrbZfhhsyoSVebJ03CeIFJkiE98etdIGtbol39kgGFnePQeR5jwbxtu2J+DfTThpgF7gkyDxvnC2AR1Pk6LUX1I+b7Vye6EDUp4EM3oOZG4aaI88Eaj6OFXKmrwJyjeIN7QyBPvkdC1Q1UpM4t84m1mHUiCh113YGptWP+I2532qSnYPcXnsrtFLbxOYAlCrQPIr9CdZ6Jn/VmDlOuzBVviRxEGVRG7Q4M1US7FXTGrROWMeyKwl+5LnJqAFKEclMrTDGMp3HkBBhMMviwZVhQRjcEIJkBEY3vF8K42fgDdVzdv/nd/rYJu0Q8CtCW95h/mEopqEEq63lbo8JlSkn+I4k1xG8s9Fev58TGXSxzgp20uwNPCtLlL3EFDfADn3Rf65bpME89wEVFen1Q4ZXY+sS6sNKCTFli/nm+AfoiGtGj2gqUpif+z+HYqxoQh1bwuwoyOdI9e060PvKyircVwA+saxlZrVgHRpkbM/pJKmEnB7zwqgsI/sCWs/M/T89tfR/vDcQkf0/fyda/NsBLSa1hSQt+dJ1tv58rxoZSI9nBvQFgBm3R1X+hf2PGc+xlkas3ntrPPQljVw2SCp5zb/caaxjx4Ang3Aylw0uz6fO3+sHlrg4xQAXkCbcVLtxCPhwFKBsNU9/I57UtXKZNPPT/qo9T+g5aXaVrYQ7ovMPALMAUirjS5bBE41IBDfr2wBCGZ/ow9IrOCaADIFFAMQtBVC77M+z60ATwIS9Ts4D2YuvtVwzj4h0EJFYlWtn8EmgtISW/5B5IKxmHjA2eU6FQCmt+u8mIv2o07wWhuJSmMYMfiMY211Q/4g4yQWEARj7QV/rCgnOLE2cvu3lz2EAKKyB7XqBu4E9WShsGeWfY+XYrctTVrpnvXIM9KLjt8Dxgj8GwSmQk9/R6DWxBQ0ova3/kSoJxMAw/EH6CBos4kQWwls/1qeKSBawF/uwf3Xngekw0Y9D61b9VPWkIAwYCj6jHPWgAI6TBtOG2NZCwwUo8fohc1zAjIgQwShdp7ZmpzzVM+zfwjelzWB6iYqJQk05tmp1mw7ktEPjJ7AtzSanL9WGlJ5wzM8o5q09ybZYl9D2cqZVtnY3sae6VaCmFTU58lZQb9E9CIv+96jYxDHnrCVS/5UEnNNdAnBbAOF9i2ngutYtZoAWHpAEhhtX9DMOz97RpVR6GgP6cdqA28/PKZU+0B7TXpDZZixrZzt3m7/6yYmZmCl0iZAQ5WYid89tyah8DaOZPU2+jZAfPvybfCPfU7FItX4tgkxcZW+hgb0lk6U84mzQ5lSR2zP2h7dkxDGuqMrNiHXioDbAReYL3yYYzIyzyNlsqtZe7d07wLK7EPOLl6lh41O4IwywYXKtPPKO3qJQKPJ6ZsMxPeO7GvS4iPLyumjR48zzznvA7I1wMoClFKU5IZUOLai8TxgEoCQ/eF47jI8ZLjakyautz96z0nOiFRE5dxmL9N/E/nj+9D0M8+ox1cv3x718YBjL1486bxB6cgZTxJGW2Jk36CfOLvrv2L/w9xSH4LKF5ktyqJEosEcssx1k5agpcw6ch4wtzx7+2gXgBobOgHnJlPXp/ec5tmwjzfJds3Cnot5Huye6tST+BLgMdX1fS3wXtBGP6VJQPmVbBz2hu2ebZINN5bZhGS1Jqfl+gVVy6BiMFSAi8RYGXfYK9cwRpBM5PbvqzI1oF+rcXN5wPmb2Zf8jupGkx3Va4dWO1S7D6PFvQe2nJChS7sRuwVQ71mq0u3Niyykh3vGmqerbLF/obZuPAD7rK1QkIHxN/Fdcq1X6ePJfZugWhvfnqf4GOjpVt1OAtP6f4B/yGD7+gX4IlhfQCU28pexYwqythe0Nkj3UxP9oMl/NDIAEBegNoDp6tW3WVc+/zRAK+P9nPOBpELm6Wl6dAKKuG+TBJPnJfmIpBYTbXKORL+3tQMMFLW7YPhJokFkes9gBIxrU5V281bQGBAP2flW+m8T1eoXRn6Rh40L0hqM+aBaFdpdadVhnUh1dio+mUGoTomvldmqji06Td3KWNuDPecVdgdsKNVRFRr9cyoCGfdWcjFO9hF7jLGWOaDn5C/b5nEJqmpJytjkc/ujut/04Y5tDTj3AIz3xTmKbANU4ksAut0KuPrgIfayMn4eal70/LJ0eVbFv6u+p+Jr7XAOLQGBzwn82x6oyFN1EutGosXq17Jl5Pfshdq7TYKNrYxvxdlaGnYqPDnT8jlA9Bh33313fvan//69sz/5IXPzkaTW3I+4V+Mx+Rz7ctzoBYDZL1T/UilK8Is9zFzy/FT/8UwA9a9+xu4hcSJ2ROaAF5979Sp+6iQ0//BDKuYDTNGTFZCbm/GdFi1FNhq3iS7+/e/fFoA24TQ9WgOyUn395tWeG1Le83zGq7HB7qf/7HXX4Hkq2lsFmWWQgchWIN/GprJPNkgQve5JMop9Hl8CMJJ+yQBKncPcn7UomFJAzngulZAfbojyglSlSvc3GQvbPL/DTnzz2h7ErDYU289z5nDus3M4s3/6kaQodBRJSbZrgWnnIv7sReivP9KjN3uSpAcoYQG1kRXZ/6Ax12/nfq3SxHHPC5YPmE+QC0BpfuLXc/3DuubW9FSujoNy/KmFEG9S3c+ZDh5B0i97iIrSLWIg2aPHbs7sy++eZb0/nv3rf/3x7N/+uyQdPE4FfWivHxCfSazqOpXU1ZEZLzLLuX078xQMPiDw1dl//9/9IMkYdlT1E21zFDxiisZ4+oSdb9YPOaG/c82o/OM6vtzHjLFJXbE10XWMGf/oWXqtr81ZwC1Xug4t+SaZt39uATzmk21GIi4MQ7adgtVI5k6TtUrn3MpW2aaQG2x1euRex35oOz/GmbXlzGNvoBefpy0A18RUrD1HK4+cr/aN5/pHy3iTjFhjC3Oxj7DdWD8S+Gx1hny9D7DauOQtKcuhaBboDaPCE/wA4o/oGeOut9JSDFuMfc5+oU3I2vGYh+NuF0+DlOWf/S5MCp+hnEeGKBJKG4D8AoKP7jUA4CZSZByRFZKQHkfG/rP/8nl0KrGQ7HnaJXU+pEEWLOeZrUivTxpQsv1wPwIAczbmLG2SnnG4ep2se+6LPPVspio3dhxjy3HQ99G9jdvXFpKZjb9guxsDJ6av5sZ0qjne/UMMxngmZ8CdrC8xqm+Z29r7qmBjLMSQG/CKT0bBALGx2pckteIHGL9G2BhfaduRnszfxw8UHLgWjKMJa8SnG0vdwkbWW9lHlgWHOe8suigz3RR+YBuu7bfV3rIhc0/0Bf6inxHsZRwmmhBflfHUs9tWa84Hz7oYRf33niM5J6B8nvhzk6051/nfUkDXCJhNUMR85LoDIAhbQ1cHoqKdf5/SKhfI2ehhfl/GERb/xGA9xHe7yOuICCjouMx3RgjcXycX8NczDgPavUcRfgMOW127xgT3Idt2q1+dFMv9t0/KXvN0HKuwaoQOKMfnNqNyaWVLiVSjUcFtNQVzs5bxXHzHykHpWKHUkqpZANqq1VLw1iE7ediTv3b8ZIWwBpnQXYNDz9SZOzOhFe7TCt6dHzaG2dybKaDjuODO9khS9XqpwzxlbKcU1xvw8HOClVsheVoNbhatxooUmCdAGHH4Bo0IDhhAO67lbhyBVcZUesLq/imhn8qzwxgyl1JHqUSqQJDP/Buq51Z85QIGttUmCyAuKOnB5YMXr8DQoYK7QTtpBXXq+K4LZqa5FQmnr61WZC+RybEBQoMNZtI3sJTvLdB7Su3XPr18tj+V996Tf0/lpvtFcHWfa4Mmp8CWcmoWZhMYSukFmEWw+GSd88Glet05WjkoHcQheHP8ziYWLLBmkMD1LMVt5gqKVOlXWUp/HgOm8/zNmrFqvUBEDlMciIp0bn2gCsxvcB4Ipph9SQ9sA3ulep0XZo1A3tFAYfjKmz/tvet4rKwymCQwo7LfxAT1iPK+1Hf7d342IEdwMZ9pJc087wZU3RccoJMggF9OospULfPrUq5iSI3iRN2tjuH5W2md/xYARrZ4vxlVzfR2vAKQVmASuFoaDfcXlSpWO7YSvAemwdnKU74rzZ7VbNhbzcCKnGwg9JdyjrEgCFFKDQ7/qVDACAFkqBGYsVam8tf37YlpgHVBQHvT+rzN8Np16TpIh9UgwSiYXyd22GuKc8ie1Vxoqa+XDpR9VGrizNf2VHbOfK+gZB6g9K81IqDkzcFO4suAyvaCnXu1Mok+PjHg+1wY6e5v5E+AePZBIbjoEgzn0prYJ4JADHNR/Te6mYBF6auGfmiBwup/dGqdvzW0PVsIPDMHVA1hhNRQqNNKVcdWbyMX9r7ovsx22TMaI9mKKWScMZKRBoW6lR2yFFihIf1wHCYM8IKl9i7fZKxWrMYhw8kpzXITTtgf7vVN3Nrnkh5n9S0yzjlFwopBUOjL6EMlQGlQuZmdBVGGTpMFAyhoZcuC0J43N1SwNMPPsSMbBampuKI/SQPzymP7uLPPSsk5LBoFaDjnPC9bYVn5VN4xQG9Ck+Q54LVrHmVyqbhon+BWTRlY7ueit5ohmTVi3yPWBDZ5po4T47bzraUHVRv7F6eHF5SJW2nhfrQPeQ1to+19ztLN9BzRNuA+PHONd4Acngs9xP7uGk4yQPUk1Orcx96D1QlQ2AJatJrXs7R6ENpiAJ1WsA0dGUHFOssLABH0tQIJmaJvWHDCyi0Ve4AHGL0EAJZ2VFsD2SCLW/AZAMMKS38Hfc8mRFBxsFUR29/rbQJuXwriS028VQEEGglaY1y3gu0CmjQCAciD+rrJGnmuVtASPMp8cg0AMwPlyCfJDmaLljIdulnsDHRnvovzWmrpBPAeJZDB80PNt0FZ7LsL6KLzAvDsXo6jz3U/f1Y/HM9zwFT3LdWsjHMpcluNPRVvBBV54czzmQ0s4viQEMGayyQxdgz9w9CDXQOD3qXJY+5yQ6jGWgE+e7h6m2BYvkN2PGcGz/kmlR30b32UQGB1Syvk4vzTq4t/3iU4ZcAXOSJp4SWB3CYAaKkTgEcHs984U9DnyCzOONSy6NQGcBsMlW1Dfe5+F2gMHVwCVjhhzLfHCRRP49cAOFTnIKtSLfMqEJGfFwGA65Q1KclAeWm+ch2AGoA59hMAMEEEApezUQtatOdWnr9VBTwVe3F6jiNPUBfyGfr6sjVxqrFn8BfQac2uz2vXkTOFfQJlKXv9SSodahdlH2rbCeLRzkM71nWVtleqRSlE0QNHf4/PXVORF8GQmtjKX3q8IktrizAvyH17ZtLPKvvC3tbuEzK2BfKy9glW2ONa/6wgHxWBCTqwf9SzVsu26ifXBvhGl5AIgfmi3Y+LSeAbEEpaMuSQgLrJSbYCYZzsT+0OAkxD/xsn2MQFbQf2aG0d9m3GYOa/tGuMgTkiyMb4CJCwt5lL9gLrjo/FH868L3Mm2A9LX1QA+EvlrsWtPR8IFLIW9ipvAkn7P7s2rpN9wmXRkCKdntDIGHrvHUkV2GI9VDj3+TuUboC5D7PnAvQOlfT/x9fb/ViaLeld2VVZ1VWZWVkffWbODLbAHoFHMh5pBFwx2DJw438XI8uyZBkNl4gLhLDMl4wQwpyZ012VlVnfX83ze34Re+8+PvD2qdNdmXu/73rXihUrIp6IJwDUeoYNhWwrStrfS3YB7Fz0H7SXJAnwOQKJBWPzMQCG2i75XpPOsqhQUK+thu1hD9Kr9pIsBTu+9dgG9J6ETQLd1cSIfL+V5OkdTCWtfbll6ALQWrtVmdUf5N+3odvcRAHGzu/pJcy6v0u1K4DjPnP9J/Sx1eDS/VmRqa/TBLcCECauSZlvm5v2hB2fsKA5rEC1xThTZY5oTGES6/AztNGmZQKUd+3ZHSCgFHLD4PM1gE373KcvJIkgqZioX5D1ex6q1QZk8o/tgkgW4Iyw8hRwnqQRdLT7g3PXFhHIRXtT531Nogxgnn6jBY/XTau28x07f/yZyCr2De+GfU6FeWUjMmSPOYHD9nuGrrFRR/Ya1ff4VwYpAW/LclE7kmQDz5tWwOcVOa9a6Ta0e7xDmYoim1adApqkkjA6RZtQFgITqBjtxgqgEOfMNMBkdSCJIp6XfIdq9ucAvH1LAIytAEZf3C/FaqmlC5DyHlSDcx5hp7N/rSJmTqxQzDmdealtkB55JmRSyuL7SjHKWtIOAApfzj6S2LTRWCc+b5IXtJAwbumrcQ+eyT7kTGHEBa7zb/R/aa2ZJ+IW2Uelsm2VKp90f2hzeIbyM361jC6MZ4sc6EHL77Dr2A98FmC/vdszZubBViRWtDOeUmk3oKseRr+//HF6jALUhHq3PlzWr/MU4B1d+iH6gqpOAA7Ob2yDJgNmDlgjKOnbJom4B3bmZ3QLs2Nlchlfhl6XPYIOo2fuMr61qpTko9yfMwL5pNoc+4QLuS2lbBNOZH+AGhi56n01h/NzfmasgXNBW5vZh0Y1Z3IpVKloJgZln2TjLSQ/kaCB3YlND91z3j1nOFWc9cnyD6Afe5Zk1SbfFnzVdiKx5FupYrFxzwNwXwbEDsib7xccq57GD1HebF3nWY3eQn8+ynxjA7NH0RWnCUjMw1N6VWZOpM1N8kT0NHbVzR2ALmwnnlXdq5HBAsnE5woUoVsAZrFP7tpHFnkg4elVADTsZdsGDKV5JpU5r/2bNa19g07Jvn/1KrTlJDqRMJznbYummxuopLFHL2NP2ZoKeWhLjkgDNNCsOXTLjMdYxiABE/vge016zZ/3b0kstQUNa8be2diS/iu2NIl2gvBfsx5vC7hzT5IHUokchpAClwFFsSG11UnYNbH3Mv2TrejyCGZ82BDQVNt6zIRoxgB1M8kp7yKb2LDMTdevVObQeUNxncrW2FrahND5E6DzLHgU0Aj9jj32Mfvrb/zx48j717M//BWIYta7AOjnApo/Zw9fREcDCj8JkwsVslBQo4Op3icZE1ltT1AYeDL2Fz9MPJGQDGtGECBz/LhJ7cavfB/m9UMoim3fIcCehIroFM6uJpN1bfndvQCUnB/YAfGZHmCfEoBlvCa63W9MxEo3zsrPULnH9n1H8kTei+QzfB900A8vnkWHs9eSAB49zJo0ctHzEnvlbSjQkzBbGvKMpPFR9HrePWOkvRB+Z/2BBn5jT9wk8eJt/PL7VMQmGeJp9MhT7DhkJ/bub5MkHBDXOFPO52dZgyR/YLu+yh79+J7KY1sNsC8usn8LMLNjGwcS1IJO96efQr/8nD6rjNlYj7qHWB0gMVS92FEfmgC1MMoCXgUCwQiQ16wR/bfxAxcYux+WnDI6ZF+iR1hr9zEyhs1gL25s5hSd52N5Tlrb/Pf/3Y+Ry+j6JNDQiqyxFNjB8g+JIiZBaAeie+9/n/GGYehjAOC/+IusOT4VNilxTs6c6A1jHcb2OCLZVcRHajPk/znTPtVJyFrgG3PeRD+T1PU4laNvUyHMuUHFsSxVJotoUxAzmYSzJCnwngTafFdj3jJi5BxODKDMWgVZQ9EfPcle4iqDTXv35uSdBDrcZOadZQOcbR/YsfcEja0sXbbY1Sn45cZ9XXN72ZJQi/+1+BRyC4vAxE2ho77FD0bDvWuyQ+sUqtdPiqPiK5MAyznQwouwDBF7wechIbwud8bMfsaWQLRhNcJX+Gf/LL3dI0/3AupD6U0SNYkIrCusg/TnvqJQh2KVyBLn06fY8T/86v7Zn/8nV5mfSEwAZH7P8x4lMctiEv1SbDeSmgk+/Bzd+f698qUNKK18+0NrpplcRwJ6C0CsniU2tft48ksOtot9kWN7RLCI70AWwr04mjHNd28gWfwc/WxcQLY/xLn0z1nyVsTn+csay3sQQ7T/tOcZgLt7Vj+V3/f90Cml+87aRI7LJEhca4+gyiY2ni+qD8GYtbM3EaltubKG7gULahbA53PqVLAOYzk82/OOcRH71B5Ff8EOYyurxRG1jRlz7eb6e57pXMVRwB2JEXf+xDbKKPf6bWrQxin4BbUxxi3GaTeFlZhcp0DNPuAQfPYjvabDyQEAnq/3fuzow326vV3EvdY40/kTNFwA9fDMZu6NMzOAWCf8UHE7FDp5cQynff4+53cr6hbY3kqkfd7BOKrhMe+WyT1SoNoHo2BD5EfDj3FP8HwAHIG+FWKchbnZIYtU4AUQvvM3vz8N7K9TbAanE6bRv8CjgrQU0v399Co6AFiZgNPq3tJgougyvnWMt0fOOtwFNZGFmYI9/I8rpuAf1m/+o/PAwdD188sHIJ6KP4wDFFCFX5AH5bm0pcd+02bz/bIHpw9BOTc7sOM/jqFAaPutYM/wnAGcfgcAXsDJgMAEPzexYIS1imc2FAGtVoPh6OLQ1Vnx3RZQWoe168h9e2/GZ5LFgmxWW/t95377QzFxzsmOf9dewIfj3Iv5Pd2bG8RguvnDsJeO1WoHv9l+oR2bAW22klR6yni4RYYAACAASURBVKiyajWgFK4+b6t5V/53/gzWCDLtfZYadccuRbLOnO+lA709ZHnGBvg374Pxl0Y0Y2L9lYmtkpbSy0x6Aw3tG4sRkvuy/keQ0mpNbmRGnEBFQRkONpzPMWqX6lX5Uvdt4Egn+AQozu8KRvPZWRPlTUo7cw403LyfYGDXLfc6zW8BjDkFgBtsKVAm8KSMskBHPVdnncA9s8LhfAJcmlSjc8t6NoMseml7OVNhTrCBX25mUgM4VNMW5MuX8gJ8nu/bg4tAFMFCAoEE/K3oHKnycG9wxcAHeoPAHmMH/ELmPyTYApWtQX+D876HgWQup4t9vQHso0xSwcM0sA9bLYVc5lDkffZqEGYyEpk7Akk875BoMfqKb/N+yEYNwBgB6r9JECIwCUC2VcwNiAs4SuFo1eNWWbeXGdQj2QcAWM1a5h0yMAFxe3wVl2HPVP4JVm/f2KFEH4AK2Wsl5+xlZHwpzOx3aQKB43fukDcMOmSOgASfW3pm9j3vgmPOGYMjSsAGWdQxVCfr4C7wrnPQzLoMoBXCGBOEDNBneXZ7ik/wiDXbCoTtp7s6gDFZub5GiA7hRwKxsbJWl1G5svSXrTZNRQWB59VXUh5accn5TgBkgWX3PBmpCU7kv5DZ9iPKnDMu5I8NT5BIgNP32H7SrCFnaCt28/Otli7TQObLCr2GyDv/VMa1go7zK+9CBSv0tfbVsi97j4hREgDwOPOFliIAALQYw+qNAa2oNshX9r2Yt+1LOIvc8+KQSNNKk6VfW03EeABUqUwAUKNPKhUAfg7dc6/BJeaPPWVVV6tJRz/aC0y9o8NpJirOV/dmzjSqlerw5O8Yupy1WznPWD8nuNd+VM3dksqn2Yz5fHtlZWQEPlivJnLks1Y06GATZNqgj06Pc8Tn7L2Zfpx1iOx7XorCrm/ksIFt9g/VYqHao7I2d0PWPJ+2kn10E/RO7aWcoFT03DkB7BjbOIT2YVl6HvT4BH5KF6uOlh7WYGb37vRpK8DQqnMpeZogB6NLPsuermPG/bEHo/ZLIZ133P7RBYKyxvVn8x3pidxz28rBs5j7Sa9HjJfggme9gbc6q3nOVsYgswROZRagYspznP0p8It9K2U3zyEowHlEYFTb3HOpfXonMAooy88IftKLdhNLBIU9zxbIdH2tjGdNoObDgr5M8I2q3beZl1aWZF8UnMnPCBCyr0ox3sxfnHUTpZgnbCzer0F+9nv7DuMgkQ3vGUHvP/YAOto2AQK+OvNrnNtT93X6YhKsQw+XAQK3vaBvgIQsFnudvcn6vE3QzURCT8RWGEXZd2mynq3chXY/OobnksnNvmhfvp6TJlUYxPT8A6iF/YR7AIS5xtjUBFpliSllOIDU2AisRXXu2FTKm7YWcvXmbfqxTZ9O1nT9DfQhe4agAXucIHXnL9+hysKkOmwsacJxuqUizdx23zl3BznKwwA27yV45oXRQ/BMgLXVlE3QBXiI45wABnImPT/zQzWpfUA9V6DCzO8TjG/AK0H7i0tswAAOofQrmFhGDSqSvY+XSb9kf2O/EMCA3kynX8VM1WADIpUF9pqV1iwlYLWUygYAuNZnYD5J6jR4oKJ3D/lX5VI7tuBH9LEVfyYBf4zOkS0H/QmgkcAw9lVktcBU5KcJBrkvctH4WYLyrOd5AgVUmJrMElrpzN1daFlLaxZZsNpUKjDOgia0TY8vqhxkr/g5Ac4AA7kH+whaeH1RE0YAENqHvIlW0TcZU2nZsZEA7/l7Poe9ja6lR6M9ygDN6DkZ6sr0n0O2aweWhtMqK0At+3XzRz/KpA9p53k268beICi4/sv2bqdHZ2kquy8JQqnTaxdhmx/8SuMZAon6suxpXILSkWeu2c+nCVetgsy89bzoWthLeysX2wcudgef431NEODc4vwShKPqB+CWM4wzjioagdnIJwBwE0BNYtI2ld4b2wSgisszLpV5CX57vsFAQIIFNrUAFfpDml4SSEjA2ljEVAkU+Pb8ql/e82kT2OxBRiUl1Xh8AJ3G87uvB2xG710/ua7+4N1psWGCArpeqm3OhO0Hzd9JTGEPQptPUtOuMcAt8tqEhgQepZOX5rdg24DrGyeiCrOAyCQBr4p+E0B0k0r4LvMC6F6GC3y3gDo3odXd+zxPz1sS9jERqSy0bzAyrF7bfnYArVw//PCke+RdxlhmksiPlbS8q8mdBDsJKqKfKq+ZP84a9NvaZ/1sKkcJdl+1OobEDxJPqNLBvgG0p2+jACzreazClRITvUNw3GRFOcqk0pcauEktA+af7if1ry1DAMAYO7Y1c4c9JzCPvjCxCd/hIglPPIuKdfqEUqHFeQDwf/NSmb8fytAXT593ngpQD304f/8wPsL39D2FZj4PZZ1pKdVkn1YgB4D61bPuf4Lu2NDYctiITbDN7znnGyfJHxJpSIbgffkOa8aeAPxfv04/DV8g46WSOLYWvUe3bcn1ddafhN2pmFbeCUgDzumHtbp39I52rNXEDAmgBUCFhBf9guNZUJarvCdgKeOh+pXEAfzKn366q91LdSgXupG99T4VwKyhVY5WgbKnHmU/MUaqG7nn9ZNnldctLGirg+gBGAY4M+gHLEUlm1A92t2e9ZYFyYtYAXL8Oc/gXGqPb+Ih1Y3KQHV/PSfpeB/c513fRW6VE+5PUgV2IfYcSagwYLRPOe1dyoJgZSM+Afrr5iX7CR9LndM2VPkdMuF+x17P90PbzfnwY3s56ys/fYoOkXmBS1pvnpH9kGRDns8ZSG95bPX2Pu9E5CxNssdN1p/YAGvP+c7aNmEk92Gu7TMNwB5ZujJ5GntpW3qhi0gqBTTC13t8SdLRuyY6Mm1Wd21LHNsY3IbuGAvgYfte0s7N80n9pk5GDmlRxLzRh75nR8bNvd5Cz5xVuAhtM9WXj6JfruLjnGNLkpBNC5b0vQ0K5xp+IEYHs0/slcwTcYfGpfChagvaPoar+oKKu+iiX//aSkLbsFnxyiXstnGdTpVzX/NGP6RnOIkIkZ8mLJS6WwBcBh+S4yhQ4csyEuAPUTHu/TiEBJ94Gj4F923tTP4sy0nZZWC3imxSyYxd0jSk2rZWvlJBb1SUajwScfCxofqN3xubD9l68oSEVb6Yczv65uVP9tIFAH50QYLJxFny8I8BGwERsf2Y7+e0cYjO/g5Gjdzi5iV6Av80/bxzX9YJvY8fx89J0uk521ASvnGo6qNDbV8hrtLPx4bGxmINtnfz5J4JADUug59D7M1YcjGCyD5zusU1MKTVjqpdYzU9+8Sk0sx3Pv4u59ir0Gp/+3Z19j//y5uzuzfYw5EvWutQopn9eJU9YmzDuDEtfLBJKvdJXPoWqt/vUjX+9/4u34tMoS9q/+oHlkoduzQ6gLWCZpt1bB/yJoBmb25yLMYx9jp+agBdbCQLWOjRanX9+jowYZGciFyjp88yn9WtrDj+U+2ZKY7DF88x8iH21TvaR2U/XOfsQG+PW9YEl8oZZgJy1HUeADj7mnOg8p+9Kr5APF0AGTuqflZudv3UhLmHMKnkHhZGYVsQq9IG52HoXOj81/aijzN/uX4+TKb579c3tiZa/XY/ydHIFrYF9tqbO2NvJNGwz7eNE+dHY00ZL899kPX8p//09oxXeBwdwbNN+IjfnTOdwpT6QSTc5Uzn/W+TGdBK74DwH5NA9+d//iL3kdJZphPW0AIFGS5grcn3xw5h3zLfsOrU98talwkNdy//lK2JuUFsEfw8tJgNWm7wu/UZF/dhgR42kcsK58bviCtnP2DjtVBwFVZuC7gqO59yg493GaCV88dWDZ6VgvbICmuI7MCyIj208UeShKCt12/jJywj4Hx9LpgjJ0TAz6XHrmRUhyPL48pUFvYC3EUvccFIQFJ043CNu6k/0HNNXh/652q03l+5aswoL20yrd9F59Wvais8zl3W4RjD4HuLbe0GMKaaPXb7breEw1xDeQE7frbgaB3EzJIOlIGcw++oXB3aDyhkoQxbJefAd5PmL1NV5wPdgOsc/m4lsJO7FSebBapQ9esz/NMqYMe8Dh/PPn5vF4N5q9JyBXq4sNIazgSTftkz2N6GfpvvHYXFgAO/Kw1tF6Sf6v9LXWv2f3/j436xoHtPncHJMG9QaN6RDcX7aNeNI7dv4vv11r33ZtlLu8tB3++M01vHb+6z1cgG/f3cfh8B37nYoPwCDFs13PebSVnHzXussAp0zai7MY8UVAIN0oYBJHGzAUMnu0KwS2CUf7MpedVWOZyI7WYeH2fEQH/piQuAR2ZjhBBEs1rtCMYVFG0Q001YKqJmMVmxw6UzvVVzyv6xAt7AFo4K41ABERDdqkAVxG7yUxr0pTA1893n7J453TsdwyjWo3w5tlMFuPOOkb9AGp8BeFrlunNUo3syXorvopAbNNZw3LWVcuNYmamcxxjOmpzKB/dbkAlFxLJ/6nPtcbyV2wAdXbouOPsSRXzU4vsOm9yBXmjl41JOkVpSJYhTiCxDq+F6NluPIMroKIPygiQbZFraBGld3dO7H/gcGVZcyIFz4L8FPwyiLQC8Ve6nAePt6dWD5tAfhb28Mz//HtnqGvYQyrzW0dVoX4fexIYYyXmPUoJPRfXejXegokMjiEylY38y7mEA32SYGiMzDubIPgcCQJv4ghIhuLayQd/U9n3cPY3xXYpjdCYUP1aG7oHjfjJ4uX3At6KCWwCYIst8zt5IVhgyVuTW6n8NqQXqt6qQteo5kgk7VGhlbOyf0nhMRSXvisHDj5l3qrYwou0lemIxEFLKXwtewMaQv1hZfaz83SpkgpV18DOA9saKzHaMBI4OOt+kjfaNnBSxlS2eg0EtCJ21jkFfuWr/VWn1TJ6QsvlI4YYhrSFVWem5xdwQLFFWrbrVINqL88mEEgOey2JResn8zkoSq7hLbcIeRDZK1TaOOoYEE8i6DQUmQaj23o0MLAgr+CO93eqtDbwvxZoOAi+AXsA4Nsi7tJpNTgBIYo+xDgAzdZQ9jxfE1l4YRoFWFrsnDa5TjWLVrc5PjNs5m5V/z7ddrlZ0dFCMyzOwpit7EGemdEo4JdK4bLJRDcx8nrW/TNCUvVDwlf07NzfLMMZ9jQoN2DoVyHbuTd87rj5jEhA6d2NQkiVboIg9n89hxK+xWPkeV702WXXcJspYPXG8nNPSNee50I9uIknnERcKsantIMhrINuziF9QbdRKtyYvGUiEFrV7Y0BlQNPqrFSLsN84Q60WAtylmkn7iN7mZAZbUcrna15XpjVuqT6WThEZ5xalnu35hL1AMobVxe8JGk4Qmv6IBPGgk2z1LbJExXYcRYJNzPFtAnNkT+I4si5kCOOQNnCRfcK+o+pK3YLMoVvseX72M2thP+MG9aGmzfUpySgE36wERlYEBZiP0szWgcKuUKc3QFP7wCQlnGKy1akGay/0Ov0AHsg1Xs+ekwSdMq5GJNRpzQzOfdEdaztyr22BgbySUV7ZPzl/AEn4XXtNZfrR3fQ+LE1lK3OsfOfe2I9L/8h7rexI/y6QY1LXMckJh1fKb3pcCXCv3r2IY0/QED2j/e3+I3DAReVHg67RoejZ9ofLXmmCUHQlwXrkWypJbA49+drk1XdWSpcmKS+9STq7H7aVhpUA2m0EKvbcxz4h414A28AMThs2FIEVKgL1XxoJMykm+8bWCACFG3yc89YZMpSW9bfS1PN4z98mo/ZclYpZ6lf30wLA6Hj6SxaYn2ALgrCJpibxOCbOOcBaLnLtKHYZk65jkd2BQDYAWPr53d6qp04uZMCqNyu7CuiV4nLBTKpQBSmgM2bOCbazb2sD5F7tI5j/oEeg9M8GZc24Jhs971nmA+UDOkcp4wnSok/ZC55hnIucPaX3zR79/EmGH/bARapJC1x/Zo9Iv8ifJhkQDEfPrZ6PbBK04f2gniewZiILekYKT+0Rdag+rgCwNopBRMYM4F3frzYPwcFRpXNG9wZV/5xXnkvMicxB9vnjO/Y/XP+CqquAA62GIphJEpm6CfuWigkqeQSaE9hKZQl+dxM+IqzIJyASVOYNjLeaUR3SCpoESpuZj82JrRdZaV/tRMIAitD59hE1oactG9BfmYSlll3ZVFyQG+iirWBdvxcQZNv2IASX6d+MzvaClh3aX2nYARIEASagDktB1paKPQMX0WNJxAC4L/V3bXTkKHpy9hK2u7TDAerxPxogNRlaM8lkpe3zhtxRBUZ1OKALMgZ1LQHPZZcBnIBqmov+hbwbILS9ZfVL3gcI0DZwr1IN941nE/zL+LBBr5Js0irg+pnMtefJ0lZzFnJmYU8smwt2gUklXlTGNNGtdMK2JuFqr9YAwOwT7ocewAdgzdivrV4DKAPsLgCFvkQXOSf8N8E5A6+CP9Wj/T60jFZuc+Y3ONVSdgNhrUzFL+ZW3WfofAIHUsoemcdMplh73rmDuh1wjICittDGAnxj3k9qbC7eQ/1jQh5AD7psE3oq32t/UfETesNWakbX3CaBZ88fEnpWRuufjO7xXGBPcRYnKSpVmAX7h0IYcPNx6D2ZHwKg+O6Ccdjn9LVmXo6V+yTnHMfmkrfCMF+h7QB7sIkDnScSOZM8FH1kpb26grFhrwA21c/j/SMDrr22EJ8/VFE2QfMkvoGvGvkHhGePGbciAUVGmDepnMNOQ99ol9PPj2QIafO5SEChDztVbiSOoHff3FKpkgB8WAMuJkkBkeLcwb/jd98mxvc4QFt7WSY4+5ZzHHsQn6lFJbnvs1QQ56e4bsvmQRAVWWi7ke73SQ6i5UF0XSnC67PwmeyT2H7rFzRekPEjhrDiQAtdSe/6upvYM91bTcw1aYCEKO23TX7ut9yq+Qc7oDSc9AlMYB59V0YgbBD6gs8eUo8pqyY4AAi/1Xfc5N8F50gkrd3NvTcgQO9cbTDHo58IUMQ92paHOGuTSLL38g4kNbTydMWs549/AeSXJUsfmyloT+ux/9jTyDqAkm2XTPB0fWibw77ivA6d7DUU3thHVCpSpc66qAOw79lPVCBKSz/+eJ7cfsowig3dPXqCNeAs9Zww8cgXcKwE69HRyoGsDATm125DlrGVGrjPYl+nn7G0m/pmxjwYOz5HkgAiB/jlxFCQp8dp9It9V3Aidsxd+k2TmHWVStAmCzdhUv8amXj3VlCIvX6ValZsUs7Zp0lsaquTnLstlgBRauxb3WBhC/+d9e2aoQg2NlzTpAvFfODn7BH5PkwyjPPyIgwiofj9gz+6jC2S922iaNYqeg2dc/4gVK9N4ONd9C/amJWn5N2/AK72bMJOV6ShGAYYBDh+Pm0eaiPhGy9lo0a7a8K9NqbWv+Xn8wx8LJI077BJIkMmSloAUbb5jIr+sKWOvyXJ5yLvk7E/5P6Jx3yjXyuOkH05P1B5ybabcTAE7B32M7r4KtXX9WXmGGMYyMEjKr1JPM5afOSsonNO9Op54zT4+feSRCF4zPD5/cufqOZXb1M1iewCLjJ2dC+Jdp/iYz7MuXmf+cv8kxoBsHf7mgALY4l+TDXlk9A+I2mvw5TzXdbGWBKUtMb+SZYBuCubXiZmGZzwZUmiRF+wHtgkPRM0W2sfKn+yRlqBjq8rWMRzaHHw9TOJaqwhjEECldjd24sXk+Um58uHDw/P/td/9SEV2mnxQCuUrAHzUTrp6Or7bUVm/KuxkOg27PRWY2b82D5fPt2e/YO/+IPIevY/1mdjFrKkdcVj48C8RVIqqgpWJPTYeeS1bVMmzs++Aydivh9EHtAl2EhNFG5CFf6hrZSQHdYD/4+ET+am61RZQYfqz5nsQNKclbzvqQrN+j2Jv16ZRDfmcxUDxG5FXPesz2qP3/r86mTsQ+aZM5SziXn+JtWRuyEfI2kTQBaA0gSZAOfxR7ADmBPjcDyEcRKngt3A5FaeC5HbbajWF4dg7gGMYQvpWlOBTwVw4goAkzsHlRHeIbeFaQs7MVJ39i/+myTV5Yy8yGfp2935J4E1/w0oXvYM7PYkyODTeWCwrdWfTPbf/bOc3QGQeecH57LQYAPhn7YaNjYC9mEJPthTTZLXNl87Df9hmZZguGzRz1Rr42cccMaZayd0cCD2SSa39OldChOcLFSBySProaj3Yp+Y0CVwvckPFArY41xmShIBeo4EBDeZJbGkzK3nMJNJsQUU0baNWCaxgQiri2QxPUhA/6MxmBnvVihPmKDrQx6WtUX4+4DYotrsA+OeYkVcMEfUxq0NuM8xTmth21FXi4cMLfXoDcSzSdRHFd6bqOM5b2XE/O7N+w2H6hAeABgOjTkAthfr7wOAvakZm/VJ+XsGaS+I47UvV4C3tFUGcTcbhk8y4NOewig75LKUcwPAGoDimfJvrOF+CiI1o3+ef/j9bpQulPc8BFlqGLkRDwHhk7Ev0HP6Pr8XAB6gpPcdZ7N0F2O0M+4Fo+snYROMI7dz32BS0x3MIthqyR2rGVW/b5yAXdJLG1QfOuyDMSJww1UFWSDAZu3SRg0tlp5KhXsN5l+CJoIGXAsurMwcxHREqt8bcK8ZC6e02AB6nRucmBOK14xjC04Fi1eOpmyfsWcDtFqmLyPNy+nF4yv8rbpRKFFiLcMfg+xYeasD4IEitRtG41YE8nN02qHJ+DiMlfM8aHvQ8V2DVwZKCNRt3yvBVscr4OmYcJRaUTAJAsVa+mc/e9xDZigfD6zdP6f/3uAsWcX2H/JaauPtAdp3igJZMMggfO+e8Ql0Ok+T1TUA8B42Gxz2fTzc2KundJHI8ALABLNxLhEtgoQYjbziAn+7d3mmTjEyqeHEerg+Bv8Ehdy7Jn8IzGDESI2FA+jYea5gpaDtvtMCGQ32jRgJvABsb18n9eEa60sRvKDZvvvqsvbzm0BbaVQz9spbrVn2+gaN59QYGdBRI/M4z+7RzcdxWUb/zv4kcHMKAEs/yz0Jgkp72yAdn6usHCuXMajcE85jM9gG/OM9Wnk0MgdlyoJuNq93f271WIOcFRcD/wQoWE+CcpWFOn5UiWiwkvxCheMmTCyVY6mvR88tPYV92jTgmBeojTDeCyw1yCoLADK0mcoEcFt9CwjA2FuRjA4RuAGgKuVh3h8ZxGheg0yK7u3/xnc4dE2MqB6mwjjzW+OqdI+RTZysODlbUdr9lc9jzGwiQCum6W3DudJMW/d1q1SqBzOqsgfk95MEw/w/GmpG1Ku9gJbZQH2xVV2IDvejAmOps8l2axKJtz3MYQPLo9N5JysAAHWgEdFw2EDV7mX2l0FQLUvGDFhmEg5nC5XFAsHd41nLUjgWRM9XqvO5t/PYao5JNtlEIwEzqRYbdOm6GATcqu+lb9y9tlTwPbMKVEqnvH2NOdOoLGfNCVxZib26JnRAeCq8A+Ba9YRUYQbHTTw4TSgjWItOYW61j+3jxr/Zr0sz3IHPtefVVTI3BReUK/ZKM/GrC+wL1+qRCWqyrwqatZqJXmMCLtKPUZ1kxWJ1jMqzcsxc8wzWvYHhsisYyOzZVMqdBfzjRNBTVgnUyeP7E/iUhpVAeAIlAGu5PYZwz9vsw2XYKDCbqhWTmaQE5/kGb1x3dDpVlsiUTpVntj157dtrn3FAWKmjmkQwwReWpf34mompQ13bjHvFyKeCQkp0zy6CUQSJCBhuEkcpP6cnEusKAMy88Bwr6sZon+SHMihMRamJN2Yn8/5NeoqI4pwTeGk2b9ahgAN0801k47+lKPvpp1CWVnBhNpABgeFfNFCsIY8MMmWMrT13y7qgPmoSWQMGJJIRJKa6VKAc25fAA/MiIG8CQPVkxqGtzVxbwccMrbgwKAKozJG9kXUw+TwVJgKf0ASTIGLGseuO4HKmJlucnm3N+CegoiNkD6YEjxMJtF9UxvVRZ4V5qJ1bm88gSwqkenbZk537u45Ua3U98zNoo5kPKJnZQ2VqiHzwd/YEVWGcLbVnq9sZl+Av2cCe954fpTWEgQX7st6ZfgSBIQKtONQMoRT3JwAw97XqORXksAwM+MO4S3WW4QM4cZT1zGpfwHWCCdDZu933kzUB3eqcmujCGWTPOIExKgW1Qw08S4sKAGz/0CZB0NO5Z6z2RO2h/HkW6lOANYKmXPSO3N6EvC9UkFtt18S+3Pd3AeCCDxlLkzwApalypGqcgGP+To81AkHaqla+YGMAnmEPcFEJ1Cz3XAQxoIOk7yBB1oRnG6B5k6ApCSOl7qafIQFzqpBy31LFdS+OLRddTk9uxIVgYlsAZK9ju1LtV58ojvyb0BADCCAD9PdU36o70M3sZ4LFDVoTsGBvt4qaoDAtE6hCIeBB1EFNik+ujktwjaz2PstqLdbeIIKOe2WZChy+GXlbu73Bo4yDYC3yAGVu6a7zfgRU0PPLtNP5pOJ7gpXSLJuogm6hGkK2jQSengsU34s+LuVx5Ie9Q+UiVdYwyrAuVBMhN1CG9n0jN+1/XsALUBkwW9AfmbN/lQD3JhByanxIa4Ptca0ukkGBwJCX3F+AMIAP0L+WqSTzD52n7mDoGfM8KhE4a9rLmjnO87ATTLry+SRfMef0q+SryDY0kQR32t94gJNtl4BNhxyhrzt+2C2a8BI6xgREeW/Wcn0cK67Muj/PmqMrrJhL4D0BzE1oJLDLhS2wZ0ep98Yv6y9r9zMn2ddQykVGsGcBTtYfJ6loz0TPC2yg7J3QXW4lR4GiyAbBNSn5qWJERjh/9FX5PbqEajUqDZl3ZAtfoIlE+Qnrwl5GT1TvkrxHYjQJhFCjZ64AFRkPur/BuewrfCyp3wFftYvWJyOposl1OXsImJOssYk2BDavElDcdlzrnzE1vCt65sG5NgFgh0w6BD+h0DZhh+pzL+I7qRxPVV/1ZM4h9BBBR/79/QN6BLq/ZKM5Jjq05x69ZAEGA16hBzjT9NeZz6l+wJdpApy20ALA2CpS5B/bQ1hdbVU6SSZS8hm/oHpPXxV2AqpmtZm3FYpJSdgmUPpbb2F3yQAAIABJREFUTYX8rkw0wZYksDIWoGNIkrJiB70CUMu4WU+C6swRc2gleqorX1O9Y4/XVlvP+dVAc+1Igrxj749fiP4QUARwtJWBexcZkRIdufv0GdaUVNPmfCSw/zU93jnX8aUuoncfksg2thnn09tW9OuPAwChh9lXn0i2zD+PaRnDupGwmTPhSSrK+5z2IaSXc5gmQimLvBGItxp+bQ3PQ55DohV6l3Hh36G7eO625cIv+ZQzsmua9YVdpGPCtqrvGVAgSSllgam9xP4bCnvkhODr+NcXSfrAa4Oqn8B32RCyFq2sngg0a4IeaSUnszjsX1SftsVS9ilVw8g5vgP7rYBgbQXGpY+HbtnkQvazAXXbJHWFGFtjIMYmSP4gyY/1qq0E1XNtHItY3qS6tWVufrvANzKKX4vMcM4wbkCoy6vQuua9eReAGfqR3r1JJW6SVbiukwRA7+8PqQb+4Yes21Bo2nfXtkDohPbk5QyPjilzAtTUJMXgYxV+IS4AkHMRYPaV+7IiIwMIFwF7fg5DCnpwx28skvMjFbgkf0ZwrwPCPg54SI/Z/X0Z9/DWG68gNoUsyTTARc9N6MprW+UfABvs2IurzBG+1gDA+oRWhtOvmdjDVfT5l7wXcaYm2g3rA3bRd9E3XE83AS9ySLLIFxhO5uzrSgxoVUBsglCPYm89iNy3ijIPJnHg+tmns7/5714H5KeKM3bhZ5kjAIixHX4VBgyAww+hYM3uKPj3Dbr1xssz7uwVdIcUwsY+mE9sOZJaHk0CB6A9+qIgXED+z/X3iTdqn9NSon71F5OyqKwuI2P035ckhQCmsofrWwVsexBQlEo75gv5YMyc+cgpVL8/vMg75n3Ovtqn/ef8/B12fiYJEwr7sv+dX9JGgj2EPj6fGPa7+rEmIbF+F00SzqRmuO9J4s2YWPyH+TzjeP+Oczfrm/6qbCl07sufkuxF7JPzNPYrMsy/L9L3+SLAF67+Tz+GHhrAtSEkYnQ4OyQVASghl+i1VJcnqVDqWVi2bE/ShH/iP9knlwGImV/2FrYlFNdcJPWSnPDih2fVPyTkPXv2vOtloqnsTTAL4X/W50j/VnQva/0l5wYJkTcv9QHPUm1cxqxUbALuqVXynOzFl+k7/K//dYDG13nhAO/vaeib8eMXXT95Xp1LoQmlfI1/4y81lsIZnbfEV6Ga9eHXs7//F88z3fku8Z3GeIgjYA/gz8SWTiLCNXZPxoRcNAkm9+YcbqyL5F6Yb3JvcsqW7p59wTYpRe7E+Thrv2XOP1LFSfX7VH/qxg1wiT8GDfzgOJwPJAZ8ydyROPgoMYfGR1u8ELmAfhi/YFzbrbzFTkQXlrErb498eVZKxc9ZYyznWDzAFiGmAaBrPNc43Lu3UvpuEYC6CUVH0kDOz8gZetAz3spW49zGyB+FacBOEgK7yDT+KmuPG9qYUWNa7IOcl6EGb6xmAOAv2ceX8cU/B10uU1Ns7Vb85svvklTRpLax3aFKr+sSufn5a2yTjP8y8vUnf4ofjo+WdUIeGrsKXTSVrFkTxkkyG0SS9ac9+iv/zBH+WW2u/JLkAvyXT8VmxJ7AYZFb41eedTLnGT8lIb+MhEnuQB6RS20vcB/irOhnvy9LgHFF9NX9MvOaEGdrVXcDuo6YRxklulbQxavvjIEif+px/A1kQMpon7UA8FItL/5hsSI6EHn2WQsAS+OM/SkTLPuzifW84xTouQfYbxlv5KafhaGGJAHcyUlMIRkAO53LYkXGbewUdbZ1A8qC1+KaNRuyQswxsnWoAIbCUSrVcWS7EE7CBgZ7o4IIPMXAS4NYDQTMk/rS/uUUODRLY+7N1xu0RIkewdcNKChIUoNx/yqFec5WPf0+8HZHwPcb/Mk9FjxYxdA9mGvHvGPS0XOMC4ZIATI/q0Fw8pLH160i2eonK5Z9rpnwG9CbOeFAwNkYzXyYk9zv0PM2u6h0inEMD+9LtiCOygBHs1cOYzoFDaE4srriCKAWjDlQl03F86xRgf78T6DNjXdKJ3r63lvlyusXWBrQab93XHcDpNWHM2/OCfc/Jhqsg62O2MAZk2PQzjERbBve9RrrBkK3qrSKID9vRlEDtzql/htZc7Gs4PLdd96XBguDsc2yuW8md/ueMnSblLuZ+54j3zifp5Q8mxFaYJWkhaZujINUh2qD82RmOCj23WYtbdCvcosMMF+zwXt4TcrJd5MSUmdmBKH98XLaMNcbTD+lPV2wdfnfeTaHB/OLIrZ60HURJGTDKRNkJBMIbb7sAPoLpjIGA4lurO3vS4C0lZ65N/tYWl2VVMHiZtDwbPUMzyu1bCZhq1l23TBACnB2Lw7FRMbZpvL05mww1kydb1lHx6oc8Pzu6cqMGWXbH5Dxztmk0h1QhENrjXLM6tUhCAAGztJ6NQGiAIrvbob16s9jVT2/2z7NSqLyVOobANLpy1pTgUNudHG/t/u9VW0jh/mcVUtSXjC/fffJ7FllbEagzuJWNJdhoFmI6rMCdIwbcHL3CWBMga68W17H6i4C6NIwCgyqJ5S30Z0cjjMGaX4x7uzJwblihZb92I6XCRh7QHGv7akOxTTvsrqlQeTowVYCZX0bvOteleK1iT98hRDDnjdTCbqVxXXihwJcYHwrFwVQuQrujeO9PQzWiNuEjfPDmhMQInBhBvXq/Qac9yVrWKAvDXJh6DXoSOU1GYWMIfNKXyT2AyBEkynIii3t5DFJRuDTQx/jhPsQNCiOkvsQRDpU4+ZnpYHqIdYl6zxbdbMtEgRw9nOrm1uNDMDDuVBgzIq77d37oAa1FLyez9UOvjFJOQRlcCgGyOZMFMBBx2JHWPXGuK3kQ0alLK55MTYCt+weyPgJWvJMKbs1nAHmpcL20RpUVGUDqsTCQdc061v66KxCA+/tV0T26uxXfnfoj5t7LJ3qAoFyqVpNyzlhZRGgIBqCasrQpUa2LuMEIHsEDAi0sJ8LwuXFqMjCiSv4Hh2w/S8FPgHUpfPjukhPLM5rdH7pKWOBF4iZQBY0P8vOsHaae9m+7laCzl5tBqf9vQhilNIuMlQHC3eve8bKwT47IAB6ro5xK6pdk1LmkJFb414dy1ZG9l15AzkANwSdt2fhzkd7X+aDGMdkVbN+BPg2YLhMAaW5zFlmwoq9RnFqe9/sXf5OcMd9vIC89OGlKGpgSLAeOttnT6HIJJOcSiNtDCjg6sgABkSezgEsy7DgPc4HAP6O7Fi+FfmFGeE+FFRQX+U9ABlLbxVnFbBWtgjtuxuoepNxipGPM4EDxl5xrU2gl+Kf71hJwlhwNqB/xEEDXLL3rfoWJ6U9TnHxAiRsdRIyyNlflophHqkNPYElkxHtT2h1grqT2wJQEkguUJDg4bIUoFP4b3TRqQOyVarqQeWG6sj2Oi7Alj9xTgV98qzazdrQ6IcP7YGTqqTQrfFv1opA50V6UnEBYHERlH4EtV7BZc9Ugj/8592b246fMZY1IvsEWWJ/fYnuJthOEAb7l2Ck7EAC6oxYajGuZGq/ogoxy5DhUEHyNRRnyGQDsvk+YBlB01ZLYw/lq+wTggqlvGqlvklz2Hetlm8ihXYR1RabgMfYax80q90gS/vE1mmkegIgeexTwigNVtAryb1bwDHIOUGIJlUkYEXgCwmiQggV1bkiiDg28fuh82V9kaX2YI9MXiX4zQsxNoKpVvhCR20lJetbAGzOOZgDBKLZ38oOct9+WVOZdGSOYU/KXILOvEyggwB4JCw/g+0mY874CWpQLc4aARgiL8gbOlkqSWQL+cDuYB+hO014kN5ZncP+AgzETiGznXlk779PQIT9jK1kZb6VkwR+0V3sCQD3L+nNaq9WaMUNomBXtlKqZ5OsPlRZEhQX7MFetEIefVjQpUEwKvu1A/RnrKRinIwd4KeAHD7NBBRqo2GrZb+acR6QhDO5tg3nRsaYeUEHsOdLw5z3R+YepzqIuX57B2UhPh5efSqTAtqgJ/guABta7H6e3/6MVMkk2HgZmtcGGrN3sSXa860XAJlUx5scSmBSW12w1qBkAP8GEugr7nzYh9cekFLsUlkMQOH5ia3UvXyPilTObSvAcQ9I7FhGrqJHkdln6e1HIiAyyXqhJ5kTKnGPZuS9gHyhnc5EA/jClsE+4Lyk0otAIDJDFSPfISDUpKyZb+aoSRokhwHUxc5grakixZYBzH2bCrDWjeTln+Y8abJLzwvBx/ZhzblWUyWVQfagA5AF7DQIBnCN7YbOKtNFflbNHlljjOod5x+g+ZT5ZX3HV0mQ4VnuXxJOEpDnG7mXwePQoI7vXw3Xg1sfxYRLQGMCiqmKze8Fj5W19fttQzWJmJlv6F61u5gbgSh7aVs5uq12WP+CQAkyXmWfYCO0v2U+135jWf8GziOf2EkmSGiTHIAbbLR87vnzY6VuAcJp14D8ovcAzblIbii4G5m0kp2hBwCO+JPop1xpCwoyGztgvbHzv0Eln/8BSqBDAKo403nP6moC8P03dhGU2A8TsA/97X166jEOElxImOJ8BmCSCUY7GbYGbXhamLQKtHsYvUhQPcAb7WzyziSElCYR3dB2VZ7NJGK1l+74KU+fXRdIfvcuFasA1G0syRJrAONLQSWNP3T1xDjQ+X2SAkyQAvzhbLB6kmp1k5IUE1s7wNKxdjE2E3YuP0cu6HuLXaPBl4B+9BHnAvMPgFPWmtgiH3Ie7dnxM58HrAyQYjzDCrcmYmSOsHlNukI2PKfskSsTgexb7HmSb2QWoaoMKt/zBGY5v9EzfIdzhnlrxWHoRzkLACVfpdcsSYOsB/ICIMzZwLPZZwTj226FYoLszZehbEa4Hz4CQLC9CLKOzce+5gxr7+TMM2eGQDUyFMHDTyCZImc2a1GbI7Yzlbr1fSIfW5n8LJSrnEGbhIstwRptwgmzrH8YHVObKP5FhtJ2R8ht5h+9TcLCs2ehiQ4dblmcIha1jbKmvCf7hHFA1c5as/8ZKwmi7Nv3WefLq+tS1kLXTNsJZFo9ITMS641uqy3R5CGTmZu8C+AKvTkME9nrVGJJFSoDz+MwUvQ+ERR7MUNvemX1cS5bFWnLI18kcwGeG+oyMdUWLlddU56N7dhe4/gUXTe+h8+jnw2o/+RaPwcZugvtfKuvGk+EflkwvXYeeiDX8x9gSsoc5Nm8E7bl1dVlbXMq1LEFARDuAqzzDiSTYTuQeAtLROCZzj+9l3sGkfQBJTn+Fj1o+xT3P8/lH2yGrG5tHaotH9wjafPd2a//xv2zf+9PnmUffDj7IT1oa4dEflv9TtyN2MAUOi3A/TDn3THh3zi0FyBc9Dj6mSS2/Bx9+fVjkrceZ92eMabYhvcvo6Ppj8s6kLxh25bkBtTewg78EIpYkjRIguX2JIRAX0tbDtlUOEtIAg4QHhDyPcmK7XeL75ibhJXp139MkkfWIvL09o3sEC3wQA/lXLD3uevMxb3abgEmiMjmj78NxXaSUR5krTlfn6SqGNmB/hoZff0KWyZ6pqC3ftknYiH5+2X62er7fUnPU8DdxNkDrJPcsMUT9Lzle69f6jP2OdEDjx6jNwDI/PzXbBiOooJ5gEQua5N1WU/2E8zBz5/L9vLqJ1gS3teHRB/ZLgeWhtUbkb/agryn5xX79+42OiK6h/m+SBX0o7DecA+6lSCvt69JzsNnl50KbP779lgFQP989pvffjn7P/9NGITOAzS3cnhivMwttmrsS35OxS+VwVQgovfYy62gjK+DvfMwey9LevYf/0f5XXRx4wOVJeNDjPcyY4OVp3orY8eebjuE+mAil7SXaLJrfof+pSqTyduYZPs8YxdG6KDVppoWm4mlxC9gTzdOhHaYBLdWvzcGRs9zkvpINjIu16QZkkkTQ7yOTVk2mi6WsRrGx0VSD+dF48LsmibWAEQSK+LssFim7RFibnAGkHxSc6RnsPJKQp/xe+Ni3U+waWWIYbmvrsT2fdDkP2xVWE3U2dCJyzY9bJc57z7EBwIABxTER6R6tP2zy6RDsUPOZ+I0mZCHmc+//EuRdWyXu+hYbGt09sOMHxsXgBE/Vpwk89MYbGKJkcNSmzdOnmc9+Ons7/zpi7N/529C95zPkvBHckOr+jMnCF/PXycTPYtvtTTWi3PxuxaIZNoxp3juJnNooxE7Nx7dMzB7mp9/LWjKma7dZAtKk2aKwxArJ15KhW8uzgHAeJk+xRtaWEoMs8Uqskkhhm1HwDlB7C/ysrY8fs4yMWIj7n3JtzOWYYKsjGh81iT7xZKQg20Li4ySCNr4eo8aC9kaA8LOG3+KeNDiHcwNCQz4WOjD2oIweWLrZH0BgNsGazDLxp1z803+55kbD108glC6usQ14v247wEAZjE24N43zrWBRY3SnsT/vwDw4cEt4RYg2Gs3Nn9vxUl+dQoA8/P9uAtGIGf40RGtmfjTitk1MH+XNpp77QTsfffvJ0M63PP0MwsAVxAHAOe7K5yHF+p4j6Awn9/xsDhbHXsAEObB9GY6zAkHFlVSWfBSkDK/ACXjcPD8rT7edzSw52b53bldoArF0GATQYqpoD0FgOvAs4nGqdjKYAE116zvEwHb3+3zOOBbyTbzowGosuPPVsouBXcP9NECez8DKD5/AeCtLtp3YvxWhQlIto9id5nvJaAnANhKsFZKWVHb0vYRvf238mM21aks+q5sDILSghMGsjaAhbIxAHnIwpgN1sDXCBaOAPtFMMsedZ0P1oClGkON+0rdY6YPfV62F27XDAOJOZvgbcHZQabg0Gc+T8FE1pKLOPVpJfWpbByybSYwVSWd+3DgtKdAZK/BUfbtiXzuPtrK3r3n6b5eAHh3epUjiSTsGSgeCKZn/DqUUoPxOocq4klqUDaW+sqgsVW10iNwrQJb+dws7ALIUaZ8zIpCJtzAPeOy2l/jE7k/AMzMQQMYON72SmEPtwc1Snr01L4v3999YAVXd6yVG/Ocgild8Hn+qR7kntXyOvrI2f0cHmSBYYRoMGAwLuCXd0LJA/4DmI8cNvheKt6RlXwPeswCvXyGQyM3qoG/mSJzKPNdnC1A5l3fA200oEcPaTaoQYwGeDhMJ0BUzKKxuX1/Ez2WdlUDYOdA8K6/ByzLH4J+7RE9RgCDtd+XlYDLYMAz2udqBMsqUYJ0BkH5NwAbl8BRAsPMUQE5aZe6z/IPAQWCQSwLOgUHnvWzx+vxnOJZ/PlIH6ipSA0E0mewnwvGZLzoLt5S4GroR09YEVZWC5qTQzlrIrUuxobZu02C6j3cWdyvlNyZdyuOCADfb2AK+WAfdv3Ies13cIALEszeUd8oR6tb2w+Ud12qtroXx3NZuZX2TFBoQX2DxTUOkauR6z0zXFeDae4r38ExJADXLE16NNEfip8bKK7Rwbv68e4zDOmCJOxb9EG3k31FNZTYj74bwWz3uywFH7KP6gjze860ViXjyNpT+gvfgV8nF7qnTkE+p4Np4kLnIPeqg5nPU/kmeKZ+lgLRgCBBzFLx1QFxTNyPgAxVAffnrKMCAWDM/i8EUwx0oWcaWJ8kLSh5WEvmkIA1Pbu47+NQZRE0/ci5lveRDjfjm0Ao8XQqPvy+AbzOaia71VMxnGVlISArpVwpr9unMcY8ADh7WxE+Xt0D7qE9W47rKmDUszv7l+otXhcVIx2se0XQX31KdQJ0nAtY4SgQZOORGLlUxDCXVJaXWj8eM3r9HhRQyGLkjMQInuP4ka3Mc85rHBWqSLgZOpQL/UKQslXF+S7vRxCCzyxlVmN5+TnBLWw1AlTnCehtq5FWreQzZRFARGd22Ma1XfJdgpP24gZgsuq3uoMAMHNQGyn7juB3fHt0Dg46lRXI9vfZ160e7FjMXG6GKNW9o+cL5iDT83zmpQmT+U6zpqvzORcHWEQCcIyqyDw/dYSQOftx+kCf2avOylabAaAZ/ObivgTTtm8xwVe+j9PJGlOdgRMDuFMQmuAbdgSg9oArUunmd6Xq5tnsZSoIyIhP5vrNTebBir1ek4VEoK9H5UE3+msc8tu71+MfWD1X+mE8qAbrpYSzhxPOGcEhqW3XBhRM4UJWPA/Ok9XOfiJo3AD+eGO/AIDzDewYAs/Iij1R2RMEvtHtOvVNsikQZgCFq/NTOwOg0KCCutWzgOVYGn8e3aSEEyCGCtCCYCMrrAPP2V56nG/f8pKwiHzNZ7byY9ebgM7axdh66HGoQ0vpRhJZZYD1FHCU8lGQiSWgr2srApHx6CGqZFoBmC0PyDO5aX6+CuWYUNsAeijPWAv0QOesPe8NaBUMykVFMPqFi6AQ4yxwBvjW6iHkUhlaG4uAHsD9YyjZuxfMsLbqR3vCajv3pucHyQv282Ud372nH2mCUPRhzOfRK1tVv9WB7ZXZSmPtOhYMKjsuZBcgXPprAsYBGrLenM/arATFCHLZv7ogPNnpkzD2Sz/Z+22GNzJWvY9PmTX8Cho5e6LyRU9UwpwkQAQA7vzlzHkG+0J0PwlB7R9HEh/WEHu/cmrCymWC2zLykJxhVcDartoagkj4CYBA9Eku4JxeY1bAQrnsPmgiA8AgldQ5o08B4LX/TQn2gqatjF+MP+Oz7yb7dCshsNE4tzy/eS57tNRpuer/je0NAAwYhi5AHli/AjU57xkr7/0kVTpIkYxBuy9N1CXQQ6C9e4rKuMieFdgJoCaA9uAcsFOWCmmY3ecmn2nfAtxglwMOEbAkqEWgCfpH1tpKOIKgrJmJwfqivDRBVHsiExNg7yOTJvkc58wz6OhbUFG0wDmADgCR+h8hCeA6QMWzp08PMRzm7mN68jIWk3+0fzYZgO8TC2Js0rjrz+218mqCszSrXY/6H1buEtxmL3KmU5GPrWWlXFegdlTbxOT3vDc0xSw+1bXIb3suzprri/tK2DRtxzKBOVoXVC9FJ6DfrIAkgSRUhaWWjv4PsFV64hN/HZauJiiVvjufgt4w80dyIMkQ26aEe228gIQjW3EkYJxzknOQoBznMHJAEBkdsIx1DB9bheQ99sVdKpEZP2uKb2lbGZMukFMDkDK5LeMKOhhQCNADu11qRXoSC+ChU5qANwAw+/Q2lV706IYxgZ/fpZ8o30EeqFAFjH4X0B1d3DZgPDeTgL3VsY1vu34FIDAgGHqefpZH3za6tf6J1dXvYmefE1zOJwCAORe/Q1cHkEHOYIKAcaYVY62qsr83+um7rEUTd5tAQOIUCZWCKNg7JJFw3ti80TYhUMM2abG6zJ6mBH+ptlsAGP2F/7StDDhjSexRFvT92Ldf0tfSKkiuVDT+SOWsoDM2q0m1/l5KX+KYJqQxBu6PDWhPRc8t3it5Nl2Dq4yJZ+930VfM2dPIfWn4J/ETOUIPHRgNa6shn9GFkekHIDv4/xPtl50prAipsHv2lD7BrE/O8+gdwAoCw0iVNh9jMbGGf04TkI1fBswOkIPOsKUZwXPkxr3FXjDZj1voxelL6gthw1P1V9CGZIictZwZJrLIWMDZi66tjPXcsnVCezLn+bZ7Qy9ajFGfIg+UbQNAjGQEkmyHeaiJ2soO4G/rDKqsTL7iPMAHQZd//hxgq2yB6GJAGqtjXS/15dMwarCeMKwAKPM9mEEKZs8c1UanQjDfww5/+jR2UuOVsS/eo0y+Zl2nfzvAQ8bY2EFNYf2uqufaDyarf8rZ/aEtXrLOkaNg+Wf/wd9Ja5kks3yOrn4RwLVVd6Ormdd1+SqMTVA2lqg+185aYwE9iz5Er9ibU8Dw6yf6pcdmoRCfxJmHl0mKfJ+5YZGRNcaa9wmASXyNdeU8fpZkBs5ZwkiM6+MH/ZfKEeAWoH2+XHmObOujeubiRzx7LsMKvVpfBmS1iAM593mMnO8uY5gJuO8au+Pd0NE/f2VPwciU/r4B+jsNc0795v+B+r3Rl9FnBB7wJ+N/RsfZhuw8gH8P+dhH+DUm9HILdDp6b4u1gOjxMZ49g2Esz4n+YQzoMvRLqXKnMIjvQDENsPcpZwTg4PMXAsAvU1EMAEw1PfrsJswiVMIzl1zVGWXyIJEN2v7+uAwwJDvgZ1yFbpi4FHbEp4BfZRwJQPieZJk8+1mqq8E372VsgPW//avzs3/5v7w+u4l8Xb+gt2uSHzaW2KKXsPr8eNeziZ30MO9D72RYecpmR8Jw5r8FUrAupCXAP/j7aWuBOsbPzPia8BaQmL+353BsTwC7QvA9E2Vk/DzPxR7I0V2biL6z0163MtE2jAhW/od93mSY6IN7oeDnWtbFMhQyZ02MQC0iY8ZX+7xyE6uz6S3P2cJ5SVWsZmPOxtwbeVI2vxYARp4YJn+KBZS5yqRpYpLt0R06bX5PXI3ksQLArP/E+bE5OS7K5pAf37VtQvZ2EooSXvKzXNnvtwH39ccBJwHeTRLffdAk04zxbam02RdWTC/OYzJsbOHckr33IHLz3/5lKsvjN9nP3CQ2dF9tSt4BFqXoNAFCAESeR7/xJFzGB0DvPsx6Pw4F/ffffzv7e3/+LDoo7w+Tg+5YZAtWDBIztwjIYgfO4JVb1rCh5jFJUbM9P9BN6KvK1oCaE+NmjumjS1EICRRtP5Z3Zl1KV83KDX5EuID44afEY7hY37ZbmfWbI7tnEj3c6ffLPrYN2VFfbJh8TWe+1569w7yBJtkWpHyG35cVkZ/neYDQrGjxnsbOZ30ag9nCSmmd2+Iie2jZDvlixWHNdmS6iWYItXpFn1W/l/OzRUCVd9/hiCoqVr97scqcQ6etbBuLXQpobkRwgmszmBckaOD5FACuNT6AHIsxxsWxepa8CzNOey71tPvltcDZEaA8lu+3wjNCWwC0B/Q6PEzw0Rk6/fne/XC48h7zWAMNIzgT+DpWfrI/pbCsYLFZ+kJTQXhwPFRGnZ8eZsdAAD/bquF1FtZYPH7+WCnY54wzvhUAfL7UzVGnXYcx+nyW3+1mKZhFAPYIPjtuswNOQdsaV826U9n0kCV+UgPcDucwAAAgAElEQVTBeTzcm58TSCSg3aCFBuICwAsar8Ct07DObx3ak8rvAuYEBRps4EkKcMv5ZwxWnWk8lg6Q9zwY2TqlGGZ9p1mHmnZUTeR3jkEA2AwPq9+WipSf7f12DjCK1vF23hgfwWIoRDSa9t6sKXMGiOmzWBSzthEu+zWtwek4VeRHUGkrMK28Yc0UygXGe86hUCJ+iDZOcZ2NOR+6bgPYfmI+IhgasV5r8PTsGcW6FEGngGlXIONbp46/ayQi0xjmHqDrhNY46/tJSbrX6V5WPnYf+AkCB92ju675tVS7v7x4b3u5bkb50iKufLq+XKVyzX22Ent/Tma3ldtmn0Kv5nqiFTdrdddb4K39FwGQ6M3RiiKCkVQeswbus2Zerxye6JAesvk8htfOfXuFzt+3knUDoDsPCgzrnIOhlWJTvUoVaPUoYG4GQMbVNLZvRUVen8AtFxlKu2d3HaXoA0iwhzTPE3xXfwn+HvffUmC2r1sdMHrDYpjYe+0e+oflzNcNbmEI2ReXvsQFp5uQoL7xUq63CoCeKgdjvocT8zVZWhlvezjyXMaZb7f3JoYWVG7V7TwPUM9KDrPqhuIzjgSVn+3Dl58BCJUSBznMfcy+Z0MRXOZb6jgcfIIk7EVAoMpzxizV4jr1BE75MZQ6MdInwaYU0LxlLFQqr6hoK3hbHerBzjvhoAp0uvc7J/n9w4yXNZFydZzCAsACVPStsVpOWj4ASvRZ+1wR9M1nCGatzl6dpiMtjdtSzfFvft7A7OxZs83s7WTVt/rmcH4xSwQrTkFp1np0Be8hHb4yUyaCAbe8hz/vlXu3ajBBA0FHqR5Lf8++StAd45BPMw71lMYc2L6qyEp+HEjO5D67oLEgbKsGoNtv4NJ+P9uztoljA9SyrK3KPVDDck7wnaF4jKBbvSQYyXmFw9OkDGjNyXw+7GvlbytCcJ6ZT/u0GpBkTvnZ9kDBOSGxotmGdaKkNMZoJFANdU2rsIfSinlgD3ymVxZOGOuVNcAZsjLiCOzXrll7gf/uD9gn9D6xp9/2Y8GxwnAtBSAyV0qqTA4Vp1DpsM5j0K4TpurbPtvjQDGOqVJlD2KbbQVqqWhrjxzplzsW6J7Zw/T8jK7mPVoFV1olAmTsOX+GDkXHQWfWJJwEr1h/+sUY1EZe8meAQt7DAKrVisg4YBh6wwAx9EPoRkGrlU2qFrkXVUcNeg9t18PQctVxp9KtldMGwFb2mng15xiVPwtWQKFE0Bg1zZwL+ud/eXfAmAfQRbePYqos4sRTKVCKzwHkWH9pC7V1ua9JD1YzSKm1AVrBHuZMB6C7r3twLwJVXA28jE7i5Vvpleei29bmWXAKySFgTMAQvckeE2xEVlibyRhtPx97qSOv7Yc5FcwY+m8SBLjfnkbKAe9F8K3rUfriVM7FaaxuSDYxDrf9KtHNwxgzWeStuoiMCOYBoujscEQAFB6YiCr+0W8JxANOMR/t/QSQUCOaSr543AMsv3z1qoABfWv5tVTRn0rrxx77EKq4VvPMuQvIzUWgniDom1bSmAV9HRq3OuYJ/KuXPR9NcplzoEknRkoYsz3jqWaW2eFd6cYG/OasIeFtwOPanTi6eAXdr3zWIDl2L0khzB/PekwfR0ShgU6An/T15WxKsJ/nk+GNzDRxJZ97k2B+q5+GMhYqSd7vCw5mKxcdH3NL1Sb7CZliDT4kIPnwQcCQBP4Zz/YIrg0xuqgtE5q/aa+6Jo5lP678kPhRu6l2tYFzKPAY+2WqhZrEVzAACnpB5/Zsqj+DATKBi1Y7mR3eMzffawJf5qTBvNyG8xndYkIE029SIYke7P9Sf2Y9mphSmwX6tqH4p4d4q5NM8vDs85zXDTZZuXRz9OfKfFINwu/eZz8A3nDOXWX/YT9QKfHufcDK6Kq1B/Qb3MXNLGffRtCvSYKIfiiteASO86LnEI48GeFJEHkXSma+yOc47+jPie6+SHCRgAlUqwayCEyQsZ/3O1QqkIhB5JcA0YDDDVDLasIcUYkNyMjP0CHck/Oc/skmWmpjkrBQPwrZx+YHVG3g16o4bBv0nslrslPIVKEtaXXTJhJpf/TK+rL22OTM+dMAmf1x3vnmFUCFug/g1Qp65HUDzpzrVF/ErgLATzDu51DnezZ5JkvHrV3w7t1bz3346XMBArx9R3KA/ThLJR4A8+30gy5AXlplW56UISfv+PjxdavWkYfK5iPZD0oHOD1vW3Ff9gLB902gAABt72YC1WW20YYWgMGnliUF1iD2PtX7e0lfSYXfMcl5Kw2p/NuEuvVTkXspzGUdaKLt2PUGt0wAgjqV7wgMC8bj7zfBLu+OHsG2WxBSirvCPT3DFrijGnop/9u3cGIQ6B7kDH1/+5qKPtu2LP0l59GvfvX8YAMzVs7JAvyTOI9eQP/fOxcQunlFz2bPUZKJAKOQaYALfk81XPdv9zH2CXLAOAzK6++j4/Pd6DvPj2PCIMFXWz6pD+p7dS5MpLSiF7AlwGeCytCdA+w1CSoXe1VqfaummRf0EVW9VvhGb9S3tEfvJkFzNqFvCewydqunAHQ8H9lHVB9R9UvFLWPgvQF+WhkGjQJVd60qZo2KSlU/8KzPX7i3SRGA+BZhyJZAtSbrz9jbYoV+jJkz7YHQflLp371JdRztALQt36XC7x7nQOiaacnCewH+tiKaczH3plIMPcR8AZbxc8ABbCaC97zntjZTtrCNAeKzNvTi7L5A11A9xJ4E+IaFRvsLm6HtOqJ3rQaDXYB2CZMAloAs7U4awwrw9fKnrQC1FYt+pjZK5QYQsXt+Wh61wlFfpAwT+PjZ769SPc+6PnvOPLGm7tZtU4KdT4LAJt2hJ0nCwQa8vuYcZHxZKyI/maKr6mttC8YCCN64Xexikjzox4ov+vQZSY+Zu8wzSUToC7Q1+suegasjLLLYmAgtI7DXmE/X2fhMe7znuTyLqnWTHy3OWN1AUB0b0qroUJMnwewiCQfYW/TI5Z2eRD+xF5uUlH+urzfRA3YIEvdkUHmatelZnOcxh9hO7F2YnLjwP3j+JqHchnGH/SWTignhrDPVxrAlyGLTGcCaPrsJ/e+XgH58Dnljnok7PAtQtz2LZYQANMHuQweQoGlhEIx2SCwJVFRBknDMufA+YA7668UPUkOjq3jf+6G2xs7ds6IJyLBkRV+x9z7e0UeZhIrvA0pCkSwIcv6Q++UsyOQxf5yFguqJOcSnooJ+Lyvj1M6M7XUqeWEyI0HVlm8A8nye6mspiJkSbGAACeS61duxgX/6MXr4mwBw7a57n7ImsJ+QqBR9nyrlxmKapLcxAZNDZSAk0YfzNxWK2aP8NzY3iQDo2MsrwXoqW2U7IjYy9j5nXu0C3GNtLmSKiuHvMk7WGTDt/JwWMNhynBWcNVbukfzAOYo/jQ3SdhoIUwBEUvfP21vbau5HAbiYL3r9fsyfUhoDlsFkACvNJOw2WYqWOY11ABRqez+IngXUwz9Ebzb2k0nDfiTJ4DMJh5lG5Ioh3L4KM8G7m1QeP63NKpsgOhGqbBPLmAfPZao5jX1WcgfkQxG8ptVJxk++EyAcssR+olKZaujWbmTMt6/vnf1v//v7s59C+3wHk8y3+Dop516cgIrY9rTPfSJt9c3LYtaENNvF8E68L72Ov6SH8OcPN2f/6B/9kArjDr09gNnvnDul2iV5/wEyFpt54sMbd+qL8LV878ffRsayrtjdJaQjwST7lYRgmJPYr9il6CSStbT7rfxkTI2r5HlS/3JPb76/d6W8lgGRwgQAZzvVpDo29sYWKKDjaTWiz8++0OfS/gLQs2gLZiGqbrFv8BuoeH/4aBNNZeFjb+I7tjIWfyLHCYDpRWidyVcDF+HnJMSRdM1IiUljQ3JOAPKTCMWHlmWI/YweJ+7CfC2Ww32gCCfZ5959ei0/PPvn//z92auwT3A+iR+Y0Pgktgjv+SHnPzb7+sUkKiA0VLmz7sQuYTks6JlY3Is/+O7sb/3tx2d/lIr5wiCEkIgVkDAOC1bjF4Ka2nvOu/if8lv/eNa/cT/OYc5PCkBasDBgb2IK2Cro2ORl5XOyCZRpbeK1de2xHTgHcZu5B/F04l34GOiPeT7jEI8y/sk41k/pGOdMbjxlx41MA0y34AL73f7Bgtbae/Uj8kAKNQp55ObGP7Wdey7OWY3+OuB2UO3nHRnnstQ2CJ777VnKsWtuoD4VZtq22eRnZeCYsWLrkOzRZ3JG91yeX44b1cS7bNRTfK1zcPuuaUJVkEv1vKAgP1+j8khrtRUG8wDXuRN72ORIiLflxv1Xg037s36e4B99Kszq2Mz2xiYLAM9m7gTyUQHn+fHh8/N47597NksLoW9WpL8t/Wzf5TjmBZH4+fbA3fvbk1KHRy5yn7t9Cl3YCfSM0Oz773h2Tk6BVu63wZ4dy1YM4FyWzgcAGKC5m8zxnq7HAWjGaGZTc+DMgclnW0U3BxFG3Wml8OlnzdY9ZreeAtbMDb+zAswKPf6+4PspyLH3QEmZtbLrPTNRAVQDMM7161ndltfvRmYHIy4EXU29HgdRCWbzqtj5AgfDUPpGjKQzRRFw8AjcH2hlW3FyBMt5PgaDSQEGWJe2AKAGQIixbY9c3qYBAkeRfzxSjgC0h8JWr/rWOtTKwGiXUuRY/VpZ4tWR14xZeUVBEyRQgQzupZE7zvfHyDHmK0H1pfPe/bCKVVk9rq2OAu/jgWPfRjNUF8SzAl1juhnBI1sLQHG/Vlh1H7q+p8CwP9Oxs9+NtDaddyoQkdHde6uXAHdaresBu9c6NpUa5DvvrhwbkFtHmN9zcLBPDS5yY403D3R1RkHLMZLNlLdiF4XcfgRZiK34lrZBAHIvcxGPc4ohrsNtMLoVyhmAgKYVzgW3G8ySem7fpVk87e3k3ZsZVDnBmQTcZ8wZ/8xXjRySAWYNv/LZWUPkiIrXTY44mcLO/yaI1NnuRLGPBDmtOpdOoxIN0IgMJ4DE++qUC2zzHq2YLfBt0Exq8aU2VE8uDek+97jmZLyrR2QK2EQIEy/OJxC3jjE6ApCCE9zemp4dS9/IeSGgZpV0dUrnRyCFDEmBKAKzAtsYmKw3vJNU9u45VIqsCUgsqwA5kKWWJThMhQ4Vbk0KMaiJQXsEgE060eF0TVfOD8A6AABAep0KP8Q5grHzGKqZE6ODgKGVNFK6biUaADAXc0RgCHlhDgDu0Xf2r7FXlvfXgV+djpPOnBQEL22lGe0CQa43f9j7palGNy6oW+PHfbhrUcMPoBI6E/45ZL5uwpaBe3SN9D3OzYLKreyi6nt0fs/OZNTW2Yps2udZXV+Q+QBqWp1UvTAU0OwB1pcgPXsbh6u0Ng0mxUEaxx5AiTnAFqDCi6rUVmhOPxkAulYAY/gWhJc2VEB3e3ugH9iv6nSMMDYk3zPgYCU8641sIl/o9e7bXBjWGGEYjVjCTeBoRQLUdp5zXzK27hMCWs1KXaDBe9j3zTBGgxYY0eh7DEgqb6YaBbqtBosB/xtk5lZQbvHt3LdrGBAWKutWiW82v2dEaf8nGUld6vuR7V1gNc+xglrATKffYBDjqo3UIL8Vola0+Y5HKnnWUu+WwJcgD+BYdOT00EaZUpG1Nti79iBMpmoCmQ0sZE8TYN2qbpJCFvxtL9ixpXgue+o61cDor9ev33Yuceo4y88THGAoH6fiicDxZm4yvi8JcF5cXLai/G28OZw1nLTiD5FbKAmRO/sV4xTba5JXBhDifszDlwYKp/9ino++JcBM77PN6DTwzbmvLnsTgJF5BJjonq5u5HxFzxn0WaaN9vtkfobCWV2T3nSR/zpl0NKOfrfPJjLv2rfimJfN3miFDG5PkyFIAmHhCLwTFCCw+riBgq+5H0Fskg6+ElDOZ5EdgjQkSrWCEfnIM0nogQH2EwGLOMzNbC1TikCzdgvnuvpRKtaKTB1wg9FWhihXOlza1FBC27OW/V16y55lAYCz5guUAw4hiwWAGlmBOYAgjdSuOF2tTCfpKf9IS4h8JmAEwAQIOsmMTCeU1gRo6ysM1eACwKXlyzjQy6VbrJ7tKW+AK/9Fgkr1bSuYmGLpoFcn09N2/SoCkcg7/oG9FaUW507t98lcAUoAvrMHsX9IdMt73oW2FK1BUBld8/LlTbPX6QHnPbBppfTieQs6YPbpV1lJUbuGiq3cV9kyYNWgdwEwZsWzeGn/2msQ6mYqZCI7tuYA5LH6sFT5rbSTrhSgkWAwckAFFjoVwJjKAs+tSdLK2iubzJ22JzJNgATKNtaaDcg+rx3WiRyBym+w/9BhnOGcUZvswHwRSG/lfII1rbJOAABb0T6eriEy9yjZ+gQ/SiVNBXDWkIC+/Zzswcz5gF1EAJRAPvPE/BIkek+JWO/m59fP4j3p97lna8/zfsTEUx5P0M0M9fwu5yUBo88frXJ9nOAiOvVT6bxNpmnrDBI2qrQ0QrGJkRUCqg0b138gWUd7Z+mc7T8sdSvBVfQsNj46sOOun2MSBBdz2P7ZAeE5T/ueE/TyXPds28vgrT5G99kEkBGnBuTpVxcZuQ4A0mTjfPEmfXEVNyus2bPI2quXd9W3yAF6wj5eUOtJRf42SijaTnU4/hlnNFW/6DX0Hj0GsV0uk8BCgFf2g6xXguPb4qmBQc5bqpIABAhQ11w5b1DvawCGs3sZU6qD2Oyct9hMrZitDT4Ba4LNpXfMqAKkkgS1SUFHf8jn61vZd3z3T20QqtZK8wcdr/ZjQbF8i+pR9Hgpq/Oz2h8ZD/r1ggSXiZtgb2+gdPcJ1eGAZJvo+yb0+1xUUQLK3UU/bS95GRBYDxON2P9UccjOQN9Utx/rx37jPESntzouPyepoGdm1rNVdZGnm/RHfBSQ8SrJRlwAPVyAVFSDA2QA2HIWYAfQWw9mh5uXAuPdR9H/rZrN2fgs1NKsAWdiAQUSJLM/oNVDzpgwZETwx7OvLR+iR25TSSsTHIkTUsEzH8ga/ejLIkO/+Pyds5REji+ZY0BdQHT8xNoQQx+4vkL14SRaOT8A1ACWBN+TPBIZXLtPBiOArn6wIIWVzwH9AtKxH96nmpDEG95tq3nQ45cJqpYeN7Y28/h9koMMXOob8J6fUiXJ+VyWmNpdSJAAMH0cuQ/+zqubl+qU2ChNmsxZfpmzpQEOkrDaM5lALD5AAuJJhvk5nyEBurZjWZywc0ykBQg19uV5yXM9P5RTzs8m6JHcmLMYeShDSytu2FNS/3IbWwd8DLhE311bfbQvdu2iADelbtSGx/404UNd3z38c2i+o1tarR6Bxke01YxUxYyfRL+yiVUvkjhnIrnsDto92NmvX79JQhOgQpJqUrW9ifHdm9gD0bU//PDiaNPkfajaY+53za0Ij52QpXj9WuChAFEugPYmtdN6YCoskQfmnrXED0KO2Xi3t1CXRz/ke42PNYYmAIz80jsdcLc6CIC3iUHorPEf8sXqnejnJuMWUDchuz4asp7f1ZYjYSAMO4/y7sw9PgI9kAHYoE8FJGEJnkafMzdNkIzOhPoZe+z5D5fVG5yprwPS2E5Mnwv52AQ9k1loR0AyC/qdpAvsRHXcy5evwwAQkLbFgBsLAxiDmQpg66pzxZ5kvE+fAfZjq0x8DJs0a4QNOwLT876JfLkA3ZnDz6VwzQMjizJrAIJoS3GWfOIsGD9S/Y9fRoJJ9DK9X9MvFJ+U2o6/9SePs07ot5w9AYx6Xk5iDow57L/nL0y8eBediRyVQaEWK9uIfQJzRYCc9oTF1iCBDzl1XX/1q2faEzl3OXsaF2R+k7AE4cZv/4qqSxiKsJmg1E9yRXIKrGi8l9+TqEsiMFV/nIHGyGhRQAxmiw/Qv+hdYpYklMAiQMXsix8ApQMC/jUJbNOCrgl+xu+brJ3gyF38NHRmE155twfu5XcBGx8/uk6Cre0xPn9EF3iOsPWgIAbk/Vhq9vhNxIeyPrSpEVSdCtUw0/A+f/2bl02O+NUL1pNkcAH+Texk/5Po2/T1nGWXSa6pT5o+qHwOQE/qa/52vxTV96Ibv4uMkQRGZXl/lce9zjmyFL61P0pdjk1rEkIryEMtfnMTAD92K4m2VGnXBmksPgwFL0OpnAroJgqntcp5AHqYNs6zv+lX+j7xmbcBHP/V/xSblcTWjJ8OH00IzDqhX7AvSRAhsefbJ8DVgHcwqMSO5IyxpYI6kISGzEqeHx3x9u7sv/wv0nebhK7s3Q/RyexdEglqV0Vm7t8nNpckmyR4rN9QU21MPvb1XWT3Z+jPSd5OYoLtQUxGeRRbrfZmzzNjWax5WxYQx8DOhhGBeG2Gia2PbG7LEuzJtqkquw1xGc8x4jePQrFc7DMz97asHCa64rcx1zwTOQKwlcY+yU2wUhDTyoOx40goYn1pCVWWtdiI+DhcFmbQbgH2CPXQ2ztkytYO2IPIBBf2EUkTbTHUv3O+v49dBjV7Ehay5E3Uj27AF8SOg+oaymxCG7W3c3+Yq5Cte9EbVAD/k39yE1VkmxUufClif983UTNnGXEV4k4kRaCjcm9iFt/FJ2J/cWaRXMJZen4f+vskQmZf/6f/2Q+Zo96y8/RlqcFJrIpeQyeVmWj8H+JzZTjNexv2mvhmK9fzZ2xG5MaYOf4hrDEwScSfIykDOzl+Gu+8rSTBUjgDPMUjliRbUACYZ+DnfGr7n+zEfI/zeGMcK3+nOFR/h/+Oud548/whBjH4xMa2aGmw7f64P/sVvdoiNMIJHAF9D89sMQxk3HVoWLU2pgl3jIfnfxm7tz4Q9mntHmOgzBt+ub6ANmsLqRpPEKv6Ov4DcRbOgEP7jfok+Vl+XmwEGQFTmQKFAwDM4BaIORimM1unwLAvofDyLxagAVzOCRSicUqdjxNn+1gd7O/NpBOEOP3eQUE0s3IrH9ygO8F+3/vweYRig/q9L4H7LqgT3J5L8+VWgDZbUvDUewz9BO9DAIqUlv7czyAUPG/BHH/HC/uZLuTJmHZ8m9V7Wh18CqLOTPXYxvm24s7KODnOmdAJeLPYCNhKvF+uQlyQ2nn/ZaXy6Xvw/QWEdxynIMDc8iAH0G3sM07BYhdwaGgXrGa+2QQMOf9stfTSaO+9D8/IfyDkAqUYRMgLAsraMJ8DUJSaxavL1eDBZjBGQYwhXYCnzpwGE3GppaZSrtGUk2k7mfzSzRwBqYIPNZZnUxaEQVlrWOzF5t3MmQVaVpaIzWjgOW7o+Eol3Bc4HoCs41Zz730LOhDQnCrvTvPsE/4bJd5gVzMOj0Air8f4tiLRnn9HOWesy7EvSH8EfXTA3B9m15jZepxzg/oAGbs366TmXehLgGFeSjP24dDm/ltrPfvYNXRe2gC+CgyFtZmL6o32M6xDzJpa/Y2YtFKVIORkjjdgTOU7e7BV4BhQKCOD5FwcuMgxc1RgbBRHe802y+/YjxUjEyVZ+t8Btbai24AWyj4OEBVfI5alsMsYV9nriBJUNqBqhriH3Xmcp1ansFYcMjhXUf4cZAcaZuZm5sigvjqs46e6MboJB49glfJx/MO7oasXwCtI2CD5kar8lPr9AGRjVEYgS0XNM5DZjsN5LCjGWPLuVOhYDdqlYQSdbw9Dq79b3doKa3X26qcNBpk8MIbBHGJ79pjlZFCf9+T7NcinPxzPbgVw/m01lRaQej8OVPe273xYa8Ao5AxDEMWwMtj3EPTfNSLzTeB16NC4X96Z6oQGcen3MzKE6vuag9uMPCbEIDNr3+eNbBi0dlcoh8A+0ORZcb1nJ+O2N9UAs4whRtf2O8HRkaLI/cvntkoWg3PjqehOkzFYo5ETApyRb+RYMAMaNPaLVMsGcK0cXP3Ac/Uo+T/u49xJMXzcj4xlM1lbjdegmWcq1EBk96n8BAvsTcteY66le2yQqXuZDF7OliOwvNXljGTBRdaN9ysLevYqgXzOYY1vEhoYg0Fhxt8eUf2+laituicjemip+z2yy0nUyRxB24ysl5qt+sugVEFU7BYciQIyJkiY7GFVG4GU9nchUWHWnPWgL5bPZkOboc5eM2CIM21VZ3tcxlGrzHDOUrGPnxFni3GQpKSM25ed/cb6V9dFpjxzj1VWCyIogXO14gm6X8Efzk+AScE4A1vMVZNr2Ff0z6MKcfYmtopniWCl9zDjkWuDUfwK6h1BYhNIqLTmvqW8reypt/jdtv/gHnUME3XY3iacVQ1iZa5wrgh+QQFKUI95Y3w4rmaiars0oWpAfGQPCkTmkyBUs2NrYFuVVrB+KqNZI5OxGiHtvS4CdjDGd9AZ83eqlMHSI2Jv0oOTNSWYBGCA86nzqDNjOw8DWktx2l6u+T2gLZm9yAGV71TJQwmJY7tOlXYAMiATAUlh/K76uvrZcwnKdQOdJo3YYwqALkHIBimO+oB5J3DWhJYFVifQxKfaxgLnDT3Z4Nu9BkYLtE5FLjS4S4/OHq+uR44LWOPUCRqubfLmFh0QMD0OLoElbQAD7K6/lIr2XZ39lnHXAQQYImF0zrwGhzNJzGntfZysJgKxPgQgoEKk4py50AYDqAaUzQ6en7GXAUVIWiG4ZZUmleUCWlSn0jOMAGAykwfI5Z0A8KAgFWiSGn7pM3kf5ozAG+9DkNm+O1bgikeq55H59iHLPRp84DO5P30brWLlbEuv3MhuK156YBAYSRCiVPToCBM0eC4exFLR96UzJ8gJlLxXl+ndljPsfXuaan/1rMwcakvn+W2XIJgnfSsbXZuw712qtyQd0WeZBLhWXxNh5dwmOML5YtXbz/TFrR0w859noTcJYrBuslVYqfWFQHep+KjCx96A/cJeem2rkuqP6psEyzhTeG8CR01SJXCe+eD9OR+bMJbgHAA4L8XxtslKHmnStpG9LS2zAXFDqMwjgAi6nHOCXtgmHC51ns436+C5uf5ng18FU6yIZL0BI6Qklx6Zs42EJUAeAx6cs1MBj//HOZgfCQAPI1RW9dQPaVYcEMYAACAASURBVAVX9tZteyja1wrw7zZBw2ep1KlKzp83ofPk9+1pzp5F1kkKmupnzhmqwZnT9QFqc5EIQKJFz04AcABk/AjAXxOxODsfQ99dlcK+5tMbqDBQeXdD0hk0dMiPARGu9tDMfkH3Id/SuJssx3OkrreXJn4Z9h/0vldPQmWcAdpDeqrn6TfYqlECWucFt3gHKr9kXrBv/KPoL+QTilOCtIIH6vb2Co3u5mLPGqgOkM+7T+IxfhJgKO/J+JtsjN5pLzH1Or+jsgw6zwYWs2/ZG+gkAofsG/1D9jlzIdi41Zj4UpzD7fMIYNZ9Y5LXXvyMyjPkGR3QHswj/9xY30qbd2MUnHFtjTC+U5Nosmalhm6QCBtMcHMySaqneDwgFm0xuHrLA4Av/XvPfeytqWgoiw59UalcbzIhKss1IjhXYGvkXep8Ky04L3lN9PVF5Kq2QuXtY8FdLs43rtpoATYWmAZ48OckR4XimB60JD60IsWe1O0hGhpwsi4Jbh+oG0s3m7Mt70kyU0U0gyYZwF5wrKsU3WVqygVoDVAMYEawFEDcdzYACqMB724yk+wxgiBJ0mg1HmwfUjs3+Tbj/NRWAgYLSUpjbtEPnHvoU+aYdWbNmT/bethPleVbAPjnVLBSTVgqfxhS8j5liMj8d4/FtoAWmhc1MEyCNwFndJNtOEyA5JDSNn/5kh7b2DYCwAAivcfYewCytVMzkPeclfkq5yljbsUnfnbehfcmKEuPVGTB+UaoPAuxA6U6HAc772JiyuqAYSOjdzz92JtR7/gAUkgEAcDArqGCq/5xZR0glIQV+rkG3GhlG6Pn/vY5vR9wSducvULrgQH9Gp9yL7THYOUJfYZ+9x25GD92JXGGRwHv0DkkGrqH8flkNSqTQ/Y4NiHxkytsM4CM8Xk3mReAkofWP51WRH/9GwA89rf6QJ3j2Iyj5CzOWlB5WeYrKsvwP/MKVOTu3l76a/ezJoX9bQ0uywjhWQTATgsI/C3kDL8Q/xG5ww4kEaQJvZFxj3kqu7awBz19V5CO8wv7EMDjY/QjNnrntC0aAO2xobGhPp89TcUkv4NZg3WoDUBCVj6Lvd+kLOQ3z/wATXiADMZy/kB6aWSWlgiwszAfssFiM8sMgl1cX3NinJvIdhnq5u7tnIc8s7Zl9PAyam2CO/ZJwe4IBp+DcYUzlUQS7PPLJ/o6rOFtQCbbt5jYx9XlA+jLWf0ddnDW7kNaUfzZn/1h9AnniZXD2Lf4SQDyJGzg55FkyjiZs5e/cT9cPyNumc/m/GSPv77BLv4SIB3dJJjwNmxcTbDJ+rx4EVA1Mv/Tb5HZ2+hFWnpk/h4Sk3p49pv0iz37GZ2hf4hfA6ga8zHzenb2V78hgTatW2jBE9m0133GGTD78SPYToa+GN2kcB70Obr5xYsnAYvfFTws4JfqPkDOTai5zP5pK47MJ/v5cc7ubz3n2cme05XdzBNrevOKWBBylIrnzN+TJ6yf8Q32ODLxGds0Pu/3sAkMILWh2dswUkD5/Id/8EPliHZU9WWw4QHuZr913+OPZE14L8Z/k7MHn7/23QVtWR6FQQC7LDZs/ikAHOroUZWdi/XbkMEClRnj9vzFPrkKcEoSN0lRZcf68vbsxa+uOqYyONzQ+5VCBSvFH1/GXsBGvpd9GWn6zV+dnf0P/+OrQMO0IUqcYhK4YaT5Obr7+fMXnu/R9egoEgAZ7z2SFlDe2DNomvp/sTeio5C7syRovE2v63/4D5M48T0FAxZH1S+A2h2/vomp6KmMCfs3MsF+hWGDD7MmnPViEdLLN9kjsi4WQ0ES8QErPl+/pgUBPZIj06Esx6/gnRvPiu7HLofphHOyvvGwZzGv+AelZsdngdIcnCFA/YPIOfrOWDdjOLYbpf+3fgftybgH/orta3qe5A/tHLAh1ef2Z20OE7uBSu362nyYCtpQbL+05QDnAEC+icDrF5HkzpdPWr+UdYh9r31P8igAO0lGMoYMAB77hLl/c0dAGT8x8pLx/uP/+qf42C/aaozrbeIm9StqD+ETm5xPkod0+4C3sHbYMmFbFXCO6I/LevjHv3589qf/4ePIJwVB+cMJE93S/dW2K9hd9Ds3BoUfr03Peqr4SJKTzt4Y68YJ+Pv6Hqw78kEytrFYkkJiS+RsJTkHGwTbjHenGKWJ8JFlZIL7cZbwO+WI+D/v6rnApd+N7SM+U7uo/rk2Q9sHNebi+bs4Bb/kO7ZLMV7BT/BTGHt1fuMdxq2XYbVMQY31D57I3shniXyQfIpeEewlmVT2kwLTeY4sdbBWossE5WW+MPHLHsOe/YuZrr9Awt16Dtha+J4WPBKHi5xuBbCi+29fWxnMb7YKeAGKTuTaafOU3SCbWXsKAp/efSt+92f79zVIajxjHM7kL5j7u8CyhsGJg5RxHMGlY9DBCdOx7bsQ1KoTb+DJn7l4p1V7S5vM7+1Rt9O5ANOxLJ3vnl57X1aA3y34sp/pGOpcSh18oJg+Baij4I7PdIwHys0Zk1UhR0PutOq4a3TiPP5yDY5Awu9b+4JPBAMqoEfH3s2kYOokOJ/bB68b6FB17bzvnDPVVZANPi2lEsrE92J5GjRuBZ/UH6ffP1Ye+l7fuMdMPLKi4pigTN/7+HvusxWwBcoIeG3mfYMQBlb51vYD5NYGwtk4VjcZzFR574bbys8Ce3yJYFx+T4Cf6xRA3wqPfa8NBErxphOyPyvIk3VYwKTfyXtSGcrrCUCroJSfVQ4jDyia/IPyb6+dOvUe6oKprJVZhIIkVmruezWrdtBOFdtRyKVLReFO7+TMi9UsHjRSRx0pxQ9z1YDgZPR1xASbnA0cXJ1AKFg3AYEP4YS5T9onmR/N+jp2aZ+s3DleCwDzExzi3UvIdg0rAp9kIOe/65zE6Ob7299t9dLSnTGPGNmH1KNmefpEq48nm2j0zYKO9gRQWecNdEZ6SgDy0RvO++y9rMp2jg7B01YzSo1fSqNx3Hj8VhlStWcgmEMzB3m+T0DLyiXn16xeez8W3Id2OvfgYC4oxz5ay3gM39IkxVbCKLd3QUWlq8dFANuDc2SnjAAEwSezKp/nu06VFepcBlJ1orhahV4wiDVdANikgOqgfOYAALfS1aBIq1XorZqlKTC7+3v20j5n99MGG1ZWCgLl3juO3UccwOij9u0liEOlVWdVwOhLgEP2k4GobR+wQbgKUueJde/V6gwC5VDOpXJ4aCf5FSDk7hHPJwNrLAVrjTOK8durle8804QnDNVNRgH8WYOc9axzm3EQkLHq3YoO+1G6jvvdrSJWPjRq+PrhTMG5zu/QNVKQj6NfY4dtOsZaDDbGVgrGUtxIoda1R4fkNtLeyjhAIGXpHJtt37NHcHFp8QnutG9TdAABt8ob7weNHgHyyHMD7lQbTQVHp7zPM1EDsMlsPqibCdYZfCiIhdOTsTCfBMR2rtaoNbNdiICpl5bRbD/uwf2wKQgcYui2T2hZPQQOpNX1vH9ItWW++zHPRbak6jGojr4FaC0NY412Kfq7T/MqzNv2s/VMco0FSrEpvFdbMDDaZg0yCu2hzgmBkMzT0okSrCq4PjKHPuX5BDiXLaC9o/J7e0aTkW9GInsO6nees7YTgCI6B3ExgQMAw7ESwOwasO9bbcbYQ9WYShdkCEor1gz9RbCrSU9jh+AcoxdKdxrwAxmwD6rVIATPO/+Z3NLxFLA+giqsGdmpOPsEseipyXoYCBIQJQhPkJTvnQLk5zicAL55JvcF+PqWwD574OsXHM1ugDqdONENtuSzVulPcpc5FHWyGB/OUQPLDYQi8/Q4M/P58yfWkjNZR+TNm1DhVfbtkceNWmlJ/+lUEPNzAuSsCfsDvSSVa+jKp2KkYqBK6vW6juEwdlQurFrgWl1dycnzW5nfnsDYWH6GfxHILoBTID3AJDqq6yeozcVa1Q5OcIlvEcAiAGbFGZXGAOScQehZbSwZAWDsYA5xko8AcPVhtkeTKppohV7SpmyvoNqTm0zJabiOnHaA7DOcOzpULD/nM8FOQUl7X1KNSnDK3qoEEXwGiS1UfbLOrbzMOtjrzj0m5ZR9qNhXpWpsL2YDh3imvCOgzAUV7Bk/cs/PqNamRyJU4wC5tUcKyBIMCygB/X+TdwgAUbXHe2ov11ZEb49dix3NOpqktslcsdk4Z/P3Upxl4ksl2HMMen3PBn7H5bmBHkIf59kBsrAxtqfp9pVigZEnxoD+LFBIgmXu2z7Ac5bouIcKL0BxgaDM4dNQZHJ+vn+rHuVdAEDttW4CQYFE7MkEZ9EnZMPrDOv/mOxh/3H0yuXF9ex9JlC9yFlK9Vbt/swn1LOccwSZqZitDYzuJvBDv8Xcl4Ax8n4/tIfbb1NQGnt6wT/tPi4ry7H/SWJDlyRZpX2pqVrJmc9t89m7OyiMU6E41fn2KLYvF7e6CnUtz+j+LluBAXPWe/2im8x36Y3bI96+pHz3OhUk3XcBtbp/CTTUyLaq3ep8e+xxppIgioyxZ6+anKHPSmCbs4H3J4hBFSDrRMCdykQkrz5F8UOqrqNXE6DnvgDLnz7QJx7fKkKY+bBKWx+lDB2cMQkaobNJTFif+Tbf5TkkxiB/7IGPrYxLNX8eWL8se7KU99EjnEHsI3qBlRKwOs3EUPUjvdqsUlhgh3O+Mt61Engkaew2cwYIBujWMwg/kWBvzsvSrWVupFpWdxGkk5Lb5Iyv9CdNQhD6izOPfUMCSVmyMlFrN5QJAt8qATjOWoI42uO2foAhpboiz0HHemnDsDcKmhBcLSMROkn9wbX9u9evagJa7mEC3NHPeP5cSu36jk2gRg2g4yapt/a8Ng7rQTUWgba2ispaWmUvHSN7r1W4TUATrF3bjT3OehVkaoKJ+6XMR7lXk1CY57zbdd6t8pQLPY0eQdYYhww4nke/CwAf/CdELQIBMIvep6KaebGncihlUz1FVRxBZKsPBSllozIJjKvV4GPrIpd9lxYV0HdSylKTr4gBPawcAwAzF8sahn0lHT6V4FQNr8xJpUpFu+9DcBOKR/xE5vJTwatSn0Y4t/86tmLlMGNsYBNdl3kD/PV7Ai7Y9YyXpB90B/ICiLfVqVY762OsLwTwRwCd779PtWr72dZmPA+gQeU3yecBFqc6mLW7u0OHhzozFdEAwAAb7zLfjwKCAEByaT8LvgGQQhn5OM9CVmrzdNMj79sSyuA0q1AfsL/XXlUOA0hkbahYWrDvTZI+kI+tJgP858xGn+onm3xD4hH6n/hUg/55pzfp19hKa6hTIzcEYAEPcRuYH1raaCd/d6g8xi6hApZK742DmABp7/nXYdxYsF1Kd/Q5Ntm2ZANojS9JPAl/l0Bvfsd6VS+Wuj++TxmFYhtfc2jQszL7jqA7rTMmOMw78wcbiz3WvzNWdFTjP/r99DLX1jCR0360qwv4N8DIvVbqoleNTWKLUqWa78dmBkzF1kAfmRQugxHjZf0B9RvHm2pk47gmRjAGqGTRv58DyNCb297LjsNe7VL9QmGN3YyckgixAXZ+xjpuzNdEYJmmmB/ohbeVF99D5qwIZmwkVtjegGIFbakHsy+wS60gu85eUh/gW6bKN/13j+3HOBNvkhBz3fNzKYM5u+1pDgsQNLwmsHAGvA6gxPOW7YhkGyrjmUfYLq4CVj74/v3ZH/368uzZkwCGgJM951PBfEOrDuSTpDESHkjA0G9mHn77bwAGANdlTmAfofMBZ/HhWtU+SfzYtrehheUz2LTs9Y+h9CU+dJX+3FQe3guA/l2A39ev6MmUOMLZFg9gy6Ty+Hn2T+y/2zIoXVRPCQDn/Mw98QNIjJ286cbJOg/zb2JtnEOcx+h2VO3z9Bf+6ae72u0k/gDCnNPiIGc55xDnLWZZk+XRuqoLbTP6gNNaJ34Ftin77PIq9yHPp7S6Jorz80952Bv0M0nSE9tmbLUv47v9+ONNEyQvoyN6DvInzwUjLMEg78ELjT2NDXKD3mnoihckQYFWBJeh0I7uzr7BDidWd/2MGKl0/7bWwR6FrWcqVYkJ5HOcPa9evT57jA8QPcS7oW+/fHsXmZJJByzoW47d9qlO4moTmWDfYTyv4mvHF/0//q8PZ//3b+ILB9jnLCLpiHgj/jN/5xw3mTL7K++A/+pc83ICwLW/S/FNSxT8amITDwM+BwD+z9Mu4XuS3KkStzhIeT/+u/b+6H/2BUmwJF6QzEAykbqHeGr851ZWmnTMmVwbM3PHmQZgWdwmiRLfPj3M+QLFvUU99G5mDjkbrIyVtfDulhYlAsDI7e0N9pc6lISLB9+bwL/Fgq6pcgWzjH6csRqTNrVF2DM8dxOoOEParmLkpQcefu7ICWcV8vsqfbW3bzqzQjJv41G1pSeWO9/lXn23vDNnJ/e4aIsc4i4Uthjrwe8sE1iuu1seih2bMymf/cf/1Y9nj58EAJ7WKW/iJyCovO9F3kdfl4ewDgLA2LGyVQkA177Mz4hPYHfjqV08ToJFEkX+9r//JFXhsuZQ+9I4MzTqTZRmKPpbZZGFlSqyZ2sewU7zlogNo5e1E5h/5qpyhNzkfdEBtvLCvtaXJZllzwOKtWSXM066CQCcN8iBbUdNtF/c6hjjZY7Rn4wj69gew8ok32Us2ADtVNQRjozw71kjfrHxkvVddh+gd7DTGkstiwhnOT72qC/e9/B9EwawH+jrXd+6YWZ8GPVaQ/LIaZ/tHqEVWnGZFlMex4L/0lhdvrDxTsbfwprRx8Sr/i0A+PdRQVt2PRnPfXmDHGbu6fTuxbhQ8lynAOtO0vFzBvz3WodtK319mSPgarDQyTwFbxdoFozT0Nln788wwJfmeX///zW+pTveChazuH1HFqR5szjoNY4EkWvcAkydgGOnlbsc2qfvz31WIO0nKHhCAEJFZOCvNFj57L73gkNLJbqOyv58AxA7pwegfpbptLJ53/8UXP7lOk5AgzlH1LIgVogKNDI+lt6qT2mUMJ4a8K3TZGbakft8ttAoWUFOJNFKL76777uHFc/CoDy9tsLINSCoIRi78rPVQnXU+X3B2lMZ3b49I3+tIFSmOYD3Ym6tDJR+1ux0egVNBurJoDboXjrZ2dCHPsKd++PzdXKtTm8GeOXcYCHX5wGzTgFjft6g2hiwSxV5oLlmBQ4CtsD0LxVTK/K6jseB1/DZoOBU+wiGGKjh8F3wt4q3lJFWgux+bC+TOvQ9fzpf3Sv5wb7rKagp1fmkSjEe7juBRr6362iwzkNI7cvfd8+53wjSGRBZwE0gkzXv/LGuHLCsLXNX/eH7e9i4XmwygRTp17tvAP4ahO5NOubOV7+QH+2/88OVsQWfmWeDACh9A5MF6QHdGBfAzOgyDoD2XiqdsWDoAqIGGckoBAjlXjgkOhLsiwZSN9Mo90PHEQR03gVKMZZZs9JAMb/QTRSoV0+uXPHfpQvLdxn7vq9gpwEXD99UOpI51FME4Zb2mneo7m92+9w737EnIgfqVuI5/2UuYI1P3rdO2lBuHoKps3UMyltFQFBAnamssj+bRTp9EZSBPbIZc5zlPGsNDXQUa0ogYKn+C3BMNZCJC1ZYUurNXPOsVnnXDPL9oMqCSqU4/uzjVkP2kJ5zAf3due7um3VXhxCcLK02BzpnAp+r6Ak0oVs5e02ykF4ZWeLNBNBcE+bXClYrQqXh2r1gMg3OoXNr0O24plM1PnppA3k41TiyiM37OBqtSOlaVfjdX3m4GXIaWVRlcW8MHI2pCdQ26KgMcRl0xUnF8Fe+TMDQ4Op71mExKGEPXCsP2iMq80SGZqnZGsyUGs6zE6odE1oKsM8z93w2ocNKxc4BjiArM3vNLPZNPrCS/2tpmca+KPDNPBvIxaCTmj1B2qk+FUzVAblIP8vKe8bcauIMskY2jWByQVhgdQoAEQb19kCjr4tGrJVA9mdy/wqMLy3nZtO2LxY35T701SGTOd+vEVpQhHefdcwNkQvmk/clw3dtLsa91dTsLRNFdO7BWpA5wK9WrzF/mUCezXsR9C3LSn641T3MrX3HBYAFDAU0cAaamJTPb0BXm8Se7R8z93x2K7jZs+gvHEir1NSXneN4xgSIyBauLoosUu3JpFh9PP3FSYLIGlKNQyCylRMTDCM41f6k2dvbOqAJL+iwfI6xQuNfgB0HkQSGfPfLZzONeRg6ykpA5Z3gMO8uJeT0DU/EpLSQAcqshNcRJOBABTFjphIVGjSBGnpbvumzsJWQMfY/+636HWq+fI5eZZyLmwwhfdQEi+fMQQ/xeZzHG6iB8ywqhOm/1AxgEkgAVOcEbSXCAAHsH9aJc5cLNfv/svauPXZmSXZesnhnZpJJsrolTc8Y1m0gyNYVgmHBhm0ZMAY2ZNi/1P4D+gEjaeTxSIb1RZ8EezTT3UUmyeSdLHo964k451RpPvpUs8k8ec777nfv2LEjYkWsaDUN7vWc68yfSQe8RxXx0T758pkKOPoFEnBjL7N3AEo2WGzyxzozHz6EqjLPSmVHbTHWk4ztBpjv1TlV5hcUon/8VIZCcxRqM0AhdDcvbIGl2+LngnsJPuDICnSRqEEgUhrzUmcjWwPAcjMAHqo3GQdnsH3vlEEA6VbkTSIawDZyQfDUeRe8b5Vt9omVhtC2aQNs4uFXfAHEoOekQXLOwIcJfEPLejhrJ0GGtQJA4HV58aR6qclmTYrbc4d5YraguUcnxbaAeaB2JQkNoOY5N3DoozcKzmXuGMfDBFaRw7Z6qMwBdGijNaEo9n8T7PJFAQcrBtHpqL06tCS+keWc7zXhJtcCzCWAeBGqzvYs/ESA0f6X6H6opXc+WzGObOQ79JanAtt7yD7UVhyTBMK9LspVtr0CjwlzfM+qdenjm9BQPcsZ5XmETLAnOZIBbwmsU4FD0GXP1la05YsA/69CQ7vyxd9PAoiQrMU5qM9CjzertnmOtfH4m16/niOe+ayjwZNjdVkDSbU1CL7TZ9ye5+8aacVuMvBthQ+UdVT+RN828Gwgn4Xk7GWfA1zYM1fAg7VeMBXKXAJp+FC1bfMf8rtggSBmno+Ep9wX3S6d2bez1wG1Hyb5hKANYDH6i6AuQVlklG1oFa3gDgk3zAFniyw+ggv20ZLthv1RgDP3a8Axc8HcFzSNjLP+gLvoxU12W/20CUfb/5Zr6acTcLHigOMDsK2sIAm+sF8XoEYnLDiJXkDn8jxcA/psKnGtNCIgz1lC9ZC0yU2SyvUJupjUaFKnYCaJpwCK6L1Ug6eaEp3rPGBLAWJ/yT6alg9ZY8B9Ap082+ol5KkU66NnqZ6XOpg9TJBTJgjWDhBa6mj73VOZ9iRgTwOLU6l6O2B1k1agjNwEjtpeyPO7s6dX9oxmCq8TqOZ9/gDylOo8/0HZzFw0wA91e+5J5QZjW7p/ZIpKPuSKPdsetVDldp3VY7yW1ttkUMHT3X8Aa1DtNim4vhpyjj9F312o7afaOwoNMJfxAaS9SpX83VyPfrFNSoioSQPYHXxIQt5kZs4m9j77ZhO/8Qk839X72hYm4m1CFTIiraXnB3uUYPeC3tjXslPoo8EmAWDB+AFj2nsWX6CUmp4PAJpcv4wfrbLLOiGHlOZFtW87EmIZVunm/MxeRc8x19vT0QpGbQiq8NnrPr/VRdiZV08B4j3n6ePLfrt952N7scp4cCdAx6vqZBJpDC6ysracMekIYI8q8elZDmVx+lCiR0lSo/q2rWcyN9h1TWLIM8mUQx/cq/E3rJRH1/G8tbHH9zPmA6ilTY2cowdrU0Kl3FYD2qTYiyQR8J2PoUjGvf36xaSfi8gGdgDVYlQeMTbG/SW0ufiQ7DlkHduO9WHv0ZOcOUWXArDTtmN9LKrmWTftPsAImMPYh/RRltZblo8FK1K5Hhriq6uhoW3PTnQV56OVqQS/ARS7TplfgAQTAaBUDbDZ9hwAv9ijtodgz5mowOczfnQUe67tufSBCBS8T4INgXN6u+rb/xhwjgQRzi56S3ueYe/89rc/lCEB2wxbR5CfZDETEWkHYnKiPettiUOVI0m8WePYA93vsBql4pd5evOKdfMMfpx2HCbgpmozz2VV/fRDzVo2xhz7QPAZcJt+2sRVqJAFVMX+OO5H1tQ4iD1Hsal4LgCnUuA2oYIqV5KfqLSz5RhnIrIGMH919bTfB6ADKOT1niS2zLH2CnaE50BbI+ScL5tJk2Ft2UECIXEW7ImyNmWfPH5y5+yv/bVUZGa8yCXUuvdSoQhQ9fkLukD7oy1+aCeQT+Kn3Eq19NfP7E+YFez1y7VL4Rq7iaQMktCMxVVLZagTT6WaNr/DtYXGnbUl9kXuDjtbAOJIK64eN6mURDxk2ARurpt1oAo1FcBlnilWcGSuMx4zvSwjcNCoMl/sTcTsfZIpaaHDmXSe46WJppOY0lALcSFuk0sX6pmYEH+TuHb98ibPgX0kW82t0CFH+tRfOw7DA2ev8Y9I8g44WybH3KD+5hSPPAmVNrL8hH0y6p3v8UcGJX4wtsJe/OG3mcDI6/e/iNxnyZvon99zxmD7gKcyp5dP9HfYs634zTxiv/XF/GQe8bOamAyzRc4AwF/uwb3u3ksrm6u8n/t/xB6N6mr1JK10CuQyvttn/++ffj37t//u9dmHL/HhiGlh4/VsMpFQ+xB7gElMJfCTx9VjH5LwQpVpfYGwtaBD0WkAVzwPbT9s1ZBkyYD/f/AHlwGAsTEiX8SsJtGXNTldH8SjMYxZs5cvbGnjH/18C8FgnRjq78ZSMldNpvmcfsmpfIaqO3L+8b24A3ONOH+Oj4wOxTa4TBIDn0IPIM+cjfThBRSMWg1TgEnoUY/VVXx/QTWugW/JOfahFdlTeFY9aJIU32lSDGtAGXw+VR1IL+c6ob54VOS9Cbw9ZyeBPZ+pX0ssLNuwunfszxZiZY8DvFLpOmZFE6ZaIV3sxWfb5CDOk+2JS49hXJdbd3KWZi/+OlZQZwAAIABJREFU7//brwMAp5o9X2N9v2U896CxbrJNVj76jQSCezmHOHMbyyj4b4HRw4ck+vndtl4c9rbLtLPq2fzdu7O/9/d/ESA+sokZlfuQGMxZ1/g2axS7ibMCGwAbs7FCnjkg631Yc+oPHLGkcaH7nGANbROQDY++bsFTEwMQXvYv57xVshboEZ+yCpujAXY75EdsQFmz2I8CHGIMtlNqLHdYYKlwX2jCxAzjnOi17vd8j5gJds5hreefR5keGZh9IPMT8U0W+rgPdn0X3XIrMEZ7o5c1kWTE6navaY62Scy+Mqd8LHoGWGaT//obgG2nqnqaa2/1Mfpm4yu3bt731j950TdvARjcV8E8DxpH4gikKF4D2F9VuE4A4F6Hj/3sLvvzAka93jwZlz9OqMGLU7pmP3u85gEo5kssOEYowbQJZJwCwHu/0pR2bI6vQEoPSgNXG1TU2D7M+OG+CySfViYvP7nfP9J9WKHpmHfc3Ef6WKofBE+276PvkTnhMy4ovUAaRsgCw875cXJ771bmjIKZleW+KJh9rsN8Hh/tIAN81/J1g/w7Jw3CIpSMewKAC/ZULABLAM7ync1EXke8Dew716dl6iM/LX23wqB0xYAck13fwMaeHkjgAAYLXKNoNtBaAG2e4udV0PtwBY0AVeJ4G9DAKSBATWXYUYb385ud3KqtKDQO6Z3D07kXZMw6jsxhUG6W4gZOlFurXZirHgCzGRe0hOtdiiz2kRUPSy9XmtChdOg+o7qpWbBmnvL3ZmbvvPscPJ88+ktdvcBqOfqrJFSOBrMF13GGBs/tVT7VaD0CwK654Oru/QWBt8p055HnbkV3P2+GnXJ2lPuO9FSWZ77c/x6iBRTzD9dl9dJBdJ3fPIvXtkpjwUbWj/dXL7A+aLQVr15vKMcJV2rgHvfofq4VZZPsQbVsgejMYXtG5UP2cLU3cJu3j74sGDOJIuoVKExMBjkAsgAp+V6piGt0UI24yS3uKyse7ftHBlVf3d/0R5pACMYfFSx5SU0rgM16trfCVDy20jrj5io4D8yVlbRjwHPIHPQ935cOGQdJik77OG5SSitDCX7PPLanUv47AMknmcFLL1o5yj3WSV8duXp491t7mLWKCsP0WC2CwUYwrsB1q2TUf8oTTkL6wJRi14BEZax7X+qMXj9/AIDrb9TIN8OyYFN+Zu+g/6SkMyGEIOndUufiLBLM5jnU++pO9557DQNAI9Ygi+AIQfcFgE1acM3tSWtFNlWkGIELpByCGcj46BkDoQQwdS4ECcwMn+U7bBKGU8rLkW3BWzOIZSGwTy4gmJTXglHHsTt3p+dOdVP+YAQ2sDnAeTNdMwZoYmRoIMDC9QFeNNxK5TbnEFm7GMH0cLTfGnJmoL+MBXW2yfQGAPacMsBB1hzG4NC/oq+RB3qNzcuzjLWopssYqAxR/xHYwQC0qo31nIDNiVz2jG6AmKpDAKNUCU8lPtfgO/YPJ1gn2HuOR5uXIG8M7d4rgNboqNUpBOAwtgWu+T2BAoInOv419jjXc18cVzPvrXi+SYANnX03wcQm5kwwAsdDIEgWAIzdBROR2T4PBmquT4AUmeMZoPkUoIUhwe9sq46dSwx6s1M903hZ7cg+WB0kZZ49w91UgIM4TzzjVqpXl+Q/zhH7FFohC3j7nuBa9Jz9lj0zqDra5J/aSFPRhD5kPZBfWBoIbDXYVNvDfanMWgUF0Hk+fXZQ5/yusgkAE/lplVz2ntSG0Y+Zm1bUAkoQvEA/l96UihHAu9WVgl0FxeljPkDtxwTQ1QkKe2UXEqBV4WRgx9Ft8HYADoIarjOfU1YboM14WacFeKU4FexCP21F+AZ2sV+W9aQBMM7h/L30yewtKKBwAnFqGWf77WaEUl9KYYXbBvjaAwNbjQoWEhJ4rp4HnHcCzHo8AresJz+Tma3QCPDwHoHSOr/YZpn7u7k+ziPPihMN8HF+KY0hekMqfqp5CICv7cvhxhkGsAcgTpAAfRSazGQmLz0rc1eq5yoBq7BKY1wqQyqSzMjnzNy+k12r0eVWVSdYBptFZoO14tnWnrm+ppIh+3cSTKDDJsCorZKAdoD2JiJxRrGGBUncY8gnPgCvu40MZNxQ9uaMYf8QCOW6rezJOHGzboYGt/RVeQbbVLhfS2EGk04AqTKTUCVQnwcnX7p45IW1RSK7ZoyLgBJzGZAV/UDwUhpbdJiBIHor34U2M9fjrCg7CMlneShsgcehsNPBRx5lOeh619bUfkOGpWhO8J2AG8+UQB6JNPqcUH3Zc7AVkLln1yiZ/JihjA/gykrMrlLnbHuR0r8VwKXilgfEXu7eQEdNGQljVddpo9DnbGn6tZegAyXZhQBZ9BBBTmi86msw3yQMkCCxSV6MRYqyrSbuPsl5ZmIByUzalHuOQwHKxKyNpD7wmapjmnXjekI/L22r+lR8Bvpwq41t24BuNuBOj7S9H59k/yyFLPuAceLDYr+0x1hsfoLXjI/n7jlB4hpxkowFGWov41KlJ+ie99A7pbzO514FVLRfH0ANezWVXgnmN98JgP8z/SX1obAX0KeCNKbF42NQFY8NwQswZJOQVqdRZYjeYh0Bywi4s36ciwZ6mEvmz+SEBriwtyP0rcAeZp2uVHtgev7w+c8fk8SUICznCvsa8I8EVYJByA96mF5zjJ25tPXHJKbmnya0qFfLxhCRpJ/dygz2wYIx7j/0ANXSOacyFPZxwZn8gAqgYo8XNn91FcBa1p6qb57JChT6+06lVm01n1cKY+0fKn8Isj6+orrNdiH4VN++ApSajIGcEFhdH832F/rsJDkAPluRbGIEAPDD2GHQ4tfnybrQR5Pqf+YPvwD7C5uE8ZSKMXKJTdMend2YBtkIrD4NsIhsnPZo9RkBv2z7YhBW+575MHFOX/Aq4PQmCXPGAr40KatsZTIEnQVsos8owkZLg85tzi9b7WA7eYYhDk1ELDgpeENiysaMakuSgDbyxv2stPCcZY04zzbZsXs1e9N+49rqgE1dg+wbbEqefdtHMYTt8+zZQuUiwFEAvugLk+v01Qvsk1BWPaUdf5HEAWTuJn0TIy0FFQpcAkZGlnimR3mPsw4AeBObNz5QUDX05YAe7KhHDy9zdqei+8t157k2QGyX3/z6VcfzkOr9SZ5xYRkz84Pfb8U4LCWC3ySoyYpCwVD7iWds9W0b89AHagJq1qzU2Jn/6+uXkQMC1rBmAHKGDrTrT0AanYu8UUHI3hjEB5mpQvUPdpDsFvlDj1xA6pyPnInnARCQE2hX8SUKgHHapFqMMwh/QvngXNPn90wJQBk7EnuiPapLz30/83Q5dPTGZtAnmAUF4TP2bcGDbuVMZB6WxafmFAdkg95JZnoMcw3UxNqN+pXuhfXPmfPPrZrED7SqvYlNxHRIaiRAHhuhdOo5S1u5XD/aYAz+/6ePVCUOq1zWRLuNhCt0is/OuYGNv4knAOpWqdpqpBTKyH/GT5IJ+gZZ9Lyh53iSDqZiu4k7AS+5/7sbxsD5SLWYPTVrU0SnwoZR2umJQTf0nJFxFvIZ9ApzihxY9YeNhS/B+0mUSrsK5J6kD9aS8ZusjG0l+12BcWQ2822yDRXe6Hnp5JGgTdwvABy5+liqeewgkgWIjeI3YiOgH0wI7dk+Jko8ss4HtMvYEvdT1faf/N4vM56sW1UwVbtfUl1HMlHm/GsScwsaYzern9l3L36bpIozEq2wn76mp2/0M1Whae3x4SOV3ndjg8GcwdnEWrDGTlpNAgCozNWXDOxrZOU3v6aXec6S6hUTjHneJmaWhRKbkTgBj0OyID9PrBYdmPeggAZsfBUb+OmzZ9UBG556kQpf9hYsSpzDbeUV/UuI7De/jv5JYuiPsHbdD3gdW/BuAfoptsl5+ps/e5V2BY8DamrvmXis7F+HvrnVnVD8ll2P/ZXzIP3ee4MJu7B2b0iCgaoYAHhsQNb7cYBCznnaSsDucJVq25ph2QPIfnsf576cvgJQtPaIfL9kLj+f/eIv43uiv1jyVFonmaHVldgDodGmZ/OP39DPmSeovGEHI6F7fD/ipe25i6xnLCw3LEPEGfTb0+c5iQKoMvRTcmhq9xTQC5APgP4hbCv//F/9+dmHz+dn5yRqJZ6OXsWYJ6HMZCTPPOQRHfk4ydIFpWFOiY1TeZo9hhw/aFVyPgvrzqesU77zJefM//K//qX0hCUxKMkT+QYJ5CLBxzWvPV8bX/VLZW0BriY8O4bSbAOGR28DktnmioTE2Cz06c7+pW3D3dANl3UhADBCfPkYAcZfMEm1+jW6hGvyrNiy/B4fjnMh5FmtKOX8Ji+04sU+mFjfq1Ta87yw8rTSPvLRDzh947/wPdjaxkBoIjLnDTagmFHt8fzaBED7xaL3Yib1fc5Q5IP9yb3Xb8TPaiU7ey77A1DZRFsSSmCj67K5dvlDD+JN4OQ9egzT55pnu8k6/rN/9sPZg1BA3xuGMR7iXhMUYcpIsk0oxEnUY0wbl6hN01gTgCUtIZI0x5nQpDvtNZg97t0jLmXri7/6+9+iezLH2R7Q33+G+ptkt/gDyCfixLxXr2d/sr7kcJLkYjyOq3LmWAC1Z1l9i7ZixXYRCzvFdNrDFpC2fardC7IdGNN6G7tn27Yxx6wRY+EMwFYmttn48jDwam8pk8gsOeyOTXk0pi0LCHaJGOOexcbwjUPpG1oUI2AvI6c6lO/sePo3IsY9B09oInmuMcRE2dvK/bbhsi2jmFx9itqp7N9hTMPOnNhDJyb/RnYaz1FMa0OYbJDxnALAq4w4VLfCk0NJZcFOnijtBLA7PRvoH0W2n3Vz+/kV8hXgfu/0uvOLBWP39/v5BXgXtFqnZu+1oNE61FuVy30FmCb7f4zBPcSPxrxg7KHvbkXSwNxSH/88kG7Qy4XZYC7jsXfRgAp9Tv/tYeVhvApWMFoQmtdSLfPvlrgPANwM/gnWC3DtOjD/GiUNqCBcKKGZ9xqIY3hwra2K5blOgb2d52Nmgc+xADDPYADSRWbeWm02P7teNY/GGNL5KcjdTexrAeDNKt1DoDLSTEBOBfp75SAl84FA1vFRq/jKdc68z3OhsKQfxJDX2Fr50VDeKgHR3e0ts2CAVWZbJr9V5tvncR1XFKB0uWaYc13XrRQCfbas7zT1Zh001JtV0Os3kNPgmxzsPNZWUwHCIqgFzvP33fY+PVIxL9AiWGeW+tjsdfhOQWXmFGeuNF9qMJ+b7EKCflCPdh620hfFINhrUOqnoK/PlrHmuwB/UjYKaLhuBpKZ9a006fXnuff+S1PLz+0FMwu7iRD7+e1ROIX8HdP2/VwHGyfm5wDw7jEV41RXM84GqK26wvBsIAigLPPRues+X5lxnbpuMbxaDclhls/vnupzUqkzc8tzdX05YKcHVsGo0sLifVnx3B4X+RwVGd31mUbG076TrFf0CcHfAr75fB3MvArOziGhvrNiU2AScNgKq2bLcV+eNzKJMV9AIO8thSAyxRoRMGD51DFW73IPnJ7OH4b6ZPSRSbTVtpWFGkwGPtuPArcLsK97dQBW9j39FTh0JjjbOVphyN+sP05aqaiYD/bGyJDyjsPCDZVh1omx2JdS4EBd577GoLa6zurYBbBLP5vTdOmuj/IATaVZ53WKyLTPQVmajqG9wQBrHCHXuJ33SPBYKl8pgjNPGeZmaqqbrYTZPc+E8X1paHlWs9UZKDJ1t9WEe04ZiGMuC9b0fLE6bivMVp9VRBtEV8+2VzBGERXah2C0IHOzOJ3Eg0G7lbSrl/x7aVDtMavRYdAEI87kG3t0nfYpV6fBFuCzoCcIOOxZ1UBaq0qpfqMvNXNmXydeDU7lGs1ao1I512n2X3/tZ3q+Vf5wiDDWJvmhALDBeO7LWjO/0lezxlKdVt/UYAOgMKGCSjAojg3ISklX2e4ekUqTZ1V2dOIbOGoigtU1W7FemSUwFPmxSsMpJxufF/d4RwkYTm4rFz/WwL43Vbp7lEqpeHzZG9C+XGV8IHkDgCvWrvQ2301wl/FAvSm1LHOCvPLYH1mPAr7SIGILVN8UMKeqzuBUE2IyP6VITYDW4I8vxrGgFqpJ4KzRpQbplmq2oCKg0wT5SgsX2QBAYX9mZsd4lQK09hn0cVQwAafWXjA5Bhn9XBpM91o/W/k22M26bIJWafFb6cHYUuEWA5+fW9F7SGD0nGYeCgbQ824iFFybawoAcy4kYIVTGkeMOWQ/vH0XZzfzQJUD57B6ynO7zCANYAD4phIuAS4cP/YyFXb2E7Z6x8pizvGhYcwNNolLZ9+KDZ7VajurhNnL7C9uu5Rz0nmqf/leqwywewH9oaSrbDPWoZ7MnQGKGniPjoYGDwCIeXwTL7nPnWQIWmu0Ejc341xYRhcCz/RrRZVB7Q6tbHMqGEcVDIFYqmzvF6R7S2py3oNWkBfzWMaGVism0YCKtASGAcfc/1yFZBJ7ghUQyB/oGZmzD+/Z5++k0CJ0XtvK86TB3dEBxPpZ348JaJLZ7VnMOFKxN8YvPR/5bm34yNJ5qfPXtjCgDJUjioPnse8jFLJUUBI8l3kCB5X+aRTnFQzMOU5Qhion+xKnYjgAjBV9Vx03xjr3JtxoNepkYKPPoMxtP2H0tr3EWWMCtK10Ioiaz6G/SH5CRxP0dO9BrRwQZhJy6PX7Y0BM9vv5BVRwgFZQammLUonD8zCPjPfuOLfoGCq3CPihwwiaClj7zAQ3kVVAFRxQ5Jvx9DnaY0vKbvqVsbZrp24WM89WXU0YswCgFOzMP4kNBpQJQAPYSWX++cuHVlx9dyuJJvSgb5a4lGhIXs+GMXmRRoJS6B8NCXUHY1yGAs8c7eRSJnP2JAHjVXqcmUxm0oKAP34GMkDS1rasMPkPXagdss6KevVQmTkBNj7Hi/W18lJ7D5BpfU97gKpbmDOAUGz2An7YaJnLD20V4XNRqdLgNgkLCfh+dxs9dKeJLwSanqbHIEES/KP2Rc51G0zOlDQw1TMvAf4ETGCgatCmvW1JXLB/eMecZ2A9CExRPfk+96zOi9/2MMGsMuxAY55nhF4Se4cqDP6mGll7mOC+/X6RgzKdTGDJHlg+EzrvLSUbSEfWlHFb+S4gIH1r+sSmglSfWWAWvc+hTRUH1+VcwZ5jjezLjG5EWWEHExS1Zx1r0B7aGX/7DpJEEcpqnpUzlkAeFWTFfLLE6D9k2wQAktlIeBOUJfhIEHWTVXiey6yRtoG2A+wZzEHPYuz/VkVztjPT6qm1H5f9ZatiAXc8N7XjqURthXSmDn22VWDMyWWqmdANAOA8I31Hewfs2c5H2ihA4UtaT95DR0Op7md2H0gfjNyp26FRNDmP3ofYfehi9Dl+jIAkCRFQu1LtbO9aXswj+pzq1QY3qZAZZpAmjExCDs966pPxb56FF8+FXveclyZZ+UyfxScX3enaMNBdC4Yt1Tj6CgpbbGruQQIYFyLRjECuiZdrI/ArWabKhIUd2WoVE3ylA2+0vzLOd6H+VO6Ue6m+DW42oShyANhKdSn6BVYFaUv15z68+2lSZavXEsQn+YbEAQL/6Mnz0nc6p9pEViuyNzYQTi9X9uvNa5ISlXF06YP0MpTK2iRsZNFYAecKPUYBRu0zSNWrZwW6kLiB1avoC3Qr8qa9JoPMyq7xCPwg/QTmAxv8QdArnlf9i5/OmcL8dWUre7Zn+JzrXXSPUG3Ji2e+CWi2LCP41Mp6ZKDAhuxQVOTXX4UZhkDs+J/sa8ZJAghtCtpKCb+Xz2CLRf+wHqxv6UOTiAQA3Htf2Ee6Z1Ptf5OsmBOSSD+nz/KxKsjzfgPZrE0T33Nv9MDqs4/YTsQQkxTDmYJ8kygGCMM43f/8/rsmRpBcA5U5z3uV/rjIFsC1VedZJ3Rp437oqYBWeQb0ya2C4fhwzjl2OfsZfUSiC74+VPcmGWlTvArtv+NnDDKOqaeVfeb6MtTl2NzIC5Xrm8AOfXJZJPPMpehvNR3JeCRD5lwo+BZdnXlDfxFMB/DidRPafM4VdALHKblbjUFm3tEZ6JJW+9XHl3HkA5V4OefQR/jAZa/JM2IrYKMUSL7zqL4hdiy/t5AjySMBdrGL0A/oE85Dk1VDlRv2CnQkVd/oivp1k/DKWOlz22r70uZq95sEjx+Iv0VyitXB9KIH2KsfnUrLT/nz7evbs1/93oOz3/2r+MRJcogIU6FY3ZCEg2fP0R2e5cw7laGMDyaN9uD9Nba68SPWtgAlwHr8nSdPss8BBgfk57skQWKLMZYm2+fc5rvETXjBFFA/N3IAk9D9YZRgHbh+GSEAxQPAAaLTD7hnBfHCur4kf72pLCG3D6ovSGBk9eOjvkryayvwGJcsC9jXj9Izl2f8mPFdB5QCSKfX66Psuaun8UOmyOM//D8v8n10351WwgLQMP/ESvELkHH2IvvQViyIswUinK/oGPTjh5yB+KOc9cSwlBniCTxoKnr/HF3CmU1FbxJMoBbPi4SaT7kQuuxb5AL9CQD88QZ//tvZ819El9yJLUoNSeaZ/G98Liotqfx9nDUpcA4gl/V/GTD06ip9mCP6JNdj38rcZuL+54CBBe0jjwCj0DwXuM7vmhweu74EwmEnePz9g7M//dNPZ//mX787u/mQ8442DK0UN36EndZEOBgwQruOH/PixXXXFf9XbIO4gTGRbYPFHID/c24TK3iXBGbmKE939j/9j7+T1cBGeNH5+v75L4o/XL9Mr/DcszLPa/xYfB90GufEozwL5xbn0vqVMth45qKRFwAuq0SD/ehFW/R0PiMDgMLfmjTEc5pYUJe8trPJgJxdjZ/m2V7+IGsCFez0ZG73stoRn+Ovv0lf6qt+56h/uRRf1t9GrgDTPpBsknkoy0R1ojaDMVeSImCHMfFZEFLKdfw+9icvKvRbzZ//sbeqF5p0ZKLY4h7LFgl2xDnRmG6+j8ygZ2W2wmeKfslYqa6PBjn7F3+U1g/3r6o/v5LoAmNr1vrttAFhzh4/DrV9K5lNxn0Q3ci8vUoc4GF9HeIO46/XRtZORi/dy3rhpz24/+PZP/gvnpxdnlsS2GTR7O17Ud6Tt9rYoedvvt9ijZxXZelyvfgc8SGeA5DWQiZ8IudvW0nUfs0XTObnbvX6ik3wva30ZW8Tm+j+4RONBxIf6td7/Y0b8/vqr1wKd4/ntTjGfrxNlhngdM/ylhmO/bXnfNk/GVt79B4Lb7g2fxr/JVZb+m7i69KGF18lttnPydLB75AFXuyptl+aMfAdYhz4QO09nYdm35KA3VhG9LqyY/I1uqqWIrqHeGB+aAHXFPL9xQAwIEAD1V7UkVTXz6COwJJQ1vG1nz9Swfq700rfXq4LOcBo//Z++zrcd767AC2/P1SzddIMwPE6rRLmWkwEgr3Vvr3vOLS8dwA52CQDaP2853B7f82rhgkH7gTYFlheIIJ7qth+muF9BITtTcXnpPmUh72blEyfkzlZkPcUFD6dr9M5X0B71wfe967XrF1BLw77UYo/WbD54ThGlRmCvYYcFypNDEZpPs/YCt7WQDxe7TCHs66uu049wOECv7sONdKRM4QbmksqgKn+Irv7AADrMAiAO7Zu/GyoVmEXvDxWOi6Yfqj0nnVlM6O8fkLTjTxQQTcysU/CGhVUnkCMDp5VpYJ9Zrbystm7wTS2AhtWVea1nQOe6wgKsfYELKHo5JoFwVAQlZ84JmSpA9hP1dyOC3lWQUlpixNk35wjGN+DCE3YveuBwkvARsqcJgNEwTo1OjkN7k9m9wF8rXGJE3VUYg2icGg1gCKVCwEhOe6nqh7jy0eeuTWoY/b7ZFvX2cbYcHxN6sDRWB2z2y4/L2UWc2awxgCcoNpm26gkJ5Gm1xHbwxExQwxHnrETpCHFoL2oTpUOaza0d3Drl5aRABLB96k4NYM3TnUesEAzlWY9xKf3Tq6xNMid81wfZ23B1284bM2PlQJmb19KuVbJmPm9oD/6hmPlcMDkCxvo5QBm9jxQcq0s5cdW4Fp5YfWMCQPcz/3D8x8pedUpAqh1aDJPBLBKp0imXv7jfu0X28oE6HfNGsQwNChi9nvBzzkOTNQwmO0e0NizYlXwDCDOigk2zHyugXGFwH1vpSrON4FJqnQJoqy+wjEUeD8GQ1YPlXKtdJOMQyFeUAQDnj1eKnGCGDgyjBV9gjPAudG1F5ynRyIHMU4p+mkrIj/HuPEwlSa2IM0WN8xz8ywASxuQOs3QIoEFvSiwt/Sm9pVavaR+26opK9rNx8JYsOqHed8sMapwt8cT1X4FpJnLmIbo3E0iYFyHM6V7y2tKCcr+nWqq3LsZZvkuZyBVb/ad9AxXz0wG5DAbNFjafUG1DkwFAHk4FGQhmsjTeaHH7OggqbU1dKl8XPAfZdaeeHyTAFwNLccuHXnkKUHyBrehpcxnAO8q13UUyQRXvxUsgTopz8AcQtNJIIIXYA2VDTxXg+9j1JV9oIkeAqSHapnua5NKkFPmjj2NfC7IdDmOEPrhPcGiGvgkZqCLAWytSKCXlEkUZns3CWVejOsi4E2ra9sTkn0I2MG5A7Aoxbt0iMNYwlRlPaHC6fNFQLZaiOC6ulPjkP3M3vKcBrQLZVDGeQgCdRzqq/ZNxKGkajATjI6pniwYQyCVz0hVKvBIUMmqHvSvySbci/miAsRKcPu6TzXsnGGlXI+8tUot1zTYKQAsQGMv5AWDdfr9zPZlA8w2WUB6USskpbEDzO0hUXvMM3yDqVIkYgNQZQmtcmvPM41WDLY/Gb3upi9yLaOp8uc6rNGnyDZVLxjcyBoZ791v1UUGYgXr2XMEn7R12GPMF6A6TiWBWClJ7adZqv58j3EI3hoY5/mrh7N/2RdbUW5ltqwNVmKYKQ+l5+VlKP7GRqNKjPFB/wSwW70P0AslbzPZ8wzRtwRK2aoFPrIOfKfXn6SnpQvGt3wX0JzvydwhPSfBFq7zdcb5AAAgAElEQVRH4J2EHPY6+2or2pu0E6f8MoAWICHO3OUTaA4Zt32BvqaKq8l76LTp49Pqd/N5Olf0gyu1F4E+bNjoiYsJfkbb1fEe87ABhIJxJFdxRjP3gD9tccIj4LCyv3BOE4wbClxkinvxh0BCHV3oo6O+qIig7QO6G7CCnoEP7lLRFz1ChjF6A6nC38KWQAZ7FqKn1Dn0OeycDT0u9keD9A3cc2npj9de/RJZeZe+TegC3gOEOwsAzPUuLlMNTRCZBInICBTJOMlUOOBwQ71IQJZnQWfTr6sONlUydV5NrOFMpUp+E4+Ynw1ctXVEzxHPfsYIreTqUkASFDOyCjDP++17vinutRPsN8hnoILseQXQlv0klbtAYAMK7R1t0IHgEvt/gU4SelivN28C4mfeHobuDD/AhCFfUKDzUxM3dtwjr01+6tkHNV8oENsjFhsHWymAdHSJFLiZrxqeowOqg2RIYI6epHKFsfK8bfOT1wLAjH0TiqjKw75uqxkocxt4NkhZGxtqzdzjDb3PUVt5Dqp1CSh+yV5shUiTaAGA7R1GIIcguVUFVN9KEbkA6iZsEVBcWzpbvDY2gMFp2l4D701wS6VEKlwIcn1XSj3tLM4j9t/tVDXxevOa5A30kv4I53R7YGdfvHp1XZkH6FmXzvlbf7iiVzurujB7lYQpaE4bJEMfBgA6JrnYC3vPHWS2SQdZU2XSM5qgU6vZsifQh/Qr5jPof8CVJuBFxq2EraVSHfAlVPIALvDsoVfYJ69eIteM2cAi8oKPA/CJ5Cxz12XATasPEoDG3ogt5fixgQHNCSxzHXuXN6EWOyfPI3X3sW8v99nkq1ZHZk9gR0B1WMWXF7qGgPLFxREARg6bjJS/6TvJvmfNXrx4PTYDQC8Ai/LJ95EH7A2qsPksiRH0mrVql166fNeEdM5UZBRbjj2Nvcd3WTOT8VgPmVPaozlruNV1T5J8UT1RoNrWGthBUOquH2Qyhj6EbBfIMlWz2xs5e4oKMRJjZu/AEsP3CdxyLca9QDLfO6dRJHJaClhtj2OPVkFxngHdgOxgJ60eY54EPQOyJuFGWx3fm/2LPWTi7NE+tu9fE3QCdJXBJmtNj+1WXsfupOLLeIrB7iYqJGkM8IC5fZc9XbsnOshkIGwjWnfoi+M/Nsky+sj5h+bRJBkSIZvskXu9exeWirLMCFb2jpy5h1ZXJgiRxMY5yFitaNTeh7WhvRM5ffM8AMEGZUcAAWIfCTRxTSpEBVwBfI15lBYX3Y2PnOflfiRWCK5bCY2eaU/BMhkB0n5qkoLBduVowbytfCbg3/hUQU+0t7GhN7NGJE6S8NR4Te1QfQnsOYLynAFf2OfZi+/QiRnbo3P1AEkarQyeLCMTnq1ofvYcqmR+x7qhxmQ8W/0EcEPyAXEEgNyPSSrig7cD1GGPAUrpl/HlTdTO/aoDhjmPmEoYKq6eGcmmvQWAIQF1aPfpgcm8oC/fQsUf2XiQtbPNjs/J3KPDWVf2c9etytlkc87MV69fmZw436Lim/XiZeGLbD1cUfpYZFHb04RhAAljO/eHhWATJ25iY9ZPyjlXJpGeudjD+B2Rldgr7B/aEHwHPXt9PYFD7J6ltzcp2f3wKLKGLuB3TeSBCQJ7ElsmZw0JVFR2YgtxxtZezZwha+gRafKxh9ODO7IDAFofH3uwwCf2L/a7VXGm5Jrs9CFnCXufPSEDUc5eKuoLzACyyiJ3kXX4MTbVx/fIVujEL9+f/Wd/5/nZZXrDIlP9XfYqfh1VsvQn5+zF3tvwpIA4tjGJy+xHjh5l1ATxxAJy9gOe3i9Nqf6OSR74nMR0SLphXxmj/jHVqZx3d5Ax9Hj0LyCTW9lqsoLAGXbbRABUx/Z5/v1l4xzdCpHXrWQrywl+QmNt+AzYI2GvSULC56+xa0gOzpdg0MO/unqqXv+ca7/8AerqAIeAa5+uz559f96zg714nYpnZOBZEtpQWeT1fQjoZVq4Cd3Yh/ii64OW/Q/BBIglGZWqwAKezI1Ji/Q0bjx0io1fZ5wFE7P22mUmFUJJfYdk4FQ+Y7OVoSx6gmREgLwUqOe58Z/xY5mYbqnYDUwkQCTDlyUKe+1tdEmrxqn8L7CKfZqEPJKu0V18P/9HfJG5JymFRFhAf+S5iRiRscunxEMA/N6c/eYFlcqhKSe5M0lFgK641fgCnq+cOySufihrGLruHsUB+HylaDHOw/1NkLZdT+30xNA+kOhSNrAPZ//1fxV64ZxNl0m203+O7s7fL1L9zdm1/vSyskB9jzxeZqJIrPOcUx+NGu6/933G+/ZmW/ds/E6gHwAY4PziAg5qvjNtcibuPFCF1xpDH3v5+iVJdswNYBggbPY5NlnmFZ14dQVIr0yfjoPLfMl+AYR/mzNh/erqDfx4nOSul0V7TV7Fc+hAPF83NmFsUn+PfQaLUm2WshgSk+HzshDo31jwcAoAuzMd58vYNTI4RBbzp0lrYTz44z+J/XbrUe3lFhuR9JCH+tgk/NjBKWCpf1SPgsrq2JEUEGTfYhOSHI5uvZ1nAni930Rn7ADbpXD6Y8/hel89/+7s7//DZ/E/SC53XGsKyJhH3Nd9yj4iiQJ7nPljnrGXq2PyCfQ0a7IJ3XynRVCxu0tfPnLDHGgHYG9hqyOz7FXjSCRsLv1y55MzK3YTdOCcYdji7u2jh2NCpqxcPFv1+RRRKK3Y1lxr272KjayQ8YicVQVsCSE3bj3FmxPjlHZe+0fAGFmb9xofkalSmULREbc4yhCP9zH7kPOt/sMJAMzHmAvmUjsYfIzzhyQ7zlVtocb1x4b5jwBg9GVF72QTdJNql/S1ZeI1sObN3TA7Ufv3oeduPnCydn14HoyNUBpbnPJFD04uUv1dxTCTWePDBzm8P5rDSrXqs8Nrx7XvnYJ9Bi0AP4bWliB4gxNO+L4MKmn4GajxN1Y86uyizH+ieBgfBtsMwIw+wQyEQ051N+xS2W4wXuH3OVCEC/D+fG7XuRAUPa7PUiE7LQIxHPALWP/8Ol3TtTIQygmGbnVh++GeTmo+z1Id+yVPQCWfMRiuceE8Ggw2s0Wh72eqCFew2f1L3SaYgJpiftprL5/nGlb26VgXMEUmxmkzCLn9DQwQ8PyCLgb3t3Lcqhml0cqlo2Tuv3mnFL7NLiHY6KyxVw1WH+XEAEauyd7p/GkEV3bngEIJr5xxHdaDQ5ZN0Wqz/H2o4B6g8i9aJ4a6fXy2Mg0nbDOpKovMUxMMRi5qKzCj0lkp91ulqqMrtbTUXpX3mRIBbhVlr509RkyTHwEgBYDtDYHTsBWrffbZA/sc3WutaoCDX5SsFc8AjjXcG8/sa27Xf7cfViZng4p1XEepC2I416gFDLnN8Nk9B4B72quYewLDss/IkOG19/06NNcAwA2YTIQYh5fD2OeOc813yJzLuBETHUcH3kD47CfWVHAUY8psrOqRBv3JoVNh8djSn3JQUUWGAgBAc84a4M91HlIxOoNdihA+Si9JWNXAMg1iM0L703EgkZnofCiTyq9zXUro7B0OaQI1h37B/SwBELO9DqDP9GRj7QWTe/J1v2zV/u6oUY9dZ7LHS7szFLbSBsoWsPLVWCF6JPMg+KpTLNiEwQz9SRyspQwZx6tJAZXzYz+wruvIusCLfZ2tRjI4w0FscpEyAeBUuuWsj32LyaQSAFYF2sNwD2V6LpWSkUSEqYYvLWBFQUCtwMTIjRV5gob8m0SCVnhhiO0eQ6BYodGh6kAr2U5p5fkMWfUY/KevVrHE8WiFMXSyBOQK5g86wrkymRJLjUsAqpTzAHcEQAHBe+aNDLZyClouA37tYZTrbm9WjLwG48fgWYC+5zznav6g/xF3PsO9FixokGQSBjgHSrMSp6U6weO142B6fowitQLU8xHDubo6P2DgsGbo+geATPku1I3bM4Wbc24ReFh6dwCo9sTO9wTikvkI9VjG1GzfMeBdDymKeBb7APNyrThTGtyOU0uQdzPsGBNBhupTzszOp5TlgB41zJkPKodaicvPOmvsSeYap23BSQ4Kgg2AYE2MiQXeKu/+2b5fOiP8/C4GdSvMcl/l2v5lZvILeNcA96jW3sj/QSfoWahTwj/pq4csHdoAZB7Q/cjM2g/2RVYemXs+qxNI4NYMZ4DfNUAJxjPn3Lz0vpyflftJEMQ+zPgJ5jRhJ+ODWpQAQ52qrstRRnYt2HNbraEhT+DcgJz6bXr0cC/ChAmwlnoZndcAkr3Z6bcEgG4FdHRC/uMcQJcwKbdaCTIZHxXUGc+MCf2I08iLoI6U5Ap1wfGC+QmUJ1jXgEzeozKDvVamk0mcQvYIgm9CE8ENgr/b9xyHoYwMGadgINTg0hFqZwqsMa9UEph9i8w7pycmUGXgHZV8WS+sBjL/G4yabNIGDgZguZ+s4Q3gcVSWfrutJghoUWFA1q6gN4FO9mWd7M6zQBlTxTWlrzUbGNmmAhhK9zcJmD9NNcDnUNVtIhUZ9jja2o22llhaJ+1K7Rn0PcFw261QjeE8N+u9MjJ2zZypBMZKR9mzjcAHti7urhWQyhx0VdpNrcatDMpg8RqKL2yLAsCx8avzTN5pZdsmN+UZTYBznJX5yPoGzZTrzF+qWNCrUCs2EJ730WcE0GqfEPxDL5EIkAml8o0gH4FK9HhpUD9qRwMQkiHewH4U0cMHFw3KM672mOs6kIhZg7Y6YgP2daAL3pGoYEIh92Gue34RuE8gBXmuc5+Md3Sh9IxbmUYAXH3J2iMv2LLcfysG1NnIP88PYG+vd8aCPLc6gXM8Qmvloz0skWHsie05pe+gLUh2Py97iQumd9Xzf6W9zDoDHpVquOCdc0wwdytDS8+WzxNEIFGVvWMFuDbP+nnKiSxGBIqsvCNhzufGjuJFBakJKdO7EL8wn71PL81cz2SCPFfpSVnfyCwGbs4fEhAZ/PYGo3oA/+HRBTajlLc3AV8bPOH8IRGhQupzsZ8NwEAvD9hMFbjfM+GPoCAI81CW1VfRHjAxmD6qgjp3AIAvCAqawFA/KQE2npegJUDA+qfoaWw4dI+6rkOqHtzMeMEDzkaZimoX52fOQyjnsDmO1bAD8jBvJGS0umH8EfYOdhnBtsoLiRTS8SGT7GtkA9kqwJe16P7MmUhgBfml0oF+pQSg6V2urqB/Ob5l5OqVyRXuWSsklsKVQDRriGxx9iA3Vv9YscHaMA/oAJKU6mbkPtg+5wlsLkMS+1T6T/UB5/1pex0q+gBltwcfz3wT8GdbkZBwwbwDNGKLKP8mwvJ6mSrermvWVNBwAlYFhgiWUg0FgL19XRkDVLVQo0M7Kc0pz+5ZNFT9CcYD3hkXYX1kLEE/AJiyd9sDdmxqEoWwFa6upA6tDUKvzAK+96dC6mG/h/2/Pop9ThcYTqAbikrYNiIHBMp77yTBYsPsM6tvOSOaUli9ZWUhNpMJVybIucdqr89Z0n5zQ7VPMJt5efnizfhA0bGZqwfZUzexa5ZqvToiMmCPaIP5+OFQDr9587pVj602yZBYN5PaOCTZh4Do6H/OPwKG2C0kwjCvw/jRB+tO6n+ct9jTzF/Bjqkop4qW56B6mUSaJpZG5pYSmfkvwJ8Xdn7BnOhV1pXnNpmXcW3VkwlBAMDopLXJTfLbfuT4clMlWB2o4LUXch1mriljRM+L9nWGMYAe7+xf2B3GZojCwM8joY+zGyCVM/pxqlGP1KUcHAabGafj0pZEVtrSJEl5/L7g7STuIFdQiKLbSXziXMaPwuZ5eMFzQg9PYFmbFnu2CRK10VIB+L29ikmC4RkZ+9rKTfCKXmnMj6clKTYVoqXqjj3SSqsxwLYiG/sFOx+wDBupCY0Ec0MLTGUkSw7taxNHsM3yB1scff851+bsa7/b+pb5fu0fqYpbCdmqQG2zfbHOgP0kiPEucn+d3vbIL/S7WkoGwjgn2f9l5mgyKHoT2lyo/6GzJ9kGcBYgl/UncZRkrIAHmWOqfpnv+sBNwCZOcjcgTdpcAMbn9/TAVaasisREYz3R05v8zpmAbcS5Bn1rPw8gmEs+6j1cDxKcABc25mziLX1iL3qOl463wQrWkzPJs4WJvn553SpSXstkwzXx876VSlNfvgmZtYs5X7XJvhB4IZkw4yrd+Kck3l1+Pvsrv7pz9izrCLUv+gQ711hTrgvTHhS/OYewgRsOyPdtj8QnaG1TLuaOF8pnwBmBclkuLs6ZLxN1uj/j+6CbS4uc+fnhh8gftudtmIrUBRu7ZY0fRJbQH+i/J6m2ZGpkfaBy+iZJKfYVL+MLibsKx0EHdOracgR9lOSha74HAKWdubFuktse5TzV/lS3NE5xC4asxCE4hwNqs6UBn5Nv1/XhVaaxnCevX706uxdZQveyL7FDODPbYgiJbS9ekyW28q+xMJ4zZzD3pdK4ehdwLPvxW1ibGDe9rG9iX94mzpiK04epwEZ23oU5485tfB9iBbFLuVbm8XH6LvMd7CNixQ/gu40cP04P76VuhbK6tgTV3VANj35mLbGzrjLfdSkzBDAb9sT70KP/mARYk16xw2BdiC0Vn/Jf/fGHs1epRn4VmYDW9yLV4AWAG2fRD0H22MvIGLYn7D7cj0ptWBNY4KajNquAtTOmylQjQ8gbrWHa8zvg/D/+L58HI3qXREZ1KWcnc/0m8/IBvZJEhq5z4+fMv+uO/fL9908Pa6gseI89n8mRFEDTn6yfV32e60wiP/uCGBXrrB0OIwRJ/9r9eyTuNSGuuHmDHuR3xIGIE7GpYMG6H9nB5jaGzHeYt56qI2sFNfMGSUCe0yblMM79HbqJPbNyvIUbPKMYjywA4j/aeqxvE0oylDevSWabeBIMS1mLtd8uktTxIfEU9vLT7OEtpjNWYyLid2ULQEvcO/ujPw6Ie/aoyY5fYPzAIc2LcwCVTwWvSYHYpokXMAb0dMb3Jv7SxnNIhCh+RGJe9LmMT9nH9BXG1mrMO4kZMdv+9t99fPb0OficFd7VmcSWe15ujNK/90y2rdVWF4dtKevZvcmZeUhQE8/ZYsj6Qvig7IXKqudzW8+wSHlACz+UOeadeAlrWUaTYTfAFt1CG75nUZJJ5CREmyB0bFe5egciiBYEMM6eW/pnnNMt7KPTSO7VEFs+QHHVEXf0+RdPK0X8nKxlcJvYMVW+FjgaV9i2fsilrBz4kLSQlM2IxMru1zBYLX5YdofGsfWF3GuTTNaxRx7/Igpo9loTd9AF8+cUAKZSahdwCoy74Ja8/zQYPSvQ362TvO8t2Frwis10tNAPg1VYmOxdSilcHdfxmmwiM/8c8wLPCyzvpXchtuJ4P7u9fPc+9t5zTDxSN3kNg8n2ZYERcoI4TCTBGRTd0Z6qIPGdFdxF+jWQ3ehb/bKBeEEJKDJWIR7B16VVPjrUVkJutW6xlXmA/cxuNtZpezMrCMeBumlqaY1RzMANJJaiqhttFmC+u9XBS1W7PRn22vscpTeerzI/Sze0m+cokETadr/mc/PvDRQL/ipbpwDwtxpaVN5Z6WcPGQOnvLYySyUjiNMsxuxOxngKAG8QroFBAtcsMHR8VDXN7qdyYyk2PQRG3mLU92wawNr9IfBBQA07yIPMuWc92n8lk9OModpJKDarSnsQ92BUiS2lLcuwVDQEBjEYeG9Bnr1+s3emaor3zFwWfFKZCpRBT8l9DGJLYYriXrlaMKsgWW5UqlzGlX0g5a5VjzU2onC2Or9g3FjN0q9aAcRYq4xY3+5VEwP4jJmqs887mX6mhjGH/1SVHCso+YDGvhSZS53nnuzcdFwqP8bWKvC89ykZMQWOoRTuQa5sYQi2SpyK05kng58eBICSBpZUyrfpZzK6YCv5dn477wdgyQBZEaCO2kPGwDTgTOg3pupzK4OZq/dUyLVKTGDyfhwGpnX3co32uWazHadSlUMB4IJ7FhDAyC2oagDKyhmTWjigTRpxPnWm0XmYmmaCbcATsH73AuuGjiOxYYNSzcgqnav6i7lExy2wqMNp4swaSGQQ8zNrwx5fudVBR0bMrAfoZE5wOjsnBP7ak0IaDDObtirVvS9wJtVqaWIzFwIvgr7URm/P0iY2RW3Y40GQloAB8nOXDMcYEQLxVJUY0PqxlY8xWhqYNrBrRa/V0ps4QqUy3ytt4ujZzlGe2fFTtWsCgNRlYyhgUAz1q6BgI4U6mPmMv3MP8BWuA3hHhQfPzhhHFXbed+22wpVzB52AoVMKZbLvMR1T5QJYxXiw5wuEcBYWBCFDzbGavWfQD4qhzg97Pc9l71Po3EIzSzC+yRkC5gWEoM2iZ2vuW4OLBIR8jnkEmDDDXp1gUlAWv5U8Rz2xSUhU1KrjpWTl1czDrKEUkATxXBN1lIEBDyeVuGwKVj5qcyCT9Fazrwn7gt+hF5D56vMatqy9CWAamVJ485JmUvnt+ZzAusExAWC+X5ChSTxkmbq/rEJc+jX3rgAp/d2glSYTXPpGM9itMif4Y+ASY5aKPw1ZrmUFENfUnoLaFfnsnIz+36k9JnYAomlUIw+f0/tFMHQq7yYxa5O+StlaGjWyJQfwoEI7WdLtR5znYk61H6xc2ao8ArGr10yqiVyzbyMjW92icb9g8tE+rd86Nkr1RytWtY/uU7GOfJI5n+CUVajK5o+xGaTZFkD6jir/MnNA40Smt2e2DpRJfE3kG0PzboAHQBR+bILCJKYdmDLiFEClWjAm4ygoGOeTaxHILnBVuiWBRH4mSLZ2plV51RR9FgOPUlsVEI5Q4VTXosje4EzeAGkpZgnI5z/2mHa21Mal/OYcnF7uW33eQeT12xfp75iA3u3s782Er700vVzpFdaK5GSo8j6Bz9rSjWE17FInjLPF5C0D4KV4zu8XNOyZT9CndvUEGxKosxoloEQc4dfpz3RO9WqArjvfBQRIUE8q/vdNDmMHt6VAq9GdE6hNTfxqCKPvUynfHpa803PX3le8CEiv7EG5ybCQOShLa3sRkGUdeDYqdKvDt00J99BRIwACSERlD30BseUWAK7NxP3YTlCiN0kLO1UWA/Y1z4PjBgtFKcPRLdHvVJpW12UNOUPI/BVgxqhyH7DXocEVcJF6le8I+N1K0M7+btyXClH2PjqgPXen4oVnZY/zN/SHzRoPEMBcta8eoyXYWSYYaXQ3ee996M2w9wsGNajoGcb9sQGsvtFJ1+ayugJduEklzDvnbPd+/kNOS+uYuSabvRWaCRRT7cTZw+fpjYzzLc0XFSAAQeotbNBDIB77N8+1VcjucQPh9hkVGAMwXtpXdAV7h2sRpBUkWAak4wkC8I5s2+NQexsAiHk8AMC1fU1y4Tr0i0ZXUUloL8ucrXkGzkVkoABInXt0C8kmOPiCj1wXfcXzvX9LIC/zEepI6GQ5++mfRoDxAZW/2e/I6gbHoLj/EuCZ3rQkYXHuYzMgw2TRW6mJ+pStgT+XlzkHs45Qy5Kw86rBxPw7cvAwgUjkD33Jvr2TQCmVFuwF1ot90wpO9n72IoELrmmrFP0s9D3nK3ZTEwIoJ5gX9iFn355pzCvfa/L4nOcwflD5vmfDg1B0MjdrK7YXG/ohc4Y8YwZj26Ezoa0sOEtlXu7DehQ0rL2AXQJIFmnkHMz+eZTgOvqSfm5SsNpGoZWSVLrCdAQTD1n87PBWJ3hOo2/QJTJIELykEkeAUvYHKluotNCvI1ALEIcMqf+1cfesA7SlQnf93ZehdmxLhrGb2MO8rEqjvyH2ckDNScC9ThUgexD94nWtNm6SQX0uKtit5mxMJZ8BrD1PdTHJslYq0COVKiPtqyZAIEMk3kQOeA6rvVMFl3HRFoDEDgJxVIfywt9mTK0AG/1McJf9yrrdRF+xTxkn9y8lceQJe4MN1+rq6TWKHL2nl2N1YOzXVEzwzOodjLSljJ92K1Q35awkCas94qZyn3GwFpyX6JfrAA1SZ2uv23IjAGj28e6vy1SoPojsEFf47Q+h2cx/jFUmA/y9tIcIGIKeuZc+eIzpXSqd0M+lPC2NOuCndPpUSwGC1G/JvubMgwqZvdCkmbrJ+pRN1MaOzblLIBWQ7NnzAJMNPBcarm5Czk1cgemBimD0p7IKDabnhvPJ2S0IbrCb7796lZ6b+QyJJYwDs8KERPYKiVuhFk+yDjaNLXcEgWVIYi+gt0kQM7Gbi0LbDt11WTKSmGS/XX6jfUAFb2MFtS193u1JzdzTGuCnL5JU7W/cxOnapSSlBPDKOmPHM8/YnPUZ89/9UuKbUCTDmQwsdHFBh353K0Bt1OQ77NTY2djSjmUA4CYJsGegoFReV5ZJKOdZMR/w96DP1V+0l/idslGRwAWlNHNmAu9FaDrdv+8P10NOTGCdHrkU0OQzfJdkRuxRzsYyCUylEYH/JmxTaYrvEXuWPXcEgPH5oFWVQnmBMtofIAcLVAMO86JicBM0jEEIWJYJpbTcb01MwZZuiwj6AQf85SyI3HMv9KvsDlSMwmYgBTX2Psmmt9LOQJZABM9zqJXLb64HMLSiUHYA1i3Jb7WpXPtHqejmbEJmAatrb0fZ8R19I+ZamxAdIUsGDC3G7qq48ver7Hv2Ci90FlV36Aqu8aUJBjC9ASbKKoZcWt0cIDLP9yn3vpv994gWIpGrv/E3wlSAL57KzVvpSQ4I/CA2LcABeuzly4zrA+v46OzJU+OY6At87haxRC//8Fup0a9CD879sFWZp/v3UiEfnV0A+Db+qT2Of/3nr7oe+GEfc+0XPyD3lIvdNNnpIaxzEU5Z6GLH0OaBBJzIy/Pvw2AygU4K8j9+poKeXuTZ+5/qOYVpZGJGbAfDfU2WtvKAszJMPiTglvkrfm6+y3O8e0u8AGCdJGliMuqD+w8zhsyJ7GU5m2/QDdH/tQe1v6BE3njaj5lH9pOtRKJTY4sSB0AcqCqH1QgabBKEYLoxlkjylOfNdaqPiYWeX8KQEar+jLd+S9uB5d4Bj09NyQ8AACAASURBVPFFL8LGgB/3MXT9giraheg0EhevnubszkK+fiVr0oPqMc5o+q16bmM70eaGmEqs5SZUGWszFvD4MUAbc0gMM/ZowOSbN/gXVGTmSyRQBGj+kLn/kz+5OXsZNpaPAag/coZmv/8yySgbN4dBAN3FOtKygdgc+/QmPmb17v3zsqB8S1W6fpvFFyx3X/135j/PT3wMnf7l86uzf/LfAADjpxkzXAAY0O1NKkTtJU0FM3EXziR7tTOXz8OWsEnJ2hzaplRXJsO/epUeuRu3InmhtjB+OkUIWZMHJEZE5Bo7is7YJH9bB8lKtt9HVm7ekBiWzwOUMa9NjCIBV9uffb3MQZcB6wGhW2c4cBbzQTI9dhE6jOQC+8caSy9bIe2Nsn9MUouNkjng7ESN4EcWfB/5NDkCFSO42R7wTTaXmZJETs6Dx2Fl4fuMh8R3BJ8z8FEY4RqH54TMNgA8PgDAqUr/o/8D1qOH0Rk5U3oW20LlDcwu+R7A7qMkjXzHuY5djg/JM0KrXxBbpgiA3xbdDdun8eTYkEx+5EGAPronc3D17O7Z3/o734UOnbZSxqmLpOPXNEHUOAum6dobPIHtU/Tl2Cu86lsT22wCPKyWFJhsIp+JZ8hvi7nob19mqunDnluy1qXFZuGyzlyXs0hcRLZDfNeegXlx7RYziNqarEP8oK0xjR/hyqPXsHeQKd5bhmCuiV+9APCEFPNcfk5WUCbEoteypxDvBDecmCd6xZg5uk3bQkvHmKJJeahi/D99NXClJl03/qPOqFx0bNEHjeFij8tCx0Iz1xNSOrv16n2f+PA6BQb7JjocG2w26UExzDf2559T6/4cCDa4s3Qmc7ayNvmDs7uB+9OxSENqxl3pWxlOnYmhwxxDkO8gWhvcbol27yWYenxfwPWUKvpQCl1H1+ufAp5HQNagc3/uxleIlhLlFHg1o0NEvgfYT65pj01y+QuqTVXWBkb2+U+D3HVcvHnncF8NvLG5MpD2GN1qVgAE5uNni7WVxLvGVqa5/FtZK2hxBIC5Mxv25wDwXroAQTMA3SgdK/cviOFmP52bBYoAO62Gk4jf60n12vHMDZYijxVeALdA1gAh7fNIRd5szKUhrGfEFbPeZtcKFPNqL0XkgKqJAbedw5Pq7swL1+L98t6zDxpUMgNLADcKCbmmSrFVVirzz1x7dpX39c86Cz1kZ904YMlilaIQ+pfJ1Bkgu1ScBcXMIGe5Cjgd1t33eZ3uwd5vtvb2duQzfZ7StU2fhAnOYnRX+URHtQfQ3nfGPni08wyoN1ktCwAXhOIG2MxVYkPRnDfqzOX9mf7+nmto0Nsza9dqx7y9gBvgHpnfKoStgHUfHCsJVsf0IB8jXqDB6kQrax1bAzfoiB4GnPIuWAPYXHV0h7JGBZo9v3rgVPY8IHdvMmfrNO1aa8qq90qtPCBzp2nWcfVUq83nhROBnbzVrAbI7C+BWLdqrAdEfpykl1Ks5x4FBgkKY5AUjGCcOuBmcJtJy+0ARJpNxPfGwVrQ1DEaEDIBQlCH1wLVPJM0Z+pMg5hWzFvdaOBSCl6pMhv05bqVuwWKqFI0WC/lhocjASbXVzCe+RMo9dDGaeTz7Tk6C3fYr/m9fU8N1BOkky6Z/WIGe2kyBqjbPkk1yelX1EPfIIC0sZM4UbDFRI0mtGBsVJbMFkePIhPsuVYAAcTmOdFBHOLIRIMLIy93oJTcc5AqvtE5xwSmTkErfZk3A1QCO63oxJChEjQPZFUEfUYIqs0Yu9+32k/d3LUFFMycrM5u9SjVsrE0Hds66RpKzcHImtV4KdAkoNh5ae5I1j/rzFqcAsDoKno31VgvLeawBkBlB9CKPun7rDUybA8UgvytrPbU1zEEeKEKka0yTkqN44z3QJNL5VuTcKRC3EqOPSuXBv/IBuE5hby1x0fWpo5L7sG5AmgBrTQUSOwZ5Jr9xLpDQaZq0rBs3+tmFUMlp+fwvhTTUvgyp5vtz2+ZV6pkoJPl/uy9i1RT8cgm6Aiw6GBwNalhAdTX9qgd0oArTlACi9XXBCqs2uh65A2r8NzT+x2qXgtuNFFC/eFL+4o5YN549uqP2xrSgkEEbFzLthUYKmxp+s2+BJCqjsq64bQvjS2f5TPIG0EZ5ov79HqMLyMAeOk+GsAcZx4HkbOSl/1d3dfaZKc6XKeiFawZ37Hnsz2iNfaHsaWU/8gg1fiwHWR92/qTLNecDwk+EACubTVnBHKAvikoDZide5fqmK+B0mCrZCs6RwQZ0Rka7Dh+OOTIAyDctnN4RD/o3Jv1Qa4ABvnM6lQczqUyLlVye/jZ8/1te74CeuHFZW6gqhwKWhw/zo036R+ozeCaEmDjZXWkACOVx1Qa9WyafqUPUkWBQ9j+2HnZE1ewxopuGRoInhC89rzBQXENS1cHNTiOb+SAqh1eSwW/QOoxMRN9rS0JJSR6o8GFBEmoHCfYRYCmNHJNTgFEyfkcWQaE2OQw9r0A+FReOTXaYNWj7inp35dlRlsF6ml9Hs4hkpu0m3QmcRL4nW0ZPpYJAHdubD+qc7NPkTnGs7LX1h2tWHZvm3iBHWnWNnJxGVDkc6p1qfAiCFEAau3EBjWpKp3K/FaH2ceQ/cczSIfqmdk9jPHNcKF7jbyTXCJYMLbx2Bhvb6w45zxmnUgiweZkzdm7rSgDmGhfMq7JWS1NXAOoTV4I6J7r8DNgFUHoXYvtB8ieWaBXhgKT6pBz9ACvrbB5n3IPgqEEq9gX6GhASnQKAO+jVM/5rHluqCNTwYoNa99ldBa9e6E+1kbrviJ1O88DAMw9W6WViD46n5+3WmnpVREVQSwER8CVqgOuhQkCEwxB3yYSRI6gTWNqWxEK7WB+prJ4zyjkBLsAkH79XeaAAFzZRmrnkQA6DFcAcQkc4Y99l42ArdwAZwKr99rATNYYAu6s9f0AMuhF5AqaWcZ8f55/E3QEqqiSRT4z9gGz7X1OxaDJNqwPgayy7eSZOv8AcmTaZ18D7vaMyNyS6MCmYP+353ITA0hGMHET6lxME6rry1yQceq/2W6gr0wZgfmtyIaql62GrVvK1gyAuSndemTrfYFU2GCkmDeZUHlvYGv8LcAtAv0k7NHnWR/JCm3ex/9n/ktHDE17ZKKJfdAnNgGLwE+qLwmAZYzINT2P+xmSArIn6YEJ8Mt+byVAaeMNIGFf24KALSI1qvJk4k5p1wGvAxhtco6+nkFb9hS6BZlftgGuSSDbNhzaFPviLGAS7mVPUsnx9OnT/qrU7xknz7kUy4CRpbivza6PvIxPAGVNCMhzAv5wTfajVe0G2qw+1JfRx9AOPy/LggnDnEsEw5tECUNL3uM8BQSKlFSPNnjVZIN9Cu1qxoZ8myCk3tyYRSs68oWnz6BX50V1zHWrwJhf5g2QBr8NUJHkRD7P3KLjtG30QbFDTATiTWW0yY2ZK3sTy9QBlTy+M3qCsRiElBq7iSmxBTinm4zec9nEL+a0QWmA456VjJdgHkkjVusSsCbJqaBAQMTSq5eJgbPBICquSulCK0rM2/hSXQTbHtQ2xzfvGWpyNr9cMPLJ1eX826psdBj+wp6/gMrIOHbTx+gVnoM15TyHbp79df0iLU7y+zt36TOdYH7OsGMSCcKt/UjPY+YbOwr7E6r4ZStirQH1AWDxF7GJCHDaSsbEjjKj5YO1D3NVbAersQWNkCl7E3uGoO+hfoTeHb8Im6AJkU1i1r9+F5D0aarMay/WR0BPeaZyblwEfOEXJDK/SqXeo5wV95JYw5l3/YJEX88sxmsigQk5ZY7IWKm4Qk9uUsaHjKlVygHfoEwHkLdqHj8BkC3VgPG5lkKYtUMuWAf8uZwK+SyU/p6t+AroH8bIvH/M8/BiXl5eJ/kjeo4zgP3Iq7Z/e8Af283xrLasGBnNR/kOZye2HkAUDDsFUjMe9G/tIVJw+10qhdM+gjhK2Yy0a1gvxo3Nil3O2cfvZTgw8Mx+am9bnoA9nffR0YLRMklwDpFEgfyUivlMalbOTRNMSMwIiFs6WvWEFbEm5/L6FMCJfff0mYkBJjSdnf3w4mVtwpox+RtdCgj4PlWt7LVHD55VHvQnoU020Zmex7x4DipObwVkMSobWcl+h6EGG47kAZ6/VOw599DxULd/l3H/lV/ePfvV7wI+w8wk+0vjz7Fta8tlDe/eJ1mZhDdZPJ49p9fsxyaRAgDSuxSd9rq65cfc91H2lrbN69jm5/ef1/e4uOTQdk5JCHv54ibJHSTymJh7E/aK2rO3Sf6H3t4EV2w1kvgeZ06ajBJ55n7YQdh7xK2blJEKXXzRd6+gAc96xTZ6l0RCk2xI+JUt5m7bKERHQmHM3qxp9PnsV7/jufTDb5LMkmStVvSXiQGE4yxVomlfkJ66tQ3TxxyWhLZwyMMRB2ToGyuhQrnLXtta/UNy1o9QTgMCoYOxH/LnU8Dr8ySzUT0rgGfc88/+ww9nv/zl03wGaD6fY49m7CRKUNGbri8Fk9tbmWT2VILqI3DPyFAqYYkFfwDozPsAOFexNzCfX8dGeRpK8+5JTZTK44tU9jJwKP7BQN4FpKRS2TgBtmw+m0SRt6n0f/eWCs/87m5kK/P6OkkF//5P32fOoNFNglQqgNHjxK2wnb6kB/abm9e577MC/JxfAMDYsOhT7AR7INvWBFCfKv/6vdOurP5A5zrziC2Xh8GW+fbj67M/+B+elSTmKy1nMlfoolKQF3/3jC8QNTFDZAu9h+2BqYYpzhmBTSEzFVXgnn0wyNDyinNUXzt6u73svdjtVDmS88451YM8b795bfICSQetrI3BVUCs5zm+E8CyTHq38pn7D2CQoNJJANgkFmxDzlvtBJg3OIJJTOGMxobgvLwM+G4bJe0HYi8kHHRssDVlL2F/oGMB9QBvZVn8WNu5vdDrD5I4yLc8s/mdYyZJiCIKdTgyDH25MUortfEP+Qw2HILH3H2ID9RzOff9w38RmyQAMPELziCeh37ZnMMk8WCvknCM7HLe6Ceb0FYIJtcpBjA2xhZIyegE1f5Q3meC0PufGvv9cvb0+9tn//nfe5z9JU5Gy8P6eti0tblYe/SVNg3P67zho1pOaus5zwZ2i3Iy7ActWJE1YSuNZW7Q92h8ONdvYRsaGn3UhHvP6DKsZPyH5ICe+yoPbCXOEuO9+lcycboOvBb341kwTQusogRYxSbrYzPnc3muBYz5HTK8z4H9yc/4FGujtRJ8boMttS3yvCvPJ8C7SZnohybZGM6oLhLUdSwkrGIfkYDBdQWtBcSVLe/3HwHAPuTxgdlcKrojeLu/nliKhxjDJFiRX+7fq1y9pii4i4syHrCN96HRmGtsBRTfsdqMw3wpon1YD25B3p8DRqV74n2mjH/PmHQIfY793lL1/px+mqFwEHqYORfrQC8AzHsC0V5zq3MP45lM92aHNWK0wdVaHj2UjouLoYbC9F577/lABewnAPN8rqXeozAMMkx2MOd6frE0UrvJmrUw89E1wQZ26Q7/5t4LppQqKv9hEKzw+FnHWUrcBtEQZNeFV/vDdO6Yt8nCyPurZLsGmZMGgPrFmYlmEA9ImfdZwxYMMicTMNg52esv3STvMweCe2tgOm+nFbxeS6emQeYqOO65V56x5L6thh05OG5yn4fMmAJY84zrQKFIP2DQM08n+6gKeJwQ7lCgAZA89z4NfAMAS693lD9kd69fgHkA2s343crW0ydwLlCyKtQdP/sO2jaDpwYqyH5qP498ttlWdUgGGO26TmUyezsL7nofkwfYp3VI5jvd6wStWMNckzXibO2+nP3v+rmP3admP+7+qZx1/lwYFeUu0sGq4Dfze5+e9V8AuIBcQXPBDbj1J8HnsF9LiZHfb/Wo/T515qArZAjon53/Bu74b9FsnhwwLWu2Wea7DsdEk5/KFtdsNWgUPc4Cr9PEjsprewKhqwTbPKDMemrPz9DPdD9VTs3W3xfJFbfyvV3znb8NhPZ9BsGzFOzimN+D4kiZ5fep8jQTa75iUGD2WBMnAAHzN3oC2WRFMJzvJ9uUwJc0vGQL2juTF3rHA819VvoMKuUnc4LqwGaPj8xIh+aY+bsB/6H5bY82EgkwMgDo8tFD32iAxO53z53OBX/Yu6wb7m4PbZ8fytLbmWcSUCrjmeBmF+b7Zv3tgYtOVy43IaV6oSwQJAoMBeQAwMi6VeQkPZg0g5F6txREXnPl13Ewx9I2sw4P4ySVojbfhaKM+d2AUkGVTCgBSEC2Daarc8x42wq73Sw8+yYkCJRb/c/4S7+W9VIuTGbifMLzqS6Kw8rYVs+3HzLALcGe6dMh9ZhGyDk0sRFdRKbXzeeb3Ydxn/uWvpb+J50H1hF9w7pZqdFeHc6SyQXQcM58Mdfsd4zSOjfT+5dPt/9IK+iRLaqgSHawx7ABY8H4nt8EFwMwtQKaSrEEuks53LOBjH76rgsAC6LhVKVyjSzkjBLHZilpS7+KbYBub4W4wfIGAqED5RlGFplzAoVLU2yFJOvhPuH3VrC5L1kfaM82sWoZSlqN1b5P6vtmN04ADWO2VJwzaawhDiHr1fgDaw/4sCDX6FSqoJARKEZb2R1ntP1W51Xqt1ZWCQDzauZnA7AE1yexq4CIBrh7YAN8AtQN1FEJNptgbUie5pLM6XmtHqn+JSs5ct+kigZ0jvtbe8kAm7TsOomIzPFzY1j0jJ+ezwR1qfBOcLqOcJzqO+0Vznx5TfWdth+AQfvV1UihMt1qt67BGY5lQPjoNXtFaash8wAvyDFOnWewDg8VCw2+DkjBgAlqKptSYVPJwvfZS2Tuoieh/GTJmuyUPdNe28nSrWOW6zMPyEOZIOpUWs3DUBcAJpBK4Ovg8HC25M85meaZZwBqXlQn86Jin71Wx7ABevSpCZY4qQBVddDzHpn/sp9YwWagxvEWdBgd0+B7jfQBRfMzfSk1cu2ZNYpA+Z8zzuDtUOV1+m1lYYWHVWPSjCvrvNBTraQ9MKjI1sA5cJ7gQ52rBIMIHvc7fUb2pMlSjL/VJnl+gr5U/elcmfmO3m5v2yZoWYXbMyaTTkDV4GrkKxRwUsgmmJ4gEXqQQAOyUFrCjtlELsaMfkLe2zMQKYsO4j4LaH6uPqOqJIBCEm/evM69Mm5AmcmzO+ynqqD8eRuwELCubTIi+5whVjt3x3SsBObfZz9IBYrtbAIkcwz9IPoOfUtlAZV+G+jfxEFuinxtT0T9JveLCZZWGC4FKb9Db3IPe7ppMxMkJGjBs1Htit0AtR9gVPvWtkdrqM9agWWiGC97n9mTt/o5k8FYtqcn75W+fwIcyKUJtbY+QPYKREQEOPu2jykJAwTkeZ5WpE9yGvdceeDfOPtPrgiOC6LxQidAX4kzz3OUjwQ/dQ+3zDuByCZJ5rw3eSnrzllbU8jKgz5HAtWl9814mA+SZbDpLpPowVwyH3ye6wPk4Ls1+ZA5Qwiy1O9nbGsvMyen9PasH3NcmtzxCREgEkzs26ntgOxrU0hjWlAsW/cnAPD4JgDAiCGfB5hHxwH6ARbyYg20/QegnHlFT2PnrE0nrZvnwupgvs9asZ9kCCCJzgAxsgRwi11n5RZVYFSJaEvKtCCjCwkO2OHsW2T1USiae941OVU5brJgaeN4dgF0aRqRGQ1d+5riv5kcyPcA4tG9BPk5HwFiuD/7m9600vSyp01uqP6bfSlTzjEx0/mi6vFtgrlX1dFb6dsgZfv6DttQAZfx2XM9A+ckYABa3AqYoI4iUah6aBJhDWxRtSg1o8kT6n+TQ6B3RW4EYgi+vk1wtFR7mWuSSgTPmAMqeUlKYe2WS242LAkUw65jlbU6cH0YprSV0qPU+JlnAHBBDt+8oU97egU3IcIqV5OWPYOhh6V6qcHt6FzsuzKLVd9Nj762z0n1Wq7FWn0mQWLse5Ia+DdrepPf85xNAsj9NsGDPrjto07VOHugrRH4jsAaurNJE6UmR75N+rM6PToustOE+JwN6HnA0ia0IOdzZmpb6heVgjdrSUUMtiyv9hyvYY1uJDkMHQEwKnjKGYiNsTEf2YCsxmtP7M6JlWjQ9jL/UFgbB/Ocpw8mz1m7pXaAieq9H326G+gmaG0SWOcgv4elAznCfryToH6vlTlcVh/k2PF43xH+Pl/9b47lSQ4AhGJP3btrAhv7DPurbVySaNAWV/kKYCRjhJFpz4EGxcvgQDKGn2PfSBsOMM34Q+tKz+/03eWMef69vUqRJ1/+AxCGs/5gD9d/5l73A8Jd92xinXgBtlINr00NIA8wBWX7+Klcv1V5UsdzXaqr2+OT2Apy3p6b0ek5R14mAYLe8uizjYG5Tz96XeJN2KEzlwsAM+/sc/Q2vbKxb7Af3b8mduP/V0dkTJxBj1OZzJo3wREAoX4Ae4ozdKufjUGgF/gdbAQmaqpreLHWJE8KAOtv8FkAR5IdnlKRzspnGjy//d75eRKE6oel4jA2zmcqUfP9yycCM/o+6tb6rFRm5yMvX6bndp9r7P989skV1OjYp4LtJEYAPpDQDMDeGGJpw0lcFIwGbK1dlP/QYVBWf43efxW9WRAmOpL2KOifT6EIfp7kjv/09wLgPqZqO4mUAbTaLzqvW6VSFaQ4i03TtkEZA/vyafwfZPaG/rWpGL77AGrjgL5jZzx/DnuIQArUwl+TQIhevACvboWjlXV40Pdj2+E30D/4M/1kib+1pVGegaTmfiZ+LAn10evomtdQchNDo+9qKcV5fuwhz9Gba+xVAeD3JCATD0FmS12f9SBmkv328TMynB60JJhm/zyYghOA+21j04KEOYco+OIanNfQTn8NgMcevE/V9cSetHdMCKe9juFn9QsVz1Am8299L4Fp2BTOQzntGTpFE1lPbHj2KLTZVEL318Rq8pivM8YvAZXoP/b8Krox93l3Y7L4xjOb4JU/71lc/knsJfMGMwvnPwXSiD6mHXLYuHmu+anZpdhuJErFtg7bSH2jjBe7isp09Ordkb/zJ9AY3zn7w3/56uwTTDDfQf1NlR8JMIL62AzvolfwfS5yBgFkcv5DJW3iCYlKDwtS8nntlVSTp9c3so0tB0BMstBtQHKqi+npjf1J25Vvr8/++//uyt6y+b93JNEEEGdiHj8jpj6aev28k9Bd9y9xkcQ+3+ZM3qRz9EtBsr8AAK5tGpYb6Pcb40sf5tuRDXQ1LZgoMueYuwmTBswKTZDDZy7giN2FvYcvhU3GQpC4YmsqeiCXES7/cQZuG4zS9ePrY4NHx3G2lwkrOuJJ9mSpwxuroaKeBBT9eJiRHoVBqjIwsUIqxE1C4Nkt0mGOWk1fv5j4S/ZXe9Ra1DJHQNaRs4mkAvSX+gI9xTlOCwlZWQTPqVJvNWz83T/8l2ElOQDAsswAAHN/EoyJS3CWoGOb1JfBcR7ij7BEgMY8z4PInYkSjNhkom3Vxbydt6jHuB4V8PceUFX+4Ozv/sNHSV4xaQ2aYr5emLXyZdV2XwW0WXfO3mlXw2d7TUFy/BR1uOcAMeQWA9ZesuBEnMB1bYJd51kHVzscm0ubpP42H/Gvw3nLenleHou5+FCLEhoPZkFZVwvy6rMdDYDD+rSNEkkEJCI0VuR9+GiBWK5ZRinjZ5znPRbRsi0CsgJ5n2l9cH/m+fHR+2hDGO681I2rr2BSfqmhawwZv2jsIpdg32xixf8vALCP52uDFSz0AsD8m3FYLftTAFha0qNBYNDQwJDGyl7Xa58GCesUoMTzufYGG9DsdFEdk9dcEKPZBDOOA9DF5zi3ZtPukFDsdfprCBu04vW1gWoc3J9W5W4wfSt6dUikCvjJawS0GbcVLpX+z6uPeX/BTz93BKU3+Hs4UCbgsfPXv3cCc3OE9VAZXSFmnhVKhK9xrhhGdQZy3x6uvb+1L5vRs4G3UsAC0Eyaz8Fw7WE7lIX5nQaE9yebvZXI+f328TkKrVlePdijmFtZsrt01vGYiOA9rHzmcLLykNexCti1L/g3AX8GshWDUgysIejq8Lw9iHhuqjuYw6ncNON6ZElro8+1rwWVNhi4sud1fd7dC+2VNwCDFItHuefz3KsHU2Viq8Cc6/bSnNfOnWDPEUwSPFIZrBG+iosDpoGLXAtn/3QKWt3ZAPTOx8hb5cHrW5Xv3PBnexvjNNkrV7kRvPPZC7BOwLZ7e6r0cKBbZZCXQLgyu4HavYcg3a4V4+YB+F/DV11j1+4IAHc8JFY0k1r53X3dYDwKP8buAtrH4IJruwkoTSrIn53TBnln7SvTRoHq6P18XTr+n81llX3eJChvsEnddvqiCoQgV+mem0UVIBKquQniEegjiAdzVw2UPEyfs04rIJD0qsfKVjPR9xBZOvqVTedPiiVeO//NTC1l3HF0SyW9ldDuL5/dfkWC/wRIBE+WepfKOwH5Hubd285OKzxnTapzuo5U1bjDNvGBe5WyZQJMBfnaI1qAYwP6mwxT2tvZC9v7WyCNymFobawe2Z6xyvJmhXV2KrvMsQH97UUxNOORMcZJpjNBywU+q2u579o5eShp16jsSNb0JFncT2Ca11bvLyiLYdgKFIyv/IdT2j6mMbQJaBLAoBKGF/qMOejcxDC1Smzp3g3UU51ElVLB16nqMcihvrRXnX1UeA/Da5MTWjWdAPRSXzIXS71IML6vBk+SyTpJSMh4M+lyDwxNVpljguqYrZwvIHTYs+g2ZNggDJn1BVAB96trrAxnfTEAke+t9DWAJYhmnztplNlfBKpLvZOAhoEjZOl4PmmU1Sob0AydRR9Te54Y7J9rZL5LY9Pgk3R8ZuphuEshxHlPsIWxSfE+CUeRT8AgAWSTs9RX3xpgfBTHCkNw2thXBiv3pSOGClIQmX1Q6s9mzapHm/BABmmrEJjnyAjVGwVoBbvVQ9Kh342zeaA5rL7QfipAnJ9LjYm+Hxo5HC8MY3o1ATptRT2OjcwEBOjc13czLXGHEQAAIABJREFU3uvrm+pxzqOH0KtFXtABPFMdnKxPae+wn5qKqe3B30dqdu2Ee/SMpNI94wEARk0W2BmAnDljX9Dfq2J4sAnQqwaetr+XzibrKz1RmUtqNySgjTeG0V75UruTeY2CMGPToBKB2vYfRvdGNm9abS+FsJX5ZpYLkA1AkGtslnOrXUhc6ZrOHm+QL/eJM2UPaOYKUAzZuBkGCzK3rd5ibMwvzyLwJFXb9oFkH+6ZW3qmfBKZqc5kHumhNoAw2cpmoxLoI3BJUEt7ozqkSRUyQPDdPcvoy8s68DxL5c4vCcQim/fuAbLp6PJ/bDGrmXWUL0IhygtHsDq3QeH1AzaxUaphk7J6yhsAzNxRrcwLIHBNXOi36Nkp+wyGu2en9FcyOhj449mWVlyKvPYFLV1tQO8APG3dlXXZyikUxyYebPImZx3Hk89MEM7qGKof2NeHNiRDEWubi7HDMyFNliHgwQMVAN4eekdw+h49t6K36In6gWqh6KJSWFJFkoDPp5QmYI8g59JWsm/Y9/Z6NsECWkfGmUqboTvu3AFOZTqo5mQJejbkuZcK2YQRA9CfEmTk3uibOpDN+TOBDR1QfVt6SQKYBK8EsmT00OE04Y2+ylQwahdtUgrnBHuQIEQpuLFryshAz03ZU3iv9JgJlgBGUAkADeBNAIn2iUtQknujfwkm0v+4FL8506z29Fxf/4g5aGJLxk5QDJnneQTgoAynGkeGEc5bnlMbESc9VaWthvD7VskMhWLtuVrf2m05F/hMq2rwMZnzBK1lFSH5UspKKZ6PyZh91q6nLQyaJT82OOsCUIpN12z1yGqToACKAd3eMPfKIuAWgRHONPZrdUzmkiqVj6lY4Yy4CADQFhMF2vL8OTPQaZtgi74CsICej7lphcfIM3NgIpV6nPuU3aKAMTaFCRVQXqODBJhI/IKNwR7UrIO6mvOCfoEEvbRXoRuVPUb7/W2AUQKs+G5URi8zDH6LsiJzAutIxRm6zj7T9sMlmMmeWhYW1njn9XX0LXPEPuk5nn83+FQgxDOYKtNNAiHm0EqJXIPz37Yr0xc6n7VCX/Ce80b9TbX8UDCGmpIX9Kieo1aWC6beGqYLWz+0Ov6Q4b/yjFza6mavg2wUREggsGtUp0c6dHuLTZubyOdFkIL60NiHCeBdBjzAlpDa0/65nPPIO2DrgQmnCTYE/ezvXbsWezrjaCITYGfu2cry9oEGwKYyUeCAvWkbjDxjxlkwsv6KQVH2mwwzVpgti5BgOraJZ+GuC9fk+oCSnCXXaRuADdmWHaXbBmw1CEcA1f6aJItyNpOUM73Kw3IisKAdvJWofKvUkW1jNRS5jd0YtOb8BCzseD9EPvOLJwHhmzwYsIXKJGwVzjue1aQgkkGoFiRoDO0kMomty3XYR4Dj2GxS5aJP0OWNO9V+1K6QSjzgSoL67LWbt9lnVILmbP/hty/HttL2uQxwt0leyxwD+LH+J/MiC0QAOHoLkhTa2AKV/voLH5II1LFF51BR25Ya+Zm151w+JEphi1Fxk7lBVz9KH8MmlET3k7RavQ0HRlsGsN7ub+yXXqsVveh6eh6adIf9aTUnrDbpDV7QQ0CZ17a34LvosjoY+Z/ALkkcVBEDDJscZIUoFVRURgHkC8byIrEJ+b1If0iDgMwnyXb0+7xd4JBzvvwfuQ/yu+uxceHLrAmvxj+QvNynQEtegK08DyA5Ms6awoLQ/ZwHYj9Ku3petpgyMES+APiQGfT1+2HOuLqS6htbeAP0zE9b7cBINLLCXGz7FuSvle95j2dhXwAMcB8TB9mXtDTgPWSYeccOiJ5I5TcA/cGerumWitTp4U21vIyD+smPLx9XZnruRFbpfc3+pjLaJAaTm5pgUf2YtY9u+f77rA+JgZlnnoeWFS9fhv44z/M088hea3IuYEeAsPNLEtGTfFmKeP7nec9zcqZsPOEYchYAppqd8b9+SSWwbRuQKexqE8XQx9k/rZCXWQh7qpShJNidP27ym36oZ9AXEvfy8y/+0q2zv/03871i0yRwx74LTlhmoKwPz102mcxD23yRkBSRs1WC7UxIvsP+uH2Hdh7GvEm0IakEWZMxjMrVikHkUx8Z8BidSQ/ahnXxOQFUkFliV4yx5xe0xW/S4zZ6I/YvcRXOitepGpUNBr0wtjI+Re4PM9SX6vYBR/IstQFoG5CqXACa21TJR3C+AcCzDybOxfgLKmbsm3SBBEFeR2LC6/Q6ZZ9QAQt9NPTN+ABN6s39AOd77uTP1ZX9xO8FMC2MHVvwxQ+RzYCi2NT0vsX+eZh5fZy1JhTcikkSXCKfD2EVgdY5Mi+pA6Anf1MZG+aH0OvCgCMd9mXH+yGAJGtdxq68qNB9l3mh9cE3EiRbbRi7OLIBiIq9TlutOb7nHOpXO0+fI98A3XdukzCjTjOGnvHFHoYOmxzc10nG/r//7buzPwtl9dsPJMIDuMEOYgnhrcwz8/oh+wL5hdKfilr03fVLAF+r//fzyG+TegvSAbBzhppsQbLWFhmYrDAo04/XZ//kv31+1iJYErlia9PGgH1D8ixdUPD3yrbKfm6A2VhfkxNhrGmbF/ZZktnBbYhhYOtmnvGbYSsiYaEv4kB5bvYNVZ/MPyZvafQrhwF/M/9lXsmzWvUbPwlKf6px48cTN/uWc7XsiE2Swm7P2ZadIMYzieAFhgEcZemCinHbFJEowx4l2eO86858kCBPEhVV/MbcSLDsE7MAtc9N1DPOMSxZnWMSZjn/ycbG/rUvcP1GCk9gJilLESCntjCXZH2YZxgziPWg46LyhmkjtnQo2f/Pf5MYzC3YS9InuWeytujaafWDciGqkjkr8U0fRMDK6EOrkpw9yMCT6G1ea0eSGChWYdIu+qdtcbALSMhPi5hP2avn6ZX9j/7xgyQi0t6soYzKvvpfVi1tORnokEP0IMkKHL8N7xM7a+yV/QDWhl+hb8KeqWigfvNPkz61bY1dwV6k/DQ+ULtSn4yY9CZDr92goHk9i1iI1Zl038ryyEN9vzKUbCyCMSgD3mejI56TyEOZwMoaNWNFlmm7RRxgbm5M20RxqcyJX3g/X95DHIdng+FHk6Qhu4UO0O2ZL4ufumru2J2A/tuYPG+RQ/QTAPj0AXZCmDjxjZMKYJ9XQZiQUBeYA3fGfABaTt7jOg0s5b8FJpeWeCdwQdoCKztr+WWBy7nXofKxPaW8Zw/ruenPK3odq7Nk4PinYOwKEb/fXqc7F1tlu5M8uF8Fg5e9OI7CuJmUCKy9T/3dVsf2sD4Z52HCWC4Ufo2mGMwY+GwEnmsqtDZw0YzbESDXwA3K83djc79Zoz77fHbBqr1ON00U0gbtZ1XNeMh/rRjB6V4BY/4A8RbIa1DGoNCu3wJH/cwYGQu+Mrc/B4C3OTrPuRTHbBppUqVh2bVYgG5/btAah7l0uB5O28uuyQaTTSYIrNPUnr8KRAWnQfQGDJWj7UtYPCq/O82APxHHw0GOf7FV6yw362vga8FYDhapq7ZHtJ/ZnrUamT10MByn6tRg1VJfeU0rgezxsoqLv80893fdPyegccHY/NxK7PyHEbWU1XVeunmOwnKqdKzqM5PYrMYBFzN+DC4rZHF8vP8C09s799h4XMOw1OesQ27Z2E6eudV5rQDZnhpHyuzx9bteTc7IXmowJodeQfGuMXaagS3Gh6wupTbX3MQLrtFK41lXg0euuc67iovnWD0CyLpjUAe6N1vRTKY2uoz3JgFiExoObADzu9UPR8YB57uBxvYtmI3uBlQl5D37AAi8V87rq7nfarSMzG7z+Vb+tVpY+lGC0lVNOYy2p2wdgIzdAP/RQaux2mCR3/eQZ47IZHS8XH/1epNVmlEvsENQoxQcnX9796zjbVKLRpZguf2t1BV7mNirVjBZB9js9ZEHHCqqizMmnHz1vQHvOl08c5yD2mz0W4A+mj3HXBXwU3fZS8RAfWlZMh5Ahilin8pKFR6B5k2I4Zpk5ZYiJd8hQLI6rnuP4Pms5c51n290Z+eSvZIJJNDNXuT3VuXhGPvBBjoImuTZmd+2Puh3NcABupzD6KasMTLPw5tIADgA5R3PLg0u8yGow/4yg3qBWalvBGb4PoGCDf73/Ri2zEH7Oues5VYkKqOvCKqVUokkhjwTa4aTg3x0VTOmDVAvPXDnjc/mmZDpPZPV9TiiGJ/02dWBsEfqnkOygbSvUA1pE0cI9JtAs2ewehM6PoKxfJ8EBu5nf18dAOa+AXYAYhyVrB/AKD1oSjXdYLt7DOCi/fmYzDnPmX+qBsB/PSeoYo3xHRklSLCGK05H2xBkDnUKj7q2SWu5P8FgAuHtKbV7ln2e3xc0zh8CbbIUAKzaV4bhSD1HZQMVRDhNUOQZiDOpwOSB+4Cu0NvkWQBYkJnaYw34Kydru/G8Al84SYBZ6IPQMoU6S92gnjQQSqA5147MXV+/rC5HXi7o5VdDBFkFdPSayBfr34qwvEdQ5nCYkqFonmju4ZryBBcJiumU5vNxHqWvM4DHuuIIlQKuAdkAeHFcOZ/4t7Q+9Ca1qmz7Ire6LxdHT3LG2xsd+nz0lrZDg4uZb4JJG+DnubmGfZ6HcSWjBBRGFgWgYVU4VtjXSSQ4MHTeONXsfwC89lMupZF90prEliEUdI0M2ocPerjsmYKhAmPak/YwRZ9ARc28sDbINGttK49aOwkAQYuqDuSaBO+50XkCaty7FFe818Ss1evuMQKUPweAuc9N5pznar+lDAz5QLcYlE3ACVC0yQVWSRSEa/XHEQBWoGxHUPYIzioYAAqOIUCbpY8OJ4CrPK1tB1hbG4iAdXvJex6VtrSPbiLCgjibyMm4+Tw6G6DnPboOuvSsG0kLOG/tTTsZGegHAL87pR20LxHXMHkEmwT7iEoQe2EeGWs4xw3sWbE3dlopV1JB0Uo7DkcCzXHAm2Bkb2LOUWjX2YeAP8gKtop0aQREdMZxVHm+9s3jfM89oIysbZXPlqI9YkXwwkqdu63eKQVw5ZDzyOQ9bG96hdZm7tmhvUB+RIMz+QzjbBAt8/X6dSqGoOXK8+hHGMBpa4ZcR0aG6RGbeWjiQcCJ03OmMpC1ffM61VBDoU9CDPsARhp0n722pDAHjCh402x/qnHoaYtuB6RAXwZUDGUggWyAFfTTUo/jWC94oi10PDcIejgHBBn1QeoTTMVvuf8ALDhf7gHkoNtlD+A7MmAwlyYsNFEussB7yHOBw7EVDaRkr1VHou8M0NyDxhzRyM+sL721tn2EvTOxNZwLkkOwNe/meQvmEOTMmJi716GPRNczX2SaI5MkrxDcRQYIxDGuj5/THyzBEmgDOW9NMJLxhdfSeKMbAClkDrFvXe12aPWydj8GRKsrkfXjObVhOFelHwQ02P5arQDNi4SNO1RWxC4hGQEqZl4bpF/62Saq5T58X5vbBJUmuYyNtG1xPGdhvMBOCvCQfYNOvXl7U+YM7BfORvY5cwwoLIMDf5AFdRbgSBMio0M3wXjZcrqfuDdAKtWp+Fb5mSCriR/SMve9JkkZOGJvsYboo9VDNYGr/0zCo/Jkk2sZEtdAb7KP6CPbMzp/rq9fzPoA0pOUxNxBg0yFGzLjecC+wh9au5qxFgjGXszjYqv47MocPkr7jeasRY4JomLXQKW7dPPIGwEGdBR7E5nheQVKqPIyWZH5hxqRfbTJhd8FwLAnJPrJRKmtiNyWGvj9jAngr+wVrSqf8VXIZo0KyJs4bKsDzsx8MutJn1qTitCtyspFqgYJqH5qJS8tToaRCP0N3Wn0eRO3WINpz7E0+uwvko0am8g+q893sAWlk6/ui/6wrzGyFwrc6EgqbNBD2GrQCtfOju5tlWGTrrDhYDeAOld9BAXm7YwFs2TpJQVahjWj56p92bHF0eckeeITwAiyiXlvI/e8ngYgxAeoP5i/0dsA1F0jEiinqq59XPPnTX5vv0Nki/cAQQ2GEvBGn2FnkbhQvwO6TPysJqxutRJ7jL2E3cYafpQ+swkgVJlDj6y9hjlDQiW2CTTH7BPmGPsQv4skGJ6dZB6eAXuLISN/DXgOAPnwXN+Oz1J5DpBFxTOAQrVTE0gAhwcAfhoK68Z/ABihw5a2+9kzZCX0prFl6H/uBkmlcyr/AEo/fXlXu8ce29CAv9G2zcHYvraTF/s4dggiuIUxMK5sAhmXRA4A7lmDJqmEhhXdWXA7IE79svSCxQxp26w8g3oSQCrgQOS0flF9I+QhfR8BjvGfC5K5N/FPOC+wNfk3+4k1ETf81v7TMkrQ6kG/m8rOAqka8u1jSnII64S/D8hrD24SjFFWOWPaDsKxsFUBennR25t1w+ZHztHf+CqsfeMlJK1FvrbaDNDm04fMVBJGlj3rYyuN7SnKmJ8+jU0EgFD/MVW1qXCsDzegAvdnP16lkpFEMewA1pMXMmDsYQFg5CH2zAsWiziSSTjKnEmX/B7dbiXd+qH8iqRuwJyML+O1IviR7VJS0fn7f+v87Hf+cuyKjOfdm7S2SHuKs+/CSJJ9VLAapqDIIzoe8A7w9lH+3L0rbS7tW75+tvr21m0r80wWuOx+MZ5hsQh066wVv2dvkOyJTnj2LIlQOWc52zWg0aH5LOuU9XsXewGqY6oDAYGNe/o+cwB9O8k1jJfknfcB1G7fik/BNGQtLrKO+MJla8BefUJPb1qc6BNRfQq7y4/f2F/AbthkJDvBYAPorX0PWMpZWPYl/NkkWuAiYs+h20ncKttEKe6zf2hn137EXIM4Is+Pb2484TIV19fpocv3Sl1OT+jYgPT4hfGE5LX2Fc68MNfY7zxUgZXcgERFqx6jC7lhROY8+xWQ607sz94zr3c3AMAw0kQPp6LXpP2HAdDYV7HVAmjLMqPtM6ZGqovfFywnOawALYlMOR8KEkWuOK8fP73biu7r669n//r/us71A0B/JSE05w42WZ6NM5fz/m3sShLPNSuRg3vZ2zCYpAI4oDFJkgCZnIGw4rCfSECvTiIOHNuK/cKLc1f7x4pFknhgGLr17frsf/6nvxcAmH9nP8dWgM2KfXAbQDBnAfukCYmZHwuzxsbI8rQXs+G5noGMDZsQfwf5wb6kunUTgvj6zWuSQUlkxq5OUlDWmzOcsBhF129eTb9waM+pKs2c048Zhpu36R9ND3BsyNstHKE4g8RomDwnRtZlRHIbJa/fyzW+1qdRdogHX19jz9HeILbGbCXOMM4NPs+cchZiPxEnI376KOA99OfYw9hQMtxZAcy8ARBSWM+fnhNJXGC8VskylyQlE58FFDZGiP/FeoiRWQH8CZnn2TL+f/5Hrw8A8IdUWpuALvAtO5dJmFtcRuIRCSzEHaWCdv0eT6I2NgwsKk02xQ+qL4TON+moCS/x9+7ezV55K3X+r3734dlf//07TdC4S/Cwdq6MfLYqw+6yshx7orZMk8CIY4sVWTCkr2lh2Lbes/0AMlQGuExV/VXiL42ZOcfdaj131CutYo+sbfGMcX1jpYuZNUaaNS1DTIbd+B/Jg8VoeI/nrwncF5KNXeG1iLl4bgjaU7FrYqBjWZCXAtcjiyoAMOvbfCJaaeWzBbaFRg4vWz2idxwvesqxaQNUrigIyvwxL8TuGx8pg6DnRlvv5b0WB7z+cHr5eSBt7L4YxBowneyCbj5MbfHZyP3sTMb+uwGVLvTxekySwTYV1AKG+7NVIU6olQHeE0O8BvDc/0Af51BmjMeJOowP4Wkm94IYAmHzCF34fVYrW2pJ9oURs/dpYK2BYrOd+jMBFkCnBlGPq7TgySnl797P73GYeBAU5M2cbGXu4d59Vn9iHrcMfYHhBVD2vgtqH4TyZA0X8Cnog1GTuTDQunO3FTizphiCuf+Cn1YgOpgFwTz4GTsA3mRH5OEWHI5JPnNihhsvA0S+Dy0A4AfzsdXYtxao4WCIABsQVFEcnZ9Z8JOl5rmWwlfjRwPIij8dKoJQC1r1GYayEqXPa/sLb3UrIdoCejNNu7wYmwhlD49sanAm7m1lwVHO1yjvc0eB8MuDEliQZPZF9xcGWce9a6J87XOXniJ/5N6XmsTnMqNkaVFKkUHVYw9uKcBWiaIErEDc+Tru5QXjmmSBAoPeaSuWK58qutPx7RJYib+ys/vA7LUCXfzX4J0Va1u5V9metVsQWrDeig/BK57POW5wfcBI1tW+XAY5rVK0sor7EnwuI8AMskHI+QEjoNfmUU/kqLouP28GrQDwT+Wt8gr4gdMyzvrqpN2D2yO3+i2fbYXxyKQJGlIEC+RNddahssN9xav0d5kAqQj5KMqQAN1x0JtRqPO2+sues9yftUaP2qdTXbM9dJm3Uq9OUJrMKvuXqZur5zngawxtpT1jPjn5BuHk2guAI5vtP8C6TPV1n6fz5XNXfmet/axUd5gv6Diclu7lHvDuKyu46D0Vt4IM1QLQu7+trGtfzDyTvRkEa6SdZUz+DhnDmcImYRin5xNrV2aE7nuuTXAHWhHlegE8kyqc73UUmU/WiD3GnDXz8XicTLVrxlCAAIM1188zbYJMwd/Ih4kf/x9d7/ZrWfZkZ5283/PkpardbbslC1oYGsmYBmOMxQOXF0v+W+HViJbgAVkystRqWiB4cEtISG75V5V5MvNc8l6Mb3wRe+8qt9evqzPznL3XmmvOmDEjYkSM2ANYcAGjlJ8t8DW5LZX79pmso4VMG3At+EX1w+l+6byYpY4Dj3PfSuvSkAtiHpOWWOMF6Uf2mIAJlnY9CODRh2TOwe5nxCfjaE5Q1mIpFatzxnG9nwo2QLv2fMn/K8A4QVTpba2EcH9IY40O6z0rCwZZkQcy49c+qdwWbCKLVYpme7MpAweQk/Ml915qQcdv5TC6mjlDJrR33GvsG+BIAyYoQ+eZAQF8M0OtosGBDl33lwaB6OGJIUrGqi0eet7n0+gK3kMARXnhntuT3qf6fH7HnjV5KvdrlSmJEFarttohQQX2OMEDrgYeS/u5VW+A85697BMcV6a37PH9jMBN3zUDbHVA5H61OaBHg5ZuNx2EOJGsqxR+4w25ow7zpr3EXGlIljZxqv+oYOAeBFisUk7QIgE2KyjppxyHGuewwe0EOan8GmpDbCLWtU4M+n6chce5F8bxJp0wVn5farE4qOiFJgxM78X7GfchGZH9g2Ec52Up9K1CUv/hlLHe2rUmMFAtR3Y2DuLHZCmf3aYC7Gg3rjInWGnPNOSOnp3IoHKjo0GgQSYT5LC9iCexzspY7U7l45gERGCCwOGdOPokwCyQa7DX85751QmXYsgebbuyx7GSs1PAMMFSqkK50CwEjZDB1Ys885DAM2eBzoe6QAYCq/h1iPZZ7DMrfLT93YdNzsj3AGbWBuIsap/gGhZD752/21cRYEXqSGzLguvV6wLyXFBBtl8q7jD6HMACusIETNClBEzQIeoSqmmn6jZ6plXR2bvXAMqVG8d5pxnKBOanPUPG/LEAh+Pjvehb7JgNMgIkIMfIPSAX8ySQaTIcFRbsD6iuv+aLVN59CH2b9OtO3bK7WOkH0ER1lG1M9n3RVe0tnaCUVFXoEnpGEliNIx2bASCfd+cMaT/B6VVOAp9Be/UT1Kzsv647gEfOWqs17NNE5QnvQYLPZQKa6gPWS9rxJqJk/OwN7AmqJ5qgGhAJ/UGVQxM1e94t/ZXBQ8bVRK58Xr3umpvQqW3IvdER23/6MsE8zvZHjxOsJVCZ+aRn3ALAVLyy77m2Ahp52PuzV1qVnP3SJIvxNwrQEgzImCrz7OGMgbPkYdpbbBY69oFJOYIITRLLfC7LB2vDeat+VTg4t5AN5L0tXDIP36kWQE6jf75nPPVjAGRbYWeFKZ9nX2zrAG2qfK6VBVDNMrbQMaYiA/1PAIzvll0n+wi7KifAJD8AxuML4ishM2Tz2x8VXVVmmepH1o5qRfWW5x+6hez+2BDE3JrxzkxSxQ1FnqwfjO8itJuA8ly6Y/Uk+u9bdwjicIZQqamcYHNVFvM3qzEI6FI54hoxjyu72FFlQKgNScCDcxS7W/CJZ+GHE0ArgJWqGUAlgD6AM2wggMytRtgeuCwTXt5VQPFWf+HvAbDkvQjuFQiI3l6datXu2oj8HL9H3bHrz/kJ4Mef7YfLkTjn6Qd692a8JK68TyJEz1D+13hHtX/v18SW/NsevSY9Cpya7CQQrt5/SG/j7EsC/5sI2Tmv7M+DexfXngtZv06Anz3fqt3SsQaYLiuGLC33ch4jH20zUZYRg0ra3fYAxy4EeKaSD/AHncEFNSXPw3YykUrKVtYI0NbELFtlmJgpi4bVj3xef5IL3VNwPr+n730TGkvjag9HPgXA0KBnGCnOA6CT6EMgk4VBzktJ3WCoycjIG8HuJuBAr9TLRCjAy/4rMmj/ZlnqWHbZkHgidorBNqgiG+8iOaVJX1Qm22u0FXWwBgCcdd6/dd3RY61ujsnD3Lcna9aGavo+u+fVVB5nMwLiIsdWfvCZaV+UeX2XCtNWsQKixubm0q4N+BpgjvtTXQ94jZwZn3AOOJvU7axtQDqSHSIHJOGie5hv9grj6vmEzUJrKXyVsfkqZ3l/gLH2Aw9QQ+/CznfoWWkTgp1pRTMBbQLnR9tEYLbL6XmQsXFvZI33KkAM00P2P8/iXW7d5e+2Taltfp/P8c4r73fbw7VVXblI/nIP8a6xpS/RuQT4pYvnbGS/cnXf13eggjlnNL23YV6IrGGby+Ai+OyVXVtRZc28BzYBiTTMK+MtDWfGjyxdJchOsiPzALMMc0HgvNVH6f9a1p6Z394MczO/wZ5vUmfog6kixEZYO726Y846gGvPT9g5qP5FP7lmVhiSTAdgD/X3MEhl3Nt7eVsgrQ/PfYkvFdDJPQDxoArum/eZc97VB7rXqs4vn7XNlcVfUlH5vLqLd8suaHuy2uPD0AKA/zRrxN6ozfkdlgQq/b4EAA6ldOMPksdRAAAgAElEQVQL9n5kX3+61t8wERCg5HZbL3DWM7pR0Z2fCyqJ81N+fz/9ZtnTFz87d3jy6If7AD/EIio/2iDaV9i5MGLwc+Xc3t30EcYGhDb7y9kf/p1QWN+6OfvDv/k87BwE/1lrzlQScklaNXGc7/foy/3wiUgKQGax1akSfPzoZc+/B48D9kWv24Lme/tKs4+boJHzodXFw5QEeFRRzHy9TP9f1t+EGgC76+7h2hXTB5v3ONI3k7ASOyIAsJXHzCXxKPwyEjqyHz5S0QogHTsxNl1mLEloMvxgowmOWlBBwg8JOPjn78LOQFLyztunz9epEKd3NfFBfFzOCVgUsElzft3E/si5c5eKx+ig2qIB1lkfKncfpwVHY+1NANam71nceAj3MH5WHUCSQVb38gPJs8eCmlK8X7wLIOh+ZM+zH9hXWPBN3AMk6qEde4QkmDxSQNmK2Sbz3DG2wXsDOi2dL/LLmt9r6zYrHgGlWcfnLx41AccYG5XMUPPC9KbeQB/he/3FX1yEbjlzm/XHvkQPlTI54/nS1jAkMWmP48d2n2X+njzXh/2QRElA/OfpTVzK8+jjX74/aI9qEvmgkcfnYc/cz1mLbr6aZBDuCbDdvXHrw9k//ad/uwAwgD2AJawQAOBNcsVSQbVQRcma0MsZpLY2XQNDAdHxuawa5WxkLvmzcxD5hKYb2b2Obnkftpw7mQfu/QTbNokxz2hjUjCVWAUAuxXI9x+knzUtWaqD3FOMhYSA66zZy1B4s2e/tHBAdiwqrB+TOK+LXADNRFj34zJ/lIY668L6ouuMrVmBjz1UVrNpESFltn6nBVEmLxpfUz5NarRaP0zd1TG0i8IW4JxwbaU6pk80cX/o3llXvmMs3gR+QG7YpADHv+Y7//LPwsBwO+scuvCPnCVUpjdugF2BXJvww1mxPmT1J7YC9ltjwWk5QDJ0rnc5M201pH2+Z4fV3V48m42WkRU2wV6+ffv92X/1X/+NgPEWJn4NsNoEiwy+ttYcywVssXVze+K6PBudTnIgc+Z5LtDMI5sMVeVmUlvddN6HT+Ue3H9jn3yeBCF8uBZjDO03Oo04IzgCyd3FF6boDh97e+Vyb5gED3jKoRVl1Xcvjq/iPOzMAaJXFzWhffCMTb6EnaCJU/kKLgv2cgtpDgWA3le9NX/HlsxYsMNqBwEs5+UEnzMfPHf86VYxYxuQpJx7lPW48cOThHo+8e5mj0QNQ64NuFcwpmRdw44X5oDV0N3P8Z0qm8PNHXArH5XSXhtor5E/Rvz+bkHTfxcA7Lgc319X4bvjPh3/3luK1KkAVVKOzhoZ31AUT7BhQWfHOzTJgMQIWSb50EO3WWJu6K0Y3PEtKHFaPbqLWNAg/y29tUaSgYUFvxjMVosaJLOKtAJKcKJKbarp5iU7b5MtsNWe3rfWb+/dgBHPLljpc1upN9cqgoJJY2jz/F8F+CeIzHYW2BMA7r3y4a2GPLnt4RBc6uUGnHGoG0jzvbtZaqxGoHtfA7tw8O+1Qf9TMHidbiuSNPqWeu8ANjfDVgBhN8MvpRTg3/MdgOYBXkptiOLOe1kx6giYym9keecvOq+W2Bvk06hlbBtAcn7JxiBANJ+vHAlg7P7pO/j1QwCUZ/2WGrqUsF0XKRkn1jlZ6L/uGcyc/hYARglIb2ZlY9e774fRLdK9IAEOH04de4OxWFFFEMTPIfOblLHVzgu+llq6cqGcVfaagbR0IAKjXfdJ7lCfrP4ZhZl5R+EdAUsz6HXCph8dRsUcQhvI5zmrFJ0Hs2EK4OBMZi2OuKQn0NTN9+/SYEsFNsvSw8n33srZqZCd9a58oP/y7+2jXf2R/xh/HaoCQQKzzB3yTcBke7etPFzHESxwHwUPAKL+irKnj2k2yefvCbIlcFU/pHsOg3j082/kDz1hRbrP7ftNlTD3x4jE+LTv2pHNoHJcvTeHNfOdd0BO1sHf4C0Heatc6lxK3yVgPxXp3ddS7xGckjFACj/uJQW3coXcMT5k50A9yj7ahcjfCeSTXdf9Miew1CW8I3JhpiJriGFBwMFqy6HH6Dp5HtyZw7wZZ9M7hH0tlbOXweGtssXo3YQDg16d36nUrSObL9ZwYf4G+GnCQD12DWT+z2oe5wBHf/Uagb4FFThr1eeCflZ1azg1WSn3aWVJqFfYzATulra0QZmh5rZFgnTKDbInO5VAE2u6VUtWsZp0VQNqKs953jI1IIf8rvTi+V+rTOZibMyjFLhm4dWYHbpWFOk9HGqolfM5ApeehdkXE0xrCgAJUhMw2Wqg9mMZkJLMOvTAdaqh20N1QFbuhdEmNaCUlZtEgQOxlZaosNUfu64dQ9bcXp3KDLqx/nMzJ5mWAI0jJ5wfOMYfoaQhSF9a38hegvSt5I2sN3s/zhoGJxWZ6nPllh5aZOqSoc2eofKHywqEvdjbeybIbsF8YKPwDCileH+CwQQVuI8tJQC9ofad6ugGF3A8BOgIvDDPGOq8VyuWCMAXJPRiLdEJzchlbTL3NSKhwMn/qCajP9ERADaQO9/OGCbTGbA39y8rQH5ZCsXqJM/V65vLBiXs5Qtd0VSTzNc/BsTnmQYaJ/t/9g69RqVYtF81Dgj7iYANY2wMoDqPeSTpRgaAAqPpVVNqaXLUiU12HwLAJTAWEJ893kSO6geSQNBd9vmz5/YEgnL7R489CwiKCMCb4FKdGNloYHoNogFDCRoWUKqusKqbZ1g9RrBTnVf7b8AvgDSdFQLEBJHsAUxGfvdd5VWgn/vwOWnnyeZVrpaOv/o98kCQh+814SL/u5NzBdrtywEh+E6T3VpVbxU+9GKYWgRxCJLwrvZ21bbpOEb3U9mwuoPN9Jh+sa1YokILZwYdkoqDrL8Vre4PzrVW3HZfaLOyz6UdNKli+24zz+zfatgqbZNqoDDs8udMQP4INrijF4xFNnXEkSECQjhiDXQyJ7HrcIpvl/o3ej9jvANYrwKpg48+baJEXl7gawQ3TwH8YH9iQ0GfyddYG/bmskR8SJUIZwX0dDcJ+LxLsByT934oCQFNAOY4gwlQU9WHPpem0eQ3dCXnKLqavxPYJZsbYBzd9u6ChIS81wNAlSMA3ISJgi8mozAtthIA7LTnJSAFQULmjiphEhbYD0+pksi1AHDPryDM3J9gYpN1uGV7bYUmPVSfzSrP1HwMbWIDhsh7KxOhaTVBocBjBAtZ3eAyFL+c42VrQPflPFmaTypCSHx5/w7QAF0L/TNnPdUc6FuqS8x234ps9h2VTVTM11YZe24D3kdbdoI11ZFb7a3NCzDV3qVzdm/Asf5JqSpzhma/MOZH0VEL4gHQNBOee2bvo+vvTVIB32UPf6HvIMxHgG8EJZCFnNOwdyC/nFHMJRc6Wjqx7KGpeiWAjj69CQU0gPE9ArEZL/bHZYF99GL2fGTnWTLzcd2Q43dv2FcCkOy3qwRgsdmpwtQOjp5J9ZTtAUjCY98SuCSJkHEQwG/orzoCwIkqPfq8ydZhQh+g9Paj4vNUVTZxQ69vdJLJeewd7BEqmrGApBwWLMFWZd8IuudcjbAzN2VEQcKi86ABttqA6jUibFAtU01rG4lSAWYOARc3Ud1kQXUE84K+sRJBCv5WqlNtQqJigtXtrR39wF5vpW3+zvlilRIHS6psn/kZ7MsPAdWQG/rDnsZGeM+LBKDZQygf7R5ACHQVPa0N7CK3RZXKjIPtlzOTSrLaqNq7XFbfA15kjvDHGO/6VycxmaP/77xR6UGFX5Mf8g6dZ/qORu9JIU3iopSlnD0m7h2DpFbrmVwDpW5P36zR6hrkiuv8/LxntYHipayLjLYyLxWwBebUpazh21CzUnlMcpeVplCjBjCO7LFWnEOtgCrADLAn4Fma5YzjearlsD3opal9bIIoA2TOAe6IBZT1oWc9/on00Q1KZk9yzyZWZ24LzkWH8V+D2j30qPqJPIWOkns/CeXx3bG/GzPLnEL7y2USg7qq53zsAyoqBdMFsgHBuyap5Nv2DAY21wfPmMLgUXA+97hI9bcVmewPKyGh9ywwmWfRnxQAirlH3tCD7O8mq04YSFtdwJvzo5U9PRewBenxST/19JWMTLRtQnvWmXDAGjc8cIgPej6+zxiYanTN01QG2k+WoLVtJDZG8CLjQk8r68RRsKlNSG5yatYd+SSB7ofXP/bn2NXY+egf7D7oOXnY6nuTwHCUj3GkIwCcXr6vX3duSXrCdvqeyjrsYyq8THTZFhuePwBz7GX6hy8dOnqZvc88m5iiTPJlesiyOPRw59/42vj3/J57cY54DgoAPykAjG8j7TlnVxNY8/32sZ6qpzIFZoGgbJWhhdlIsk3WuPbaxOTqHzGCGkYkCKV9RObk3cVF34ekSPbfecBUkicLPEEtnfeDVpp9zpxj11lBOfp6HPIm/MVmL8NEQORtzWRLGNmlao/dfZg9/LZ+AfKNXPDz1z+87L3fvXvbfxMTgfqXvTemXBN2oIkngH+V1iP1MyJjL1OlbaI2X9W3oeoZlixjigB0zg1nEftjC3zYA+hbnunzTDx595Y2PsQniXuETSO6m73K94xfs9ewF7HtTMrgMn6kHvpMpfKtz2e//zdfZm8S1M/ffy8U2DkvAP242DOckVDSVgc2/ouEaMdzWc1m4ullznMA4PMAWLAJoOfppQnbzk3m+NXL53kf1hRbjAQd7Gh1OGAf/hqgDxTRTcoIMwD26r34GmULYrNvwCPAIH4MNt1lqvSxCai89Mo8kUhVkDmf6YZPBfxbbLZs8ICV471Udj9Pkr7zpi/7ETmHeYOks3z606er6OfoqPTpvJ0K1QODXuYE2+LjNXeMPs5cMjckfcA40n2VvUbFac+X7FcS4Py+8RCOcp5pgQ0DAACOf0MLm/pb9h1ti5HGFAXdpaOlFWHeOPcooIp/NIAfFerYufhu7vdhogz97u0kYZIkDCgqzavt2BqDbHLGxhC/nf2tPzifhJup6MO/ouIQGYs/8IUEodziz//sr/KuL0pZ3dgxidTjbusXig1gY2MXfyemhy35KT9PVSbV4tgt6NunocVm3KxlAfbMJ/ajDAhX1bVPcvZ8RO6iC7ry+X8FgNkbt2/O/vv/5m8GNE3C5dDJsiWvSCwNOEVO4rf0fOayCI6a1GOhXWU7e6vFJ7XPjEk06YGYb2wyKjT5E6pvbCF089dvsdMauAUQjexS/JDbo06vmrCcZI+XsRFy9IFbN05W3x8A097v5wDH0KbTqg5bNnPZRHpkJM/maG1e/1wVmT0bk9jVs26AZ3vWN6RXP95ElrBGUA1cfx95PrYX6e4ZCmHGtO35aCdAJxBEpfZD/Xli9MRaOb9gh8JfobUL7HskH8qsxcJwLwBgZJOqe7Cb/+2fpwI4/aEF56kKx+7G3ye+YAyP560NWkYswPjIAQUM6M+eS9jlJL9Hp9EepO3cskhvfiZhkeQHWYbatqGMJoD9xozxie9FHzx68uXsP/+HP2TNqLheLeL7NlpCDPDEJrV94QDAJAPzpa7DYh7iBly7B/gTuTPOhIwuI4nFKMZjtvrY77YIIxKyuAr61naHiUm3Dy97aRafMTUuLTU56nLlgvfA/WmRQxPOxQGIWWxCnG1hWC4TDfFbv0WHNcmoiXPauWXbZMuzz0hcn/nSTiYWhM0Dk5oxp3tNrOD/8v8oroNCPPIB4wXXw+4/v7tYm/tP/PbWxdWhFOAwqWuQadxvpvS/DQB7YwG8XQh+thmmB7B0NpP9HRo78cCZqy82mW2H/qHNxjyCgx30OjDN6hGEOr2WtmoXZn/H56y4Ybw+181ndchWBzvuzR60KvQoACru5e1eAO0UtGqJOkZMs7LNbt8KuH22wXvfy7k6gmT7M38uCLbBhf2dPYmsQtmxnALDVSKt2BV4U5AAzRBqlIqAraDfgLh78GN+ACwTWKrzd6zkcUwCzwWEPRZq+B2rg3nvCUbluccKi9msM7ZmonRDHzOR+/fZ1PSJaF56/l2wYcrXd64X4PX5zvXxdyPYGexW+221RQHgAjke6oeKMuSRfnfjWHUzjmOyu3wrxds3I/8VkCDgUzuEoMoRGKyszs7dw/6YJW3FoLSEKpLNbvFANjO9AHjk9lipw+bXITnQi5F9zbyNMlh5P50TnNNjFSDGEIrK75mF49pM3ERF1ApFqg7tW4rzSl5Pj7QawUcAmO9ifPFzK+idn95zKJ8r83mXBfr53Wbgasaxt1VUHPQod+zKVdxQZ6Co2cN7GCxQjfOya8/3G2wgiDNKgLX2UJBWYSmgpUWWxq3BcKWZkYzTa7bs3nMTLzYr/DSR4pS6vUp5Ekr87vQ8YN9VQQ/NxehATJRNGOg4+vkBxlifMRahiIUSh0IW+7UewZrONzJZ8Mfxl9JidAC/P1a4r76eQ7SOk5nOh37k896rF+0lyj40M26zwNgbBuoSGGyCAOuo+b8zauWl1ZpmMM/hiP7p+5HdNXocfTVryNwRFF8H76hj7D22vSA26YN1I2CEzirNXdZ9aU8weJiLfU+egRPPZ5GH9nLsWQLtkIZ0+0IOhRZB90Jms/cZm+D+Hq4qUKhYC1w0EGLw6vsET0qXzYEb2dge0oezI/JOPLKUk/yZYFNNXhJ18j+ZEKwY3cQfAqo9q2qUaBDaV9Z12uSRDQQYhBP07p4BxC4oDg1vgqpxigARmFvP/Rknxm3eW8pAQF8NcK5WnBJgyY9azdksVM+zp88MpOLAEbjg+dCbAoi2CjS36DoGsGB+dSS9kJXq4kzrDT0joesZfSW4yftO4Ix1aq9BQBX02zCOYBTnuVspjXxUJbQXmxmxlYnSHZM1P4ZX392zh727fTAFvpEJ+/HFynJPAMhnPttPEx3YZA0AYIDEUFuGDpOqlTqyUJ+N/UEwkaqhBmoTNLK3tBTfDegwpwDkTZajPxYUTzhFGL1U3pjUwbsX0MzfkXPWCeOZIOzx7Mcx1N4x8JdgVivknXMMVoI/X+nL0/5z6nz2KgGrUs5Cg1qnn0m2ivgefdW600kuANBnLOwjnoXtkIBQk0zsUc0u2d7HVkUzL+k3NhUorUT7psPzJBWRjJe3Z97W1nv92v6enhoGCTfZhP2KfhbYJbCmg+l+FaDnvcjevR0AAwMdPUHhjBVdZlIzf3ephCWhJK9IrApgi8prwFEr5pea3IoRniW11dFu7RBnH28wp3bXHLYE2tjfpckiqFiQzcSrVtPSfwh7qxVonCXa4lR5stZ7FkrnzDlspbIVMVDXsdcMftgXhv7UqTTNnLSCjIBJHP06Avl/xG9cPSq0PP8OQG4mgftK14g1sLqPoKxV+FJBe2a2J/okkHDyAhYgv4B1rGptnjyTQAsBwdoBuYnyK0uDiYoEZT3jASR5DroGoA85gD5dgIle41L0rx2lia19QxDdDPs1dpEFeiIG4KQfWAJpnEXQd8tqgB4m2Q86TnruRjZYhqz1AgetHMQ2yi2/IB8DSu8+szWGNJ30bCL4TpZwexKzLvkelWroN8YFXfCt6BV6Kj1KUIB/m1QTOabJExRrqfQW1JJWW5CT4LisL/zXfqmcy5nq0rslwELlxIuXgCBU7Fg9bJDBhAkr3dFvUgOzjlRCm/ghhSdzQjUt67i+AIDBVlsRUJQKFZoxk2KYcyhMkaMnycwnuQJdxlxB0cmZ4TkhNVcT7wrYptol54vtIMbPzFwC+qBvpfY1W57gKJRuVDkToEbnlB0kNPJNtG3QUT1LqBaAS8roY/9Zzo8mfWE7ZN6bHME5XlvOavplWfF8MCnEcKfBZhz5+wUDr84+UZkICJQetGVAyjsQyG4AJHpXoIvELSv0uWer85MEgd59OIF9glKc5UufzjpxXppcSSKW5wABrCZ85j7IEhXtBREJyOZ30Hajy64jpwTsAaaePc/YExBtP9YEKxlXTRoqrHLxLGiT2THoROXGPptUvnwLOMO5iQyVxjZjRTe2n3regaAj+qe9wZpsoF1hywl670k1WX+iSQ0Elg1cW9kvI4CMFVZpIptWVju2JimOfHB/KFal50VWSSAJQNq+02xee6pCq+49WW971ut/+GzuU18le4A5aLU8NJVlpsgZneBve4s/RIZg3QB00g7BduGs4nmMq8Bk9gz3o6oJIFHGDyrZjA8wXwUT8vnVn2VtGB/RROa1kQFpODMFEgjqtXoZQYk+exIdiD2HjFMphq7hfKhvRszgxDerfzDAgxE2Wg/AChMqzNgzb2EnyH6hkrX+HXYgfbyrC/RVq6fRRVmv0pBi//X8t2qCP00OMsBYGyz/71moBfk7ugtghnVgf5LUx8Xz0Ae8Q2lQU0HG1eokmAnaUiDnDsHvqe733TZBA8BeRgzteO0Bk9h2ndUrjEP7iWAtdIr4Q7JxQEEKyEAAtD2aIx/s072XsRfO4sgGfgx0jEmKYF7vPsDPRjuY2GCyg3YL+qiV9Z1TASuSY9Hj6FF9EhN8mD8SGJGNpwGkuuyc6dnv2G3YpPTy5rziPvaI5awceySfRZ7ohVkWgtrVAfkZI8wNWTuqo6keRHfVFsCCQq+QMI7fNnZNe9DGpkXeYGaQnYp30p+zNYZ+HrKE3177IOtL8FmwhUpf+5Mi/6xlE/eyl6BlBdDlfAAAR242QQN2AuaIysvz85f9jglwAuSM+xy6XwDZysSe9SbYIVO8R3vrllKaRMzzPuvi3UVoYEPFfIUxlOrtVFwZ3L599vPP9FG2Kh0ZkL2JeJp+OHrsMsDJVmmzPpzTJF98CjuPdsjGbdQJyIB+lT2guecVQfZQQFNt9Tw9dgE/SJhhDI9iz+tS2ud8K74BagBXrmK/oMdrg0TuoalFT7x98zbnPv16r2sXcPYKRDE9JlywT1pBmn8Te4Kul7MRkLMJwR37o6GMNVZrr2RjnBdvpD8lAQumhsYAc55qR3L2d9PX3sLfIfmVdxJUeD6yr51mJWXAfPoAaRXWPrIFhrEU3nMBFuzRt2k9U+ryUGVjg2Lz+Fx1CPd8/TrzWTrl0DLn+uHHV5Vx5KlRh1TP8dzr2Bf2SMUnc8+xjz6X9p2kfZNkSi+c8w2mDvTtq1cvm5x0/wGg/C9nv//7STiadf/29ebsZUC3e9k7P//u/SGZA6aOV6+TCMSWVC3Us+Yc3QuIAtku9Xh0C/vp/Byb1URfKHfLKlHq96w/51fmeUJCZZp4HGCV4xfA+N0Fe0tbseuC0d/1Obly/t8JM8cDGAgCZjEXVGQyPmJx2r0yNbFOJPa3ujT3ehRAmc/VlsTWyDrw/TITZX5IAC21eMbLWcJ7NEEx1NlQId/P3HkGexFphl4ZF+guFcgkYOUs+P6NzZCzb85G7AtshnMqDevn7msZk+5FT2ISPqO7AIDbEip6ocw5eSTmYV27WQPuUy+nNr5V7hhRnP/XOQNJpnj8WLY17AzsLuIoNSWw91KZeg0TBQlOnDMOor/smZCFfxafhj+ZL7dJWkJFL0IScB0K9I83987+8i/fxnZQPx4Y56KXOaOl6o3NHkpuCwVIOvua3tmvGxv65Xv2YRIQ8PmuMo/4uuxDZAIdqA+QRJiXL8vkQvJCWTzybuhnzkv2w72c7TFZ6o9/vnl/9o//0Y9nMecbt+LFkFl6HxPA/J5/fLqCgSf2aM6tl6+zB5PTQ7uAjbNxHlOJHCPykMCH7UDfbPwfYqhXV5HDscXQa8Rqv9NTOvNddgxaCqViljnj85yVa2/JzKnNAcuGnXywbwUs6RRBxTNnEvNeGzTrRzuTmlK8E9/Ihzmrqt8CwHL2Y0+w52CPIAm/cloblKRMCh54Jj+dtmW5n3HjiYvgk6yMZ86Ic6LbywiQm2Bj254RO0K79HF66sI0h11fLAHKYHxVigsiKzeJPXzN/r51J7ZWkhD+xf/+PueJLREn57zzhB7FhqqvQeJUBAI/S98R3zRr3RYf0E3n7BklxtlnuBM5ux0/nnYx07M3a9J4Z/xTzsAm2OKDxd46o1VMvvjy9e2zP/6Pn+bPnE+Z8z0T2djtQQxG1didMdydT3QDft5+XvPVGN1BbTHvzBlYythN3kufrPoUH72skbbQO+BFuYk4mjpHlj5xN+NnYlD8V1as2CqL74mr4Bvar7mxhZHPJkBjC88ZYLK9gsc+/cLnzQ89xIPYXU0+5Rwg0RgmmOyxz6maNvGLIslUX2+j96qLY8wFBt3aYMhp/c9fA8B9wbl27g4AsEj1VuhpYHKdBt4bWCH7ZDL8uhRM1MGJYCP4vSPAqdrjsLWaQhDuCFJ5wC4F8vYA7maa6G0XYoJRjsm3aGUgTtME1E4rAPdFt6zaMfncfae9j8Ftx33KV+9izAoC8tUAmGDcVHQoiGQaITgGr1dAChJMBoEHyDiWeY7gh+X7e50K5m/nb//N97YH6a9BdLMuttLtcNN5J37egNRk/i+V7unnOke+XhwK31s6C+eO+eL1CwDP5C3l84FSKj9vFv28Ft/beRf4HnAQ1TJ/PyQKFKTPYU+WU+Z7g1LbY9ZAjL31NgiDM7fAIkpo+32usaiyYB1w/lXyrYRmHgHoyfAi9sF9cwhjFDQjpe/rmq+yKLXbrH8nhTnIe54Cuft5A5GzP2bdMVK28rNAYWl/B6gmM4jAasba7PRclbdSPv6m2hsAn+APfUjzO+VM0I/9sBWzlYdWOp6scoaMg8veWtm1b/A6Sx4+BjBUcPYCtqc1r9wMr1KWqIi3Mmhp+syWVJfs3AkCj3Dxbgc94X5sXzPeZSozuff9AAQ15kq9Z/+EPaw3QL2OCG+4lehWfgpKN2OGoCSrjxJfPTe0kgQTC/hlbKUPyzvjQAHaoHg50DDWMKR59s7t6b5ZvcMMGoDFyVInbFYYn3fvTpZ019eswjoAFafC3zUENlN170Om4t0c+tgRvPvBgJ/vQVEjfZ0UxFKS795dnbQ6Yg646rzVQ9zIrCepCl07DSM2COsAxTwHKTkAACAASURBVIkVWQQ9Vr4FKNGVVj3Y61t5oooLw0XHW2dwD1dBPQyHqRKvPlwZgb6CbE4t+Qd1CJ0zDLDtFbL7n/Hag0ndwLpTBUTWIGCJDqXf71rM3HzMQVlDOf/DCCcbsBlvMfCl9ABsMRAsIP5rZ6l7c8bMfQja4YSu3vtG39IYRNWTDXYQGDC7fpM8mKncPe8kxSN/Pkp2cOlk8kiC6hvg2J7cuyaltxuqvAKQo996vqB7q3PtlYdsGFTHAPW8Ys8yn8j9naxtKQQrF4Kkgt4qcfrHyEyhDl7Kb+YTfQEoKaUwlXRYQFQnGZgWAE72XDIIMWYa/BhmhGb3d82sqhPAUX/as83gfbMCC5IIQPI91pmAEL2f2le45xNOM/1AzVJ2d/GnDAD8abUQFJZmykrLxRwAOG1Qi+U2MYCKCjI/tycrCVLukRhpCfDWqeDYwx7Jr27iANnTK/0Q8yrNZk3gok8HGIjzIZgsle0amO8SpLsX+trOb96RYAMX8i/orc5ljejzgWy0Yj3zjYHZjHB6m1K502oE9crabcgBgRAcIiq4CI5Tpo4z0erczJ+VHDov1VB5Jj2YyDIurVHk4F6yIKlUxRmQQpd+U9C/EvjRblRnE0TUaO7aII/5OcH0Vtdkbgm2yoiBY24PH6oMGyQimN0KLSrgqex52ApcqDurL4e1g/WVCpg+ZNPbmirJ2e/qHeQXkCi6vIEGwFXpRa0og9KMd8aR12ZFPxNMbA+7BGBwvJjvDdRXnDJeAiMAJDqarg9Xg3f0rcuzCYxy6eyYTKAThU41059givOu/tVWHt3ePYFHZxUe90U3neZBNrku9+6eKIC1ALBgMjoVB4Jzc5M1AOKR0V/iHCO827OV9SALvEAV9kYDAwR1nR/GSE819j1ry3sIXpu82F6WyF8+2QQBMtKjk604pcom1RW1KVgbdS3Pqr5qwpiOM45oA4qjs9EH9u0FfDza7QAtZO+yNVm7ruQkuGl7pMoqFYAOnXnWIUb+CFaoKwhiSCvaeE9tR6v/qP79TpCDsyLvQIAWKj3GebeJL54dZf6Bdi7fb4/DVCVhR6MP2J/oRJMjEgTLux0SWZn7oaLn8+wfe9YSmCGorbwy/+w9ZJFnIwOeNybtMelN+Mz5BWC6IBp6U3towKOZH4ENdQRn2PYS7/zlP0BGfQf6cY9OGbVa4HqqhJBlZHFI4AoUsvfNjLZvL/Mr3S5yKRBSyr32KaTnGQHG2Aljx9gflJdjNPZmNRgz/Y6r/9lH2KGef2boM5faE62gzjsf+hXWftUeOQ1wC45TlRbAhYSCzEvbp2QTso8Augx+y8TxMUE3zBxbNBAAz3ei/9CFNzPHOOUEp+uMx7aYMEMy6AlEZw0bfBcgbuY/Z3GuJ1Sv47PBRkNiThU5IJ5Z6GWNmdYW6KfCbllzvg+9dPdRs1yZOCgZo2cSbMSUu3iDTZu1DACMnLXHXXQgNKPakILXgiaTqMDZ25g/wAw9NQ0gNjGuFN/am+znK/pZ5l2WXvcjvZVzH3QCvocUwsoZF0VRV9EzJNBgAZtgaK8yJubzF8FM9JRUeyRI0mv42ehZKL8FXwFYpZ2HWcG+YiQgcHbRD68tkDInVFO0Wi06HWpS3qvfKwhu5n0p1/M/5gcbsgmGsTHQeZyjtGKpb5E9z2eRJfQS+4Wft/1IadR5jow/Ar1UA9BPNIGv2pxZF2wk9OrouFaYV1jwSwSAPffpE4keneqz2G3rN/FZ7G36LZNY1V6hv9APmT2jXq0/N8+wYghdxX6wuuc8CQtS7kORiozeTWA+VKtUyOX3nlGcHUpy/RQqwoc1BeCxGoA9l31Mb0bGa6AakK7pEpXNg85qQhkB3ZUx9G4AN6gZ28/6qvuyIGOmEr3CfFOlKHX5SSJmxrK9WK2wNcGT73KOXJfG3JYf9eUP8RcrkUiUQA+gU6gmbK+/yU0sYLRjRweUkQAw3MQIANg7ofjMCdB70yecPpEG2gf4ImGhPf4AbKnmIQHK5LSry/RUzZpR1QtYezu2JfYh66N9qh9V+OAk/sR+aJC0bWDsWaqf5sVSVeWOL0el4DKnkSioXBmH2GDnoU1bHi67hCxWZYCgl3nBvaxxdGBpuPvsozyYqEmi0LRIy/23oIJzxDWhSho7VcYeEuBIAFl2imeRRc4j9KnAdgCi+k7LRNO3K23p9mBuL+pS5RurWHpv7A4Tt+yXSo9X9gjVkvzYHqyxhwsAU2kJAKyN9PbNRcGwZV4goRX/Fvu54EPWEFukybl5N6g7jQGaNi8rDftW+4/1WeakmzB7PCqLkpVbIFFlRIhc42uUMQF/K79iPtoPffRb/4QSP7S1JI5Kp815w74x8ePArpCXBMRtRSj2fPeTwDi6bfWMrY7SiiXvA5C+8aVnAaTZd43loctI4ENrRu4u3ggY02cZ8LjsB2PO1ZMkiQobljgSQF96wWJP1D+KDVhbi32Y/+ibqzxj75mcwX+A2LV9M0/Y//gjMBFwIXvIfys2I6vvwzhCxdtS/nLuI+P2nzQGyZ4rFS6JAHlf8uugPL+b5CDOGvaF9NhunK/4SOyTfBrgpJWjMA4EUMZ+JPGKZJGnz9P78m+lr3QTo6w0uZXvlqY403wTUIvEXvYxdsGLgLm4CiZxcg/jTHtRTcfvCnhGz/38cxIVsrb1CTJWbAfZgwLmB+R/FuDfRIFJFo8sQq2Mbm9P1tgMJHm8TDJgmT/eG6vZxBQVRnRfzlzOB1oIsF9I6EYPUbWPv0Q1LnsEf+9zaGk/hCq6ejj7CproMrJkzzyIzUeCE4km+AfkdQOy4udh2ytvmYsA588DALcSs/KgLqEtCtWkv0SP0M8XfxWd8zmVrfiSDwqcmgiCTfEgla0v0/v1a6rrmEfPnmOiM8ddW0+FQrr+UGl1ta8A+HjHxuVaGHbsEUvckPX81sSXJKXEBkC3/d6P6AD7bfO97L5WAPMCtXup4GzVn+ybyx5J/IJhXUVWWcvXP+SMrawHQIz99P1W7IOAv3/2Ly8zt0nQzjn08EkYRC7AEbJDM5EmicmA5RnPVLIvv0a2U3HOWdzE9s/pNXxdyuU7tzjf0dX42QL5fef4Fk8ePyv4xjlmwqGFEvXraP9EBTA7IHPzn/39UJqjKfgQiWdP8Y0iwwBcgPapVMX3wQd8cZ7kjdiIVBcrZ9ijD9vnHgyNs6D2G6BnFuhZZO06CYnoM+QFnVdchgSSxANlpqTHdWQheqAAKaAxMZCcT8w7zIn193ve8lnonrWh8fGJNz2P7mnf3fppAPYZcxJlc4TX9mwycPT/508BPMOI9ehJvpNEKajXSQIgHoD8tABjmELYPm3RQyJbnmFMRaAW3UGFb2O3LDb6M/qaqnVZXIzbYEtb9Ba7shXAOUvvy6jZquXctyxL6JOcDw/SooHEalgh023j7OdUev8v/+vvknyBvbRxSzUKsVhbGsR/bWI9sQ+Y/4ix4VOYJIsfXUxuzhr2B3FJdTDJ6drz3evZ8xQo3Y7MsieIPYhNxJ6g4CLj+xj5e/3D47M/+g/Pzn78GyRUI3TIT/QWbGP12QFsoZ+eeFFjAiZhNZ6dOUO8WwzWOKTvpO1lnNr4mDGTvm9iYm2RNy4k5/IWBvL7Y4z8ROnyCxIrGzczZl6214nDkMTUthct6cUf1BZqkmltZ2PJtaXmvG2LDXAdjjnkjWQDEhNidxwKWxt78Z04H8pcmXG3YK+AMtX8tMsyJtKTmipxcAWYsog58P7FtJg7KPJleBu4xZvz3vvnVgCfAsAbpD98+mSi9mcbiGQUNQoIFOcvB+Dy8CQNIAEhJvb4eRdgHIkBe3cyOgkn91sAeF/G5+kwcu33mmlTg9nJPAWAq9jnsFu6BL5LcGonrEHgySo+PYg9kKxiWdBzhQcAeqvB2ttzgK4FDfrdASqbdTnZ28w5ARR7l45imIce5nfm/piR4PjK3nIyPwtM814V/rxs5xyhafBAQdoK4KV92w3Ni81SdI24RRtvjyF9KkBd41FgCusA2z3AJig7Ccv9/WlAfeQC/+VYjb3gmA7O9rO1bH748yP0R4png87Ov05YZWDoFnbdGmBvEE8nhquVeMhOZUR+flWFhuYCV9AXWMKvwHaz5fPt28lnUUpFy/xuaWeh4cq7tiI2ayTA7935ewHgAirMK1lnA7A1OG5VBxsdsHHXVupKnaK9tqrPIKkOfbOCJqAiuHT4+EEB7Pq6D6z+QGER4BSENJBlQPcI3vrCHB4a3Kd7nf1XAHzeU/o0n19XvxH1CWbPePd+R8DHuZUOVkAZGWiV2FCaHd9G0IqAO3KdmTk4KdIcK+dLqbpU1QJAXvRak4oPR8as1xqRPbQMqHLvTznIMYa4Wo3U2VlpOe4/KyadJHRSqx2g26DCjQqeUgWZqcPnql/5r3seUNWK/N6BYC/B1qxBE1syn+2le6I/vyBDUJiMTCy9WoNEuce+jyNSDqWhtvJ811G9xGINqNS9pCGwZ4C9NhVy9KRZ11YF8iyADfalMqQhzvsS9GjPrlYWSUtK8EugWB3aStgCCwKEzW5cOernzJLEwdlq5L5LgUAEjPXwXtzHwI9jbbYX+5FxNDhspuXux6VuJqOKNW3mdPslqB/KEtAqB6shO5ejRwhKHPpjV0/OPiTI2fWatawhYtJAs+G6h/IuZLx3fwhwYGzj1BkgcOM+S5BldS7vsVnwzpmg6iYBtOKxZ50VhdzzUOGKY1Q91NXqdwX41G3HM8Qedxiip4ExQjuMtEYZwB0V3apSA0vsvwyZoDj/0sCdfpzM7IlDh8ODYX2NBwh1aWSGn8FCYNX0BGE7146PYCMyyXwQCNp3Jr7VQA6ABr13oEDOvWv8d77p5wiVZIzp7OtWpk9AtSAXY+Oca5WF9Ijt6ZUPkSW4unF161KoExQpZUwVJm9PH0Edse0fgo3BenHvF3FGkQEciO1bSGAHetfOfdYEHbNng30WkX0r8Ax22YebwLQUQtpQS4vMOmDobu9ygmGAIND+FUSg3x42R52toQZN4IulZSwC6tKwciYTiENYCZKYwEZlrhnd0E3hONLLjcALa9+K51ZwSW9JwJjqTMbHv+3h65ipCkI+GA8BejJ+DW5rpBfgyWfJisXJQZez7q6DlQiMuQld7Kd8Br2NrtkEN/tLScEqmKgdg5PcczLLTLCmyXLZltcJyvB5snnVnRrIAOzVadnfBITbRiKgElR3PJ9ARKnc0s8I+bohMEEWLjqgekWd0SxhAt8RBCgZ0evbLxWZIxhgooOJNQQtDKBRjYqepc2ISQ/MAfqXalJk5nkqWAlgmHhIZZs60KBG7tFgxO1mzTegzGpWRwm4UxnKehb8jlJCP91k7dqjEjluFjhgc4KPPQesJtYpw7HOnmyVuudmnXsASeyI6DMAPHYbQTsrgaQFI0ipvcKLDhjAt/re+Arb64e9BL2qAUfGfazOgNpLSlETHqBFT0CHKkLs2cx9TZyRLX4GFZjgdyopXiZYlt/RlwhgA4deWuEBV7KGJnp4kXxAFcIv2S+bFyo4uhVaUrIjPyRjIJNX9G8jUz/rwJotkKqEaXdANV1gI7KNbHyO/iEQZi93qpSowiRRyWzgUr1mqr/kft++EqykhxSgiGce80xwGqfwbfrc2SOO/qP2RKcy/MOHy4PtyO/VtSRL0cdYcJUL+4B9oy39i1n7WbMGnfLevBtnA4F7E7y0cwiuY1s2izl9GJsk1gAwe8MENM7Y9qnNw6DJRddYqZCx5X/IouCp55RVnAaTCTogl9gF9KziIkBRavXMD3oBHdsEjkzcZlQz58gvQY/S8rfHJnsrvUChUc446UXdPpOZh/YTPlTUm4DD5HzKWAD/TRCwWpjvmHwRwDF7qBUNGSfAITqIeV/75KefXBfbuSjXBN3R3avn0IvMmzTu2rb2j7Tav+s2lfYMaxPF1tZsZSEBFMZH0Gzs2g/0KM14Hidoh6n6iSS16K7t8UxQcP3hpeIUuDThh7mlIgE5KDjZJCAiG8imZwpy3oqzvPvSvWPb1X5ocqLUeFKEojtzZrfnHUk2nOUmOvNe71LVS6Uj77DJY2bp84wEwxPkJihX/V6gMZFOAMT2gw+YR5JKHoMNqL9EAhPBO2QpZ3N0QpeV6qDxe4jtMH7Ou1JM54PohqepODN5VgAcIAUdgA2D3cwzeZ/LUhIaAGSPtGdu9ArnC3PIeU7FFsk42H5tOcGMYqv1XN1gkgl37bEZWbFtALTnl903ZTKrf2VwxcQ/qKhlqCh1YvSGFaWIrj4ZsoVPQxUMF0F6qobbkzAVeszz+5wZfB9QFDkhUZ7kAtg1thKybAGtqpkEoZwT7E+SHrnYE8yje4zglTSUn1IdxTs16ZK1bTDt7OzNT0l4o/Iy4kVfdBNISGqwGsnzW7aTJgIMYNVzBPu8yRH2vIYJapM2a2sXdLLHLCCryXzrz2nnUn2EHsYGojpTGQP8OwLbypBJlOxZZIjP1z8Yql/8CMbIeiMDy0bUfd6+8dpD0k9vEpe6inGUGaFxJft/e17QVgDaa+abhD+puJEt+3nK2MFcUAnPn+1X3oTkjb+pn/gPuaudk3OmeqY6RV+CuS0QR0VyqsGkHwYAvtskIGy+xKsL5EAvTu9vzn3bi+CTea6TwGTCsmvDHG0iMDYHZyqySIB+QVrWvgHlBo9JlODMhq0DfWkMBR3Nn4ztXSrINwnAPaFvDu0792KN2Y/ICv+j5ysJDexH+hP33K/Nxr31k87Tl3OTP02oRE8D/tBPEcYh9onVq01UjBx4jkZfpQ9vA0MBXh7G2GxMBGaW7Ampec9S+Xnez5Lgs4kKpewniTX3+1pqa4EdxkMiRftI/0J/0M85vy/qE2En1D/OXr64+FC7dOmSG3fN/iKM8Obtm+pKqNDfhvGg/miux9mv98qQZbC9iU20Gsj78ieyAUWylZ6yDfGeS3/MesDkgU2C7uPv3JO91XWunYgtx5609/p57oeQAIQqMzXSuqYkrOEX8nzjeiSDPjvYvp2+zCtxU2iHmzp9FzCVtii0Nkgv8QuYgMKCFFARO4lKTfQb/kj71Wc+npaZwTgTtPy36bWZX9BrE7kliYM+l9/GBqdPbYFyaE+x2yJTjPvD1ZuwPlEa+fns1Y93z/7oPwBEix0Ds1RZgzgX6P3KAaNvTwLIJvHxb7YK9sBN5usP/uCHs4v4igUf8rv6SQCpUDXndbF5OOtI3GH+qLAjUY35APQGUH+AHsA/JHEc5pO8a30CbIdZB/Qce4CqSpIF0O3QoGNnPLz/JHZj5gRbrmAdFdGwHDD2vkLAPmImbDTicYKiJJB9/Yb+jp6IH8MzHjyyMphzpCEbfO78SWsS4yvYbzA6kCDgvzfpmw/znrWLG8M2McnIibaCOsYxsbY/AZCXLtwktlb3DgBMslvtncwfc6lfYNIk/vvSpXMv9jjg6d28x9On0XXfUuUdkPYyid3M4c9ZrxaL5Nx+GSD8XSqgY1TVhiCBTj0EkHY3MQASiqA5T3JEGXdIJmNd7yQRMIkWSXx7+SrVxI/yTjBRhqHq6ubu2f/xF2mf8uGXszehKq+tmHXk7GgBVoF5kyQ4t0lEL1tElDJnVVtJZI5aoR92A3yMh/ef1Q7AZmPfMd9QxJZBonomFMqhRufMw6duy5wkkJHsVyYcqpPT+zwWxdk//i9//+xO1p04VnsJn92cvQg7F/G0d0kSwGvlDNjYGFT1ZW6b4qayi7rt1dd28so6JJkgTBQfI0+sLToP5ifkuYm9xMhJBGyyX+xYaHQjGuhj5FOflkRZW3DdKaVx5jlJj88COH+IrffiJa1quD1rZU/o6/fsdfYlSRXYJFaQithpP11dvw+IGVr80pJv0obJJwK6Mkppi8sSQjJJk09hM8yt6OGr7vScrr2SdwTMRkz5N2NoIUXm1h7QJNp4nkpbLhPKHah+y5hB3DdnKTGTqC885f/hf/z/ODUiqplDKv6LO+Bb2EKSfQ5ADwMeewAbZPEObH5s27Ywm2Imvtt2KG3JAMslcQtjBo1NRv5IOGDu204h6wSLFbFOdOZ7dHXm5UnooP/kH746e/FcOmhCCo2nZS+tXYAPanIc9j5+pola2JLYcNhvte0mUZMzge3aOA/xzSZbe86io7QVuZ+02evbruz559HP5/3KusbPwWW4J0VM7KeeVVbkWohIwQi+KTY0cXDPW94L+6X6knOYRAwKRCYm0UQxjoT+Gntc+fEi4Ws2R/+JkjWW2oSC/KhxvMbTLYTZC9t7fTdugaxshfNvsVW+0wrgzUZYQHNvtkBmHZ4xQPd3jm8NTh2X08raw8bWXx6jzBdsVmADm/tvJ/8Q5B+Hv0G/Wa06NggxBheH4wGtFNQ9TACTNVfvmgXnEOWyH+bxmfa2EyRegM1Kx80oPdIsAxRupfCxbykKCaNf42ErmftY7t35IYgi6LfAsf2jdG43iNHxjbDx9wUPF8Tdny01pgDqADd1vB3rAr4aKEdQqUppAGAz8H97qfAEm/xdD+sa0z5rjd3+Ls9f4Jefb+8Px5n/oO3lcG1ggO/rtBwA0cqPwKAVtGZNmFVrfxDl0UrZzuMhU83vrgJgc7daogDwAkBmWzcg1WcQpPF3vNMnsl2zBiYmGFQvN/tUq90bMJnhEwRbsVoq48NcZLIcv5RNjKsZvfOdBWmb0YFD3s+68QmG7x7r/XoAOKadJwwGe72p0NwT9sLda+l1T+le+3yAsYIdQ6HQDWGGir2HUFCjhWrY6gSg5Gu0IcPZP2a2UtV3DFKwPqcA7o5313Tnx6CKe1KKSvXBXsqWSmr7BC9FxdE5/7eldYGZzXrhE0vPsIH/2omHy2BrL6pLpjKfebJqdPRsjSsc9qmMzMdbUYsjU8qHk7F3jTVGfS+EWjlaAJigvj1+JgFhgfy1WjPfHGaMtY5SlrVVBa3YxIHze6sr+fstNijZQzl1pJ3E2Zx9mkfjCBwSelo15twuuEogqZQqWdeljdy9xs8E8dWTOJS9P3fhHMqP6ZNp72ydffTfAmTMZ4FMsvr7HOds95aGvP3EABm2v1T3J8FQ9EpuCnVa37V69Cgw3WcTgHPuScrwUN/KW3t9mv3HMYH65+84pxu8QY+iD67pCToAUR1gTubKpEDpJso4d4Db05cuAReDbfZ3ERRX53fco9tatU4wfypZWSd6UN+FahcZzP9tH786HbzROM2uifLDe8qIID0si+GY1IOMDSdG45Ngu2dknfa80oLEGKPMYSuJec+pGmiPXLJJk917KmsAdE+njxLDkHod3cKjE9yOSihNKFm17KU47qiJMilwHvG7JkFEVrN/WKNaE00aMLuRYIFrv+vMzaenUw0+gLxKYA3drnV6uFqBnHMZ4CzPYR5L55wPE+xtBl0+W2qmZqYiTwA42VdznvWsyv8j046qUuS7Pa+wKVqJCt2dT+bifNDhYsORiCWFKs4cTgLBuQUc+AzgDZTLfFwKZ6mSCQr7Rlagt9o6k4rcYpizfjg+NeByBvinz2+QCtuhJVnqHh18gnpQUZNtm4BF+4RPL5eh+rIvIYHB0HI1qQoQJWBxnHXWln0BqAYobYAYwMfetlBa1dbK4wnk1H4hGYJAZwPvVCB5pkOJA3DC+cU6e9Y4h+5fgolUpBlAVB3au85j/2hT4Lwq6Z5bUp7V2+s4AW2WqlN9SAW1+6BJRG2pQPY6n0XuuLc9w5nTy2QrVx+RlTqAJM9xrnWCcPqq40sRbHXXx2tkN9R6ccypMiBgRPXs2qfcG3lse4mIKmsD3dH9vHerDfMe2GR1LvJhewomYEr1AtVOdfQMoCLDjBcHhDMFOlHtHav292pPvzyr53/fRn32KY5nK3tvQwG3tqlBewD59k1G92Z9oS3DYWcM9qND3jkDAZYJxlrdswwB6wAzF61MrMNFEC69p7J/NgEIJ9eqcKqteR5BWO02AgU67dqyBABb4ZhBccosdV8B4ASstm8hFSNcjKUB7QmIfEQH8v6oWHQxCVj4He2BytmazPT0vSNDtw59El8M4JJYxZqojz5nT/AuJJTRqwmaP6oBeuY1KUP7tq008qe2K39SzYaOJhTCvkiwKN83WUb9iX5utnfkG/ljvxcYwA7Pe7S6CjrWVMNjG7OnCF6xf3HYOf9NXiDImSAh7BVZmysCffkYcgnQu5TQUC6yv5BDgITV81QtLm049KEHM2l0DpUzTQLJwKnq2zOjQanufe1Lk1es+LHK3CpO5J0gOntSXaAtYbsBxmkVbHU1AHD609WWzv9YU6sX0WMkYVTl/cp/JMHEvUyixtLmB6xOsBun26pQK5Wt1MxaA/hmbO8TNFcRW1mNLUBfV3qQsf9IvLgM0GvSgP4Rvy8I9yF9tvL5ZwHMqDzi9wQB2C8ElAlkUDUu5bHype8HkGOAfJmjOKukpEZHZa6arEFrAYBx7VPGQ4LW+j7tj5Z3QUdzrqBbCHbXDJ2zH7nirPlEJf2XVAg9DR1ozvhv+ffTZ/gRnCkZY35WOsboN3gP8InbL3J6mNpj1l7ZgjzQsKbcoPaOPs11AkRNSoQlIvoCOu5mvVfWs4cDnhDsIrjCuPhMdTnci5l/g4Vm9wMmsLd4F5Kn+B26zop/fHrOq+itzCc9EQF4ZYey0h6qceR+WZs4Kqm2RPCQB8B9A9qAQyZ+sv84gwma84buBZLaDDzLrkVPWfp/kvSk3cd36ZtWKu9xEaDbZF/Tl57ElLJkJDDGPkWXohvQO1LwUWVjX23WEDnWzuI/9xZ7qpTW44Po247/Og9FxtorO7L6LMkPJFuUkjoVVCRW8TzsH979M3ScWZ/aq+j9PLMBX01S91o2D8+3Lzp9T29SwcZZS7U+5w7JQwLKyGjjCzUP5ia5DwwLnhlSSdoCJz3k3ryb90KfQ496BICR+1LNUxnP/aO7sVtbCUoyHMkd2W6p/QAAIABJREFUAYf1VfVTzO7TvsB+pnrZ2An6mUoOf9de0e1HrS1FVSkX89ZkBCqIo0/KbJDgI9WK25OvifrjL9dWzX83WS8u5P/FC3rr6qej7wRuqGaS+pKzGR1K/83ukYwPHYHcrFuIjgTIq58+wVr9AFmoWIMmN6ZSBn2BHAh6q1e4P98/DfHw/W21gEw1ea1JDQIs6KtNHlNW9WsAjLDRWFv2PXYx6855xFxHnBt4xZa7GwCHXpwNeprFxUrkU1Skc24YUKZaq/TvkUGTIK3wpaIP2wP/F6psEzezN/I8KH357vNUS66dLEOZdgiUyT7LBNOmd2YMTbzI/VkbbL/Kf+biHFaeJGQBPJPQgL+tzwuDkH4nIHGT9hJOJ+lzAWB6OPNc9iLA2x6WAsDQ1MOwgB1O7/fIQPthy8aAvqdlgrHLYWDrvpZe0167VEI+LxWxvpr+eCtg804m61i5hYw8j321Pe5bCVsZhaKTgDtn2qe+C/KNT8A+I5mvyaq5A4ASsmJVGPMJYwAMZCaEbZIaslcmq7zgQ6it65NyobO3Ggs9CWAnMw1zQVUq9yMps4H9xl8FhvCjXr1+0eeTYNBEoawPVM4kaCCjJEwyl5xDFCbYwsX2DYCIMlKQ3ITfgf8EuKieeHauriFxyP6UJjNyJgCKbEtCKL4JOnCuc68mAad67ppzMvLTxIokuSD72Jus5SPeJ/4ViR+chY/zmT/+ey9akeorRt4zfmww4iff59xixkwuJl6BXsLmPjv73b/5UACYM5cChUOyes6B+7FV8Bl9Xmxs7Ir6BdG3VL3Wb00CVRJWkO0yCpEYHV/y55/fdQ+TYNfYanxLGDmwf/Hff/zxpb5UrhZAdMVTJZy2Gq1kL5BuEj+9L7kHySUAa4BdLDKxksv3Vss/feH6tsqyoR72XGQhdvf7VAnDAtNkQZLTIuul7qb1B2cdujHJHkuJ3v2ddeJ82PlAv6hb9Im5TD5j/ADpF5WfthzCr2/yv3Fn5vtxdBcsQNjNbclGRX3eGN8FvW/rLnUAa0RLJ86B7pGe3TIMtVc6ZyMtW/IO6n10Nr6FCWLMJMmUp0Uxb97cdH3ul4EEnzp2W6iZ0TM//pBzCZ0U8PfP/6/fRd5JSH9Y/Ya//qk+hbYvMgzQzZ9N3MIXqa9EvCb2YA6Ud5MQ0orJJK6a0Iifoq1b4CnCKtuFc4ovgB9cKnbOiPREv/+AYhQ9YyqBc9Kf/ad/L4kO6KZqXRNqnyVphml4kwSTR02mxzwUNyDRtqxt8YNqS4326B/5PQnmtCOhHQd9j+/dMimuydqQMeAz8Cin1a9hV/YvrtUhfHRyb8KfS+HcwojGQSwsUANy5UPEUyMvzBUJCYCXez+WkvXHv8fHQs5IGmYvsAeXBYX5xKZq4lduWf/7tBCu8QDs9Nj3jSdPqwiAzp6J0/Juh3U6R/k7NoJsaZxzVpDTpoPY3VmSSkyaFwD+n/7ZRY6zp9VbzD1xH+JS275AfAJHSuyjPXwLnJPQHra9yhqJ/ulJ3wSKKeAhUFY/16QbYudQXgNCc3YYU7LFCqwBJojCDOF5dBa98/rVnbO/+3efnP34eyiI6C8KvpjLJohz30fqfeyn6IYWdE3ssHM/xU+M+2jfW+mNHiSecsAEywiD/s1ejRxNLshhZneND/gFdsD4p3wIXYUdJi01sYmuavXAAYOZ9drkoso3n23sRY1aZsDtxzs6n/v/dTKLLLey/lSOR/5r42nKVucQo9kiuT6K7cCytrAFfbQ38b32WsD7AAAbsJ7xzqcWIFr64kOp8ii3fYF9MP9epXw6mH1JaY546XkDJin/cd/tmcizAFoP4GU+v8DWvtzhleY2NQZ/PV8KN88q2HMEEJee2bE6eeUNn54WLraVjhhZp5XH/Kw0tz2sjofEXwcAn1JWN6uzDopOnWCJgHGDuzMfByrkPpuAGIp3S81//YKnALCGv72HasYSnONMPBEIN+2REtH392A0W2kA124q1fquJVzlOLuMj7lk02PPLADMvU77zFZuhkpZiMirZeqjEclyPAWAx5/qmGvYGNeqbray5NeyeTobR8BYkLfzUQPoSHUn5d70h6Bal7lC7qg0KY3kzo8OJZSHKGg2fsv1G6C1UpvslANAG3nhHs0trUNyAswCsE3lNxsao4k5xflHzgiEHPqfMt/NGnEut/JXCg8dO9fMQJzOo1SzAgNmPHF1PVdLTJXJsaKNZ7PWZIZrtPkdKx3tDzp7pzoBp2hAN1yr+bygz3Ee5ibHcea7m7Hf3kh5BxwDn3W6eo6/uoc1zt+Zo4IpVGGffLiMAHXgrZjtYTO0B86HVWA9kIfaax1/6XxOdELWyd60Pm91Hx/ZyvzthWeQTspwlP5BfW3sYQ6MZSxg7+NoCP7zd7PMmIPVG9/Jdpy1EjjOQR29cI/vgkJNRAAAGD3UbEmMhvy3ICpzYYUIGZSuYwHVoRFcEJD7S5XsJtJYZDxUH0n9tvLCsQXtD3KIHuYq/TKD7Q0EMwWAuQUAdiqjoFzM/Q6OI+tPVWfHq7Fxqt8KEuXZ0naocxak5L6H/TV6ac+MHm4ke1Q2O4OOY/6f+1i6Sgwx3oOPMaVkF+/+aCVBrMtWU3NYMj8N7rioJo4gM2Z/mdBgVSGXAIi9FgA3j3vSIAD/LsVxgmWAZ0xlnYYxHnDK7Gk9VNXMw8nzrX63V89SbJcqmWSjDlBq2g3gNQOyRqeBRasQ7Y9mdrvnO5n2p/ThBA36LKpxcxYCpm7fphruMU6hr+KdeAcCtq1AiF4A0LgXA1OKu6xvfs8YSw08ewJTge8xjvYtqUGi09g1nsw7fo5x24qpoTpu1Tq6Nx8DkDFgLg2jbUqwHXDYAXUM6CGb3J+AQwOoI0sE9D/Tx7HGPNQ6ua/YWM/iZqx2zAHAqC4geSkT9jLBk49xjsjq5vpMZfmsN/+mXYEBNrLiJ8i1emb2tUAwFd1b0QxVpFVrB1uotoHVlZ/S+6e0Ssn6PziPPRe3byc6OusSx9OeTNBda0dZ8UG/twQRT3Rng+EE1TKnOn/ScRIEsVci+52KvATbBhje8e08HE5ytkmGeHFh8FMKS3R8AAtoJ08ugii2HGBfeebvGdNsyPks40aGC9aO7KxN0v3bCqoEYwABqIAc0MmqJoMN6Cv+jb7iZwSQCIwSwDZwhjwJoKEXCjol6AcYY/LWvqEtCZCOJpbVPvA/6K/vhv6M/m7Q0PE+zZ6tYB/PE/QPwL/JGzh30v7VMamOEnxX9wkA186pnt2zA/tVWl7OYSuJsBnQN2ZYM7atTnK9lOGCA3XaPQvpEUSV64NHVuatHVba8lJLTj/kjEs2EyhzBaykoNO+KUsHPWXNAKnOfhrgZBlopP5MJWb7/wQYSdAB55Kxov8Ytz3WeCb9kqgyohrTPsJNV8vAD60Z0Jhl3mF+DKgzHkAogKMGm/1ix8N5hOy3ih45b6a8yQ7agzqzZJpTUUSNA3JBxjC6hIpoAmwEwrk2MXjNfYKvngGeC6WGniSnZfEBPGg/9MiWjihnOwCAgSyqlbhHKfAqD3ppvBvzWjs1PyI4zVpQ3dt+2dFDANXYZ9tzHF1FYIIMbLifDL7vf8oPFJOAED3bs3+eJGhcgLm6kjWU1pYKWitZkyE+AeI9S0nmWJYKk33tibjBw50f9hd7oZWRCUgCeLVf7URtpJ+3GtEzk4A/9PrsOQHgmwQUykLD+QP1afWWe23PT86tVgOTrJibMG7WA/3fXl7MI3oAsCNgoL6WZ6FnORXCSU7ILd+8Sa/T0ZUmVQFAPapeXHrrJmRknQlEk5mO3i8Il59LMUk1V7LfE8DElniYffMksg+tp9XS9kHG5lBXMP/Qekv9i27mXIMCtgkvJCJEp/KsJsDmf/R0VE7cT4BMD2BZmT66gKpW2WFLwD6Tqh5obBPYZl3eBbA+D1h9fal+eXaObkSPDCCZ8fNzAsTMFT12qf7hosoOkBNmAUDEaDArAUkkJVkra3rx/m3tXPQZe84WN1LiQa8og4U2JHufYG9budTOkmXE5Gr7D5YBqsCi4MX6i/VdqAYteIk+sfJQ0OGXVLwAsKEW7K0nze7EAAAe6NVIy4gyL1CtLVXes+dUMGlzdE9RCdHkwgla5lnY4qzb6uzu7frEAJZW5FgpDbhCUJ6e19hEsQsBLOljx9okgFhqt7GPl/Vo9bLPRccoW5wBgDTH5HFtjU0WRP8hi5sk3UqbyAHjoJCO92liIMlfJGVkPuwhvpUS9qjW3vI/1rLVRplDqnGtHI3uDUDAuYJMFijLdZlEE31j7RhlYPZFZJ/A6CZ8EICl5+yer9VD2N1Zr5trK2YfhVVDKnLns8HWyDKBQuYcsL4U4dkn6Cb0iYkuGMGek+gg5vEYp/C70kmSrIj8CwYLFutHr8whG4BCUvHedC9ugucm+5u4RZILPUOVMeZIVhoTfHhf4ie1yeu3TsucPJexMG6eQYUma458aU7AjKNt1cqkUiVjA8J+pc3Buze5MuecOjDV50m0qL2ySpm3JukOXdu+kfZRZj3LONB4j+dyj9JWRtk2hnnlOQXs8l69R84j7BtoX6FSlQKUoLn713XVPuCsI+gN04N97Ihx2GsQvcmKXLx9H3ucylbbMrCPTCCh/7ZV5+y752GdKSMc9j5im8Hyb5Kc2OPaQSQ6c1YcgwrYNr0H1Z+jL9rzlhY1OgiVAexT7W8Z2mC0gSrXvvXcWyAbIBH6+WPBS9Z1gCnmiZ64ADYPU9GHL821LXuwgZxj5DWgTs7IF2HM0Y691Urdly8Dimai3+bvqBNAGYHa2GK1PdZq/n7246vX/TdniH621MhSSEM3fNWesTywFcWUbSfZv+waMH1kvt68BTRjPUhqNmGJebC6XBsCXVDbffzXI3sfC3Fi10c3t2dse3enwjpnOXFMA+bMr7aJ9rXjRm/znW2zUArp7vNQQseWk4YZWcpZEGDixUuYFtL7N0A7oMPz6O3q1gBT7ff5WXuaysW1EzwTsw9hVWlvTtflbuQNUJ+9/jzJHviu1Tdf7xYoBIzlvANY/RhmCew6xgWAzBigfr59+8vZH/xtzlATeG/d+pj9EMriVI4+hdkryZfoX/wgXoN9zLvir6MeoHvPkcvMxq91XHt9bRWvdJ/Y4wfqU1q7YMdE/7E/SZb4+vVjZOe8/ghtFbAj3rzJ3orcAKIyr7JBAMTm+dkCC1BunITCoSa3pYoaU7I9YKkgjk5+n0ppzWxt72+RNWh8AXMZP/bY42fpw1qQ0FgB78rvLtPDmPOJmCXz+Sa9qUuBTRImcoX6z3c4f7a/umsuuyDqxAQL2YpkDgngFjkzCZPP3Dr7KT2Wm0fPPo9M8174S+wNwDEofD+8h1FCULctH/KXUoG3/6gxI+QHHXk/90a/lMGgbC2wCmlL1r9Ejjh7m/ib9UylpnFUXohzDP/H2AL5VdfRQ/idkGLBJsW+f/eWGBQ6hGSDh2f/9/9zeXbzNWsYuTrLn8sw0oTUtpcw8Yp+ysiEcQUTCpkPADT27vskK5TZJvMmpCEAyDoYc4xsM66Ad6UszlzYDxwfK208sn537zw5e5JEwbKz5SvYL18+vQ8F9HmsAOxk9kHWJe/xlvY6yDe03016J84yCeFJCGWfwxzWa+LZgJM9MjJd9Pf9mPe7ZCzfZLx5HhsT1YudXoh9AC2+0tyukxgst2WejTF5Oe9bCGaxFveFMp8X2oRCbAn6Ipd+u7EGevPKyETRAvdsFWn/Ha3Zc8O4Vm0rqlTzOey8tno5GUNfl8+WEpszdfEgfu7Lc449SZxtwggdoy/gH8TQMP9NuCexAF2YcaKPJknwcd4h4cazqzznT//nD2f3HoVpITTxgJHYTxfplU5iKouEnLXHL8Kef8sqIoNXC0ma2GPSC7G39buWSZVE4NJQ5+vMC+ciS4rfgZ4HQG/LFmJwsRGIschsF3sj7/z48aezf/CPXkV/oPXweWPnINtDhS+IDBvVEftZMLN4AZNSeRx2m4Zlp7guQm2hwzEG/O0LhRrq25WLfmNiPjL6IS/6J/1M7k187VAExPnR2IvMDLw/68XZftDLmj95Z+8z4WQFgORadI3q6ldX15shHI/2joLhNQGBT/M93pnP7ffzZ+GO+YHxavSoBYaV9+q5Y3zT9ychJnrg3U3U62Q1LvXxjuxw0/x+K8o6aZ0sb7jXCuz++dsX5HMLAC84qsHiHfgef7fCS2qvBsjyuwVwd+FWuY7/N5v4ZD4HFHIRdUY0YnVO9joAwDV0B9AYALjOQH621cDHOTFod/r5BRLXKTilee57t55fh6xgDGhEDw2BugOwXkNL4VsAQeCSytET4eD3h/EdNc2OCUe6aw6OxHzOux0pfH23CirB8Ci1rbbEAHBBrMhmgyPwpa5r9mg29vS4lHZQiTWooiNfYw+Hinev8jGY0740m9lch8t3FaDSkBFkOQLAt+lvWADGIPAhUANw00CUYIw0j76L634EgNsPBjnKpu18UA058+/G1Zgq4D+Vr1RgcnOrQTWGS2dLBjvAbivcHA//tdq7J5lzIRiGEl1Djco/geJWIkQT8fkNbLUKccDf+rAZ4Far72d3j2yfzla4TZa8a2RWZscTZb5nyI4DGSr1Rv7EsN8e2n7HgHcz8Iemg3cq7e9ozQ08oxBPAWD3Eca2NFtHMMIeojyn2Xb05UWB9fCUMaCgB1mZvcfIPms9CQRHZ8f3ItLfKsKMq1l+s58LgmZ+j4H1fXvlU6oG/+6cuUbO1Wawuu/qoOEM1gFaoNOEjX0O9+E97HusXlnKEyp6D3HpkUe0N/eFWrxj7t6apJvcq04SgVJ0YGbybua81V4kXozc4+TuW61ib/VQnk+mNNdmpG2wYYOHBOT7nqxRqZWssrC6h/VALqykBeRmz7KWB21JFn1+SeCMZ6gvdDpP52QBYF5R6kJ7Qu6ecC1OaZGPFfrqad9w6a11NKWxd58y54JYVvBbVb6JJny/lKT5WimzkLf8nXG2n2SrFNQ1vAtU3GZLCcjsHKwDylhKl5PPrbxV3xegFQAWmHR8Br4cE4Eg9rD0flamsLplmUhgwACfAU7GtXLa8wPgNUYUwRMCc879sQ+mfZKsUlr9VYCG6jXAtPaKwtBd+lzp16oLBmhe+Se7fWWRLUJQqVKY7wO6oDPkPHUvA6QA2lT/IAVxntgmBHpvE7AePWtltcFa/iOAaT8Og9vV99mXzCHnHkZ0e3EBquTdzEQ3q9wAJMaugEWBrcoAsrr7FufRgHL7A0fJUcHMxT3R7yT+sBYm+BxZOtjMBJlbEduArvNF4ANn83nAIi7mB+eGM6TzfZgnsoAF11uFm+/63vQPXAougDFou+ilSV+943nRIErl3iATcgjtG4vQgHEBQ+uQNc57eNeg3CQO7Aho4cjcJSi4SXQmiOhQ7b7lXaD3ZVVXPtFBm2hUVoJcGPpcVn7Yq40vXVxAZ2XSEOvKeGSOmAQVzdfqfYKMBQT5Sf69smbCjGfkw1bAGZhlnIADJjuoEwqYJcgBBaeOwJzZAeT5TsGfJpTYHxRHicAE90XfW03BuTfnAX2M8517dx8WhNToV+ZLKwcIWVv02KMF0SE7+n4oupgP+uDgXB4BYOemcxvAFblBL5WO9hnBVR3LVmkB7EFN10pZgOpH1RuMgoqX7c9LAIogvVWAvIAVZwQFe3ZG5roPx+O8JiCMrZKzYikZBYBTuQa9dmSIwEvXOQ7346dkZ9/PvNGXkH2svqWiET2As0sVotTCWRMofJfaKO9DXzplnbe2H86CpLX5st8L2mfyWvWW//j348gS30MG+Q5z0Azq9l+zQqmAgV5ZAxkEJwhaf0xQk/flPeyV6T5SRhg/tOyhZXv/vvJocDFgz4CPBdwSfCEYxFy2x3MTY3hWKibD7tCqAf5XG8E1baAlwTwr+7TX7C/vGWd/WLxgeiMD8C5lHc/inpP0gq7Lnii1+VDj2UdTwMz9uNnlCagFDCEYRQUwlQvM01IUI/MEIL5n/b4HyKv8xslWEK20IkhTYCxUcswbFTWsMzpRMMrzh8A5strkpOhGEgYcl5VvfP5d9j0X60pgiXNSpg2DeA0w9ay0ApznATgDKGNzXqYSa1lxOBsA7qTL1s5njzEvrfQqYxNBKwHbBqHak8rzW5uOCg37AqPz71EVkbEQxPdcpPJVe8f9wJmYirwMBqrKpwl2MacEysuMADX+3B+9TVWO9KX2pqV1SFk1sgacsdy3fnPmmtYGURfxj5IclXdijaDqtZWO+tD+z/aJNiBO8ETdaBKjNKzIMYk9UkRHt2V/lMIxVwPPZRBIoBl2grFRyx60AY7aZwloUR1CYDN77hJq7QJDAmrnL0kKojrg6IuxzgCk9gu8373P9SFVPw8zX4wV3ZddMIlhAk3IIAFyQVdljPdR9xNIFCDCb9DuIDBHBR6RY9eGJGyCW9ooyssmwhGEVXYjm9ke6I1PUEbTiY5khATECFwyFisoTaKtLoNyEXruJgMi19pTS0+NeLDu9HvljDGpLEGrVh6S7IN+HECP6t2Mr/20J4hJMhdJ3kvlyrObAEQ7jdAxA6LjM3GP9mTPvQkJWA14sLBHx6C/lnnsl4JB/LtBdoJuCcY1HpDxXyWpg/3LmV8fPuMiQa2VlAmy837sEewyklzaCiOyt+cFcoUMsU+l3Y68t/3DsBHlu223kPWkggw7tEBeE5j5GdUhKkcAYK5lF2PdSFCjehu/BXsK2Slwl/11nn6PVKCh+7F3qH5k3m4HCLQ6m3MSGwCQl/gE5zVMHNGBKT0lLgEFLxV4vBu6o4kYcxZQtU+lIr4RthBnQ9+9dOzaT1aUaw9s5Tyfs4esbVbsPyjdNDa5e56e1UmoiaxhWxCI3wIGgA1B6Gn504CzYKogN3O39mrOzwCJtRPycxksSBi5noRBP8faY9dvmw6TwqwSRwRZj/Xptv0QY8V6ZV75Wdnv6DeXChySTKqjYxMJDFEtR2Kw1bNNwsi/2fPoXpgUOD85UsqGkWpf9mL7eFZctFU5p6QlNI5jDI99PnSifK7UsybW7tXYS/Yg/hJ9A23vIYU/SUSc+Xz6Wdh0kEXPkVBSZ32ggGY926Yi+6zdRnr+cUm3DmrQxNf5MbLD+U/IYxOYDLGyPiS8QxvPmGEKkK519yl7F1kgFlRgqr5HzpK8P+uKrL1NlV8rtB/grHZ64ncAOBAjkKkCWw4d+TBBf3ThqPDaiI0+5F4X796ePaE6Pk0pf/e7VHSRvNZ4wjFKvACwcm8iMwkanGnMO5WFUJ5ywR5BGwoAUGIxrAW3pKoUOWH/Q3nLObPrs3772qPbHgpa7sZvhGUqT1y8N/uQtUcPY/cL9gfIip7Bhmz4Y40qvhQ98PLVy2GuOjIKlMWi4CE95AmARq6y/i+iOwCF374J1WheAL+E9+RMat/M9ERupXt0iHFr4k4TfyU5hJhJKsK65uPXwjCDvD2KfmC9sKXe4+Mwr1mr16+fl5mnTDSRkQfZU7zTnTufzv7wD2MfA/Cmz3xTWm/f5PMA7HmX+Egf08/08ycTU9rzOd9DlpFTKKaR0bc/X0VfpVdq51Rfu0ln+buJi9pf2EONBVPYRMJsY6ZZw+gMfBP0GLr3UxL6WpndJB5t78YbqQKO7kAmqpfwy6jeHGDO+O+ts7/616mKznexndtfNWr4fWiOaQvAWKiGfR6f5m5knMQCQKAXsac5SymMpy8w5wU+DbbYl8/oI+wTGJ9kAuB3tcmyEfGX6m0PMA5I68VZiN+GvWmvbc75pSxHH+Fvb0/tn3/6MPT++FSxT7HZY5fQlqjFYCRSxoyiZ2rpbEv9zXMshuHzUMe3TVPejxwjqqGxvc9Cx8/nKN7gLOZzpWrNRXUzY4VCnD3jeaa9wdjwowir3AR4pNITpiyqcoHawuYeueBvZ2d/+f++P7u8yWfzvvVrI8v3YQ9sfAnf8LrgLHYzelyqZ1sQYC/iF+IXsdcuP7zrnD1M4h5z/C6JBoCGL15En6NH6AGch2ID1NaPvPB5dCJnEHP74MGz3I9YXmyrxg/Q+Vdnf/KfPMm48JWQkbQICMB/Exl4knd7cn4r+mpalVDA1lYfV+MHA07TKknWiTI34Z/xfvWhMnf4OZ1PmA9goIgk8uzGW4zHyixmmyDmjfUhfiPgTjxCJkfODgt5OFNgdZHRjIp17t/avKzpy1dJ+s2WxGdDxh/npaHtppUNZw5FgcSWGt+LHQuUwXqIMyCf+HNhholNb1X7aSIHLYZk6jAObJyqdL0kleNLkPzZtlTGlced72cZJ+MlvI/efJjkjcYNI8juV1tSQedNQctl9tuf/ulPAYCTSBSmCz6jzRObKr/jlufPXwyTjfTs14kTYk2zL7HR9099P5MNWx2ed2jFfPS4xT8k0NMGAz8f2TeZAnCUJGuTITiPZA5rwi56PI94mUSev/9f3M9Ysk5JlmwMbEDWJtWRNEmYQjO+R19Nq/xP7CcaA33OGSxco2zk/SysQ0fme3kHdDNrhvm2bKOHxM7GIWc92cVgI+vj53fEwy0S3YI3k4vbL5tkgehQktbQLVy1y6qyiZW4lsT9WapG8MYX3GQEz3/9ABOU+fye8eJwzVnk3cekaGLmCMm2H/X72Nreo/5zDYsj1uEM2Z6SfVUAuMHM/G97aHYANVYmk4X5Bxg72mxdgFM6Zn7XDTH+zOlneSSGoLQlfM6qyb02m6yTN+BvAdsx1AvSkIGWifwtDfCvDYnjpC3daQ2Y3JcNYhb4Co99NXcYAq7bd1TA0bEKRqwhtM87pWteyr/T/r/ceIGlnc/j+yKxPuDUEN6AfANqGesCt9snw343zh9Fmr+t1FkwzMC6B0rXqUKgk71r0US83svKtl27zZbdEvQFGEvRN8bp9potzWc9On2bBpn7j8p+r9IHz8ZBATLBAzZXAAAgAElEQVQXy3m+m1hZ8/NkYrfvKiAI4FECKci5lS9bGX4URB1DHZyly2EADd7mvY+Vgs7bOu0cJBtccE4EdAu2MhlU2CA7rMVUP7NxSztaOeSwIBtaB29B2t4HGS59li+1wXqDH/nBKIVdixpoddqlMCtFOiAzgYbs+q1qdu4E+QQqDFRvBfMBxJrxHCubpVexpxBKyQxL58hs7x0nQcBW2LVa24B1K0brzA3g33mRvgKjiqBhlVhe9xQArhx2m/PSVDlYGXgKNOh4zYVCr0xOBhL3X0VCUkfGzkFcWtkatfkvgrw9Tatoq7s6s9U5p9dWUvJ+p/TlAncCF1WmNYoNbO3jmQNAherJAipSc0rvbA9wAf0EUxKkab5H30fAHVGwSh9DMwodJ5mDdl5fGsjomQk8bE+5T/RXaLDT6t/VO9Kauw9W7tmjG3RlvBgJzIlZalb3GETVAFkWgqN8SqPtfawM3qs9R5pxL80hgQH1qmvFO7PWqHiDyX6XoPfSQe1YN7lFg0jZWHDStc9Pe3jivBhExuBrQB7AiHfOXG1wtDR8s9iME8fI6iY/z/elFbK6tRJJMJGM9yYhqEu3P5rjZGQGfVeuVgfxe3XHgkQEDtznPotgH44HgZthGsi47MFhsJtLgGRpx/wZ69fga4JdDVZRyTDUWzjSzM/2al1qyE1aKN0KQH1naNkByFSFWsVEBwUu1HfJrGSvUy0sGH3U2R9LMwNYrCGCXrLHioAGgRFUNFVnD8iEizPDfNEzu1WSVBJPgKqMMaMvlsYFeSHY06QFnHzG1wQDAaNWnOfiORg6OChWoUNzQxZ05AwQvzaH1Walmy4gAGiQ8VN9lJ9ZSZiziWSAjOtWHKvv+Q4tChqUQy+yv0qVLMUooDf2At8jEN8M7BrlghDKh0kf65AQGEFikDcTBtRDgo4kuagrChzl+e1T2/NIxoLtPdjs95xppd2KkUagz2pPaecKtJLJWyCxOeN9phU1xwv5ux5KHfaRoKh0NqUey7MB/Ew8UFESDKT6sO83W58+l3sBwjtme6YuHRH3Xl3D2uDMW1lkQptAKvZDzpY6Bps1nbMrz7Evn/u5FadUxrX/qcFIdCvnVHuI1jnRiSltVOdLGTWYI/hXG2T2vn2CPesObCuNs7n2dQJ7VsM6IXU968Z6SdFswB15QZdDIW2wVOfIRBopxZDrXmMA4TziFDMeqho5+8yOFrBam0NWhqPzAvNDz++M4yo9O5G9B6E9/5oKVZz5+yS9UZXTPmpUFsepzr1LjXeZIEicNaqkfiGjPrqcCpgmc3C2Z0xQLCGjrh1BcYfNeL4m6MrPG7BLYIFAf6uPm7ynnTKfHmcMGtXo2wTN9ndWqVLlvrYa+tBeygJEAjI4xvR8a3/M/JxgE2tu38ervlv3fSm2cUQd6Ca7QRfZ8yy69nMWEhuEc+Lx0BpTIUmQZB2rQzCa3kD0KG1VFyAJIEQcuVYNZN+V5SJrlOAvr4Bzb4WMweACW0ujmf1FcF7wnPtCn83+ouIGYCjVoKlyBQDhPuhmgDX2dUFxMsJ7BlJ5oi8GRWUrRPI86OJuZSxfo7vaa2iSMpgTbLq2Jch/rVCrDYO8oEun3yqrELllzgBXS29ecNrERZ5HQg+BKfZQq4AyF7wfek2g17VvhTdgSD5vaxIAQemLm4CBY4H53EpHQW2DkmbA0/eUdcd+qq0RnQT9XhOeWjVEFngoNAk65vcEmln3VjKQ+BM9gkO+CXA8Ax3V5N48txSzZK1PxScqobZ0xkUgH3flfYK4/Iz+mvSqI5ABqNg+7gRMolPXdGQNoelD4u+S+NAMPV7QxOJf8jIEkJZdiAiDCW+yPV29J1mBXpdUQNLnUiCIILByslVR2KAG/nk39CdU2ARguVZH0p/VXqrYlFkPEjMSTHOuTZr2kt7w7lBxqicF4NBx2NHMB/YFAWZBdg5UDmyBfGQJemWC4m/fXlantNomF2AywCP6kXVnPrcKWzkxMZC1XDCKKnQCvFTYW8VsuxBkhr1F5XEr82o7ArTIbrH+EOMjkEtgCX334QKbGf0SeyYBbHQKdhxrhm4jsQ2QlX35gMQGQPeWwqjLC8Zmpa/SH5QqQcFZq7+rd4cJ5OmTp4e9Djhs+yqTbDbw3LHnnaA+R54fPUrlYO04EuVsp3N9k0oiEuFCUcl9AEPWv1nbrr5w/ru6Do1v9iY0tlZ+QkVOa4ZR1NhxDbYlQSfMAiZPwV5itTlnGf44NhZBue0vWlsWi30oqAG8sWIYj4lrfBZ5MhGUTVVAp0niUndyLwJvJLFtFeQInck0WTMSr7Bf36a6cytzAcRtIZEgNKBUEpA+vIciVspMPvckvaVZ/jJKHKoWtKGgnm6FWEu8DMJdJiC+/JDQNW+bHuaKvYMdUdp+ZCBjImjeymj2ARXyE6iHGp2rNInj75MIxF7AfjKxZ5NnDZr3ipxtHAEdid1UauD8gnl6FjsbGxsgzCRvA9c9rzOXa09u66neMsL76hXgNnY2/bShkrX/7RZiMJ6yXUWe0AnIqq0xqOqUeYM53XNrE5pJdGkCLYkoZaXirDGWgJwgr7brmdZFGcuTUFcvEw90qPavvF9ZA9yRFlv/qZon36GyurJX+88WB6X2TmC970WbkwyUM4eKQGSglZHRWdjzsiVJk7qFBwUfiVVVHwLqT0VbnXRjXtjNyA3zfYin5RtWeumLOhbPyLLA1L+O3RTgdhMYON+RQ3QNckxVF/vmOrbYoVfoMHcoz6HbbNVxdFqAg/YgDFD4FWaTVKb+EABROZVNq6B75gPa0SNDDmek9uOz6BwS8LCrSVT6FHv7C8mwnBcBydG7vMvTUCWzF6gWbiUtNkGSYi7eMn+cbV/OXrzKmhZFw0dPxevbJI7kU8/Tu3QTODb+VgsaMCZzuH6JP9M/k7GK3snSOtMe6CYAG5TNXJxTVJW2qhUAOnME2MkcNhmL98u9OT+4XlHBnJ6+yDOUzr98p0IwgMxrbEeqFVNNyPkyCRRS5XNu0QfdVjzMJWAeSTYmDKrX9yxrD1kShXMPfGf0LsBfkwO4ejaamPHkqS19AClIkLiub+p5XcaBUGrf/iWJGtH/d+5en/17f3SePR6w+2eADVlb6CH6IoDSrVRwEvinX+iXz8ROTHhD9h4l2QgArjH2nD03aSfzNZVyX2lnl5/DOEXLkafPlO3KI2AytlBksf7WSTIVtkKZJkichmaWyuvcu8wEtLpKZeNtQDyMpNJ0o59sr3SHCn7AWM5efNjohsu0ASqY3kRozs3snbAHfbwSmGxyfQBAer46f8wj8QKkhbMKSnTsMN77lhSweQ+YuB6m0tKKeb/zLusISM5+YT8+fWbch0QfzwVB6A8BwaCfpmr4VWT6JrrnTXrx3oodh21gdSbsFjKrcV0FmAQwff1D9ufEB2Eqe/MzibKpYI5NI00xMT+SCdFRnmsPk+i7FXxlx4ISP7b4w+i2i8gqoDm6C8Yu7Fqu5+fYwiT121LhQLWa+z3LOf1znmv8JRT4ANn4qLE7//Vf3Tr7V/8KTfEpiYTpSx09s8xAyKJ2oNTMJCWT3MBcsdeItbwPG5c9h0mIkOHpc5PZ9Os5e96+TQLoGeecMkR1JdTknJXtod5EhxepwCXJwTMEm4146PPzl/keyUixYZPE+d/9t8/PXr3IOkEV3CQuGCQiE+YJ5XsyLpFIDDsEUt/+q8SVGguxqAr/S9/JOHJz9ogJRIfCbvTDD6HzTqIfCQ23o4vvxj5vDCL7v4A1CZwk25JXH4UN01J7U+fC/sQ2xp4ztgMTm8xrN4wvSQqay6El/jG2T3QjDwdr2vjHzZX2mHF9/BpiEvFhA943KS7Ppt1H7bZ6DcYI8Jk5ljZ+DBDdGOkAfGUEIPkMMLRtpbBP9ZV5llXrxPoEjaEJZ19zKPH5R5FNkgsptuDMgooc2+5t9G4szLN//i/eR47UcSSlPMjcob8AQukdvoV+j2o7Rp/lKcQn+v5Vi8RsKDLBP2SutXMWwOaM5sckVl6SyFifNgksXTsTLJ+g4zIaWQNlerDVlPhV7YXb/+bsT/7Bj9VBXzPeu/fV0Y/LziON8eJovDcyUjagxrFkJiB2wdog6xurbVu9JiYZk6UNyiaXNOEsslcfGDykXzKevuuFHcs4SNTgspUjiRf4+jBkEpMW22pxYH3gwUFqPzFreZ+ZyyaN4y8X8EeGZJjsXBMbGvk0qSF7BHkrfiU71GI3WP/airYH4/tiRcr/8WJ8nIH6g30vClCnoGJ7cd/68Cmqb+i2rCgaBBqB3l3QWxyr5HaSeJ7/HRdpx7Cf2QG1ymqc0wNgNgGvctoT5MMqJyiecRTsJWiX7ywAzL349zErzcXhWaeLx8F/rNwjuEVwbk4EJrAgzIB23uKQKSq1p07IbmD7H6m8FnU/BWLWCToFsjGwDJYZjvf/7SJJ/yrwuVUBvMNJNSoBhBrWZCdbYcM41gC+B6CNomjwWHrYvU6B5HUwG0CtsTSgWg26bJz52hYqEihpcKQj9JKWi5qrRk0TTM/6ZGinADBl/SuQtTX7ftk0GV8FuEH2vOOpjOYzW3kswOOctP/gGOsCaWZV4FBZ5eta+j46L82CtQzlV9e/CwAmi2tBK0HyreYdqpuTDcX89hAgqEBT84wJI6K9xeZpzNfOddd9fiHFg5cJBwIkjt/9w7bAmdkAEA8Q0M7vM5ml92WfodImqHb6kgJ4rtNhzY5/rXJZcOoUMOazqww38FBlFnkrWJ9nnwLA/XzG1MSEcX4wnkoJnvk30C/Y3DE1wGigjCyc3Ts7HhNIBBxWNo/jV3FvUKvZNyjr6gbk8Ug/jZFBYYgH9Aapj5W9q0swnhgLRqkAOJSWVhUiU+x71oTDubTtu275DnuwFKN1RBzvZpLzMeSMgEEzcwjKjt5qBqkTrf4bEKKywD1GDtoblIAyMkY1HPcoTaS0fgT893Dr1J4KQP6OMYthxcUcSEnnPuF9EMfthT7DqYG2Opl1IIDG0rbycnR116bGNQFb14rDUPCJ4Ah6AHB5et2QGDEVnw6RinIop6TDtIrcJAkO8O2DwUFdqtFJKIHizMoLK/WoYgDMM3t6qdPM4G9FTu5XuvyAmRz0VL5uggKjaBXCOn99JwBgaIwEsT0gd1KRITLNccomM7UBMCtXt09wqTIHzK2RM/MvXZiVju5jA044qawL69gzCHd+gvzsqwKK+Xx7L+X5yCniUwpw5ivOXLNY8x7cQ8pRjbaekQPwdg5L9eK1960O41c4IFRzlsbbzOR+jvMAXUvyTcZOViWOZ40kAm6pzsHIJ7hBJmtOphpuD2KMso4fY1DD+ACIiz5e8LsJCjV0CY6xjwgimmy1esfKKEBODURkvA5E5kBHCh0XmsYE1KoH+y6wOdhzF3nhnZDfUvrWkCVjHBkVNG8yShwHqvq+TE8yHDCeV7CHaqv8HdCGfkA4vVZikU3tXC7TRJM40JFUEnBWAThw/7GJ1v6xgpsMSb9PBQ+/q0OvUv+V4cZ97X0jXfP2EkIW+V6zYROwY4w4SQ3ikXk8js2uOZTcVALbnsJzn6AZGb6PQknOYUwwq20hcELzmb8OAMYJ40L+GshlzWoXEsTBQbdP5wLAgAs4ylakGIQ32B57KEHCOzg69LACeKq+1rGmZQR6kyD0KQCsoe05yXvaU37sQhp8Rq4KfAHKVoztRSjbzAR9oRT8VcKh59j2D/TenClx5hIsBhy5F90EeMG+RgYJguz1jWoOljrGE5WdJpuwNgDAExjO03umYKfxv9pvJrOgA9E1zHlBSKh/59zic8gSvWft2QMYBJiToGsw/hbjY7vVZoC+702DA93Xs39vR9bP45ziQAH6sH/uB7BjfavrMlZ+tzYuAYsCwNV/gulrL7AHTxPlDpNQ0SXrmio09rqAhAkm0lmvrkMtNZGiAW37dQO2ETwh+EkG+VaRbu93gn43AUuxn3hfgqAERDeZsdm79Ul0Sgu+ZvwER2XaMYAN6PM4701GN++LbEDniZ4zqOLGbl/tXPdzfrRvc8bJmjxJhTPX9vhrJRRrm5dq76yCXyZplP6eoBfMEOzdfAY5s4KIZ0MBZ7Z0z+NJLPj6jZ6BnAuCBtr5VHwQeM7a9kzsadtF3upozsVWyed7JKeZ4GWS3Z4JrEVVJ9RcGbsgMKCY/sY6v9wfnWP2sAAw8kefV3toy5CwLErsB0BNwBXeW/0C0OJ8Npkn+rHVj3NefU6ghOx6AvmPQ4+4utL2C6zB9PDN4JAfAEc+RCWm9gz7xECt76c04sgX2CernsSDyD6VGfo6nm0k0nH+o48uqQAuGxRMENJ4Yyv1o1SPAaz13oB2qY6gOgVnPRR9trbpIVnZ077D9qC6DY6xPJfzMvcAfFkg9V6ClASBPKMHAKaCqMMziOrleAEZ3qeC3TPSM4I5gIqy5jefzFeuC35P4nLpro/9wPnOXVhOuj8NBvDO2KkAoogUuoukgCaCjr/ZBN3ZD1RFtd9jHggd7vo4mzhMoLcVjNkr9EI2qcuKFNZ92wxgP39IYgryRxDfvn7IFbY2ALpJO41ZsAyZB4KN2+O0yYqVkVRxJEDM4r97w97DGCcAQ2U0SVPIotXDyAeAikwGANlSzlZ65jxhTgAhUcnsJ8Dae9CA5vnVE3kmVNjsZWQGZgr2+4K/Ox9UzHB2USXG99iT7QGLTTGA34dU5DRICV1vwEyBWu00fk5F0cr0T+lL2WS/rGnB8u6Dy/F9DRwak9EW3IQK1pAes+yppXNHV7FGsjE4dwA49YG2oh5ZzpwwZmxaKbfDVAJdfM0FKzsAcTaJnopc7Zqj7NrbE3tNyv63b992/CYDELheu1Q/qr2OM2aSRAQAtU9NSOIc8t4AQc6T//4Y4BYfhTXj4hnGgPz9AsAEKtHdPBdZthDAZ2M/UknKBQAMsGzf01QET9BYfbqxMG155qm2wwhTg5GRO37Gnrf3L32WAXjRgVDqQ81MD1IraZBrbI36k7nR06fPem/0KYPDptKGgbqbYCtVSIKz+GqV7dq9d9pnGerKg52MZGTN6ElsYsLstcwd99xKzFa/5XOAEeiZLwGf6kfWp8gDsLHHlzSJgPWDEcTkVIKaJN+cxjiYuwY28R8i31Ltxz6MjVF9HHmn+m6pgKka5ne8W9cln0AnQdGKriYofjt7lEQIxjZC0M9s0hHjNOA7xnfusS07PPv8GjKI/1B9k7MO0JoANZ+lB/G7JLnUso3+2xZA/B57+9k5yRHoWxNFHcfaO1TZ0jMYmwO7nH2CbZrnPRGUrJ+Ym0O32gSgVBZzDnwm2Tp6hWQ3fVADxADArGfjlJzx0cePsxeb8BRQgySX55zNTUiz2AGqavRsfY74BlK6JjD/3FjF2Xf8xy8FhzmmX7yCh9ZXWR/wXSiDz89fBFCwGnJjmj3/Mj4AlbIC5DxDRgsItyrTBFTaLDU5vxUmtmbATrjT6qiJzeReMANQjUxygdVIAP/SVzMP9golcSK9WdnbnOdEIGvc0H8dABhGC+IIsjUhm+gDqiSrPwryYktEp+WZ65NYtTyVvgxrfbDMY75RuvqHJBDnOx85P/J++L8wDghekIR2ffZ3/v0XWVfsj8wTMeL4vFK534k8WOHLo6i81k1fHyI0xs+4P8A14GlAjewJ2E/vUIEenxL66MfQNAdoYu8BStHb2PYkskspMCZgsNfa/qe9kkmCMtlLtjH1P34X6879noQx4+LNZWMsBM/uhSrWnp4yLjTPNp+9is7+6ecPZ7/3w3mAW+KyJqQddODYuBsuon1Hv9rkJCrjBS6heRfghcmHOB7rSOHA3bOff7oJ2Dcxi7J53Mv8kTzCeqNPPOOuUiUIJTjn5KPQw8MCwtyepcIQ947ilib6kLSYc5xzhZ7p2BtSTyvqrMXbALHYWMStzl/k+12a2AJpk0HFLHEKLhPYx3+hwjZMYBHb2tjkcCN/VCt/CbDGe0L7TlIq/0InbYIR98Jmlp4aH+jr2Q+vntXOylF79hf/ZypusbnyQFpHAFAiF14ntmGdNsAp5ok+1rAN5V3SxkKZlq6ZvWMyIH6EcSp7w5t4RW9w7N5vrYYnVoL9i41pPEHb3TWo/kR2MwzA9M9X38/+yT85T/9xRCfvTw/YAPjMG8dz161xQBhLjMuQv48JuoUheG+XYd4iwclz39ZhG2fhrfFvORtu8jziTfcDDj6OL89ifU78hr7SpGYSC7mb9zI+SJksesv4MCAtcQvmFIaZ0uHnus49SexkCz0IqA+DjPY/Z9TOd94371U8o8m9AInfUy0cdoD4JLToapwFvdWDQ8CRi7Yr3Bv9wPcLcJPQT5702LH4WExq219NdWr3FT5ObZ+tDLVlCM9iMe7CmIQMZK2W5XDxBtpyfU0y05/9+adUkgN0c6+cT4kP4aPc5H363Gl5+jhANfEm9EeTCxpXT0FBqsSRh/oNBS31M5GFxh/yd84sEsKYF+xU7BpwAJJ2OfOekogQkLo6MUmPso2Mf0hMELsy/dPpof4f/XHYmFIJTEsm/F6OS4D1TfhGlhnPVneLi9huryqr4zpulWP4mrh7dHTmj8/KMmqbWceiUtjEWfE4WQAPMcP+ntg1yW8UQg3r5OiG2rDFv0zgZb13PJWprqO2rrESgzXidOKqxtuVx/3ZMjWuDtC21aetb7BxYGAFbll7bW2kUXYDAB8LJCyiWyzh1vuPrsgCg+uALDDX3/XQnRsyx8f90UndrEQH73D9uX/fqxW4+eFWzPo5DWqcwe3tqJPsovwWAG4wfRbOMRusapn0UNfumLiHlYs68KfPa0bKLAAG71IZS1mqItr3sZqJ0ngFnWvBaj601cz8rPS4BLxYlKEX4vPrmPTv7NYB18W8fYcC8Llfe+l0Xvz5/0/Yu/1Yui3ZXbnrkpX3S1Xtc9ztRiBL+KURyA9cRdOy1Q+A8L9rS/CAMMYGybL82AIhgYTbtPepqrxUVuWtqhi/8Zux1trbCNY+dapy5VrfN785Y8aMiBExopmf+Xydj7VWAI7ca8CUmfjZYPPsGpAqHp0N6XmIm7Vibwnn4OMEvnhWNqLVv6rDGnU9CXJfemsu5TQbh/FMdngBhyWMnGlTVduKlowDQ3IjZ+sZDeipHGuo5f1WfS2xw7kaA24XrNsCLM7V9qXDQZBy6GNbXZwAYWvkWk1EpuOSi7Ues07Mw7wGXK+OjwKpQl9AUKmTqKytgawMN3ha+d+OZ0B5xjAA8OwRARppxYZCs71Meugo48quzzg9WaWpXbK4ZMzqQxMyfFmJKMWTQPwkOAiQbaul+XT3HKBbg94rkJLvTCXr+FijYFlH1pN9Wsr0BYJMQJtrNqule2ebWcWeE3TXQOVJrLB1vZBZe8dNNSHcetCECCRjODfxZClQMg5KwV4lO2C+DkHBWjLiAEQK8uq4AVqYBWkGPAAnayIwugWYW9mQvTk9/naptjcykntQAUDwr7KxOZHYZ0ufAQ7zRAXUTKqYnsqM4Z6AUD47wQyeA4eyxthaV/e1lXU8BrcZ8LfOSZMh7B1O5QayOmAta2U/HfefPbvy/LkPB/zQYZEh1t6XDW4KVI9etIIEA089POASclWavVxeMMGgCc4IL+cdQ0b65tLSUkFb2RfkLvX7kvFmo5fK2AMFQ1/dZ6b5BLtZv4K/uXapj9mfDaRYPSqFu8GCAe1HzgnUEDSeqrix+4YevEA3lMJ5KCuj2RuFc9xZ1dlW/OJMFEzLvQl6k6Aj2LEqiPN5qwTHACn3TIOGQ8FvYEEKxGF7wDGBlksDfXsmsTTMLU40+4Rzafa8BsnS80vRVk7WOYbjdfmWihv7vtgLvsMxDsB+JuGGzMZlWL2OwwGQMVV7ZGUSlMNfwFlvT0Iy9lawQ8YQM6trPJeyhwAj1DVk3yl3ApjcU0e+AcKVDMR+JahuZiLZwzjxHMwMVNAe47/ZczhfUAllfu/iED3noGngcSUt9Evo7VIBxoFIMJ4XziLv46zwfWSe4CFVpOitr4C/eQbtAalUu3diQJfaOc/D79CH1X159fxcPxiMsadwAyF6mg2Ql2Iwcj+JA8wXDnkpxHM9KiWaDJeFb+AOWufc4+RMXfQcYBAbA9Dcfaed47xIU4WR3H3fIIH9XyerkYBCabDyYn/giCF3VAiz3/je6ASCVKzZHMhbUJmMdyrZ6CF4X7pAgLHvOWdJsCgw1MSb7BMofValblMKAhoSrG6lfenGTN7gvgRLWQ/moXsZJ5UEgtwLR666IkAa1yD4jfOIDdMqwwQlewZj42ReWnkeRx8QWh3AvtbOwWZkz7Je6lvB3cMAjsy3ACjfc3+VXm05Ssjc+QWVfVZ3U13E3NkDN6BegE1En0CFr3HOraYoQDqBixqC6opSwxYAznXpxZbqAcZ9HOAjv8mz5fts1MgdACzXrd5ET5fm1vsQQBzZOktAcao9kFWui5Mp3TJZzMna3SRgqK8VHEHTV4uynn00zgPnBFUS7BkTHdkI7BHXwh6g64zIAQ2Qx71Ze4I8VBqzBgS/m2m8bCYceefYQDRnpLY0G4wKPSmFqTIxGdB1rcVGlnCCPfakZB/ao+owe7W9FJtokqBJQauVnLaC/ARPsfsIGk2G9HFALR0rzgntGJwpgjutACfo3ypDsqHpvyVNMUk70tAv8HDZY+21xXotetpOcCoP2JM4l9h0ZT7Io09FpcxJ2uH2SSWAof5i/3If5hH7w8Ag/1MZWeFpX2PsneoG+mytCrlS7danYq+YzEMFbPM38h7938moL8VcZNpgEfsJEED6Xb5RQKMJXDqyjKm9Z5cJjDok6eBzqj3QQUcJXg2z0lQhE8BGCLjiY5KMoEdlzxooQVdPgnKFKB9dLB/RAyQrcZbTogV9hH7oXgaIpsK81UgEEKiYMPubQNUZVa1sQmwnJPMV1BYGDdgDDyLjofoAACAASURBVAFZ7lLxUCrxAIxfk1xUGaqssiImcWF3QE9JkixVpk0iqF4BxE8AO5+dhAFkFcCSoOTYWJskrFyvY2OPZvxWFejHtmqc+Vn2LfvlKXJsBnoSe+jt3f3KWpgAx0YcWm4TMqiyTzLEsrNZHkBS9j9gLbMPODmBCsAeXgJ7CYRnIS8uUs3W85BnkqK1Wy978jJBTWblrjTLJklxfWRFP9tKdW0DdPCWfrbUy0jPCjKV0jjfPQHQzxxDOcsYSLpBvwFkcAZQtY0NUgrxfBlbiP3IZ75UPwKQEgRlf635bNIfDwHVLQCwLYoOkhw1CQ98D9uaMxvQljGw70gu5Nom+pmRj8wDdFW39tzI+VWKeqs+OHPQ1SZaESA2WYjPD9MX/UZxFa7TSw9fhmpiq0kdv1WJVuQCNJrAQfVY9k2uS3VlgbwGt6hQI9jjuUXSXfvURQdQSQsdJEFXbV37v2knS8GPTuM76CT6eZZGLz83wJR78Z8J4AJWyHntyDxPgU0R3M2LMTRZpICDwcwmYZAMkXGPnNl+BOp6A7XufXROgp1tS8F6MbZQkAc0nqR5mScmqCYLDJ+nvUMpbfNfK1AyjyRu25JIynnWgbMa/daWCrH9AIHQE1Sg2/MdO5eE1NhQZYiRlr1VhZHnqdT/5Ze/LjDGfdxTJrrCbtDKm/xXcBhdmpu3H2fAs+ltj4zUf2i1nucTe6QyVz8EEE9ADz8PuTpLUgj7EZtJ0MQ5QyegMwRAAfWtimZf3gaAQ/ZY69O2JzAhsFXEgB85w6cqmeerLVG2LaoSj/p5ZOG6IJwywLncAGj0DhTZ7XWIjZTxDfsCAWmSdWRDYqMDHAyFK0n8UjU3OJ8zjLP8y9frriUJJlO9PPYIMZJWu0X3W9Vjccf4QrsMe8gocgZgQhIe4AC0wYzxMQAObSAG8DQ50B7i6P3XqaBCV6QoUb2cZ6biCSAW3+FtKnzZR9z76hMVdDINvHtrhS6JKlcBmBt7CPB3CWCM9OfzzPnQ++uuxQ8oc0Zsy1Z23+ffoWKloj2Ldh+9wDNgr5+UXcNkJ+yOVg4laZCqygLAGftRboWuBUiB5v7DH6I7SBJ8GwBoPedP+Sx2OomxPXdhOsA/SVDbBFiTMUyufEplntT0rSzmSVZiBhX5TRjKMxwm6I9tPAwopd+FsSJjh4UDhhoovK8+hqL3/Lx63NZFyCcJHsQgVmX4KpqooP+AzQiwDjuf66OzpnWDlfFUlNcPXkmg+BeNPeS9g+wJ/D/aAZXlIEvSuFzm/j56dT9zQ3IDrSte5swsS0X+XET+Wgl79Lj3R39EVfGyA+sf5k+MHduDxHZJdShnyeewS3AgyhCV8yOJN/g5jz+oXkZWY38HQHoR0AZ9zFyfBqw5ShUxFbbsJ3uPpl80FYtNuMbGtBqcCnOT40265Jxtsl5bbRi3Gx/gNYBexvYQ3XsccPkm7CSnRznL0RWpnMR2xcPYFHdk3HfRv1SMv3jzfe/975KQ8TI6F3C355x7YmKbXMeQJ+w3SSDsPgmFfABb2YSgqUavRxfnL+yfJrjlDEn+VOaeNhLEhx73fvf7syZelDAiY8Lexpc+XT1BJxby8UMqySO7JFY3Bhl9zDmDN3KQqmH7d2qTYo9OQvHdLZ/T32O+Ly6NiyHP0xe9bD98s8/qGX+c/US1K/vgKH2eqeBnr7M2rTxP/2eA9MEJbOnkuYLsH7w5U8f8FHm6DM3w3au9//l/ud57yHf325M7MhEfiiQSaOvRKTKAytCArdVzIP4CiWrmU8HoFJlfvcuNhRkjeCT5PP9hM6Bn2jKDGtGsNeO8+kD/b3oJH4Zy/qo6hLOxldSJ8zeOgU0ZE4+fYQd5zDnx9/7ecdYCfxO/S2YiwMUf1fkm1bRHKsmw2Ketplw9bvMJLsvnKcBpnByZytPDlrXczswl4D602bl/zoODI+YfOzI6CVp12l2QVE7iePwUYkGHGSNJSZzNJGUJxGp7dx8gC7kXZwzVsdjE9NOFAUiIyH01yQIsLwBvmY3w97Kep+cCgJh/MF/dxy7DRiIH5vp62ElItCemIPDNPuaZW1QR2cGeLMtZ1lWbbO7fEHCv/zX3bXsfdGzjY3x2VfE3eY/3sA1JEOq2ylkZfzRL8M//RRKzfzps722SV46z1iY7knSm7U7ssRXE+f1dqbKxvUiwzPkeXd2kIpLbs79aENHkAMdS+yc6EV+Zs7bJhvlDcQhjxualKOHpW5I7su8vLy8XtkWyFQwyNSOrK759i/21/7j3n/zZW2PNyB/AeZ6phTwrziyWBUAcO77+l8WK+lHdvl6zv+ull79LIYsg7VSHY9u22HMl6KOzuZ+tAizEmdduISxxC+KQDWnWT/FTiFbD/Ct2yphJXphkgsp0Lom9iR6b4pgNIx3xqnWxYlBr7Nt4uIUmrRxe8ZaRGUxy9JZt6daoV5y/c8L5BrZUueIDrmPj9x9uonoAr3AmGujyAnOhAbEmI3gmZWhHO9b1cAZwBAZ+DcZt5lLjbBloc6+5XwP5ayV3r8XvhwJ68x3uNc+afzCe6SE6gsBnWaRdINl7rSpYrrtxRHUMmfgJBrogbgSro50fxibtqGBAA275Y0Cb+eiM1wDZZLzgNK0/BTFm7CsAU6CXioAGcrcAMB9rhWPndlWTISzdQFtDd4DjAWTnb+dCBw0DyEDmFgAuQAQou+J9ZAR1vvN+qdbWQAkY7gLAK7FA5YRI5R4V1vWzNYe59wKRRwJI8hzZECT0cGZcrRDN/RpoXsG5F0NJGSk3IOjz8EH+so+YBgmvOp6VMddq5gEQlw06wHpcBcGNDHNA13EmNeYInkkDuJHlTIYBVoRgMHwPfnCdXXmGsm/WbDtmnj0KcKe6dALpE7Ceamk+Nz3kDK1ORpeBwanUryO4nG33FlSN9i4aIRNQF4hs9seigG7Cwqr0bbP2DJj7D1W762mgZoDKAQBm3bsSgMhkEWatUN68tvvXeZHeULB1QHaCmVsaW6sRKgtkVLfBuuvavokENZj2XktZ24LcmZMcSLtJHtuEDhXmVJBv1jIKEmNZIG1RYi0wfLOvujegzpSaynU0wDM6ZBwf5L5B8zw/+yyS435YipT1aPB2Ka1W0NdZpToaAyrGL4GJfGYqp6pnJus5128gj71WQN25brXtqrYr7TOAEnOcz2EY9NApfbrAuC/1Vak2V6QX/SpF3uhMaSam9w/DJiCHTPJMJrqYrDJrMVmHTYhY+57Dbp7BPmX05qH3pnIiyGGlJ3NUmtwld8wXvfQY4kN7u1I5xvekg2dPN2jJeAjekZgCfsi6kREe4RlgWQDYc2L0RJ0FAjpxIKc6WtlnT1uBqdFgFjZGJZnqzDuXaXVkrmmPV50UMhqtiFr9svJ5q/4m40x9N3IxwFtpdUtNRUAT40pd94oM+KxNk0EAaxOMn4QQrynFtcwVyqhgIYvHo6AHt7rQMxbnCGPeHpQAojUiOMtaKWuPytGp7U9CRnYD43HgE1Qjw50scIwhAxx5P6AwiT+o8am4LBDBvsWOLL2i1LYAHVZ+OTbOPSumNWKsGPdcskokgZL2QjYhQf1vlrj714pLA2lxrjMXBB6g05r56PW6fzJPuaZODgFUK94BigSitA+koEbuTVKzNxnyI7NHKzeRqWa7ug+bJZnnPEhQk8+UEnHRDJ7EIGY1XSOzxUvfSxUAz5D/ALzLIJCKBOiEGSoBOapnPNugmZLmT4fQoFUTMgh+owPyXDibBI7QB2WGyLDJdpY6zAAptFUESHhWKv2olgHolYIbOSUZRVm3fzZBS20mASaqvaEmxrbAEUqv5NBC4qTWnqnedI0a0KaitaAIcwnYLIDQ+2SfkBywlrY6jL0NeMNnGndOwBBAiofvPmaPxt8ChGSeTlPJgp6zZxi9EaGsRj6kX5rMST7TXoZNEKFCl8AmOmvOLalky4wT+dQuWL/PtEitjQiaYIRTzGdwqMhmbaC4gV/GHiqz5cRQ0aIRL4haULw9dKAGNXCJcV59Ern8lk3zCLNJsruRv5NzetnQlzLBhzjtgigmabWXO+McL4QwSgNxJnldZF0EG+wpaH93AkFUraHXlO0plDb44blJ1ccwtPA5QTQqTgKyZe7JyPesoerAQFfpUwngZd44ZwFoeI9gFettFdGq3F1JL3XCcr/qsiZuLdshv6eqv20LqPBs0FPgfhw/5qd7katnbj+makHqSOju0Nn2FJdqPvMf/dKAYPYqlY3IC3h1/MKCDo+lWc5+TIY0ry9fUi2R9eRslrrViiJ+9ll19qBY/ClBSx1skgME/xlz9/0CoEzodD3Iki4lOP2Ecz2qvr/keaWtZA509rEv7EXr3PDMXxMd8fwhULlAz3yHahXkmmBrE4/aG4gse75vconyKcVhqwoS5IZqj+AEY+Dtmj2ZoxsA9QyYYBGBWwAcmTd8VoGVbX/fAUS+NqjgXGELfM/3ZJhBnyPLVi6jewlKMecEQW+uovtyvnD2DJ20bS0E2AsmFujAoWA+MnfRuSRobvxA7MQGBbmv2dcmP9qjDbkkYPQjgdImvJCG8pqArUEtnokWpOxhbBEqE78mgAu9L/4RTn/7r1MlxjFHgCfjcj20N+rS5P++N4Ap5b4Z/5wvyg09G3lNgiFzWoCx1aP6Odo49tuqecK+5vlK58q+tQ0J89X5JfGt5wVJNgmmR9+fUrLRk0N2AQSo7Xw6TytZK3MK+wF7A9m9SGB+5LaV4yTAdV9NO5EtHXvpbfGzOLNXQEq6VSv4pDI2AMffrD2BeunSlhHgyVZ9XNs1z3eWKnyel73CGMpEkjkGABaI5cxjbwB8ALKgyG37QWXu1tm2JynPD70h4+G6twFLypCVlQC0ZcwEiDbJsFSxBQxgTMjQzfW26rqTkxf6/yxUp9KxqXsnibJ+Sh6LwNWcQfb/NpCMrdC+xNFBPfvzHnYWe6h9bavnpepGtkol//W2ZzayRXUVSRucHZxb7HHsZNZBf2rZMA3Mqn9p/4A90KBQBUpmCsBhvodOk6nC3qqAksgD+r6+9EoIwuapvVbK3wBU2B3Z88gqunz0gPs9rTxWwlzP7cwR+hlwdHxCq5QYp0lXnNsAMFwXQAx9ZB9O7BjkXJ0BiwKVsJxb19c3nadWTkff830re9Gh9nPGdmNusYGww05Pz2u7GxAGTJikB4BPEywAfpHZPkf2SO1t9jj20DqIPn+mgsxWC1AhYsNpO9iGAxlW/yk36GF+tir3rvsX0B+WApaF5McTqiSbKGg7ioIYWceyMUQe8UMIDPJsBaWoqoo+NQEF5qcwHUUmAcxwoAHOuT6igJzUnswz3KYKkXm3lzhJPqnaj95HR/D9AYdPQhu5jdOl53aBTRIwTdQoXfndTZOT0F0X5wFHI9sEhqls476ck7ShmSQ19hdzyhxAowsls6AAyYQm8pydnllxhI+Us8HESAE3VB2yD/0660wQe1r6OFaTJbBxmQeA8Zpb2RP1y9POBnvma4BrXhcXF5VrAS58KWwHzlNAFf3Ct5fnGQ/V9KHDx7ZvUUEqUAOs1f/K6927oAQADqH3BUgzuAsAfNrff821mNdpYXT59ryVej/yXMg7QDDrOX27sZ+/5twFIEL4iDuxhvolJh+x3jBt1H6mL2zUPjIKoHCaCsbnx8xD5A1GGezHq6voj/b+TdJiZBxKcVqYce62l3bkFhuQKkD2NFXZ56mI3gtAWft9AXC1R6Kf7R2KzgjQ2t7w6amZPWWPdumf0Xmcg0/Zt1cfaSkRX+zAhFhooJEpbJY3hwLAriGgD7FB9o897Y1hYasKuLMf8OmQG0AyfIYyjbV3c071nLf3+GT0pAQYiQw2XNvEPnptJnGhsYZU1kdu759s/fEMQBKd/eboYe9P//2/ke8jhySsMqzFigDr1RP+EskFMBmFBpvE0Oznd++TCBCw6sP/bQ/bw9DiIgfYEJyBe5EPosdtaZeYBxSvAsD4gj/2/pDetm/2Y8M3YcLqTF738cXRKYLgJihjc5MshQ03hx++/susG+cLcYrzM3xK4oSwOmUeWk2ak5pqZpJ68CPydZJWrkIH/e7ns8wz/VCjf0JjfvOJyuj4IamC5IzAb7WYS7uRhCqAMc619++TRNnoQuQpvV2JFVJ9jm/5Av8rewjZpNqSffz0fL/3+78RGyvj+pa9w/xw9nF24yfyOg74yovWFPho7Ofra3qWyyiEvAM+UfHJ/iDxEr3NHMEmRA/o++zlAqqZyrdUw+c5iP9wL5OrODjpax47KD4OL/Yba8Z8AgY1mlOgnX1Ewp4MNySDMX+EBKWyDUiYdb++4huZd87BnG//4p/f7v3VX0cvZG2hIH4RmQBgP0o1LfoIwJ4WD4I2nPW3Pbe/Zd8gH+gd9AuMCewpE8/1ywvAM+hmK5LAB1UycvMcUB72nvh1kRG+x55F4eHXlbUmD4rfBIjORa5TWcqZQpX1U2Tuv/5vkuhHvCEy9Rx54TwvCFZ/Uwryw8gGtOItbomOw74eucV/wJaDhpoX68MepvWL7EfMjwwpXz7nHIvMnaa3MBOOWUKPc3RvE6kjR28C4nYvRn44U7GtbdkTvznjuE7/amOGxp7KwhRZLW1+K9L1NSfu0eTxxhmsRMXmY56xcwCAuQc+CzY9z3YaH5KwCeFa5B9/bVqYIQ9lGMr1ODs4U1nDMgjlmsck2eb+g7V03+X5ymoRvSWYGNA++76t7IiHZq+UXWcffyN6csWnP6eS/ib78h//kz/snV78PnNPzDnyUMAoCVvpa46McJ2y8GDPhlb9IXpV/woKduwcmajYe8g3wmxsZqipTbrgPGPPTMIa+4m93yRhYhipyP6SJP/f/f73XWf2Fmc+w5m4Cn3MX7+8z5n4eu8/+DvRM+RVCuPUlrD13tiunD/44Vb4T4tRiwf8DjpESMS4jvvVGL92MTahSZzIuHvYGN8kv5TaeQermHgt8mQrjj5Orq++a3iWOFmLNJRL/HnGLqajL2gBlZ/tnxWT38VLy2S5EgLmc/UrigVYGNfayNruXJPEOSmjp/Bm9L5tR1aCMolimzmzWO6nX67vf1TZERRpYGEttM+3CQJvBryiwr/t/9vP9qG2AHCNHd50Z21eDR/ioDYjg8DLr3vudukWVjFB6MnI4Hdzufm7wR9iGJvb6eTs3tbJtnrNazimAW4HHCm4kt9tKFAX0jnAtd+10nP6YtX5jjLfBZoLXuWm0trwwrA2aG318Px+ZY/VGTf7pX3/+l0yXKSAnpeO83oGAol5rqk2cg3W9fI5M/sFBXEsJjuSZ6mRD9ic70ygyXkXlLXKdrtuNsVWAGec3m+7rjOuqQgfEGjWU/lA+bI+ZrHN/Mx6zDN0xpDLbqZttviAf0s86ojyLLuy0BGtDTnXK+i9FMRD+z8SmGD+eACrdwcwY1sxTiv6trIywOBLqPfW1Mzz787DZq04aGr4RAFDobCClu1hVAeXALLO31SNCTYNkMO9J/PD/rIDTrTirzRLOIEzG95ZMFkDifUaamCcWA7wUZJSTG2rM2e1h2Z9QwlX5U8GuKCU62kFrgEG7yUNqAHGec3+bdUFe6+HmUacemeuhxK1KrhVUQn8NxMqfwBRdp+dRIRXUAQTHKTahiz9yIEV/TMH6+mxY3uQmHnl4Sz1tPPBfQ0Odr9ljNPz2MoJqZN3KdZHPpxs93FjbUsoyNKVFjJzQ3COA650vjh/fMdAcCuP+R36L2/38GBOlnx1nTLlgiHbvrrcFp0w2f6lD+fAJWBZGXNTtqcZz8shCnjbjEzkTmNyzfwm88jDcZv9pvXoHjewZQ9G9YP9Og0AG5BAR7v3mfMt5beVQeZCTc8F9iPGU2mRG/CX/YDrt6KTYBgHZy7aythcD31U2otciGSBoelWn9lT0Hv7B1Buvs9cFaBfLxxJMtjQrwR2rAaQ3osxDTX/rB3r3ASaJbDIOYHqBlkKaJOVZoLDOGJcq5ULpWUSrN096NV5BoQEA5SZSUSZgGqdovbXFaBxJsluNjjBdXg+qysEHZFdgP9S/LXKVz1acHIBnVQ8NOhMICj7qUkWBIJzebIGuVOpv5sJWkmoYWtGuLR3Vu8v+Wo1fYdQ0HqC1nzPhAz7aWmU2fccpoPp2WNFhFV6fBZ5NOCPkUPAnOoAhbJ6mWcyfLnmzLksRVnG24BbHCp7wGFgW41V5oDsl56BGG11VgmySBO+sTUIaOA0FUhjDxN4RncR0nYcyizrI137MJLYK4SMfZxXsr3JrIyTt/YdS28PXWUSvce5IMBtRVt1fc4PzoAJ0gZWynee2l+F33OWEbiZanwCokOdDvD89t252a9kUSDrrXLe9l7EeCdYY7WuhjLjJZiI48JaSelO1eyah3VmMQ8EvXlhgAKMMYeTdNA+T9go+qRd268J0O3TTytyRQYwwQ2NWvu3TZWia6wdRxa95x52jA6PNoHZ82SNS0lqpRAO7lECAu1n2vPAe+jEaDVT2Q3QZ8anvYkJSOCYmfVqgoz7yZ97pcgOSUEGFFkdMlCZJzLZEyxPfyuCc56V2TtZD3v5bfe25wBZ2fQdshKsfWBbYUEiwpuC2TjSd/R0bC8fMo8J/trfkvtXlyQI1erHVkotYJB90eAuiSNWGklpTtIHlWBWmPHoACll2sg11Y8mmnUfsnwRFvbTevies12vAhVWUAAI1i7tOSWzhr1ccbKoXJZOXUDFva0eNemRuUAfEMjGFrWSQYeuCWnZn+xRQAnWmEp65rs2MkvU61DB4jrR1/1LgrxT+YgsN4GH8wb7gj3WILr6lLnmZWsD18lsWnoEWoFHYJr15KxgDgmWGZihL2AAitWTiixwghiTgIasmQSqjdHzpAmdsr4MhfRReuhREcVHpYqTfr+JpnmzTAAECBv49ywZm7mUo+0nayIAiRr03SPght6EkuvbM2uLbea8T+JaKfMAhel9m4AS4EDlvHaSy87noVucF2Ae9yazG9uD75QCtb6DTvl+xsN8t+9rAw4AL85v/ZWVsNLk2awFdHa07gZMJdB8HXDPPEnPuk2yH2uHI53AQqliC9WaxHSWHqDYus+ZGwLn4xc12QYGkTwQwSJkiPfKeLCqX78TgM3YqYBmfgl6NECQ4FETUwNKDQXwcaqxKn+ZI6jlHp/YTxiA2uEw/JweEzCVLl8aPc5ZmTmQac7l0qf2WDR5kWdsEkSBE890bQOvOzbg+CH87qd+Ht1slTSVVEwZQ0ZenppYRqX+YypOqGbnHAX0or8k4EDWMjNYwIJA/pux55bfA9BW+5nqhuwB9lvBYnUD581USFqt7L4xjsAcAVrRl05qYVmc2HsmXqlbPQPHjjQIRwDcpMep1lR/axe0YjGBSKoOOZenpyCAG0G2sRO4RivxszyAGFTzouuwgdCz3VuRvw8fBH5Mfpg+7sofuqi9RbOSnPNUPdTuW36PAF964gaom7PDxFyTFKqv8+e8FKLuoo+frspKwfNzZsmoY3J8ExejI6S45UyVRp2xchYCIAhM6UM0iSOBau0m7PsAAkmmgFZ+N27indn7rKc2mIlRU807jDkyy1RyswmxJ6gKpzq3CTwZJ/oIvdNAYe1GA14kbGFD8MCV55XsbvWI1LvooEny1BdZ53OuW1AzMvQEJWFyMQAotpV8ANvoaZgIpE7Vnsp3EphE57GWAGiMT3Ydq1en9+jQ2kKheXwMWwnyInDGdUgaa4Ji9yr+l21rCqyR7JV91uprkg+zMbjHltlq10aHAl4QjntOIgV2B/bCMh/77A1O5jPoEfpq86r9kL0HcE2AfsBmxqh9hszhfwmsckaaQIC/aBIq88xcHR6cuH/pD9jA6tgy2AhU6FE1SHBYqndetMyheoqqPXtBm5zbxKb27UUR6PeyJ0rD2fYJxIgCuiWAz3pXVmFqydoCtm9Y8SKjMAmQ4AGQR2ItVdecVcjwxKRIKqv+ZA5DSzk9XE3YwaemoAGZhjI+lNNdF6hnSYSw6mlAKZ4LGyOn8CbB1kB1KoMDYH0L0GyCixVN7tVhSTM5HRAXGT/NXh7afvb8Q/rgNuEUmyTPi27j8+/CiNBTjQrgAK3oF+yXafeg3WYsiNdlgCboRU3ONfmTPXNAgl3sA/bL51RxASphj6ArkEsptrUJSD7EXhowEdC3zHDN+WF9jBHwWcA9znkTc3hW/eGeU5GvB+jssbXri3g/EgBev8GWmZjgtk0B+954jH7MU6iaAYXbO5qexUmow5awGvs4cxIbIjql50XmGv8MwHhiGAAn2FMWlsQOuSJmDI06tPyLFTF7gEqxSaRi/ekFynehRHaeON9oh2WlfF+5DvS091k7dDfzwlhIzil9enTgi5dJusmm+t6Ense9v/2nl0nITBVkEnRfZE+UIakmin72QZ4RwJ38BUCaj78EuC3jCYwA9r4+S3XwSQArZFMmOylesfXZD/vobvZPdFrP0NhuX1N1STUu+i25CgJ/2Er5H2vD3sNeANS9Dlj14ieShGOHXC52qMhEkwVJemt/cBLtonOiO6CZBgAmKR9fERsStiZs5LZ4iT13kZ7kBX+Q0zzn7TXxk+h8EhLTjxYaeVnfbKnw+lUYFQKcfW3RkZXn9MdF10JXz+dLX5u1+5izt3q8dhC+YJhnAlBzvDIvw/JmmwptgPPMoQnjFmQMKFP7uZKS1VwJUMhse4wD2FHNnbMDoJ492aTS/If9ia2MjcAcPWUd2Asvcy9ippxjZcOI7dtkMeyfFYu5yfOyfe6SnId+Qs7pU1wbjIQYRA9fithJqvBfppr6PgD0X/6vX/b+9S9JvInsoriR0USh+gAksPClpya9yzbAeQDgzVkA4H5zc9XEOnzdVRvVJ29MphX5+q97L0wwAWD/KdTTJLkZ78yvoxNsc4StEbspvVKLG+QPPjFrW8YDqNmz346oZP/2Ze+//K/eiz1k1PMXsgAAIABJREFUrR4opEjlKfPSJNXYlV9u0gs89PdQ/Pc+GUd/v/wwzmj2OokS6mXis8ZgSbZ5+w62G1o+muwzr56TOWO+UG3M+Q9Qi85KxfxQSCMvr7JmfLZ2ekHhoY/XZrLnMS3JbAtS6mhkJhsXvxtzgERDfgmLCPTjsCSgv3km9DP2LvYT54dVmXuy0mCPrBhW2V7R62+37T02D5N/QCeOXcU8QPZCuxn24MQcYDY4OiZeQMALOwtdaFVy/UneK9td9mse6D578lXk9B/8w3+5dxIAmMSmshZl7xZbQMLKXre1uWHmmsRsWMxYF84OWwXxLDJWlaE08kO8hHGVnSayiY3CmcjzI0swFlyE9QPf9TlJGDJYQDVNbAXfw+tyH/ppl6afGESm6iRJT3/r300C8wVMp9t4/k3kSdYQWdOIt0KpzfPC6MJ+YM1Y69og7NvGfPVVmCvslNoE2FxN/jYJv/5IPiQzkXuVP/Wzu478jFx6TtUdXK0rkSF0MiI1+N9L/JYVB+4ZTNJeYw7r2vWdSO7jO1tMpffBR8042iKLrTtj2cSA1X+0cWPv1UbNXFrgpU82+36wwLbAA0fjV41HOB/FA6+/6uYPHSz/3gXj+AI3cRK2ojsg364wz78LcK7X0CwPtcq8jxFKAL8g2EqH1DEx2Dnl0Bs6isErOj4d0uV/9ZI60oI5UunqgHTdltMl+v5rAHiA3U0vzAaV/98B4N1n4t+7PY11RMxW0PldAffl/MsRrpNvAMcH4nNWPRkME4zS4e8CtjJBwew9u9hbAJjeFvOSGtdFKpi1AqgK+aom7HxsAWDi6W1Gvsai864g7c7vbwHgzVygI5eM2Eva5x8Qc4SQTdZxrSDR9NSTxs1X5yw3nTnpEcYhWqeYw2E7L1Sa9cAkc3DRfHajczijjPPd6VXkswgAt18GlVq9ZkNqpcPnOyqHZQznb+QTBbALsPf3WWcoXkdZuC7bwMc4h63yIAiHckEBdB0x9gza8OIwHyBQR3wbZC/lbAwRg4aRjXWPmdOCTs2Q2cr0AFTOtXOxoX+uTLofNJystuw4qiwFnhlb6Yl7qAHkub8MCm+DO66aBypXQcmU6rn0UFPl6EEDeIBeYMYLVK3XOKNWcgqIqmj5HoLIeD2IoTkosFUAGNANh4v9gGfDB02GaIVmA29mvvi8AwCzAayYpPehAKl6YftsyhuyNDTUmwHzDwz35UCNsdkDcilZttPQATc3FbB2gbE8SrPsuldcnwZh1jqxHsiXjGbSYQDAAEyb0IEjpoOO82HlqEH+UnoUiFDOO9SlOKxIkI5SE1m5aEXCoPDcuWPaBve4hoFbHHETZgo8r0C5wAuH0QSolyw2KOthKfCO4HVE1c3Si8RhL1BHZr/BUqu1XYvJwuTgRsRZLxN2lEHmcBKR2icYWnH2WtahfS1IrKCCDoA8Y27gpYEp+yiWspzDlkDKOtsI/DcAzPmSiaASD3CBAEuzUAEPe5hbQdYKCYAcNAn7Zh34jL+VC9nryDu98UoBV924TbQaqsgJAlSnNZufjFzXEYOqAc3oq4MYn7yGqrYzGmFBF3hdA3uTMEEWdfUpWfJ5n7UlsxwhgQL6ucagFQtWecb4RO6rJzh7rN7jhaooLR4GX6mv44R1vwpmEHggEI8E0CuReTSwNjoV+ioSi7YAMI6Z4JtGNAG56UfIV81uZ58STJCGWLkwILs95zwrWONWZWWwGPfo/GZptq8yxhW0jDg53WDVyzwXgFVpPLuHpZFEXO8zPpxGwJMa+qgknPCeH9oaOF84tsMUggy0d3fOptqPZPUSLIxxLWBsYphsCPYaIXAHADXUrlaCR45XJeSXVDJ1L7fyOhnCASYYN86XFNPuCYJ2OELod+aSZyQQjFPOi7nDAQSYsTpbSkmTClzjViTkb7Iq1aLqQp4JIAd7gmvzDNN7mN6/0NjJRgHNKAAUCQMY4yS5uG8JQhwEMMRBo++TjodrN+A12cpzZrMPbxLwYo/xenqmesNe6xjh9BIru0nlQoAXnWTvKfYwYSWB7UmW8DnJcH5dh5rna5VqW20IojWhgoQSvps9PL0BvQaOL7TECTxAX5j53QB+yAyBcg6B3PhwUWoiu6UpHD0aOeOZoMhqhfOyb9CTE7zl5vQl/nKnnJN5/JIK000A13WmIgzZAdxon8YsKyPnOpyfALHIAfscvdE+oRkbc0z1KywLX1Y/29LV1jaXcpz1I+mhOoVqzegDK4sEgsngrhyuKi3G0/vmTftQWp1HEKjrvKiJCbKxBwvC9Dc5o6EFRY8kWMjnjxMkYg81WzxOOIknViwlEIzThY3RyhedPB3N0LByLfoTQrkKSJUxVy/AJNKkI2WttkJtcvcKz1Cd1+CvDmRpy7IOTWKi5xSAGDb5ChAA8gACPiWgxJ69CK2i56zPhDxVLvNrAkSsKdni/Iy+vKNPbEHUVHcwZ5zjkakGMQrMq195Xu5Tmsvcc1eW24Ob9gu5NnJGQJ3gevdf1oD7AnDqAToeziOeSSAHh9PxNvDA+Yb+33EArhO8Zi6HwYWAKfNdkHK1qOGZGTPr9RTga0BbgzgEE1ffNTLNCS63qkNGivML5kTHXeAjDAWpYqq+ztoxnU2UiBw2AaCYfQLy6dlGcgPzx+9KbZoPH5bGVUp/35d+nHOGgHJppzPfd8nG12+x9xTfwde5T4VkAyzRwUfpZQVADrh8m2BJdlYCpgnwteLVM5oKacC+9lzHtqTPa1kspOXUbmL+BcWw66Vp1hYjsNG+o5EFgkvY3VYS2tKl+yv6hgo/ztQChKSJN26vXUyg/TyBa15jH7yMvgbw5Uykr1cBr2ULAsoa5Aod5JVn3GGCTSaCaHObkKSNTNCuSVd9z0RCQSb9Kd4HvMaHAaA7TtCHKih64qESkA99Fexzv8eeMlBDJT39xAUxeA/9qL2B7YrcGtCTtl+aQYAAzu3uCWzarCMBrfHDOesJ/PKMVAhxHWnkCISjy6yMBODkNf1r9Tm0PbBZ0EmltC34SbLf2CLqiyZ7Ze0KrOdhBVYBG6ApRSNBiRdKUWQg71uZTxDRJJfRYQI6gkRj1w8AjKRwFgLutpqOyvw8U+OZBeqpOGDRADQJIgcAJSaQuYLBiwrLoRBHBw5lXKvulu4ZX7ctLnIWPEYWGacVk6+kZl0+NnuAmAaCcpN9yF5mrLtsQ/rIJpWjS0+gJCbmgNFU1Y1d5785v/QlqGh4zN40iaqMQrX7ExCuv4AdL1hBbzfm80f23ik9USu70MN+bgWQfgZ0ufSAx+agwh89I4ikXY8O0k+8zB5hv7LfGCd2Zvd0faSt3zL9drmHPr1nE3KA3Ya9TqXyBBAJgJrEt207MudmK2Kwy6B+Zk8TNdiwP2ATEyC2Ao1qtPv7gJCRQc5O9Ma3gGzINQFbno1gNrTSjKMJFPUBUrUX4I21K/NIzkTO8xfp/Xl2QZUq1NqAIwbSSrmcqlzAGipcL9++qw3HXmFthoVIyvDIPv79SugESG3FHBSe9SnxI94YSF89l7kHVbbIKrYoZ7v9TbXboBLm1cBrR5Sgcs40q3dCPZkKKWXjVd6XHhf/ijgC9z1Kj1DBOdkNJuFJSnj8em097BCuWVCEBF6Csrkl1fW8rq+uNzqVn//whw/V/VAXe1312qdPHyprxgsGgHneext9zFwxN1e51tnZeRM/6LGNT9LvI1kroPw2QBuJNvgVVusgV6+yb0wWxP8pgNmkXpkBm+wAu8KKhVSvrgR96Lfpa8rcYgPZuiw6Js9/dX1N+n51Offovmxi7paJhYpg/b5J6gioGPslpWM9F0wSIT4go0xZUZZ+VL/oJ0H5jCy8ffu+5xRVZ7SR4NpU6I6tgM8Ga4i9U/WtSXg4CS01uvfuVsYU9DoJHxalpKdwQM8JO2NHQB+LLjgK17B2vQbZhw/0ou1W7vXxlwCASwdO8mBAJXREac8fQ5EcIDKpg3uvI6d/8ieXsTsCxMaX2n8N7XpsGBAcwEHo6TG8897R2XMqfAMS5RGQpwdA/twPOxw77TLgYPOJ8kJca2bl76tcF11wmHOZnp1N4MMvSDIalcv/8l9dVb5e7mfvUEGevQ6AKniOfUfghwp09oE+6vElrQsDrGsw6eexbrQIit67zT7Clj1JwoQJWtE9jV9RfZu9SwyyRobzhf3BNV4ElCOpDtAJ243kvaG3w1d8SA9qAGAY1qjkfZ0xvwUE0wTtq3KVfdvqXNjP8uKsPkt1+Yv2jM5++0UmhH6+/9/Ibvx25oDzRxB4hfUrvxN7Z1/jy7PPW+0WgeWsJYmqhTOtVh6GQ+IZw9wGIGsBBaUZ+Ob4MOgI/K+OYQWMAIc7qnzmLiA98R78nvNzzzmYZItHZByt1s8HQ1Cx95f/W/bAXWySVO5OAt1mYiK770Kxji93D1MVbZkat9jf+/jR5CYA4ptciPlEZ6I/WVeeucwxxNFzrzK8pa0JZzMU8NBqtydu/I7aHJkvzkaSPki+odULZwv3+5JzpklbbT/B6GDkSvwoSYJ/8Rdv2/6LKnoKXqjiLEhH8mf8yces/3H6XEODPvpNG8OkIZKRWpm/sAls75vQJ9uSKgwJkRWSWvDX+N0KcWe9YC7L+j3j4QrmsU+wz0hEJmaBQm6UDKrijIu1LvPEkiP8rRYM4UMue8kWEvjbrDjU9+gePkPPepIg2NvavMjU+LOc+T2Hl78H9b5nlvbjnIE8T7fe+txmrfNREilkBLLlVAsUAtzO2QJrykHotpvI8HXb/rBJMTUtZaSgzcyb6Mv9fPYf/MOrJIqEueA5dnX0Px+sLRydiz7gP54Be4/wufEhEnHp0b2fMybV9DttMBk85+/N7VX1zvn5ZfcZY2iP9JxF2HesF8+AzMD2x3q2b3Ten9YYnN9tRxHdfLTO+xa6Zb7uU+29v/+w9x//2dlebrGhtr5N8lhbOsWWGZuiLZuyf0l4Iw6BLKHT6sdn6vEV0P0Th+Y5x6VtAVbWXtBWvWgLOldGvGOb+F+ffsmIyUQqMt5jSYdFsUUH0RG1sSIbxSzKcClA3q9WH8nuUn26ib+vcVA5jRmDvsgfvsd4ZBLo6Argk6zMq3oGRcOqtiDNZ+D7jm1JW+1kVde/AQCPQO7yXc/Fvdi/WVHr7w3s7FYEDwA8vXF3Pzf32aXWnUxafrepvN0BSHl/w4/NJBbgUKE7Nqnq5vUrAHu92azTGlQLoCSIbCzd8YPgd3W06DaG56rg3V2kued81x44Zi3ugnEGcDZ30EHOuAs2RXBtuG6AYu63HdEaF0q9AW8DFijsub8HnYtZp3knYONc8l0FQSNuATwjGfkMCUIGdbxHD8015vke15KOYAXxdk5xFAgH5HwGg+y3dNkG6beg2gBtY/R1ODxHPld6ZdYDAI/g0KoA3gLJ3guwx+u4yZ0Hn6VVgn1e+0w2+AJAxYHVuVg7hAOwQUF32yEUXZmvKoaCOT4vDrlzPs9ptn2rh/IiQ5YghfNn1sm86mCSmZrfDXVzaf8A8xr8WpUoDVR6HV5VzDsVtwKWKoY+P4HMte4zNw2aL2d57j/AFnJgdjXjNvg71KmOG0Ex2FMK8mVIMf+9btfH6nQDNPYtQBwZi/PunmJeBuDGQWXDFozDQQLcWvQNBpKt+qr6qmJizq2UaMUZRgxzs4TMMWuE2bvNNWpwksFknFMxzz4rqNM5NrNzfj/AFO+zHoJOnAQa08qsukU1Oi8TEWYvjAxzoCJjr6BMrX6ymhRqagMIfn/A2TpZS99McIH7j8xVBjD2p0Kwsu41PNAMXHM9K5cIwmGMmBQwVdyjExqsLX3x1EwasOP7kzBBQKAOTV7M4fTNJXg0NOI4kRh4Uy1rlS26LA70kmu+X4e2B9D2gCOIbdYkgTaCUgSgycCePqxU3gAIasAic81oL12ulcJ8WXCN4LzGXRNaCAxAvZ1THh2GsWGgUwe5erfVJMgfveA0CEN/UaeaPQ/Yy9pT/WAlr5XBjAMK6skIs6qE6gLXg2GNSuHAHzp+ABQMn4K5I78ZE/qq2eI9c5T5OtEteRo6Z+SmOyFZoNPDAuojM+AAHE2YUfdPAI/xlMJn6aIB0SdILNWhgHATQ6JToLIZXd/+qFnv7hn0af6U6rtOlk7+ZJrXySgAU6nsujK3PWvKGOHYKvfIb8ZKUGYA4FK7VJUCki82hJXxq26HqlHACWPUsVCFK4UoLw01K4fdO2a2IlNNDFpGV+lsVuDbh9VxPtzHSJ5Ahfdsti9B3Mg5l2zmNnRqcYyYW4ISyPpDKjZYVgI+GmyCKfYAJEhWZShQkH8yzyi6rzH06X/aZCf2Wu5lEDa/i0PYHjEY1DFIyZLuh5jm6joqTAGj+kYTxHifCobOR97GGTRgw0cEGq1IWtmIuS/jI2hU2rsY8NDGDUUhe0jdZ49rHOEGm3J4IqfIUMEIgkBrDxDY5UVfKRd8VUP0bJc1RL2UPj1JYmA/UGW3mxjY3y+jfM4Fnvs6QefRwMXDcj2ysQkkscb0hKTnFUAH+54AeTFP5pOgaANy7CSBuVZ6D811zT3AASs8x7DnEdBXQy1KIJT5mKpP5hKZOkygnosSJC312NoT9sJJwGdRXI6NTyYx+2mq2FhRAtk13XKd6iVswoKhjJkAEwGygPun6C3tJM46qZihJJTqGSeyiTRlGpAqCZC8QbI8J+euVYz2JzVYZ3AbwLEJIpztk8BVZ0EKPuaBALIBOc+aZj+TRJX/CGhi31BRzNnDWYK+KP1y7jN9k8nmZh0GZJfaEr2ivkHemv1KEkZpkGgboJPMfdlfOJroMHTrHRSv+W77ubdSWR3QfvBlSekmWLaxAOb2PNdZavV9dAPj4DrtAYotShCo9o82URMKy7zIHBEYMimCYHSpr2Oz7B8GzE3wnUoCM6OtnHoTZ5f54R5UEXBNqpjYe9qB+gqlrKZfV/uDmghniwITEco00Io0zhR02KJarwBpt7WXZfRoaTKztgBXXgtwiWq+yAVU993k+hfqbGjZPP/RVTjugCRc9zagMnt4KoRL6Ya8stYrm5rPkeQCiHGTAEJ1Gt/OxU9S7dMkglaNU7lq8F1bnOQG9BfnnLLFPm+lbBMiCODS25u+gOhfqqIMBEKheRC6vPoXtbnIoKcSzGpBKsHQzzcBFOiNKPMR+oN1yZkOuEjAJXNwkuo/7B7AZxIOCqyVdh42BM/pW3r6NfiO38H+oo1GdHb07VCT64wjt9KI6V/Zb3MqTAla6DvJlNI+1yTtQAudv9tPOmMcv4brA6YKOOmTYLcQUBwb1TW0n7c0fvQ2c4z8DgpEexkLVlLJJ6ASmrb0CkNnE9hHpwI4oMvRJ8gf5xcV+N3TMIhsWIpkhzApjmdIgC4gD2Ak1bmfP19VZ9qjXZCSV6nrGzxK0gbJPejgJBmgZ6aFxtjosgmg2wXECbIIgo1eoXLTChn0Ts/HyBf6kYDgJPyRbKHfbXUgOgLdSPBr+vlSTcBc0aOTPqQkLbQdTfZ7k2vyO8As+9FiK0kbiaAzv8iszBlW1jIeqiiRB5JTmPcC0nkBRiEpTWRdvhDva7uZSLIbS/n0MQHf0lgBzjK/tI/QDuD6+OjYSYC3LA9zOdR22NCoiP7cu7PHAxJi22E0UBHWRDdszCTRFJgwQZSEEsBgknEIhg4AjP4HiAYY/AylasZLJQbyOe2wOIvsuWsSDtcjYWmSxRn7phop98auZ7+hq25CSYzOgCJaunoqCdn/AUrzbMqdVW/s1wLlqWgFLLRPq3TzpY7OddE9twUg3dO1ITPYSGXew2awX13nINXBrGN7G+aMMYEUOWUOSaSUEagv3uM8ZS/XXjJwfRfqw6lEfxPqfPQy/Y4RlqlMNtlVu669gCNX2GTTL7qXRzcFjOV7DcBm/FRPok+wy0iiJMCtXTRJ3jKvsF+pMqVaGt3Ki2vxPDKPJHCeBJfaZ00k4CwUBLCXORW60uCSlID8Y29wBvPCnrBvM76oMog9D9gD2wu/47usGQf8lyTWlHoW0DLvc9bzXOgWngvZR07Gn2L9bblASw9YXZyrq4/Ya/brZo8L/CdBgR7z9N4uIIWtI1142wmREOqo9b25Yy4nbaXjnw5AJJlZ8f5YanHOWQBbZFAWDe1GqMP5mz0ChfhZ5AY9+ByZ77PHfyHxgs+YYEZFOi01eGr8m8xBNivJAtjd79697734belKM0CAfSqs8Fn0RZLME3piKy4FVRh/91ztW+nJYRCxp7KFGSQtM7FNnqlc5bspAYTy2RiX5wR/2sc48/fzu8ueD9gKzCEyjI9M5SrBNM4ZdNrEsdh9nF34DDwvACvrhG15+/l6nVUm1iBP+sVW27M4Fk+YUMhzT/zjJPPaSuv0X314pCo9va9JqGkrKeQB+4REOBO1WFPsjLPIOkUe6P5JuKo91bOYext7db7QG4DfXd2oBHQPmuFu79/+t97tvQtFae29gGTfv0XmAkDdZyzsK+03bMWAt28zolQgUzUJVTTPJrCTiuMkNVZ/MYeaqspSHuMRamra2cSmPm2rG7IR+Ez0SmTzl1BlP8d/gpUEuwagClFpovGy1dsPOn4V1fz4EUfnMiOVgTDyRMUnS0dF+d1nmF3YdyTMEpPQd09PyO6DB4qN8GVpF9PBkoD+Zu84n2Oer65Cv5zrsd+OU0ndxBrscto6BICG2vk+fi6fNcGvQp974JQbt3qMLiAZSt/0ZXv/8rqrbWwP9VKrd36XLwNY1LPR/rjv3oXhYJn1tSnzfduKWAzRKea++TchVa5bWztrztmsKqCgBL3DHss1Go+NpLfAgXiCMRvOloP0YIaJfhL+64+0opoYUeICAOOJexbQy14F8D9MQgrPcXu9t/fP/tlNwN/YYLnx83f2Nrpf2/PzDWAdFNnoHM5y23FxnnQfrfiY9vSPvU8fr3svxsVZTgJjk/ISm4AZ7OTkInoPHfGcz5ogi7y3TRbHX56dvUsMm31x9em6gLB7g3gNrR/CehH/mvVlDuis9Od/flxwij1CggDxCgB/E4igbI6+zfx3zSsV+hhdD2I2yBfzRRFH/oNJzNiLlPjn0UnMO4nl/M1YfeGjYAvzz5XwnO/j42Dvs7eq/woAGp+2PzH+qLFbEhQBn6nKn+uS2FTfOvuMGNXz91ASv7XX/X3AbJIdkGt0u5vSQHxp+lOp2tgN7bjy/Ye0aTJBWh/lOPuVxEqeF7XStitr3098Hv92Wmdpz7NHeHDORKn7+Te9q439+PL7OfvLHgNzQOJlGeL/8I+SGAirX/TlHXZ84/Ukp+pv4Ee15VBt8oDEAf9J0OJ5jwKkl/ltsfXgC05imH2C8atkKsGm8ky0ZaN0zbbrw0aFhcF4uXu+SXhljrL94SSOrqWN+0GRxP3eH/3Ng72//e+F1enU0oS2QMt3AICx57HjiUszXua4CRoBymV7wiexXRz6dnAa5mpitoyFacbklbFmYV+5HHEHfLGJxReraXX7QoeR2JVQNMkmTTSmAKbFR8bmm0O69E/dc0R2xVRleHEdd7FFGONIaoESn1f7aGecPBdFBYPP4v+24r0X3e6PqunfvLc7Dn7PbSceuKkAXl+rcfvrlyMfAHg2zBgKLO4YU70vh2kMjf+vCuGCLmukA1AMgPz/BwD7bCs4NlZix7fREBXE3ZdVVVbHGgjZVsDytQaBlmLSiNLw8jV/bxdq7rUBpQvsTpac35oy9d2hcB+ry1BEOKI6+FNZOWNuUPe3q8ChjOOxFPYIHt8v5QpOYzeDwkAwB+FoAGtdjqVtsHsHOBc4ABgxMN9DYX1+Z3qXYe9hYZWe89JA2Tosa4Q06C9osHmeNb8NoNXh4TsYGygG5Y2xD2DuM23XagDjobfl56dFF8zGnf6eI9gYEgDABHig4Oz48nwYpdXJrGqdXjOFamQQ0IwNwzMQABoAk89a+cXEuIG57oCuE9w24D/AnMoEZaPxZ1XhAFEbpZF7lkoc55+K1lam9TYGUSeI3zW1omfkibWULnWAILOkf31YbnRMx0EwosBu5VNjgnkp9cGOvBnUUKakD9iRq3LNq7gmYQAnQ7pFjSaCDP19K+UEMVFC7TvI2lOhC+haEMqAzFCSj0xt+mjVAJPebPo3zFCthJrMPqsK+cwwCvC8QwvsHvfgdh2sUBLYWofqRocQHOUZR48wO7vyvKVfRNAwCliHGmcYx03s0NjkX+iC2Uv19dce673zf+15ndckJow+tbeUVdgNzBOoxazv/vJAHWAZA4LnMyPftd72lfTZCzS1emJRlKxrzmM363NRUjR40gNvSwE6BxWG6gDQBQ6iP+ytNVXUGhmjb9ubl+BTDx9lg+lFvgtyNbGBynwr5Kx8WTLHPIrrN6hVWqEY6AQJuO7DDgBsZT8OpAeloDiZUgHACIzntMdYxSGfM2J6ngBg17AnCBuDhvHoSGvcmRRhooP9sTQecdoJgll9st1EU+EyNKS7IG0pd2sYqU+YC9RlqwYBUru+vlc5KgBixho6rJm6MWKtmLaCuwlOprL1WfdjfNXwye9m3UjeeKBaHNA+Bnsr3Oj9g1ztyNIYp4BYBFPHIN2wNaykC8ZmJZpOOHMF6ASwx73MuhUQ5xrIegOvq79fK8WyflR25OkbYONc2FCCYfySZBInCromtDXB/+rx37wKEmW9J5uWQBv6N/Z494lBec8lq4oWteoK5I0xqowKfDJWxjzU6fxcOnISRJjqGOYFq/JfDUaCpmUVUPasUubZ+bD9FnUMDLLVCMbwbDBsUTFmndvnkD4/pbyR0lEWAfc/jgTnO/SISeisDhhZ8fwSAB6biiCTCRCwBKSqZyXs4CwwPirBocZj303Q2TUVsG9WbQz4ZmHW0bZiBqdx2DdmP32+hVKOkKr7v3EiHK9moBIksL+PNLguYmWve0lgEPm0X+mrOKT2cNwwwnD7DK29npO5T9XFxIBYAAAgAElEQVRcg/EFBaBzxEm1gtKMfvU4mcM4mswljokgA0kBVMOaOZpdvTHsVfcrS7YsEtiEoRoKCKv+VgbtvYhMoV8STMXB7jtmbL5uMgq/Vw6/kNGc5xq9jWMp/Ti6BmeM5DMDMFTrETwZ+kVooj4nQYDrCFZmXRuwBWAkkQYbxqptKqAIDCEj3ItznjOdYIJJVKyvoFmfI3rSKhl+9j32j0wE0rLdpGIEABCACf1GgJh5wNliz0wv2i0ghb5kXxO8h3Ehn4nAShsPoAR1miCnVQVW/tFjjn0ufSO28tpvyBI2WBUndG2sN/PBguAASvepzS7QgaMP0FVZ6zMjDgZO6TUIIKVtQOIRAHb2eHQ6FKQECZsAwHjXwT3Uau3Ly57KugIS/Qgdea3JF/SANrhdhovckjlHF0wC4NjZAFsCroyXOfAFQDRsAjxrg+2cEbkWczg9paFiBBxg77uM6BkAWZQR1OPLDsv3TLDR8Ni1zdeENBBYem5o+HJ+sudZZyn4OZupKrNvKi/2KpXFBBSmioL7E4dnXLW0lr3PmpTKLMFDq1lzLq8KUI0YqVeRx9voj4sLer7qGzwniEoVjfoswFee4U3P20ptfZlNwBZbhR6NparnWcnkJ7HT6jOqTafSz5YPAEichSvJswF1ky8mEPw9c8FZfRjKRvZRW3LkHGavs578YZ15LtZ1ej03SaaMGlb5Vvxqn9nnDGrk0Z3IH+e7bCCAVgJefT/6ogFIkpkaYF0rljdL2QeFYQbG3qt/lF/zrOM7TO863mMd0KkmN0o1zxmDzgUc/5GA2tiCJCkw5uvseYKNVFcAvskIEPC5Nr76w6pdQXGemSq/AfzQy/b6EwSnwqrgAa85AJDJvNVADJ/PPmyyaisuTMBin5L13q1f/XZdXbEB8QgM5T/6HRvDsIKY/QsAZtBve+Z4LqvDPn8OEJsL83PP4WUPEdhHFrDvSpnHOZ6xM/4yrNSPX35q7XTBXM855sbHZE7YS2Mzs7/5bP2O5fAxIwTitBO3vkB3NWPLf1Rge7J4hpFc4zm3/NnqQZNlsbuQPQN2BufU8TIbyHCR52oP+lTUJGDMvU32yd4niSLfIcCJfJMIgD0JtS3jUfYFrpsQmn1xm3lkvQAUWSWrGzjP3Fc8H7Yhe6s0zrVXl45qMBCfNAky6/vYn/gwgEjYPoyDc6R9+9ABDZAbeP6aoDBn2ut9xuc+GX+q/YlbAfm6LArKJHMyBjtne87vAHh3qR5njknmQu4BKQoi5gV1KtdhydDp9PdkZwuoyhrH+PVtXTOqW31RQZakjnyfFzLXeUWsGj9Cd2IDkNSlPz162iR4zofolNBvskZl8UFmsucfef72Kce2ROdp+wMKsB7odRJX1D9Q7wI2BCSi4jDygV5uYklt0QmSCzhgT7UPbGQW1ocBgvieZzbsKyYYSZfNqFL5+g62AQBgEjeoBlpMQEmUYj8yxqP4HuxzqJFNzKIHPXOM7mltamUQ/cR+Kci7AODr2IWAqe/eHZt40dhX9E/84PYqJkEo+h+55TmaMNce3No3vd+qZgQ4hgGB4D9nDXuoPZyjL7kn8tc+0gnss/e0dZVbQHvbG5hgSv/O7psE/e1HPG1XTCoDQO11F0NE2+7lM+0BHVCmwG7tYeQJ+8n7/BTdzDqSiEhQnfOg7GbRucj+UEm/iQ9L1S6ta/DdkEd1hjbe2Ha+EZk7kNK5NlvGTo9jXl9b/RcqziSA2bcTO40EhNv2p/yR1iPYpcYoVquMPB9rpf+ET/SQKq4wUrSYR5AGWdJXTIV57Fl0aau/ugeQV/1JErrvYhtdpVKw4zg5q1x8TpXl1/Q//ylnYc9RKgZjs7BP6e16eIzvT49OYwEnJNtEDgoAJ5FAO+SkhTG1lRr7c98C9NjyZbGtpSXG+7f7e3/r3zkLo8fz3nkqGtn72HwkUbImw/LxOcke0oK+3rt8l3vm81Qo/oDtKf+6LtNQaM/TE7rV960OTtwPlqHF84kfhh1H0u9RfKSh+MSWQ2wfoInOc52chYWpbkf0H9X/kREpQz3DGCNVtdjN34mfZWnLIol9tmJT3JLERWineX4SZ+qDYEfgT+b6+CwfPoTCmrYnVJhWhmJrpKrzgoS9HHBfc3aw3969p883HpZJ+W3tk/l5+obNQfsjEmVNCi+bV56l8abYL5zL6CdsjpPz6OX894ePqRqMXqsOzPqdtSJ/G/en2lEQ0/6/BbcjC+h+vkKxA/Ye+6dFBjmj6n+FTcmkF0BsfVxYLbhOK4BzPn0leTdnAbFCGCHqS2Tc7C2uz1l+kqSkq6sktyXxjLOYVxM5SUKj6Cfry/w+RubPQsMNAIys/+P//uPe9W30VHrawmJJSx+St0m+Zp88Y7tmnqjUBdAldsz8F4Bjf5Ks3R7AgN8H9dubnE5MKmt3dKJ9wNn0Jf7Vq5dJiE5FKOf91Yck5r3QH9QXqWdcPYttx5n66dPHJlyVwasxDsCo7Lmcm8V0sD1ePe793b/7vrb4q/SgpRELbViQa+2RjIezHmwo8sdz2BowMppronpvrtGtzdKpHF9edjC13b60z7p00W2HkjgLbCbqoNjnj2GsiT3bhB2wiybjqkegwy6DVexpgFlhHGjoYXii2t3Wk56D+oV8hsrdtq6JrcC5xH7eBYCpWJapEDlCzxWBjlyS9G0rGOI59H5uDKMmSM6BgOCw0PMz8QperPWGtXSZIJ9vTJSzgMrv1hYs0Bz/iFZb9e0i9/Rd5xV5mCKint/Lj/iWzf2P/sePUYvZf/fxn2JvTfVqoxwkR+dcIwmVym2xilR5449GR6Jb/Iy2qAlZ9WAcF+vJeYGuyfCKATb51kKJaXXHutC2QRuZedNnkd2B4gfpxofNj0uuO8Rno43Dt73/8D+7KC7DMx+AE4ApIJf1F7y31djYxLa4xAYxRoFes1VkE6AGH1kxwcblGy/Tz5oXFdJcpz5BF0PAeWLS2ufa3GJYxGEt/OCejZmR/LDcnD7XGrMx/4lruPi72CUJvZgs2L68JtZZ+wrsjABInpf1aTywNvCKoXAWr5iwNkRNma6RsWViOsZAhunjp6u7nXQCZKoP5FT4AGZrzWseyknwohNo/O2/N1/qtbYVxHzXPrhmQppB6z12J2OzIDUy/Gkc7RraM9DdGzHigiMERlyBqTYeh2DAlJ3HMhDPwqwx9N8VgDUZTCgBqjpSDkZ034ojFnj4vGsfbjKzXYQJPFjhwhe2lVsz/JVU0B8naN7NwzjqaC9jMM9VopnciFw+A2KWnOsgu8AY6AOsdc7zPht05pnf8T6fNfj26zWatea2k7Fr5jvZt+P8aiwNiFcDqdcTKO485SatZkG2VjCkzcyhWF4yJABts+y5xszLJBOgvK3EkGp1nrv3wpDGhmWdRm0ukLGOPpSeBMB4D+d0I+N1vfvdig0KYRNAUmmY7e3vxmlfS1F53a3W7Zo0418qtU3V90417xa8d35wHjyQpQcvDRTKfDlWft4AS+2hpViYh0keaPXp2ty726HzsT4v7QFV0YKgrdTutZ237pW11shcD+C8Yea+1Tl1fhnXckxayYVywnjPoF9DMxbHpQ4/e2UdFn02KkTX3HQNGxhwv7YaadG+sD1KdUhlJtcs1YPjY/8BbkrHoTLc1RkDws/+bfY+QcKunUq+41prTkCVIHLH37kQ0LFizCCO47PKvAkABH8wMsl6aoKFINtXAr65/j7GXEEP98gAwu6F7erM9aiibZ9mZBDjheuvZ51PD1V0+4TWobPanBcBcx3XpfTztz1/zfg2qCRIyFxuek6z/hgAK+CFwca8tK/yjp7wgNnqUq7ZCtwY7uxH9stUmajnJxFCA3y+y1xUN7Bn6phX4pZRxphNeqD6EuOj2eQNalmNNwAwjhL3bk+uGMhMKo6NgKdGZOWHpIQ8G9fj3vf03mY+qERO8KA9rTLRBFGo6niTIDnPI22fxqCVVgZoCPpKoRZQOb8reExFYxxyNiyJJM3uw6AmYyuOkGPwWlYQ4yzbv6YZhzWOmHfms+qpjhHP0uX18Ss3vK/RYdLOBC3VQc6pgT4EaRkoDaRj0BiowThtEkQM9FZjM6/MR5M0SNBRXrkfDjiZd2+SWe055CYksNd5BFwmaL5sASl9WEeC6Mi0IFLlhP1OwgkUjgTfmc8YnDhpWnRUeLMuZMt7vkpHKq03QBtBKOaoLdSZAzZ17k2Ql78xcmQjkG4QGW1+6gK5WEumhgoL5rTrkVvwXCQ1sEdwEqbqr1R+WO7IQir4mCcCLRNUIYCOk8Ga0QPnPkHUrldF2yBrezTl/s6LlKucJya4rL6UVBtb3F65IRMUY7eVdF9uu19IYijNWF7Tp4lM+9fttbY17lgL9kez9vMD38WZM2nAfukA2uwLqGbHqKW6rmuawdu7WtCvFL6llQ91VqnnrLrg961O7trzRWUCeRmK8GXmrOuyTlC5Wj1JQKL6lTFyuOTrpfBr9qiVLQRpWWJonhtcqeELiLSSEvI1AFd1tz33ABFK59nA0tZu7TmYH3EWMPC3Os0qon2CZsnsb+9dZCTBB5yh6dHMut0/pRImzvrL0nIv9oTNuWlvTWQIYL17FilYOrn9jwF4Ik9nqS5r3y8AolXpOdSRVphb8QtAOL3UOrdQ4+U925sYzCNQinwB0Hz7Tu8/wDGCl4vZpKOQ8hS98JjAhiwenrkNdsEKsM7Ent04S5GX0g7mO+2pnZ+hQmdfAcxYhc7D2aOa9Zq/rRi0sgtwmGAM8k41dvv+xFFjXVtRSELZOhTRXTI3JKM4OqLy3usjZ1nP1c/nMetfqnkA7QY5ZRIhsD06iops7sE8HiXY04rt9G2zv452/udQlunQ2lNoEn4AGQTLqPwEZB3mHGXV5zeZrpn5nHlY5JxTGTJrxv0IDPGeSWauA3JhUpfyCIhautr8VxaNBjR1/Aok5VWApQ4k+g5QAYCPoAh07waJ0B5URXpm5XkBKqPq0VcmX2RuIyMe4/p4MrUAKH/pNfi5tMCZo7vco72O1zxbAUdllfqGO5I1bmBnGFOsPkTHQ8GMbfSUgd+0qsEeqN+j36huq+mWPzzzMA3wGYJnADU/CtKjWwW8mRQqrgl+c/3H9vTNSAoYAqjZDuRLAsT6BsyvCRycNwQlUeXsdSjVtLUDOHC96CP2XQM34EM5G6VDTKINgbZmsrO+zhvBDOxfztPp0WuPM2wB6b0ZG4kd6EKSkbCrSFzj/SagNFlDAI19bgCf5xOs4vOfb2SSALznuUlIwH7Y2lvZz6s/N5nxB9mvryM3X/Os7C0+e54qKSttBS9M9pSRBzCq6iv/x9wY5EXuVkCSNb67rb19eXnRgGvHVv1oQI09N8BMk6XoR55nFiA0sYP/CWAvgGj5+qyBSWWyYbVHd+YD+YUi1GQxAFz2I33FUm3H3OY/qzJpeUDlf87Vl/7NPiPQxn2lk1VXceacXxrURNZJkph4wPgKzA+9H1u1ijxQOZl5QfcBYhFkR3dSeSA4tK3kwIYElNv4vPVz8Xfd+9OCgH0vAAywZRUzMol81oePzhs2AlsB6L/Ufl29m9HJgFLqV8BC/WF0YFsZlEbY6nPO4038o8GhocXT9pe6f9vygOQVZPkOCt4GxdnfJnAOtTPgJ+dAK1BZ1s6xFVvYRgT7rewkOGtlhOwaVhlalUxyoMlLvNfqYMADkkCj3w0PmZjMmQvbCHEi5BggclrqsObcu0wJ9JgLbauVSvZq56XOgxoT2WX/C2hZ0a4vTOUs89kAdtbuPFWfJHBRfdr2EtE96Fv2GaAoOliWrO+lC24biowbX9L3rdrFJmkCTZ7zOD+fRAcDuthTfvXszt+Ai7ep1Dl4c9G5zkh6nvdsTLUhFbxMxlmAlzKvTBwq7z1lPE1aWEFY1qBB1ey3yi3nb4AieoO2fxxVS7HhoLMn6Mx6MUZuhe2hTJGEd9AxPQNiJNBtP0UqPvmdeoA1Z69brYdd5bpfpioPm5fqvtEZ7Ft66FYGm7mITNl6gbN62i5A50+CbR+dhOTKCn4NSp2TJ+D1p9B6p6oaXf7p6lOTPcqIslqKEDinL2+THKjcrpqTyQq7dxJCoS5vVXYAGWRp0w6tkqfvT29i1sQKXkTJBDJB8IB1sa+Psh9k9GA+UrkUvcRYHyrPVJICImu3GjCfGNlqC5Z18DzRV0WW2BPEQEzuIdFB26xML/ikjaehL6F0zdhzDXRLaW4DUE6LIoAdQM9P6TsuTTF09KcmpexbDU8FOZVm0LAyU7129OAh8xedMsChet9ANMkc6K7jgDP4AuiauySJ1rbAxo+MUf1I9V2TswOovgl18qcksmDDSjeKnFpwQ8KNvhr9Wk1guLsVVCaxinE8Zn9XDxEXqO9sQQ3Phf49CCiMjiaxrpW2ACrZL5xN6PPHexhoAuamInWYjrCh2nrhK3ooMgRQ84Nz+6e93//J2713F/Rghr63IlGdfr36GGMj8/pcGmMTCvFTYHzhjEdueDEHnPNv2hYIGYCmmtiRSfcFkrFX8YmgME/SYuOsGRNJn3yeaz4vilx8MM4L2qagh9Ff3KtFNugxWpZQjUgMrUCowEy0cX2Bnr0kageIBQylBy4tzPCtP0e31S/M+IhXX6by+To9fwvulzL3ee/n353WvnpAl+Ve2PT7i0GRtlrXVyZPZWa7R0nCI0aL3LMf0O9URmJI3ocGmj66xwHw3wT0oS/x51tKlWObRT6OQ6fdFiVFD4nXkWRGmwl7ZFPJyVlXmmWSVXuf6LdrEjnRb1QoZ//ERycpEr1KH2ba801roa4rordiHB8+fuq6/fz+3bL5XEeqENlH73//frMf8fXR+03wSbIvqvfuhnYhi/1ltRH4P/+vq72/+lfsrsSkAggfxFakR/T5RexDbNlv2rAtipJqKOtHtaWsiV/TMgk6dPXSaqWHv599zHlntSW4CBTvsu98+vix40L/wCDy4xu9mgO4vk0FJ/Zsev62YhLg7gXXyX1WRecwZzDeqw9JYODz2fcvf3zZ+/t//2/usXWxvz/nLEPvomffkHwU0fmGf1s6YOTQOBE2A7Y6NtxNeuWW1aD2YeT9ZMUxkrzBLmhCauS2bTOTTHER223satYJgLgsRFRctq3YWj/is3Hr+B0Af5ONkf/KXZJY2+PWJEh9VK9Faw1sxspqK4MrDPWbeN1ElkhiQg6brLjOGdthbQsPzsNGxou8uyZWmp3a6+mPuHboMlovteI85wY9kLGRXr3Bp8Kfh2K+Jth68QMyYoIMYyA5hvWA2eINbZbykev0SP+WffA//dNPVvI/oAPts8sd2Pev0efxia5Twd9U7Mz/eRgvYGcDiDaJBJtKNglsW9ZUjEi7sRYK/mHtUwfJXBI79bv4TS+jOzhnUkGe82n/NTpXG7+tCMByiDfWz1WXZ5XWGWhy3c/v3+z96d8hGS+fSAIUuE0LGbq2Fl6wUtJZ13CqLT2MtRusjj0B85THeuey8UbNqsZV2ANt+QHjHefGFNU01m5B32Y1Og5sexlE29Ywz2WslWQM2dYYUKnYiQ2seK7hjm2haSMDG59I0L3MVEwo8dl8H6aO4o2crXlMWo8Rn7O1pW1Da1sUqM4zrOfkvjBLWPRDDN2Wno21kzz86XO0dCdQsEYQxMdsYHfd1J8XRWkPrgXwrM82FruU5y4d9FQIz+dnAgcAalNwUo0WoPNbAHiC3ONYTUbPZiG3a/Krf01wfcA4fjkZABhAu712d784AfQtzct2LpwngWIEz6xFXw0AUe3UzRBDcwnDANs2RxdwRTBWvHTjhCoSiEsEphuOhVc4e33ml0OCwDegQgVBAFhAG1B2y3PPF72GVyCQ8rTAN2ynKoIYkox2B5tcBsSvMxRwkIaqyEypyXiq6NTp03G3snJ+L+jrZ6a6d/1oEKGl91Zw2ihbQ5DDfAM4rfwEK3QFnudlZgnzwsG/Mtsnq3rAUIJtBXx08L7FwinQ9RsBYv22NAYGduYjJgGgbFASk0kyPYB/XY3ezbrA6QEUB6ibLA7nQ0XD6rBBR4m2+inPSTCkgXj2WeVhm2VmhiWVe9IgavwAYgmszJxzn6kSZH54TX9MlCWgB89YhVNlLJAwVfiCIlNJObSKizaRoPsuwI/s5T+c7PYWaoBa2dtmyWgAmj1kxqeOvqBaD57SrOlgKTjQ4XGAuff4I23s+tmzqL+f+Z2MeUHcbY9WAjet4GS/0ANiHa7tUdsAIyDiugn7LBetwxgDavYR9ynlbA/iXKcAs3PY6sDM4WscN6oz1lp0nteHJmNrpJggF7ckICVYTpaU/Wl3q954Xg5jr2mwqLqE6lvWKfM4+gdAuIo/B2GBWVwegjA99MxU6qG11q/9hqp/BSLZk843sucBz0cZOw6peoYqISpVzHgsKM8YqUBjXIyzzojr615yf5sMYyDoW9ab+Zk90kr5/IyO2x5syDaVaATWBWLNULMX6TIB6jAbqBL8NXnBHr8NMOIEMRDmGdcEhoDVLza7f0PNSbbwVMcjJ9KLaXjwMmCIHGbN8iuBKoILBFwSLFhnKFU9VrWoGw3MIV8e3AUgq8NcTwJ+gO89mFsRgXE2yTUaEehxTwrpeLuH0L0Z5+idBhWbLZ8xLkeC+cUpbi9yEiLWWYF6ncSfMZbsm7EobVjnVbXwPHvX7aet0Oxl9i2GD2/a4wWHgD842wW0apyhtwSX7TE6wDdjVX7amyfOm/rezFQAA56P+eFs6bqRJJELFbxf2azIZCuKGwAjOSPPWtBIfd9gfT5ThynP1IBW51BjdigFyYCljwcvnUIBdsY2FDg4O6W/ze+pAGxuSZYXcJC5R76UcUEjHp8AwFNA4u4H9ln3Iz2Ws15MY96nMgZ7iB6SrMNz97rXmgqoqRxk/30jkJD/2CsXMeK5Fw75bwFgqXq5JVnkBIvI+AXsUbYHACbY1UAYFcz5FU4lQR6y6glcIqo4ZThXBBGhfmQ3lWmhQK6UogSwmiyXuRj6Z7ceWb32aWkyX+YVwKE9quccSxBMyh3nl2DLAMBn6Wm27fcrO4VZ0lAaajeULnzHNmOelWkTvQrk5JmX+qusmZBgL/Xz9K8DALanrAEezpwvoWB9kWc+glaO9WLeVyU5pak8E+vZyiz2sNuhe4TrUpVPiwAcanQfAWicHs72gxX4Z35Ll5hvQylI1jFnAnOK80/giwQMeslx/8oo9mjm7zFlBQCs9Chttm3mhSBlq0vznaNc99XKeuc+6C8rK6GpIpNZEIszk3VsBXz2MkFwApPoBBMg2QsAeWbJY5fZX11NPIloPS+ollzzinxPNrHnAHRH9nECHKsDnuugq6gORqaenlO5lP5LpS5mPPnsF3qprzGz55lH9Br9jMeGoQLaPRMwa1XUoo/NnFWPt49gdbOOLXoTmWRNceqbMNIdI4iDn0qwAb1L0ESfSYoy7TdAJ6pPzD4m8IoTiTySXf2tQVOzsQEUqV6n93JB2sw3VLgEJVvR1Ix2g3rVe5mLVqsjO8WIcfw9q9mvyAmUsuhL6BI597CtSGowqB3HeiVWNWjK/CUoZF/eRVefa11enm3ObmVOW5j5J8g1ST/oOa7xqpVIBK0F8h8WrTO9psiEfoycX6dXGfJPoP37Ope3ibVWRgGWIHcA4jwv1RHVCewfyBZzn/Y3a1JlzonIAOcAwUbkdOxjqNwqhxlPwWmcefYPNk/OPGix26uqFGRQIZLgpS9HgJ115nkIKrYlQwEzM9cL+Jd1xwA884ZtaHIFgC8UlfZimzHw99BcotMa5M36A2rBBMBaI2sE07HfoWJsdn4BG8Ajq6OldgeQgsqSOYKSNQDTqk5kTAcJgL8uTSE9NAWuCAi2b3sGeJq+gsgf68bvhvYYJcs+57oMXsBmbB4CmbdW/kcPEGyajY5sYB9RudNkqTAkqHvpWQcTAdeUqnUokQnC8fPYFF8SPNSfyXxnjkl0sgqLKkED5a3qD0DTKsr2eFt0t6sVBONgqUiQa+/c3BNdTF87qqDYz1BbX15K109lkZUq6riCDw2ihIpwVRp1PbPH0aE8F/dFj3DW8V0+jy3CPJo4CUi/El8K+G5tFCvbQp0YAJFzEXlpdU7OEpMoAVANiJGI0upYKPpYN+IGEVBAOPQ/Op9gOmfm6B8TTFYiTuQS+WmgnaSX+BWsnX6WSfPcg3VulVBsXeap12vMHz8wAHATCEy8J7DOmo3tNj1r2bPoN0BOKoTkO7ICmKQK1qEJW5naugdQjPf8xcelcgtAR5DWFhjIPfocmununGUHZL+lQg0dhk1HD1bpHH+0rzOJcPgpJF5VVpoUbO9m1o/XUDujU2s3RU8ybnQL8l6q+ABgU6nCdwjMTnUrwbb2hc0YSUYA6DOh8UX7PXKe8izIoraHyT74LDAalDY798ZfYQ97UuaarTBDR/yU/o5X0Y+sbXo8psoPVhzW6DE0jpxdXBNQCWAMRhO/Z0Jvz8fo5AEQ2cvIy2n7TqO70a3YAu5vXtIABlxL1RI6Urrz9EBvoqvtApDDHwk+0sOQ+7ZSsj2LTV5hHpBTnt/8amQgNj/MQpmzAnGh6Mdenuof2Q14JoL0Qz1LhXuC1iQY5pm2MRPsE9tdYI9ayQdAEGApOlAAOP0Oe/YCdEgnj64sjfDX0JeXD1qAm+vaEkX7Hpp7ziXOCoCP0wD/vOhB3FZDTf6AnhSmnCQfxE5qYmMemHmgzUeT6bq/T3smoStMzAmwkAQangkZVZZc900LgRWDQC8Kwvt7x2lC212qxU2QRw+YVAH4Lf0yvrCU81Qc66um4juABn9jq7+JDf+SnpL8t1hQOMtIrHwV/cdafUp14EX0oxVHjqN6udTBSa6MPjCeteIVJNHk/t07nXP2S/p2Uxmbf0P/CqMW16IQGoYBQJwfSWa4ij3P8zLWtnqJ7ufaAxYxBYAt6AEBKv4AACAASURBVH5a+UA7j15n/myTlKrlVRFIggJ65ThJISQ7sC1ucyZSeY8tSY9JwLOH7IcmaH6Tzvs8faPZh8whjCLIP3YYPZufYkfvJ0mQvrgvA5C/CBXzH/8+vhVP0xgstvNqJ1UaeXTrtwXIuKACwPig2NLYYQDQ2bf4m+vz/F37rq2nSKYRBKvtSFIwVfpX0a2rRUwZdkikoucpsYjoIuIkkyjVZNAm3Bsnaau5ZYzgP6HLSTwpAMwYcu6wb+kBvk+1X9bgU5JE8IWMPRm34NykSs7xI0VQ0upPPQSUNGEyLEaRo9Oscffkh9DLEw/Je5zj+2VgtNIO2/7k2IpeXA1k/eOHO9mcot9gBLBnc3RrKvzrIvDCmSImFz+cRBIqrEmmr4/ac8qxyRSYJIgk0CEPrAE+SeN/GT8AMGcUyTS7ScLcYmKVyKD2d7246g5ezznXAYBPkszI/if/kz1VRg0SRtlv0P1mza6Tb5E7kwa293/87x8bM3z58m1B08Y7cumPobKvL0rCWJJ87JkN0OV58QbA8sgYQvvThh7Xl0nxTQQpCNZARanoHavxDvbHGypXM0GstbTCSaarLRQdRkV9tlDjw2Evag9uAODsTXvSc62sSea7CW2w6Pz4uvdf/Ofv9n5+m32fy31eyT+cW1CLl4Z8xURvc6bIslcDJHK22jc04dSYL/JMz3bGg+/Mo/wh+gh7kFgg/hljmUKkAUVRBeR616dfevTDX0e3hH4c2UQOy/qQ/5A9/FiTJX7NPkZiQF0r9HSmhXygiemSBMaLs932QMYN8O+xU43T4z8ZXx8AmH/Tlx4bY17TCswkjS5G5htGLZM1uN7rg1CGx15AVsTENl/vP5TLNb5cgpiHbC0w4EgHDwD8T/5pmNiQmcfIZfsd468pJ8SUSNYpM1Wv+tSYR5OnSbrIZDFXjWcDXBfbEgC1WGQKYmAw0e81WTGV00kqI4YPtgTzFmc25wKsEfv7xBjosWysp1KKDxbboMmUyONinerZRvuCMAjs73/b+/O/+OPcJYnfZQLM8+dZmgwMSLv2JtfjezybgOh2vMhkKZTXuUZs2mfCrjXeWH+Sn3lGwnMD0o1Dl6saF/cPr9o9+HX4teva+AjIHT7AFCuwF4n/9rq1s3+9rpjY9Q3zvjlQ66GSeOh9nDN+V1ugiZpEXyg00jdlL1HYg50wAPBT2ao4k02MKWvSJD5QCPPx9qkx8V0AeHdoAwAPuDsUyXLybz85CpLP8ZnpEVTxol8cg1sVOHx2Ps9G01FdCPb8Yl16DKIaH0wEDkwrMLzGBB6mR+iMyOxYNy8vwV+FmKDUgJNV8jsPUjVKplSVv9/5LVg4ALCb2BcOM0Lfe0aQnwsSoMS3aQO7PXobQFzP2kB27vW4KhQLdiwAczNPc6MlGAqDFT51+DI7KNoZ61T88bwN9pFxQdio2gNgJ5uWLF0MmvWHWwy4M/edeRiKHn9WcQ+ANMDbFuzVSNzSRGuUCDQoNPzVrGiq4wpEmuVcQGRnXrZ0w5T3r83Beq5NyEd/BXznd5VRwHEcb4BOKBfzPgF8AlAdJwqAe64K0mYGNxiwqGkL2m3lm38T+KMCE2PRgIa/bzYpijmDGuDSTC7vYV8Ts/AE0gUbrRb0tZ1vfx6Qo/Wo+S5Znq36W9pOeTNwjQLo5ieLsMDOViMWmGHTLwB4Q2Obz+N8FRhfH7fPxMizcm/ljyAWzjwvsRyzRNEDVURrL+zK+Fy3OoEeVJRDZaIAHUaRFvBBjnNRnm2ATxu+N+Jc+Z657tJ5duZ95h5h8kCs870qirbV/9KbS6lqFSIAi5RyZEJ5mE81x9BH93qA67meiRRjZKqDHsvHL+AzclJQr0FSQvwqKDLhCjwsQ3KXYt/nJhsaFgSqED2kSyWxOSBnv2jQzcs9K1BboLU6xCyzoZbXYROEsrLR7C2r2Id+znGOLrXHBVOKfC1jjvXNdwhQYkRLbUlVmRTJGKBUF/LIPIM9VgQFpcmj6s7r8vNU1A9N4VYnuKnn2f2+gVx0jRUjJiRMwEMA2BfP117sq99rA5kNhrmGBJ1WIVYBc14EyEoVnWc0S9Uque6h/I9AxwBHvMU6st/cx1autBIyL2iXKlcxMAv4NQjYyFeDDtU3HPLo5Ny/FcWbZBF1ahkSeiPPljFUuhWaJMHiGMSzfx9ZllivWzkZALiOEL+pDqKiN/RB9IVkjjFYSNCJ8FrpPr1WcFo1UIeen31f6pVFm4C8e/YJwJXKiaBvgXCuizEl8IOzQbUKc9jMX4CCyh9nMHe2n9EE4VnP6W/L8wtKueGVE+cH+YXyCCMN0AR7w+QogQg+S6Y//ZR63yUD7n1tkSYqVUkJ3tnLiYD2qpRrxRfPZzYe80UABt0L3djoc+ljcp3MxUEcNhxeA2L2xClAyj7JuDD2CcSylgXrlv2BPJK1+K3AtrRVraxbig/Z3pxHuRXVG7x6qi874CAONP+e6iRmC6d096xuVduSXz7f6jgqZfJhAqg4OGRko4N6Hib4gUzjoEA1t/eMHMSYL40zwUcdEGaReYVW6Z4Ae+gnm+1bIBuZItNWR5BADXILDSKPZ9CSrH97bnsYmnWKGgQAtpoL+iTnYc5BdA1rapBRwJjXLdWdnO0EBqgSpJJzyQ+Oz5yH61jsfdqbbckOjlL7ZZKpm+t+jZNIv9GTBA0QGUy19tBbNiaAF/L+Is9bxx3qUc7NVijY32ofYLf2LhnDgn5WfOZZNzbxStBg/2X3ModkC3Nu45jjNAPSN9mrOgxdYcIPwdw6FwkMAGZ1L3WfTkKh1ISldiL/vQ6WurHUlgUyPNfZC7Vxlv3RxKRSVOUdqkhyTdYZRYq+cz+b3MN6zzp4XlMVmKSA2ik6gMhmdVoWoJVbuR8BVoKBBLXZOyRvQMXc6icesx6ofed4g3EDkne+oZSkp1zPCKsvrSjCJpqkHc8ezgHtTykHCTo1MMT+bqJUgr2p2GjQIfccpgFkGKo8bl9Al2SBS+RKXcZ9dZ6tyiOIic4kYMVaFFDJtZFhgrLMVX9HQkYTRbZ6V4eaM08bke89Bwx3XmURQE+P3pei/XYjT6wdnwHEsNppJQY28CQdO4HvVmZHjrlOKxiXjYapcQ3lbO5LtZAUdAmY5x78gwBYKxNrom0N5e+lT05gP6BDfad8GnC/stt4sD6AdPgAPAJRBHgBLMpwwrNyO87/2CECslZhaRtEPxKYQO5XQhHywlM2kS43ZQzIlr6F1ZZYZfvpdc590bUkFxi+0P8luQo9jF1M8ALtCp7BFvpaSkXWb9lPy4DgXoyNBBQSZKbqcOR/aBkZMxV10mVT8UCiBiPGJwiIlu9ybkCByrxRYfAFVoasFQBe6VUb1JVmTNuEc1ugEL3DDJDkyy9tQUCgRrvgNPOL3E0CmZni2pu8uCZgRnv8FoTF1tC2Zb99zrpXK+eaU/k6vcD5mb5hVGijBzhD+TDrB8iArnDulEP2BMFegnvoP1mJQrUb0IUKS/wYxgOdHmcl9sVDQLdhEbtMkLm2Q51Azj8qoaQnbrX7xg7BPsYe5J4k9lDNTy82Ejis9Gz1RD4vU41BZOSK8eAL0FueswydRvVIbdDa3gDD6ALoSLChll3a3qlShXIOa6OboMdcUkkJkwJnFmc8iR2Z0aw/QLcMIbIYyALDROrnm4BLILPJNsuv6DmFnVd/dgsgjR/LvdtaAzuva4J+43om3rMv7V1tMgKJrg3YNpfV9RJY3CYDWwFK5RW6j3WjktQzmxeJH01CXf3/usejYpbarv0A+FvmojalNMGZ9ZBBhLOH/SELBmsMjaJMSjwPUV/lEn/XuJJ6ZWzFbZK68g2V+cRZkO/aSdHJL36yLcXJKXuICeIZZOKCGnTsEGxCgSSqC0ki595JgIApAyA89wdQYvthvw6zz88/pyHoemH7EKDvi8SjzDlVxfPCHnp64ADnnEqSF8BxvsPc0ePYCmrWb8tqUyaSxhrwK2TLItFgbGTtZinmSdgaGvDqztrxxowIRHOd2qBN0jFgWJspNiAAMLT1DSAvmwd7mMTBuivV0yaMARgD2GM7AXxJva8sN/EdkCRyfxXw/vIi1LG5B9fFfuJ6xgY8K8cHQc6YK76LfYMtyjMBiDUxrl9CFzufvIc+A0S9DA3xJqbELzNgK7fC0BD5ovqpdnoToT1f2ksw3weo4nxCLzEVrPeMDZma+fweuxqg+CC+EvPB2TlgksoaX1p9zHV6PnC97LdDqoNzPmEj4ScydhNgAS/sq479ymebGLKSrEmUYN+fNhGDz9kmAX0Iuwl2FMAK6/waO6g2imuBnv+Q/qGvA0wD0t3e4AOk9ybtF5rMpf/5uswusS2ix7HfXoZp4fQUUM4CCKn681X0auweKsByXJfeGeCNpIOvX3jg73vvfxcZek7yS5IChg5Ve8Bk2PaaBKTD9gXsynXfvz+KzYH9YGIHfm970K8EE5IbmlhSTzf3zVzAXoJcl/WCpJraQsiitMiIIqEs9RM6h01rUh6tCk6S/PVz7tuGChnXcdo/UBD7kP0N2Mcc4gdig5/mTOEzy02r7NaH6LmqLPH5j39AN+AfHSWBUeaBqgHsZZKqSK7Os/UkgfKZbOLaO8N2aL9b9jh2MufJSWyIx/aE1k+tP7HiMNqLkYW1j6goZp2x2Zl77sB9eF0EyMPsozCISmYSFTnX+P77UDvzgI8BmvDZTEyHnpVinOiJ+INU7Hb/Ze4SXqi/K1X/YXqBc87XTVh2uOwJ0N03Ka/sBQBnoXIHoIceGoafDO0sfU93fQnsdc4/RPM6FMJ7SUrGlyG+S+IC58n3H7aEubkiiRIAM88McF29virG8xliDpcZ227xE2vVuEc+adFD/vD0+FaRc1owYN+VKSj7hnMOwBzZJB4gG05k7VBWOCjb//qv9vb+8i9/6f69+5pzJWM/bZUocStkHRs99mX2zeXbs9p8z6u6tPsve/0k1OMkRMIwcHBIZSUAPgkpsgURu2DMB5lv/HbOrYmVmYYk+w7z+5AHBmBsQlXW8Usqramyb/JM1rQXZGQklGV/wHDGNaFHp0IUBp+f0xv3z/8s+4PjEj+q8kdMJWuQS9RO57b5/R1AY74vM0NGU7u1R9zyG9j7odqOH6Ut113huZNX20LVj9W24ExhTOuxtNm2EEuA6jxj5hld++aQlgLGbXkRzxXc8w31ffyVxDueHh30fvolH4Uy27MRgN7EF2Lt7TW/YjvoDJkr1DuT/IZ+avJTvn+f84kqW/QW50dxiNpoy07Z6D7iYJ4/tuqx6IZ7kljHmc4cdP7AbUgscXqyl9Rz+EjnsWEqq3n/v/3vPqc/uQmurxt7ZWGwE8MoEFa59iTP/n/VC5H4KMV0575nuYmOxpOotrdtBvqqPbLxzXqOej61Aj02BDY8coIsUElNfAX6bFoGYGu1srY+N36OOliGG89F/Qf8NZKriMNq7xymVcF/9J/+LjIueyvzVQyl8V2ERrmV2tgKMfbOFIcwBdiSo3cnzqPtaTsz7J4WhhXodt+LpejHPpbhxHhJq4Qzfn5dyvuy6NC6RhAZ/9ZYpuwsYjBWEtu6YYlNr94lqM0BtX1NLv5oivYe7P+mtyDD2LsbfHDhZfnMMLR2TzBHnM+N/e/GyJdsgevgK98+uOUmM60bY04zprUH2nIc+FydER3hmQC+Mw4v/wbwtZpO43R6c5aGdwnufJ5rGCRfAMHuhbZztBkTC2LjZ18DTE8mzxhXExD47fNotGwBXjPttwd4J3sFe82qEXHfBYkHAN4F2jgYBaTMQmLBfG3HKti25m/9encjPUCJvACSAR0267I8dRd2guBWNpGtQ4xHaj8rRq1UJdBC5sMCYgokZgx5XgIlCD17fjdA3hEvsGXWir+n7+04WjOv7cGUF/YMAcV5v5keaw7GGREEFszhmighnAoqE0pZsZTKgAtM0VR0kGGzK5cd51q3XQCYzcaYyKDhu9C+4mSr+DNPpcX1IKr80LeiAMPq+Qh1Hg3lyUJd+KxAnRV3BKgqEznop3JuQLi14F63jpKb1aABARyrEvl3qyp2AqXzXTOl/GnofgcAHodixmsgzcwV7ocDJnDjoTRzN0Bv3+PAgx40/2bOmzyw7je0v7OGOjoqwVKMtTLBvpTSuNpDePZcAZhmonuIDJCl3BNYIAiqAz97mKwcJIi55MCxkhB6I3ubsci7iSNSVmpw2M/MuWpiRwH22XdrfamQ63zQo8K1aAXsWgMO5B7k+S6HEgFDn1+q2M31FkVDq1ByEGLIlQa9z6bSr57s2OKkRX4qAw3MLDMsn22wq5njq6KboHlBbo1Z9tEuAMxAlLPV22sdksyndNocXIJAGBDM6xyABGhYW3QIQYsGoRoomYpcmQyQywFqt1Wg9KohQIMc6ayQZNNgHJl50M1lHtgjyD9j3jrtyn7HjiHdQKQB6Fau53nIAh190ASBPouB+QYAV4Z2KWHz/Ukg4Rqdv3WdXQCYo7TVhjhN+VwBrIxb6mYq8AR4pc5yXtkIpcXPHClnAi9z8DegVKNV+gxeVkFzZpk9pkFGdr8VFwQpMN6Gno81Qq6QT74nXb6UzKPz+Iy6QQcdh0ZgQecKA2x3X7LXmw2PLm8lnxnkvHp9qkc551bAgoeAjo1KIPTtjxgzbcNAZnj3t3u8xk6Cper+kRODjgRH+x2evMF9ggoGjfg++1EaaeWYiiF+PksVwgDArPvm1T0lkA2gSIAD57Dzuiww9AXjs/p6u7c5X8j+5QzAWBwa4OknymfbrzJL1v6sDeJYBWsPLiq+E+xYcsd9pI0RwLKyz2SnAqYrYcJ1xyZIZUvtFteL9aBCmp7zA1YwbrMAcw602nFVDJU23Gx7/mOucIRLeU5ArkC7OhwHC+e1leWZLs4EkwTc/1CCaaKSESn9UIO6rehkHmWYYKwk1dQAXrrCzGBbMUxQqUAADmUr0qPDmYc6/akgp8qnADB7yYQKejkBAM/ZTFUAgB6y2+rTnNs4B1QrWlmZ/kmlUrQaBnqgAt1LT5sYZcUj25PhQg82VEpnCdYhGgMA36RnaO2hTBdVkGTNMxkC5AHhGqSeQCeVzFbuDQDc3o5dT/SElI/j5JRytOeDQTWqHZ+Zu9pf2juTdHeYapT2BaoBb2UZejJNupbhnzlEn2ZMVH9pB+mctq8s50Tk3uURtOPedXjRY3mP7x0nIFlgoskmymlt1tgsBCdlFTEpwyxl7c/JEse5PDmRaWACHtoEBjCbiJGvUQ2EUwm4yx5jnKWerS6WKo5gPYFxJhjwvNUUdezss+2Zhr7X4W2P5mbZSlMkkA9gk6Bp/oZ5gcV7GRp4bJaplAIMKGUrNkUdVpMf69dWUcWGyPxRVTngGLYVv2IevwTEaeJH5JY9f5BgGJ8jq/11AppU6rJXCcCzLj3fsSVwehMp7D5gEldSTquaSwUfoUvWPH37DJjaQxAn2wpLqjE5v6gIImDAGmX+Q0lnEh0OPH0ts39wulffe20MAVT0mPrVVhyEyqFiZx3O2hdKJhXufRvaXM+AFeAoywAKhD3B+Oghj10lE8MrgMMk4ECxzNpI/ypVIP8me/30hP1mxEY/APCevUBPWKoMDRaXoQEgrfRbEY76QZFfbL3IXIEPaMGyT3SiO6ENzjbhBz2eCvsmY3GjfoBAq31aBaAi05kr1p1Kg1bD5PlJEJH1JRS+l5eV9/aux3ZsgEK7XSaQULCm6oHJPziCSlr60V1fRapr9ia0ePbiBigofXQpo6FtS/IHoCHSl++fpBccSuhryp2a6b+SZGWk4HnzDHmOJuK1ooFEGavcSbBCX7GHWVNkEBmjarE+GmDdpjqZBDMZUppYkfKNswT3WqEdmbtrFS/0iqHezDnQMyWvn9OTE33EuDxbpPfFPpSpxXWjTQFzd5CEGmSSvSFYgoyQ1MN+QB9Ja2xilPY3VOsmfhuU4f7tR107yeAUfcfQ/awNsoEesiWCADDHqwkpgGMmYjEXV+2hqO1aOySfp2pBjDRBrVAuEuDhWodZVwLl1c/0GiT4mO8NAEyCxkOCqbZNIgFNXeQ5oY2BvFJl16rUBqRJumMttEXZc18CCGAbMP9sO/QHAnEculV0BnJBJW3B+EUN2irgJK1wTjKvZaiJbEAROn1c7a2rDTZJkqxVqQlrG1CZbPUlVKnIa6tQMqdW96L/rZz2XKTVg1X6Jq1x/umD0bd3qJGhIa4dRHVbgnWsGc8DoIfMmSSgT8R3Gl8gKFgfRBpP9i603Ox1WVRMgCOJ53PoYUkO5Kw9LuAqpa3J/16DSkPWG/BA5ovWOEhTmr1HYk+DdlVtghwE3uxN61k6z8lnYC5pAmxLfGTXsAIWwJHkAuQLm4TkM5O0iTXwrLc8DxS/VLhTQZIP40c1GbaJn9i/q9dozmXOf/S5tpDnJGCZMhz5BNhjQjunguibKnxkLqwVz0/2q6M6DUCD/UslUSuAm3ilLE+MxH6QJudSqc7vei5gV8IuQgwuZxD2wN2tcTbpDLUx8XWQBeYPYI3zmZ7H+AhH0QHYAbwABpkn/QL2KLqDs5X+0bbdOAwIwlnynKqdk1OogyPX2RLsS8+ogJXRk+w1jhT0NvN0kZYY6ArmghgEVblDfz7U9QJCx5XZJiOyhzmzMk4AUxlISOS0agnZhI1qgv3SUmLTQsfPvFq1yL5AJoz1bZNeOb9tZUIl7lHPVsY6FcITG2lwtfMA+8p+aGxjB2Zs9lbVP+S62OmcC1Oogr2FqkEHcH3AZBLO+DfU1fp9+FL2ZjVpQbAV27hWUH0v4meeF8TSUL+cUwC6/A0lMlYn8g/I/xxQiuREzq6rT7dJkJVCF3rwSTZifYfp6KwU/4LlVNU+x/4/S6Uz5wKf9/kFFppUlXOWfXoQEIQqx/sA9fRdRWe9//k89hGJkSuwz30qG5zloV0PCBFJr0+AzONHTuyHfuasEYkaJDwBhiGrnr/IMb5szv/zt0vmTWx7xE7L3BzCGkBCLjSfkaXTc3QU4Gl6Mn8m+SQgQ+iHz87sK30ALTStT2KjH8LckzjhU+SMxCHGS3wVe+13f2zFePdF94Zr9Izeyh4fP/mXf638wJbxhUTHxbyEjLzGRiKZG3+ygC92pLEtzh3skLbVAKCO/ofhCZsEKvyjUD9Tdf3/8PVvv5pmWZfQF3k+Z2RmVX0NWEIIGtEttWyQgQsL4xsEEn8o2BdG9qWFb7ptgdzGd5YP4haru7/6KiMjMiIyI0/l8Rtjrb2jihZvVtQ+ve/zrGetueaahzHHRGMLGDhbSrxyILglgGOfBHAD1Db/N+dP5vfXrCUz6xs9i9kBeR92qLamibywwbGGeGYMaa1EbtwfODO2dBLQpBuwt2AR6knrDFW+sblvCxPAM5ar9XCGSepZd0m0n/Pvy9zjq9BMl0Hlh+kxSU9JSvNCZwFkAtTSK17Pny2BNbDMmBF8RevsQf74ty96Dhf8l+QlRhVzV3vq3fhk6V37VWnAyZmk89pCbS1nnzTPAVzWeFOSygFBrPAm/1T75uz9IfMoMbwihZwHP+fc/OSHJjRfPH/y5P/+3/5drpVE80+RWSxjke/f/4GNOsYR/YYBJLD6PE0l9sfZB8+jaxZbiK2Xqkn01d8H7PEmayxRbv9j6LoJSPpXzGEtRcKkkKpiiy5R/00o2GfvS4T/lP7D6/n8+z98MRBTAEffp1IaAOyTAB1uYmwFZvpqf9DCgbZEFhvLQP+Qa/6vkwC+6eI3wLPRK62Szdy0XcpJBP8UeaTPzbFzvuYL24BVUD9aPAE7y2yG2fHmf/qYPWjtgTx+qy+7HqsSpeS67k3eSqfopVw7MCawWP/HSQB/nGfynhZKFHyPbShjb+W+M5UvSz7IrbGlNcqhiG5cDZNZdbR4/W3pM1r6+aSLRc7vFMeYD/5ZbEoJw7VVWWFTAcF9ZrazOPbsHs8PoAF8clkc6Vq+flR69e+zUHAXxJD94JwASrd3zY8zr1T81q+a9smT/+P/4Vn0CRs7Ce0CmVWiYwGMv/kTinvnRM4G6uLE6NgJlX/XyNkjrsM3sb/J9gU0r1UCmnpATIAO8QzPzQ5VALK2d20FAmwOkAGwkTVcvm05Muehs+Lacdb+ww8Ww3JNZ9BAo6GSjtwjmvi3/2HOyCSD+X9NILPjmsy+4H/XXWLaeO+rldp8QEAuQKrqWUpvOtXa7swdMIFub3EAn6C5rbVsa76t8Qt21K7ewkJxDPG9vE/cnI67sSHPWf9SzALrz9H9j34nwJBK/uiiQ9Usftw9IGkvPnvjTid/9G5j1Wd8YgMZ80BsyzUMYGEfGB/7ceC95gfznvkY+fnFj4sav53MfJg1v2+w8aIc9pe3k61vv3fX8e/QUJxgcWkp6oxfNPvet2uNDrIDy7+L1LuBqxt08d6bhB2a8PFedww3gTD6C4JwqH/Pzd528ruQJzlhcY3jNr12vYvs8NEpmhNUqTEv8HppMh4Rgbeyq0r0BnDPvf86eTkK101CE4wZy60ORSF5328hb5Lg8Tk39lVjb1zjG7fgN+A3NM27p1r6fpZQz+mZE3ODOutJcuhei8jYnDwEdiVJul73mHxcv5v8utVuHcdJEhrDrQzpeE7y13vW82kJw1u9d69xKRWuY3fH//ZXs3f/fpNPNsCVE8HUn+PsvlPnfQngGzy/B8eqJ7eB7zWsg0DJgi/HwDzVOozJu15DQV5l8pd75B6kk+utyXq7bq19tnsl+6to8yJbd1Dd9yzRuU077vYFtxmxHS8HvL1Dxue+HovHGM1Xh47XX1fHl7as9zwVkyfZtkNs8jxZYtgPGc8g2bPumnomSjw6kBmKPuG6ECdkX/DgzunbiX3XEBwhM624aMJr8T6K1JgFuG9ybBUeq8byugnuJvpVPfCH86cWjhXBRyr23svLz1gqYIU+WMS91x8lMSi9+wAAIABJREFU7CpWirJtYvoR7NHkTSsNh7ifQkcDOeX/w2uy8Cg7c6gnz9f49Rl67zZzF0DxjJcCjxc4gIHnUX26itSe5OQ7f1sCf2Nf0HwIPX9r76lSWC84VsfiBKoL9iiEaEg6+IwigBlnPZTW//Gu+9BZu8ed71U53ACWw9DhNspxBncRmRnHejycxvS53+2HXiqvGj1LxAtQ3SST36PGYsC2vyTao/bzu+t80XJzgAYMONXk+d7e1TdUkKZJ09yrVISMMg5JdXXewxGi46FFVS3qIXp0rsrwyd4SCrenwr1eD3+UwoIH6Enz3uaE8zyXZvpWSJBFwbEF7W4SuZL4sKeWYHis/BeYWRBrfVY3t5LgSwJbu7tfbf5R4S5wUFGuflqSe0mdAZaafDjBzGtgjbbwVLV1ny5ZdenfycjGd64t0SLAm3+uuarBU7EoAHT+tuTspZZDB66X4p5fVefbQI0GrRvEM1KO9PQVQ9Dzzijb/jXvl+oPNZCerHdffMmBz0vQcWfKQBTmhYNr3W6Fuuejq+y7C8TpHEliSF6cxL51o94gFFdJP9aJBhzPsfcySbj2G4vsq9L6sUnjsSOMuluPlaxd12X9fNvyofpqfeJW4TuKZ8IEES9B8HEpLdcHb/t+1cv6Kr6rr0fe7h4SNw82Q5P4s7lun/JVf63XMoprTsj0tgTQKjBAsnde3L7zAAqqWoa4bRuKAk8GLDJ2iFZnUuUzYmjv3yp3cgNwIoBbKsy8iZOjSmHnnaDrZEKf0WtFNNjTVhBLZNpXEl2tXhCYy+/8fe8RdDiUScemVOXtdY6lBhIly0sfXhDKAjKrAq332YBQGSfyh+mlVeijjFJZwjFeALpki0umxlG/drCk+Acq1er4saMoQeh5CHaB7wVIPa9z+5MEQgvCq84ImloCOnPyaYJ9gAWt7j5n1gXKCN63z7mzNZPV92Xe7YFWZ0mUJFDt73TtdNTOHzSO2+erVvPyDCogzIcgFCdp4xFETPI3yfOdHesTLlAnYcQ5st6CTdV3ZcdJAOKg1MmGfWvdx/yz89qcDBCylfZcKpDQwpEbQXWO4p9rgx9PxlwXTTsbSbVt/0bJZX5K9Z05+ZH9kklob7zce30Xx6Zwzy0B01Zx5rxqFWx9kVFAC8Rffes8IxfXRun5ro8XgEL6MmHwqN49duU77y3Af6ugoJ1HXXcosHMtAY9V+Jvn2czt8ZprAUXcfszm5fY/NO5VI65SsOBFPbGzbn3GrJF1aDAqlQ3sFoEza8zG8HvXGhvNX543o2jcOa76bq1olgT85SfVh0N0S6CXyv0E0MnBqoNV0K9f6GefflFH33qWbqv0bqN/tfbr8zbmlLaDIef6ZgNlcsDLUrP5LhNTK4gSpMC6AIzZQP36IdOlrq+Sqz0QY489VM5Eju1Z60Svr12KKrH0pjv+WoMtsS/pVxVPA4J+2ICpeVMNvzNhuqFA0nxtUrbUcbMNBSsL9st/zp3bf9s8Az6UrvhUfqoQkJwdW84qp8gPwB47pclvtmr30ZKZqkPGKBA63iRhptPWg5gNZy57LrFx+NEHKCCIf+nVjXlIfWdFdKeEQX2E+UOtJmhPMqCzgVdKS5Zxlv0i8iVhQ/4EC+xV+kVVvXlkE0gSCJ45g8ifJLa5+z6JPdXpTxJYBTxyrhag5KzP3N1gA3mf+T2g4phL6N5V7bmnYBN5XbXEWi6sT9rAxc702wcPGEjyg85G99g2Ghm/wGyrjjI4dmkD2JlHFVMD/aGZRB26qikUeJJQdCNbtNUWtU8k5weKEUwdHfXGsTYRfn98dedUZBCF+Xw+wCdJvFGLljWnwI6BTcqKw992xua/7wNkKgV0k4Lr0Vb2lwyvgNW8v5W1h2UMkG69dfXwHPU9/ftZq/h9djYhQIIX4MWd/5sMpZ8uG4azrHY+MF5BGRXb6d+CP9b+xRotiTvKvlV901e+eu/mxvyh3zVn+irbPxLA9IQZf/r1ehE2ae7VtVjrkPm8evpOLvSEx7zRXt0C4+bc7uycA/PNpxgLBYDKQtOojeeb0PcD/7avqmRsdMrw6mxxug9QZFU2fFd+NQCV9fIqWC22hXta368SBJ8vbq/8EF381Wz1AxBscM1Ishal9M76lI6+oMLt5XuuXL9atWRpPmN/fJUqK2v742vnMLti09SYTT66KhN7FdDrpwB1PmnioMHn9odetTEZEwhlT32XaibDsze++eYL2q33EPilH5276DAvDWkfMPOx9m2TB7bD9CswC90IfLmzhK6lBwXQP0zg2ft//eW9BH9fPlSTSx6u2kYLCRXy1y4VDFax9+GTP/0pPX1jj5Ajc7sAs6A6lhc6W5AfmEwS7IvYXaOMXZxkX52RAKISfFojdND0cOZ35+Mc7FY+5TWmAvI832y9h/Mb4O7YetWX0bFonr3vvm7vvktl/gC8SGCZr0m3AUIseStBy9YDhgg1qphdXZ35ua6rGnlxwflAJP3Zs1TqKoHPS5sPf0ODvjYvzojpYcDMDwLI8OwARb8lKTOZc6adnsotjKAbTyynbCB06GzDD96nJwYC9fWLsH+QnyXIUskaql5T+VV6O5IboGJnkzOqrQYy7PrXNfu2l0uHjMkmY3tdf0jFmL2pzcH6hzqfVKIChXQsmb9S7TsDgalqR2BXWszo11/Qu69YQ/Lk519ClZwqanbrKN2NJf6WxGjPovWjZl84M56mB2wrDrNPf/oxiaPvnz35Mnm5f+vf/uZJcpSVfKAreut9rBAZl5YN9oFYYizNrodx803o/fZaBmKI6PyLf/6s9j2bii/0IhXZ4ltPn0rErqctKYKVA4T4OmCm6hPgQsH62D32bKtbG69pOUElgvyOatuZtsGujRGZ4gfYA2JG4iFYUHw+H8XmpP3Jbx+mIpld5QwC/BhgqpXS7BcSWRlphLU6WrKYrexmndtcpy0EgeGOfUZXtiI8c/MigC0A2hcBIqDMF9ti93751RJyKivL6pGz5NP4g5+nBywbHWbYXtH3175hA0g8qyz/9JPPq3+8UMBL2HkurFMSwOzH7VvU2bHxkuAiQ2TJ2dQimezvL1LU/M57AWHnOSQ2ez7Xflw/0sYmI6Pvqch2jrWftOT5QDttQZZ14a834lI9ETsIkDIxwfc/lfz+4sn/4//2z5+8+i42fYAx7ZGed9cOCWAUZyeZdG3gr3czxi9S8fzBx3yu/D4gRf7Ol0+/Kn16wbF5jxYt5ElSlk4aAAQLhb1DEMJEk/7I7AE2GxukvlPe/5q+wEATYMbvkgB2tP8Uff/zT4thd/7qX4j1zD+0JmyH4af4lvEFE//8D/6DT7KHstfz+5d6kxf0OtuITWDPUKWf5FyiN/qsoQH2nlbSxr6xrmOaYf9Pzt3ndWwWP7N3ah1l/0p+Y+HSsg0oeQn/k4HLPZ0Hn2Uv0EWSjTunY0smee7+D7YHmybj+7JV2GyJPKuChejKH9IfuoxS29o7s8U58u9zvlbB1c78yeSNg7KFGofPddjRQGF0TPeml2U5rCAPZ0dkFOB8tjAw2Uk4kov8DhPcWh8u9vQq+uM1APGCt9vXAQvwN6pqu8rOgMKjn/zv/rf/Il8VNEniT/8ayLOwbtDddAdg9M/aMOQ8BuYA/rzVxGz4tfBIS5XY12xCvsnVmc4Dv1tv9dno2xuzk+3xsUDYH1o2eM/AZ+5DD1s/IE+vxv7LDpfzOO8feDWVzXnGL7NhxWvts1/ju/97/+Hn6UF+YhvAcHRV1o89V53Bpzq6erbpscvEfPmo2T/k/LGdD5voFCGwI2pfAfqOZcjnO751y61Ocv3OfW3AuQs9wemCJpLpwZ27jd+UfUOCf3nOW9AjBuL1aMP6aeCiApz5t7fAy4UKcISzIf/yW87AxTcbX8e+ROLzVib65l/8J+fc2Z83/9Rn+esE8K0Eq+7vZydeb1fA/k8lgI8szphnNMwSmHHW0ZzrHov2Utjcr318DtIx6Bgvb79ukvft+3ScJ+ncBWmV3YLWo12Zc/QQED9BqZsAvijpVtD9S6qUF3zb2G9FFl9nB+1byVrrc4Zb+pDzLHf+/uIZm1h/DDzdhG4D7WdH9wB+Kzh1n3kG7qjp1pNtSYmrCDoHpwK246zTsaC+DbEqpqEYNl9T/DvwJzyP35/1rwewasYGXY5QLvA85+omb312CcZH+skjBkcWNo5Rfy/xepNZj2t9ArTW7a15uknarfkm+wIC2mf1yNq9329F+djI1oOy/Eva5eoVztqRCd9fuS0FTx7fz6URq9MwefJaJZ8kxtBSdzx/nST3XnJVCsU6oXMq149ilcqC3qV0nj44AbZT2VkHbIj9S9nYuc7YivrK5ykzweYl8xwE47KfDJ79ceZqymlIF8pOcLiVF/37qPk6j+cg9D1j4yak+zxxkhcQRoVjnlIpdzThHNyhou56LZAgIHcqdzx/D9ghWcxDe8zlh5tQdh8IxvUI37xsXJP/BuUkNCUkoqwX1N8+KKXiEQIOcpNsTYosKM1xb/P5fKDBwyrUR8SQ+zQBfJDaAvT3fe35ms8xHK/sLiEzhTsqmE2eMY6ucwe7YICD81KUURMNinnWfO/vM152CM0AOx7J4xQ8njhV7jMma1w0KHP5/v1mc9Lq9SQ5Sx2XMRZwcPSGT1oe47j7xmcsJwdrht0RhhOoaXC3Cd/Nt+dfNcCSEz43h3wVZAZ8q7uvfvDMqypeAHt9Ou958ahLp4/O2ud7z+p3HAtB5dIG0vVFP+fv1sE4rGGMl/Y+F4CNAed+khi/nN5jgkwXwHITmpz521v211Mp61k/ThC8iaSMpbo0g5J8r+OscrwgkchkDEHOwgUxmLsLBEHf4/kLUKruXqJq+ncAFduPcWGNCojqPyeK5Pf21MFWxX7e3+f4Ldi+5AQj4jEJ3EB33jemhe09K0cHWF6B4VXAqvZdNVd76vQw2rlgnJeic9XkXdXq8O0tVXsqAvTojIOkx2wrYbZ4xi1w6felv8zzvoRIzWIVCZhnaXDZnpBIZQCdw3D0yUuwealy6HP0fJhs0HfoRjloZEIAiLN+zxo6szT6Zx81KJLvC65p4mL3l9Sh69tzqfv4MQHMEUOp6KYCc6ZaUIoenpGY66ErPAl6juUPcb5G/Wa9t347B5IotVLVk8fRz+3IdfUEoACdgc04Y/woaO+e23kmFQbdR02EADF4zgWMJzJDnf4iiFFA08BKo+lbYn1G8mSz4AcB1Jzr1hiDyc4xTq/AAAr9VSQ0sNN5z/UjiOZ3+3f61PpWdht0SZ/BGPOCXu0NFFlBmXiTGJZiwbMhiAs0ctYlyeT+xkK2eqzlfhKH7ZlTcBRdNyfr0nZLOFj/OVUC5otcChao6HkAoLHdZrJXhq3NKH/pLEb8kKqcdnt+ScRT8ddpuT3QV9UtcfFgp0gbV0ek4iU95frcGb9zSGANE8GHx2ZqIiD37qw26EIeBKiHwC+NtvOhif7pUHSxc0ZWCeJ9HFejHVXVaG67b091hjOiid0IqN45kj2e/U9/eh4H8YsEkFXBbI71UEOfZh7vudBq4OwHlSo9l+i4M/+CDzdhueD9zvAmgHfsd/1UrrKjOkbOJI2WhyNTS9aPiUCPTp9pQOT02RYkLFVfXm+AF6MrJEzpczqH0/3XCWC6lvlH1y2guV7QEsBjOxFeXQXbtd2WQFqlvfalvx4wirHuTN8Z272n+j77GuDAvbygpr2KuNcfMBOIstbyPXv2ujLe8/5hf3n36OamL0+QMcuD3qvJ2QJxkliJcyz43b2o+kdfvVRmlTklb7iUsz1vel4Lwqznocp4qpTe7emQ6whWNNia99IP1uQmGDxHKzxPhAuSHpChdNy1KbZmP0huHADQ7JbHufS+D4AUIfZbrTvZkHQqiLaUWp2unLcSf+vzOJvR+ZPkCcBExjIbx5vfMkrzkwo7Mv0uhz3PaB4HzJoudPTcEMmtDCQvBawkceY8tL/so9uOhL3Gnl+iSLDCebt1/zL7+QJ928s8e8paN/FaHwvj0lg+9qxLsuwIHBq+Z3NkSUKh1da1ewb+ehV6NuBAZ4N7Oy/eLx0uUEyXtPu0Okf/x+hme7JVy9EVlWvJoYIOH/1t1xZUaa9JmkKSOp8t6CCfQ70qQOvMNXeqLsjVKrDmH73NEmMt3JMt/H1oBNk6X38j8ZDzPfrnkVFCEETCZ+0TyraS16qYx4RT4LegvsCJJGhBCNMvL14kuUN5luZzuqQACv6Nec9n0ONOTk8CWMWW9kZ2DgBgg3XAB/uMPWtuvWY7uOds18+T8KZ7H/uyrcWHYOrPqYAsHWE+gza5/eWOk3QTdK0C1UMv40OJZz+bt+/RefecIZDkGNXgqlytB520YOChdz/X9Zz1STFZNUilksqe4CguCLZ2T64jsaJa0D6dX2PNHxNKzt6MO88iUIdyljDR5+wpe0wQuX7TTL78W2BJAAkDiD27Py/BqTp3vo81yzwlcOh8oeeWcNmalSGlduns+wVfVYR+lmT8d12Hxkce7KT1QCVf9BAwD30nCesaElMSHO11jPYvl1syWXBXpegqa+zHtfs6wPCzJ1XCtOciZ6HyLTEk+e3snGzWHzzDffanVGWxox7iQ3+u7vVMr1KtowrcazEQCfd9lry/SvKi/lH2Gdmt/Z/1AWa6BQ+eo/0xE5QFZPkoIAbj/+n1quT3WtX7xjR9s2A0sJhk55IHkk6ztZN4zUc/ybWaAH42Vo8m0mpasoVde7I08OoS6M73+kP5s3O1leW1XS+4KxVuSZqup/jZR5ljtO2qn9oSyCjzRz09b/uoC3K4crv5AmIwN9ibAobAxBF9WAYrScbsbxWfwMKSbALTPm+N2aZNAHcjs7dGZV0qx8aDtHOIT4AlrTG3OduLxW0e28qqZ/v85kpn9MUF4y02pbe1/Ty75Z7f/VR11exJdiCQaAGoEoLRE3S4mxZE4uLRZSpcJcDheZ3IrcJvonZMeGsVg/LxEYTroze2ZJzsM8Apsj8gIV+Arf5pdQTwpWTJGGHmyxXQ+ZbPzTYlX/aB+5dpi1wlSM/eBUbCblFq7Az+2Z/GMPFQ4YtGXeVjAvCzXbZfZ3eKK+acOf6R9e09bkxXoD/nTAFZ0ddff+P84Ruzd0c9Cxhj/J8nCSCh/luqQ//c+dOm5PYhjm2SJOBPrdBdrEoy6HO65Y90wuIDtY/4KbFHnqbHdvVaqF/fDyvKb3nef+Pvp6I2e0WfV8k9sQP7wH789DP2D+NktmmB9XnZs2WgyjmzBPAqZv82FagffZCqtezFMtafJC7dSpbsGdJAZuyJy/YyGyF/A/yT0Dvz+Buq/CTunNns/lLCm5cmgFfEAkR/fdnZPDvT+i+65No5Tch8xwZgq0R3pJrShiJbfMn38rNWHrUUMxbJVzS5fFRr/fs/YBDa3rHHnCNkcX5Hxu9+h8nMKL79k6pi58SvT373N3xnZ1jsl/Q2/yD7VGUzvBwZBj6zd/m6kv1l2sj+NS+SUQXy5KKSZ/pcu67k1Veh4l4sgvC8m3uiyf6k10YXTe95b1sb5dp/+HtYyZZnaIVcmSGX7NteBSKLHdG9bf/vIGiMoGszMM5DApiv27gRsNAHT/77/++LJLn5W5ur66uX3lerj+wJyT301AWA5z2fRG+q9u25/isGHgn7zNWP0bO1fTP3v/+qZ4x2L1cflDkgoAL+yM+p+qS/AS/rvldOTwK41L3RJ5GFAvUwsABumBt6pvtBMvyR0Yu+wOyAyp8sf/iBqu2XT/6T/+Qb2u7J989z/laOB4LeoHKWxj8r09Hp2W74P+q1K4ELpNL9uLW6MSRnGXB4QZWRS2fdZwdk+GMSwNgEyF8Bfrc688S7B1afrDe+V5bXxSrsgwEExeDf5Lqh6s817rlnXonNy+/ZOYtBb25XiNHihMjicghZ8+wNQDh613Ow9Ss/fPcDKDQGrCK32KNXtM169uwIX/zqMfbql/7WymMgg/oF+rfnurnX81B795S7uZh87x5Cj72Oa+exyOR/+V/8D0/e//hpCxWAQc/CpO3Ci4Dv1tPemiqMWQu7te3iJ2N9AtoRTyBL7D7nLWrrd9rTfGAKkgbQvASwvSOmsGt5ASiPiYftqLhArGLsPgUQhw0II4DH+bFU1s4zvmrO/YKIZ5+ULbW6MInw78Iw8embJ/+r//h3SQ6/bMVwbbtO7kSwsajDbjTbb36ABP76zi9mXr+Z7gV6bEuixevFtsStAVwGxh5Qh+07O2MgakA34ndjP555W2BJ/d7v6A2/pQfot+UQT0yYT1BpeNuvzY4ImMsZ1GR1Y23TSSSnsS/2qb+XtYZeOkxTD/GKyS4X8OZxVLov7ruEd0Xy+Q9T5Tc52oq2WUaVUGievjEC8y9LAu+Ne519MwfBw57EDefRI17avQn+qFwdfBd1t1tugJcqedcdOujB6Lo3evvm53377AKUtxza795OAN+P3Xtfp3RBnsfkTa9FUFstu4D3BBfGYkq9lBCtUtzPd4ytvXtrnA+O4nm+Gjlnnrd4R9DPwlyHsvfK3wXcja9JX5JaJ8L8jSpxc/e4Bn5udcfJKDLMHD63cuFWkHnfEjAnEtPDbwrwOsfXMB490jaLv90+U0UrW+8eovv8TZIucUmQH8d4A8YzsJcE9LwN+HfOyd+pzDjCXwflRIuGSF2ys+jsc/HO/1l31ynSPka3MdnYrnmrBf1967lkzKrA7nPP8JGUvc91n4cBdilzF7zgOG3PNEACGygQdKyth4rZOA4N/sWIas85m/Z8rgkAI8sYHnvXzpCds0IRLaFrPLfy0DNUCeTvHK6H5G9+lmBskiqPIiA1NPnjPZrEOvvUvN4m5mZgB88W7ORu9veHtTCmx0DfegUt4Oh5l0B5TLS75uiYhoQp8jUP0ooGldldhyHWbxBk+zDP+tb4u2b0RYM/ErKPvYXfSwJ4zdwZdJdSeD1K1zvtUFObS/J5EhbuV/7+JipXqVH5YmRK6NSxWr/lGix5RoqfDDgQBCHexKgwpq3FgmU3MdwEMKBFPskJRUEuYWStl+wie5vvG1QlRRdwIqm+quS/DHxuN003Pu6Z7Sdy7fql2hBgzyKqYuHMSIzxIa6h221/kujXSNn1lgCfObGDrTIKQUXeVK6qOrOG+d09WF0XWq99XCpvY36w9pI7MxKmj1eZvSTBeigM9bfnIueqNgdBuvRZ+/0cD2MY9fSqg68sYUprwltSgdPfjZ5rZCwLokn0oRdZpdGeZ+jE6tomSUcj0n4/h6Gi1IfVuetpSoahbukB721St4Hr7VOG/U32PerOASduxflFo80oWMVS+0TE+FjCbICcojUzvtt/ze/bU7PTZf9PTvQxHuX1elg+9KCP47qKoiXpWlkquVb6vJ0lS0AtycHYawVpg98L1LsmtXCBMTPcZxhzAOZg2cMDiJSCmXmfa4zKrRqiQQVjZYBKBrRfS4O2c8QEowUpPkmA9PbkXgJrjqCXpFOrvyPjnvP2uPs+VQ/rZ4yy5lL3LVm7oBN5HlqxQKb8jrFpvyw5OjCCdVZ1XDxCUXcScNvX/qlKqFMXg9d8kFtBFnvadQVBvUp7HIdm+mAgrGtHQGZ+FHn0uVG4MVw/KLVkKbUZmNys7Cf6nKG+Kvp3W9lk/72fs3iAogVMdkSeBJVzJfe0LioqdnZcoNdjpZ9PlGHg5gtOQOFSlvfMN1/kPPcpPW7ZGhjCECCPdo+KEBVto6J0v1U5XhpacwbFba+ShlsJ5b2lDD0BVPbOPYNuS45VMk7fQQKvenJVNQLJfXKOJoqzyHar6RLQsIRMUQGD0k8VtDdHxNnobGtyXsI2DpUPmKfnL76LU54Kjrz/dWmobh83MoTKZzT/1UFufs5T97A3USC1+vfQxd2AvOQO436abYGXSxW+XrurxDYmAXvBwFFjH1R8VuFZKVFX+SHwRIbJqKREK+4YGJkqrpFYLDmUHLdfPGNNyHyvckFiVa+7S6tMpwksmn8JGGsn0W4+v8/PDfZnDHWvc/9PW4m5SohVIk8e7PFdh+4Y0t5cFD2fYJrfixWuspPgrppacJRcfPnVKuLpOn2t6L4HuwSCOPvzs0PxLVCIAv2HBI/ZTSqDdmrtbMA6QF7of/piyTXn4SIJqxSwBxJkT3Ua+WkvqQY1rdNorgENUL513QArT2sSwcaBrFRTC1KrpFbZPwrWG1i+iegKqycu+9D0kYo5/XbZFy/yvBLCP2afl/Y9Yyv1GXp0VRqZT4kFgfMGePJsgr9li4DcPxWrl5IcoKKVGpnPj7G35ALmpNXwgkWZJ/oGu4kxj54d0KK76lRIAjoIUo921D8JYLaKBGyfV4AkQiG4VH3bcyhjjs1rPQQLxvwjEC14Pd36WYJFAFZ8t/W6ptdylp0qB/bLEpw3+Z5kVoNYQEf+tkTuI/UtZhqVjGOokWxBnWhfCpTR7xJw+vLePKnegW/vaUkgfufaN3DwxkCwNgcqHKOnM3+fAbRE1ttq4PS9r/3GDsvZZs7ZPk30JQjmpeexMZeJpgwvfiuwFPllqx7gnrVolX3t4VGomT/39uKP3N6xKDTpPnrmi1Tss92Py5Q1TRIyydlbqSYxMZYB53TQ/ugZIz8NIBX0Fj2UAPsobgeurLxmbM7X0vqz1TLul0kA06HoGSWwvJynC/g78xa8uL1vL33uKvGuXbsK9VIVs/lr20lC2E8qyM95imYwP9dejC2Lxt1YlliYP1g91OpYtIpftsJM8tCz1Od2378AGi4QvLPp88rh81TxS+6392eGOPo7LAZrXSJIRT7ZXcA3egAu8LXzwFqzgeo/qmTD+lDQz8CX5Pz6egWinnOgALfjl05DTD/MjuzMNrmjKmNJG2CpteLwfM67tgzIGhXokOcsRWDWz76X0F1V0F76s3l9kbPKg7pH4zMqgvjO+beKqPk/Y8KYfrevJYoS766+AAAgAElEQVQeXvlcgZLnzGWfmcP7usnPVjQXSGa+0/sbvet+rLzehLLzpm1O8nqRSkFvUSHYKulT0UyfsO1ULvIL2rKg7C1LAM8fXA+7+uW16YHqRsE4/aMKjg26fUavsqHt60f7cz1q36mRJA5jH4xlroBJvkHmrEn1LCCwzo0v0M3rn6nX7uwLc3DlwfMNZJFkRc+WUxEVf+XNa/bDGIXIbG0gPlmuwcZqxWDmj59T30XAWgmjT/D5BebfASLSF3MB1oLzI5vP0gMWJfkTvR45hfV7d9bZf2xcdhC984XKfxXg+R377Z6hKlmdj/VTVBPm/AAqKfV6xz3KzVJm8g/szQJkJMbYVhIcr08l7gCua10hoQZ0qN3QRwW9kY2draHGj8wbw8tX6Xtf3wQTx6k4apJzxQf0iXUrpXOBhgNHDdDrLP+uc2WfowkuC1f7w6swHphr9MvOSwwInx+9N2PP1cgusAPAhzl/kSorf6Ef2d3swcb39K60LqlC9jztaZr1+iJnX/FF+3N12bd/iu3pebJ+a1G1mGyZK1rlzwZWTTf6d3NS8FpbR7DT9M1N5TwazqxfK/eduZEpa+7MkNi7/qnzlilEhtkf9Jr7AjZ8kn0OsMAm+OlHFM5AvGO24eOaf/9mR/QJ3vr3l891+4bTj6NeRQPtw3q0X6CN+K2xoCSm39P7Of5A7TcsHnk+c7c+zRLQ6SEa2mb7+IcX9G8q8tubVyUqn3GtSLbvoWljW4ZKWiD/dUASn6f36b/zD76OTuZXxaZiVwZsIEH/c+7zVRImKKGbuG4yHzPM9KQWX65L7/ZVWzv02klAFmDSGAh/VeJq1LgN4HdHntmqvp8vsF6nnj8/F/wlSYhBYHrxaSoX6ZK/++N3ZVaY/SeesvVqBT7bq+MDGTeRS6qzvyXP6YRbFedYVRW8Nl/rc4puv1u31XUSlGH3ScU1fbmWL2zvnf1vIhN80RU0rCc3O+IC+Z0j7LPZv/FPYrsCjrz7TvzR0PMXJAh4k8vaYyplyfdHne/rqy6u1/Y9Wb4y+Ofe334bUE6TcO+E0QAwZmASib5nz4A8J3vWBijlRfYE2+nas5JRYxzrKVsdvPgOWXb/aIoTf/UeVMliMEAurX7O+75Ppa7WX/T5UywieaT/1//z1ZO//WcLsPa/bFagnExfbKs3BeYAEjrL/wxAVPYkPnrOtdLWxuf5RYuQ+GyxW2ZX7PX733/d89zZXlsmf+IXAjywQ34AltLmoCweuXflapf49vm3Tz5MopgmIUMffZjzrQl1/q3rLbewOBhfclTLjdW8it0QEJb68B+TfP7P/rO/lzPjl1BxR69UcTlLzSK7N3Zy3vvl08RJG2+JPZX1EJed/zaADt1V+yhrsrMhydkwa/DtB4p498k3SdbaPy/TvgCwgi4ui1Uqxht/yXOtEMh5k9hDz2KxuNF9l2EiZxMacP8wKOhnj9Ho7mW9pL3t+9BH31jfYu6LF7INSgxxAFC/hdXCmr/JP/aE+7UPd8/g2Uz8yNFGLzG9OCl/bwwct9CrWv3okk5N3tuzDnMkJqLo+xat5HPWFvsYubrFKvQ7U7a+ff7UNj75+X//X/0xumYgh89yBl37/fvo/I/T43iA7awDmyTnzA/p1bAclJjJbJeCRTOvKqO96IVDkPEwT+zsC6a88dLab5GpL8KywCagH5x5Y3qQSNbnPjotYB4Jf88HhAHsbN75JmRkjKkrLLgJ4JexYby+/ubHJ//o33sau8S58GPkbZW25nKxZEw75mV2t2UZkHP7wd/EqUdfD7A+6m4x/RYdZEzO7xUDLH6Eie8CX+gstk79cGCc6okVg449kC69ILNtQWf8TRbfmLiDZHmzy9q1IpEnkZ8VaD5e49oHBUMDOOQ/z1TmYtduHm92wmL17JzpqdrXZtV+yUAAwrHSvfOnF20e0ODPg6Nx7jTnbAJ8E2C7jIf9y4TEAnn7nT/dZMbbme1LRduDUyWO2cy163SfAd7rb5GWWLuJrf3u8Y01Xo5j+nZy+FYJd5P4/EEBeO+t+t0znEPc5u21V6L93unPuQlb4NxGGXprUVJVZasIOUju47jc8QmCvZ0AvnPsa0vAZ8MfR3To59sXwiLeZJtnXIDSgTuHZoH5JdsWtBpK2H99Hef2Jh83N2tMfdFmnn2b/NA+HEjNTVRsfnYoDrW+xONNAA8tQbHtOobySN/8SOsnabAE4UG2CSDc7PZZz79OAPdmeRQb5iZ1V/368IS9HuOEAq6CrYyeAMVxUKFPfrMOAv1FdtgMQ917PaxlE1F7xiazXPOIt2d8m5J31ZNDCAtyeJRHhIaAIpm8hr5AyjViVum0HhIO50dAw713FWdl9FRSSrgy2k8CcfK461yAxA0M2xaSwEt+rJr4TGMDEHf/lgL0VqdKQL81jgWsHGirdLzP1WtelEHl4hr62z9XMU1GeDL2xelpevarQO76os75JamjDFwCeAo5z5W/bIwLRPZ5HQT55u3fSyJzJt28/eyiBEsvkTlo0KHytiD0RWNvc+xFllBoMBJdf3uJvJR0pE7vTUZ0zwkc5PdN0qgAbgJzxhdnSVIQsv4G3LZWMwoe6J8FupsAXnCdXN2eogzoi8pZAGQGDmSeqg7z9ahz5yz0dfa6bzkDApK/tspjzmKTnxm3AOqCyILqR++dRBfnchWQd3YE48YuQN53sE8n3Up1cu89TU6Yfz2zGbj5/SM1lcTvrbqVMI8BlyC9+bx9JG7ytkm33KMVb1kDNDICSBysPmYDodBwEp8zCiRL0IHes+RWM9aQt4Yn4NYkbiuIlsRrZZq1yf0ewEeZpoviM0frWakae3J0zxdzUKpq12CeNIG/ygV3JQfXsVPxVoQgA7r92B6pZz3T6K7PPnWPolElOSShh8y+1bOSRq3czHiaCMw8LyGy4KDAcecn+k3VaROF0KYMTwZQxvlzvCey5/0crVZwU+TONXLfOdg8FCkuORnD7FEu7O31Dp88WLOjSxNAaWC9OnkVX+0x2HyrhCnqsMkf1KAAdas1Iz9NiNUg355pZUHmytgEXM4U1VGoZu2ed81U2lQHo7k5VG7po7a3LEDEKVnl74AcH3FinOW5HcO0ckzZRcwEAK1lKyvyOfv5VYLmQzwOXLHE0s4Z6/wGe0L226pHBfrXY+pS/JNzz7geO6PPczPPV/sgX0vduWms/qusRx+gHANIEVBoMCv6irG76obt63ceEIYzJNtm4+hT9yFdq4iNYwQAVs/DGxZ0+OXsA7qhFOGMYVRuhx2kfXnEZ9ghAhI5vwSDBEbGRuEAeAyACFZILBV40K27ilTjv/ZDe5a1jcESLKWcOgF4VeAegRyP/ve2uui07ew5tkv7wN2ATgJVfi/I0crLfM/pLnuCec0zQFubo51xc26tv2Td7LbIUZKjXZbajqMuK+WxI8XTnCS59Rpt0RJcPsO5Eoi9Qda2lqhe03t28sHx5rw7TyR+Blpa0posC+quZ2X0SNZecHvJySUJv/yK8kZxlr5KcVw9B0R16bTszZyxApfGLxBsblcBu+o71aPAHVs3FJx6XaKEWoDfuqgk0aNRAOb2Naq05f9eQat3DZaQ+cG+PpMigbMAJZrYgXeauDoOSCn9Ml/2GTrWfd7YAGfY3SpOJLQ2r18kgGAvuNaoZNGAdnf37PRPX0DPDRGvYgyiucGRYwuTIwlLfe8aEI9uXcuX0w4iVzM+AaPKYOTvq1QytvozAJVVrq5iXzWne8yWskbkc/q3Z2wBbAkYn+R+aSoblDitJchz/jeg2fb7qJvG5FJa19xXgF3AvM+T/yTpBwyS3F9/IvO8fo3pdXb6vUqY1B73X72+jXt0vAtSO59L3RW5tHdQTrrmADaht9dLjDypmjrPQ+99/c0q3L5LIqY9RVvZqAp1PhC9js7RvdhbADDtu5Ug9AJ6ozK1NyWjR1fvrFp/3k8ThC1opoARNG/kILLfs4wcrQJ9lRiCEll/VazZ3wJG61cqyLOghflBM9mWEPwWtowAdednCZxS/WbsAuKWUDuBflY1boITAwJKiqtwZztMN5eBphTGk8FrG9i7rSRrhTgZMf8zkK/b+tOP1oNtpUf4od5WeX2SgILXzizVLu5pfl3/VhQbZ6tZa9vQqZKB86lUwhgje9+aFJTqxvmfz6vgGCJ+Nu9NAEtKAU6RdYksgX5ng/5zs5lG/b+ehmtfc6v7jQ+93th8vG9gJK9VF3p8YCbAtwSoow/IqXVw6VJGqkDLf87p9sJqNbALjDZXQPl9kaNz1VXoSm5GV74ZaOGnX75vn1JMJgKF7BaBbkmkofsBlwBrzpi6LwYK9XqpZ3wCxyivVQ29oXM6D8ZvbgV9BYcGFDG/9FaZFzLOSw27/mZHNTT2sJ6NvhYIUls54xVkzZyxYazjgHlLDD/YB604IW9Al6PptI8EwtmW5nxBrfWN9XMDpA14Wl9+n4qnBMAbdAMceFX9XNBYBgoU0EoLspJ73QrEa+/TJUAPdI6zQXDSfcqOAhTf5P789LsXLiDP2L8Nfa05lnxeYlJiPywTAbiU9SRy4Dy4fvl8/FWh0gelPXUOJg7u3u9/KACvT+oSy7PvFkDT49T4JcMKZGmSbImrhRzofxTVKLb5KzvXlzgeAAwNcylYFxCqz+fF5jWPAoUSGe5ZAH5t2iX66U+VxYVdlaZaMnZAj5590WXmsLGLs6/WjqM365fpAUlH+pEvFz2Y84yc8aVQgH6Xin8gDfZDqXf5y9mT62E/ilaBvyYSflO5u6Dp96GRFJQtHWBAVuRjwPf5l/aDoHUTnvlZIpw+eS8JN8lV7+eDlK4/z2DdVXCyHUtS1aSJKnlAUMweo/RnD7Hxvb9toqozx4Azev4APwoQAhJeEFNyc7TH7F50ygOT1sYWO+QrZt4Lesz7nZ3kuj/Xl5ruexq78MeClCSUp3d2Li7G8sc//qk/lzI68qPFRs/kyN3WYAFyiW/ry2+hUwZG1Ys+rChJItNX5O/dnFOvMxbzZ1/uuQdmsX8x6zTp2b6KYlrrIX6T/PUHq2/pi5xfuc5YBbQ62rjZm2tVBLSDLp8+2ZnQVjcBa5DjVeQDm49+V8X3LcYha+aMTSTg32PCuZDzh33YbIJ5yVmt/7Hzk23/0QdfnoTIYgO1LSWqMh98Mknoy7pzW/ls53ntTLx2/PNUo/0554VEILvsi9Ajk0dr8JMK6PxXUHPsIEl8PrTKRbLIhgP6G4V4EgJJALv+O79KKqmI3Zn4IlTAb7PaAahKFP4rf/gqV4+/8+HrJ//m338aoEXu9ytwROyuzOcH0dEvvkuPd4wHeeff/CuqoNkN5Avz0d2zY5Uo4CDP0BhXttuf/hbr0/R1E6nVT1ruDMwxxglxiVVeFjBnyk8M5lbm0zf6xL5SwRhpeBpQpLX84x+nV78KwKl2T8CJ9TMxvjwwcET/m8WMQxWf6ujfksithehMbk9h88Qnic+Q+3+Svt8ACfZJ2780YQ3UQHepyl8cWhGLeS6QICAQn/P64CM65DEBvBgRMOzs/TcBrj179iJVieHbznk79oqcWypYVf1hCMlzSWiKAY394wDFMr7n30lMotA+f3NSiCG2p/lxonNdgN36IPyz6LRLx7tWHpLSbzqP9Y+ix8VEr1/JRraP/FwbEIg2x9B38RHGqJM1SLiBb6hqlL2hFVRW9ck/y7r/s/9fQDzvRl4kBCvFAZV+E3nLs6Cy/fbbP86Hyp76XCsJPrUzNfrmx+zpjjH7wjm0OPQRisz7H37/u5Nwmw8jMahneHs1Z4HpOiwI5Be7GopmeuNpEs7Pnn/35OvfJ0bIdiktd+Sdn1Pa/+n/xp0yH84665inm+1Lx2tPkzl5kwT2/+Y//ia6z2cjqfndrzln2eqNrUS20LLr160dm8/+8V8EOKznrIRW9gCbQszHuc53LeA+6/phqrML/qsPmHiL5H2SvS9SaUyOFi/7tbrC3mi8nV+adj38PonXAtwC1v4sVfv68Hqh5uZX8mkx1cxGW6xaAtgjvtbyp4DH2XfFBmgHlXFKHL6f+y3PEKDIy9FADzCjMn0x5SUto9MDxhSvaYwMUKzxXjHr6PWcW/5mDPaWz5lXLAPslYLFekb5twI5VN31O2YmNlHZ/Vb/dEC+dzOugili3/yf/+sfn3zvbM69gZCunfsiNoIKeDEzIM93u/+m+7fXVONnfJHzn4CgxOSjM4z/0yRbO+68r4DjXLcsUs6mPMAYUceGJMnIx383hVli0pKt68Fs/36cufD9WsZ8iDafHxE/d8ycN761hLRnfL8bIcCa716CdGc8adsSOvl/+I++DmgAK57c3ZazidAWVGx+XaP5gcr29HblqDbbYqiPFNwD8ACLNUZUNqJTyFDw42z70ubXdBvDUOPEZa9ZAnjtWrpE/cxaIq1gbf4jUFLURP7GfJ0ftDV9J74l6uuKumcQtzj21saS65w2cU0CZ77m3zzmOm98QQz35qOKSW7casnHxuP+7iSAr4D8j6tWpxivA7tHeny9XbF7K/DuX+c0Lrns9fa1HypRcm3G3dtJwRvku/1UbnVyJ7Mm+UrQb19MBmGNo7eSZw9jOAncTmwn8bGC9S4mG6LJLps7vyQsN9myCR9ivRvOhEbSHBClBYui4DjfRX47Qf12QvcmEe41TqK+c3uF5M5zk0Ltt3D/tsrfVS1RektKQoq3J6RDUEXhgZX8dbXxvf6t3LrXdT+bZGPbby9ya/P1OLYhjFcpczfFve7DPJ7N5ZoOZZ/3uUs5fR3FytopVb/Bk37ts80Ru/J4572OwFvImSvgNnFtZvc6B/ed68pdaUw93BAWghcU1BztycTba/ZQAX7mg9JeIv0EDLJ528epiYOT3O17T7KsCZftl/H+3/J9vVofE7ePwIgF9zeXUw4AEW/P/51nX1c5OZqpBWMeKcgpXa/2CvZsy6m04vYBwJFxtWqrSmmJ4R7aXa9VzL59v4PR6GHl8Fu/z+2Dt9/XH9zrjM1zDBVFFlQ0roLZWFTJ9RqUq3GefbkeFdl/md8rPw6P+7zeXBR33n+TYwt2Cswv+T4gAod3SLYFHwSBdlDe193z5kpQx1q9se+8evCeMWT8xrvnz++jG2rUOwQlItvLeUmS61yS3wYATpCr6+CwYWTX0EkANPdtAPFhz1qDo18aUB/N7zUq5udMLzWAUCTqDSbbL6OCdS+H8i+HQgTtsTkRBPV5ht2MGLK5pC5jZ8mrsR2UOSHvWYL+UQ9cg7S0iUdmoRdLl6EPUZ5xVYgLlvr8rQA21iJUI9vWAu0T+Rszwa28XEVxq2LNOBm9ULl8XrB3vUgF/yDNASkkvtaruTNUx2XP80DXluvMYY5DEMd7yR8J/UO/2iTvzqpVmD/ux/UrPIf4GQt5Hj3c5Puu+/Fs63hcxHETBGdNVh20YOz0zJIjDJY99yjEbp/YjQktH72Yz9TAylgb+B1a8YMEZ7wKhsjrnLQ7m6xhq57RDQ1lOdo0Qd4fOp+SCt0nrWQdM8Eq8mYoXT11dfwFJqxf2ua6iefcZxVDEjW5x+nBUQrGBMUqLkVej8LOz5zH9aAT3F9C6fYU+SWOtv0mEL4gxjVSp4vvq/0B9fy9+4ocF9TEseD8zzArYOYEQt6rYT7H488SdHyUOuGjxvUZqHSJCG8sCOIcMp8liF45y/glAF8XbHLolA8AhU6YwQ/RzIEyT2it9ozm+Z6tv5YiEE0jx0hnoJNAvuAAAKKieJf4X+JLv/IldI/L233bBLmgz5n7Jizy2VuVwnG9VQ3vRX5HhWkfoqAjI1v7JkHOOc8Q7XnehEf082E84ex1n0s0JiDD9uv6RW4kJQSFNk8cMT1DH9Gvnn0ylj4yeQ5BU/3KzLtAoADtqkrOKnf/Tl7uucBopvPsFWI6Ole9Y/SxWT/x0er584IIHPWxB8x5VrHWM81j2C/2GcRn5s1eFTgoMCL/Cdq5T/9eo3y6bpRWS/AtIIVmfRVBrzMWFWzWG40U28OZKOlqPQWyy55SXUf5sIvuJjaf7yTYq6J9PeVLAy0p23n2voGbzLkzrC5ldfuoGumMJ6G2vH2O7fU5RBw5ifadIYLEjsxVJ9qcqvnWA8c8c/LJP1rKe4iO1nrJ1iJsM36JKWuPUroJ5/YJ3nnlnz6WDc7mFuSXnL5BBZd5HFuEIG0CGaqt8/r8y1FF2R/mDaVUW150jlCcjz2gFJ7UXe8z4MEPCYAWKJff0ZOff5ZedglejeZ+gaHqQno8A3Ie/RD9ZY2++Art5hb84Fuqq5cwBDZbdc9gRpN7z6r37008r2eS6pxLkXp7ko++7tqcbFGv2pT56nkvlbNqGWcrQBvZ7TmkiqKB5el9Z+pllAB4oHd8Xq/ee0Zz4kf3yoZtBLxyKggAyER+BTadCbc/8ZI5A90BDn3xxVfpceaciOAl2IbanEp8g143wQifW1InPZv0yS1A1HkrAbWqzlevUYaOWv/jJAXM2SpGo3+CSm/iXNUM2znyrMr1Xf2pUIEeEGqFp/K/3p7Xrt06FJLVtWolgt9U/8+fqNOd5bYfJaNfpapgSbOBM8zR/BEBgp2fc7DHWGFfNIhX+24B0AVN3Hfn/N3KPZvbUsT6PvozTfIFDf88weUNUHJ0Venzx7D+DGAhsDrA7oBc/m5/OdNVihTsEVkiu03Ahp5PpZ41plPpup4c57h0jSs37KcG1JOgEiTQh9Drgig/+zTU9WWawJyxZNMA0kkYnMqN2pB9vPVypI+tX32hjjfSImCesa0ac9U49Koxqb5sRXHnURJHEvbSso+arVWFeuIeBi5Jiyv3egJKfjdQ/X6CzKGMf4O6PIEaSeQPk3zhSwFybe/sLDAnvm8cIX9g36uGm11hvVO9EFCAZwMSc05hmFhQ/ujI6F7xCVULXkAYu+rsNdWznpc+ch5pA/Fpqoud2ZeV5fEcnI/xEIcQSi4DjPU9Fa+qjaOkP0mQ0DjJhvUVRO18Hh3b3p75/ff+jnkia4hKcZWWA6ORgbGzDPw0alRyMjl9jNOwSWb79DxRyX58JMm2st9kQ12w8QBPgINrS4QKl8/rtcrJ0zakfkJso8gWf3FUz6N/d/0lxQcYLj1h5NledaY4I1b1MBC28U4H0t2SbatiVlFWG+wEVGdD8Tmjq5JsoCN+SZKSDloCxjnMXktit6b0tT9mhNj/Aprvf7hYjECl+7qfJK+xtK9w/eNVFtNB9taqdJIsyD7lG/B7JTcEXtkv9Pv0jp60gDYDgwo0l72l7RK2F+ibsr/kuUZfzV7UJ+/zBVBzJn4RelvzVNp0dLlZp9ojSbYKZtfOUzkZY+aHUDP22s7fXOejT5ZY3Yt9pa+cqqv1rS2zkASInpgZ87O/O/KfuRkN6Z5H798xcUnuZj+lmrp7vpO7taCzV2lMjx89cIKorl1mpfa0s0Z5LnvQfj008vQy+Rrjy/ELTnLXLa7ep2MlJOhZ5/p04qnMyqD0A/8l1KldM/ZD9NgYhl5W3z5Nc1hrLcFSCtH0ewZyBGr4yd5xBFxjNfO9pNKSGuwVusHPr5OoKQMF9rQ+Z+zNzDvZv+DIa0e7XiufsinIp2rt6dRTEdQzgr0subt46Msk+G3PxdcWw6CjjUGyRHJXMN0+HF36QGXAs2WgKavXm7asYDeq+PzT3z0vIEBSgETzJc13K0BJuiT2ScaO+WjtPxrfk+CbeZPhDFRsTwCv0MvAJ22Nc6iKC2wrC17kshVpenBjAZDwXosP66wCc0AlleDxibPHeE5v8nyYGcqMk7Vkt77KewYcix7OPihAWV/nP79Jcum9J/9mKn8/SXuLX9iFObtEHlr5mPl6/XKJU/JA9+28WOzVHNduygOymz5N9XhZBD4S5H/3yd/+cywmiTt9zMaaTxAX5cl3WIiyVh+bo9xPJaF5oa/sU2eF1x/+3tdNiPGzf3PW/DDq/0/TG9c+++PfPu/6AfDVT/jTwN31b6Jb3n0fIGB72sb7IeAZdKnailj/YClz3z2bSlGABC1ygD1skN/9LjSw3fbzP1Flv0rSC/X0gOU5E2PnFUBy/LNn384Xq50U0Mk3AauQCQnf36XnOAxHq+vz770/A0rwdskQiu2xxLEHyCaZ5R+R/e/+NECbpOuvP0/u/B5d8keZX4lBQJS2s6hcZk0CLKUfyyCSvf9J5LI6obbGbEI2JfdBhbLEkrEDPDgbnbV06ce1H9jxazNgHPRwzOsnn6kQZANnzr9LIvif/lMVtloavM59x8zD50ZZ//Tr9PJtW5WBDG8xnPVx/pF5W+Z1bKAfOV2xg8rC0aKB6UuAlKdPP1+/4urB0VFjs/uUr9qK5oBwCy5wtsWvOb1XFx8JkOfprmXfmqc///xudAtZzZ6pfbu+98a0GAWbr8ZB1+mdP8dn/u2HJ//Rf/RldNOCX93q+dY6/BZ92SKTY7/UXM8bVPB+n37Q1UWRvS+/jG4S5eu5vL1Vdq5ciy7W45k+/uSwm61H/ZQJv5R/2lhfdCmdV9YXujqV//RI3em897tvAV0ljk/x3ruKsPgri8fMDo0vmbnq6jb2u0IIMaA/5zzjc9uLgFWNf2UYL78fZbE5dC7V1stPbCxjlYRvkZy8CWB07AfxsVWc8q2d3eZt9ge/0z3qAzQuO2DGn5s/8UZ+UGQq4s2+dZZff8Z8A3fReQAdH0c//uN/AkBjj0Xn3TYCsRU+0KIjdPkDjIh/AT+I066gRjHTzWvd2GZlg32SPV+b/NgKY4JafqStI5yzAVBe9o+nX63PMh3vd4Bs9dfITM1o4COxPwwbs/9vgnZ5OjHJxf787Kx/meIQOp7EmHtAkH/33//iyb/6P6O796pvK8+gxVBko4VFQCOZ8zJk1bXbu2/YhY9wq5sbL28uZTF58WDvA8xoq80WSdwWeZ5/BYZsydrP9bNOy54M0/Xmo09+3WqERssAACAASURBVNuZVZaDcz4aUy5x7IB9nixsjx+WS/Gpbd8DHB+t9WIZa/lzCylW2DEbAyBjbBL+fgEG87neefZyUIKHhOcNfp8M22My8czu+fLX1bmcnpsAHrL2kSJ2aLzHz/v+On4tsz90gVuQBeJrvB8K3FUJ7mHW5+sYkDWGGKlLHNxk3ioUdg3XurRXt4qxFScc+esZm1DJup5eAoCjAR0dxHq+UsRebSJtUU8CeBWdE6ZWmb31oLfHbpHON1mY95UutPc/iIF8fTsJ2crikwC+CdLSLTbRcgJOkneqkE4lhsW36B0/N1fiwDyceV9F2KiYz9vOBpgg3GrhKae3gq9nk3BsKKW/TgAv4LsExq1mWe8oG2SIi4f5d/MHWaMEzoboOnFYNpb2IToJkasQJuSPPUJHUbXg9JWHut9nnm9ic9jWUz14kpsXdbdE0Ulk1iB4XJNL07LlPLuugZxHKvPSiTzI9RLXU6ZTLDcBvLGoerpBcfN7D2L68F5/e8Th3P3VwMmjbDwkqztV6+92aaGJ562IrgwUeTT5vXJorKsw3PyusnZoGAfUmZ5WeC0559BfsvPuldJJc07ekiXO0Kqm11zdqw52q7wWVOJ4+DqaxDl7t0rOnAp2SAC3Aliiq3MyNFoducohhMtJefQQHxJ58zvZ8v0SXatyaV9hSfUmBE4SOPOAZsph0MQHmctzqup/A5lvDK0gRHkyOjqIG4s95Y7KR5JowZTbw/aiFSnlJuxafTKZlmhaxdx6DduXpcE4+oJuupT4t8L/Hk4MpKsTryySa338JANb1ZCBjirjVIZaI05Gfl5ibnPOqWZsLT9I/2x9dthsbayFQNUM8kf00aXuJk++t3/tgVEUCg49VrvXaTo6wTN7lcqq6y7hsKpMMsPA9nLAX/XJqPQ8egCOMoyhEENEol7CLzLJAYeWWj/EVcDdPYLa5urZGn/5I5qRNzFC7IP1JZwzMSPtcb/cXsR3D1cDFFywKosaJ6WYG+jkVnMSWclcz+negAduNnaNBXMW0InBf/Z8qadvVWIrCSAVV90y62DyUwowIAdoL77jkaudT5m7Visb5xgE7lq08r7JvlGbWLPOf/eIJCI6rQFTLs3kdP2Qw9SboTaZXoNb5a0Ku62vwMDVQQLo5L29GNt/zZ5NNU0DXAucv50AXgWVc2xjGnX6KhiHxByqcBWkx4Y4evMmN8z/AoBDh0LhU+n+fZ/kwgKQo3pCn/NO5PTTGMgFZLTH5dYUwlCFytCQc4jJGUrTr0MJi6XlqKR+NdccxzcZ/3qIzA6ozGSOb0KhAR86VmK2juV6y13K9N+aEBQ8119FQndVKia+uu9QKH0SY3sU0Pbz9k6Rku1xPNltUlX1WBPZq56EzAU8Kaoze3/U1ZF/QJC84WV+ZtN82j7CMSaD1GxArmc6eVviUlJbH8NfYpd8kOf4MLqNfL6JIyEQJytHTulDuRLGsECPTYnm0VytWnayp8rRfr30jO2hyS6TwMl9V5ni5VytpqqctlIinwNC6dlUA2e6SKUhZ5B8SkrXqHZe6dmSTaPqxV6XMBgYbpXd1eeuwvliHwl8RrcvsE6IE7yNg8WRFUi8fbB9vn3WTs/OVn70XB7TCifHGtiDQ0+vctX8eh6BwdoKdPFZ9IEeF+iz116oaG+1zKqn9IocQEyAxBmnR1fWSwLo7FH7dmCwGScceDp7gYyTcE2QqFSsJ1jnjFAhLXgmqCxoJRHPscE2K+D98adL3t2zG12l6jR6jqysFcYAHZPFPYv9y/b5mTzbOxJsebbP4lAveEMnrw0HakoVIdbuswS7XFNyxjXNZRMXrbD0bHT6ZOyTyKAz4FJYfpDqLgnEd/IVYEjVqQC+hPqAO1Duj4kQPYpeJ8D2fs6cz5MAFgic2XcCf6eSgW5279JgAoM0kHudPGNF4ek5Vn149dSLFwuksuFHXb5zZK1JQlWbwI7XTQCX4lLgv3bCWE0K+MwcXFmwftaTLhg19CiFJeUlaGrjnR51C7LODjJeNHReo2xVUSMRFHq0rxfspifoESjv9kxOgESFA9/oq2849oIU6dH3PEHDzO0X2XuCaOZG4G6U+QOSrJ2F809w5FRl5P2e6ydJSrZcLtkgcytUoruTUDQXTxM4rP10zkE6mTWIPl//YgmUVkKYz9JYS0gtWT9gxflbfawMKRUCnwfJbvwCxLd/srPvBkDMMUpc9tt33z2vf/pJ5vMyB9mHW9ch/Pf9mChuO52tCSDIkinOviYfvTdnop6i9jBEffVPddxAsGtvM0q0CaHPHF2Wr6tGnf5tEj3BKHpT4mfsIKvwGENBzr8bZciV6EUvQCYVfQPUHD0zCaxdfamx0SbWdsx/ep5K9NqDt+rRnNJfWDtGGekXo60WACpLQ1vf1ILvPAjIrlLg9medP92+l4LwYgIJjggOvQ5o4ONUF9WfiIyiV7XeAk32NNBBEzYJKAqYAR6ZE7KkUoxubBKhgURn9qncq03BZ3JevHpIKl0guqo4+q9906ODXGOVHNayK9p1lDgnd6ocyel8XcHp3a+2Gcru6Hz7bDah/eCcZbPN9ygoucHeVZl0y1S/3dYo1isV+qrkBfTJfmwHdpY1tffbL7iAhIHb6OwvwpCwJOmt+I6ejH2lIuiOb4naJdILMG3l8WIT+q5iV3DtUtLWRlswFZDJXNiLAykIgOY5+UQqi6IrXdfrVqbN1j/gOGwS+ZB1dxb2GbKW34fVoH4/XfNVKqeiY7/7NpUfqdJEOa1C2/o4OwXISkef+Vvl7qpEx3TUyGF159o0hMI0lWgfhLrSWSGIa3tIjn2aoOgChAtErrggFcKRuXvesWPYevaUZ7t61n7p+qK6LzA6bA4vB0RrUiy/dzYDL9xqcYl79nKpiZtQo5d3vvoqoFtwZK73VRL4o4hdknk9Vm8Cjh6IvkqCVeUk/a+FgXn85SeMLwLG/BGCy0abvjLvkvKvM86dr8BQqhhno1W3ZT+ZB4non1QhJvnjfZ7HHpake/3qxAfeS3Iqv3NmkHlUrfU7w6RgP/zud980djd9WZGoHIwBYy1ixtIDlLeWBqPuV63F51P9eRgdgDZzD7L5KvMusFwf2VkcGf7qqy927rUyZ4mOL6OLVIdRVtbg+9hVA7M4yzxDkqJhMhgIZFXOb968qpx89dU33VNd8yRz2CKXel8FD56dguxy+UstTd7J3M+hHJ3vjm0ngXLP376Oh8WjwD2B3Ru+HqjonukfozzO/VBV84EHbgeWWlWX96qac/7pc7lqoemOxluy/lemjL19PE9Felt9JJPFtn8RBgSsPhI3EsDvBhz4Ss/v6FJ2S2Nj+e/aL0sIzwZj59O53eNJptL91rQgleb7wyDyNSps/0siMefa9kMSfckGmZ/17Jzj437kmL3PHwP+qUzmfUB29SOj18rQIybIjygrBF9k+vWjVDfS3S8jHxc4MNtNVSEj//sn/+gf/mvxb5I4z3sat8u6fJSvHyZZCFD56gW9snPWTcjUEmfTk2wNa052rx78IFWRvxbgNVaCP79Lx2VPabVQhpr5au81Pp4ZTK/XUhcnGYt6W/94s8QelCAYEHu2SxNIQED11WY3Vr7z7b/4Z9/n2bWiOIm6AKLaFs35Lj2ee/FPyQYV/IvMSJkWAP8xIfw5VcWqNFdkJJmtym29UvlAq1RDIy8u/2ES3d8kSbx4nPNLhezaLFXP5Npfh87XmaBliqLMr0KRXAaS6BNRqOep6gSSFf7/PMwEbBpMB9a+Y8jelND+7tvty8nASQADtCdG8DSgL3aMvf9DAKwffuKz/Iv1K+Z3f/5FJLfn6eNc3qIy+pyufvEcy47z57JXzve2L9nhZTNzlmMMzBn0NOxEnxTInXhIkvP/5P/6t09yJMe3GYPJmJNyfv0uYJGc22bRfjsu2ZPPDmOZfT6AQgA6kd9XZFgbLxXKWN+ynyvX+bve9muBMrpfc34ZVLjLn6fqtFWGue9aV7wXKvnnlTN2DvtjoF8UzZiTcq3Il/ldUkqMBgBisYFXiUuUKSHfA6OS4ydJbAe28OR/8T9//8nXAVBLOqt9tqbVPZmzh7juxGa6M2Jd9qj87vPYqfIYK8KabAOV1G4KSqKy9B2wRnTPsZ9bPFU/eX1vyQmZMG8rhhhgdz7tbKEyh7T10eSphR2AeXyo2rADVrLP6BW6jS3jJmULK/PaEp9iWgW2irfV53a+qLhHqc/+ma1HX7G7by5kALRbAeyMMMfO4hXvLS5Gf69wgo968wfL5Iy+Hd30AF8DgdJVZQbN2NimL5Nc/y3AE7rkk9g4//gfA+tDq2e1Yneg1x7wOiCJnAHifT9o8YAdrvoVgB7Vv57sbPkxGV4gUv22X8MqkVuwJbrWstHHp7nA+s9jh0icO+u/DF39Dz+kHULW11ktT9BEMWmbgXviZis+YIeT3+XextRIZ523loWDyGj/0XgnjypggY8//fHJv/u//CpJYOfoAR3lfeatBWlHCJ1Pjcs0t7JziX9Y9s2yV9CnHdbRrY/fT9cuRu41G3j+jGuwG62zey2vtFimdV6sYnbw2ElmAFm3j8TRzuvnzGmB1+Ke+jFE9n4uACBFBFmb2m0njnrzhS1opFNz3dnPu1ihqvRDbr3486GU7jNkDU4F6v9EAnhXejTWNgFvV/z2gQRPM7FzHJYsGIIgn307sRXpE8C4r5vY9PPtd7lJHsJScPlSWPXBj9G69zxcpu+vY38fnCR13JIwE7Lbd6t9WjhcxnguIsBrnapIOV4cnFM118DDob2iwG9lcn34VpFuMW/F5QPl1rn/nKWN9y7SfW4ysKT2Bt4g/xlbDTuydIKqTe4euk9ItCJH0cLm/ShBJ4wzIF3uJ0ZGhObSm16n7SYdbh/gK0R3TXf4TXgtVfUlPUqIUOvG+BjV7ek7IeCX+b6J4VLxVjk8roeluvO/a98D3PNNcNvfyRytFKtydBVEZezcY5RAm6s6fQJiO9mrVM3krQhoxbQgQ421ITZ2rSH4FqRn9K1Efmj2yc7WfUlO41d5c/L//cyVtbcT/kMi7aCBNtl1tu63wu5WEnMS3n4tsbLfuM9k+ibeHFDrV9d9cLO0eS/nqYHyXGBVqHtmL89/exOOcngybpJuFdUcybNXTgK4Sq7ggh1MQ1o/UkjffcNgvpXEHe953pvUb+WIBHATEkv+ek5L/NijlwG1OReg+VFvKMAF6yHB0STznqdAxof5mRJfP9e/mMomQJoMjHGwgOiSBkAfTU7EyJTkvJU5pUz17sGMojCXEGoPjDNvXUvyL7iT/bYevnNeJbYdSqOWeaxWvj3Lruzi+i/1aJ6zDgskZMaFqsUa/gIl1aqbrfs9eGuA0K30iMM2Hy7KvzK6CoqfQ63HyG/wqPLDJZ2z9l6ed3L4CPLo/jmyfvUqA9BU3spRczc6HuuxfX1fxmKsAhi9L/mzRnU2rozevkeABYcuSKKuSO0djtM/J2l0qgZu5a/E79KP20sCOq2Q1Ucyf7tGhEpTl/klzkADPnldxFTn4WzWj1qpzbBbLz5bcD2DBUlQn268ReOqNM6aNOGUdbrnWJkfGgS0HgssLMkzQxKl+I8SKTH4vUalNjq7W5FkrWbwL2FON176fga/xB2DFQVLQQGVrbOXJeRa/bC5u3JSGatjsL28AM8USiuDXKtBComhOaBb5wXydq0DkpHIKRjG2WZvWoMFjMiAv3HcvejH90rlSa8e0IhEZu0AVUPOLYH2Q6knEBNkpMRrn5vuL5qOXl8A8SY1GMTuuSTRqOQYWk3W55pG5f3Wyr4EhvDcki4Me0PnGJZK7lRivY4D9m4cBkGf4lqq61QsSPSmIlM/tIwRAtV+FlSEkESJdftNr9/ven9AgNqH5lAQcQngnR0Dn3HYF4ilx+gzciZ4cvU9ZHb1ACMU9bgDIPPHwJ/xOirurmABGQIB+0xthz4HXYgK1ZkoYGJOVVTmqTgAKj9KRbfkfdff+mTt9NgkvzWAE4yR2C2jCrkmGxlPK5FyPw7cr3FsV0Eq0LPzyhjNE4dIINyeY7QO6DO61FVorPLQa5X/kmFQwasGbRVpnlmgZZT0S5i0Qq8I/OnY9WqaNtpZ5nOzGW4/odv7RzVcaZFi3asWKwoTUjXJ3dpQ+a+9DCMHryIHEk4+K7hd0JCEo+rhBAnOCVSZaR/C7GMJj0IHT9DO2tv3bzOpTP+t8nPJv8nyEoSACkmqJKDn+rVB8l5na+nwIHgb1N99yBgAyQPoMDIq8Gsu2TLkp7azQAAULMqhfBKlM6o1j19q4uip9ayZ09xkvrH9ImEwdD26KRlx6H/j+PizgXecrYKua1XSndizeVRqqXhJ9YwgRanyJP3T66+gRrbTLtkeR57hApNUc9ygz+s41xzAUtrmmQWeBX9rtwlKH7vEetNF7bt9gCEfAklmLlxbcPgizD9NUtLLuppHVXF7ESTPl8R8zgZqHfWo4J5AsOD4J+nvifpcomLV5ap6lFAsCDMk+M4pFRsc4x47dbqmHyVcb6X41X3rDQyNvd5HEiyryE8AugnHgbuKym4l+YBWl36ywfaazJL1e74+kbU/en4MCSj6PimgwaDJ6tXhEileC5j/WB14EcW1bSp7CdalquGdJGB+TtLX+i4BKfCy8+19ew8AqL2oB3aq7siZCXzR9ct7jUsgjzZQccJ/sf8+/Nj+zdnyfGwqFdS8Po7+tx50mOqr2u2pUvkiFW9XBwxINH/oywRj2JnfJ6C9NiKj+Hs43xPg+izVA3qkvUpfs4JV6W/2R8YrgeX1dZKd7NALwGkSLeeMCo32vyzN8vzS2jEC+kCEBT1OHzRIHF0v8GFTlzow/4z3VYLj5K4VyVnHhwRgZHvVpGNcum2GjElSz7lAb/Tvv6ErTbIkiewmgEuhuYSN6g8VloJTKHEv8OxWfjrb0fOii+x6xS65r1J8V25TvfPtt/01Cu4Bx6bH1ytMVeFo3ZawkNAWkMMEcPo8C8hhxMgcS2iRFwE8cyVgcvtnsd0uoPbDJMfYUqPHvTb+tWdWSaCiroHpBsXQhw5sJwG8FglzXFVkqHCzJiqeRwGNHv/zrl9Bok3azgZq3+kAHvhAgqgFyeUc2PMsIbfqXGeXKtYllK8eWaLulwa7ASQWhJpsmusBjlfVt36vfD/zMzt/7DA7L8iatRlIHl16EjitQsEKoCJ2LGTsCWfCADdaHwgKSTqzQzdvq9Agr2MnGa30QFVjBVIVHzafViRJaC7h5kUn1a6sDQhYuQoOlUit1hU3qH+ws9n5cUHF5nisI/ccj27MM118En1BD8xeWryl4NHME314QUtN9NcO1SNuCWZ6VDXIgtN0e/TJ2TOChGMA4lcN7Gt+F2BdokwCuH0Fo18k/CRM1htv/sWq3gc4ZUPby9UJ3d8Yb4D/ZjeTL/pJ8pvM2oMYQcxTg4RgZVHWgq3owl1/jCGzsdcT0iNS6NZlwEB9zj/J2GpPZa0A6QjH7//wtDapzxeskwAr+ZW8F8h02WAnOh/dryqYw6Dh+ei4tdpZa5gyV+QDH8YGKSCS7Z2LseXYDMxQgWxJYOv8RZIugp/O91cvJLJjX34ieH9AhBkX4IjkrTPkxyQencOoH6/PsoS9FgRfVtbpyPoh9mTG5Fknpyc+lvUCZmB+1EQqk8JaPyxpu8DrADUD/5KHn34YkPbp14822dpnWJhfmkiU9CIH9OsqgLVhEPvJDSRO2tt3dllzO/znzGsrFaMXvQrob+HIEuSzRQEAfNXvd3S8x2xd5VPfF38vNoUK1JbSHXBbe0+yI0984/kLPV8Hhpos8bdGJw2sZ2/+lr6hjcXxv5zKPb+W0KJvBNgHVlySfuBFvVjRKc9WYmN8+ZVnWo9dMoKq+bJGSZCspcnsBs+FbprMl34cTWj0vbNnFKnzW76JXe1cpn+fPfu+Y1rl/0DP7TWdZwDMH8hrRUJlcGi/eY6O/rEZZyhWB6jc+OhCVW7bP/5viSw9cq9daP/8AFQQ+f34o5+e/Fv/+mfZD2J2AMqAy/x6AXkxk53fz/7knGnkt3Gh+iGRteod7DU91wfUnM5aq4Eb4yogKpToZcY4VDLsJPbw+xIVWZvvgbyy54EnPkkbjI/EvPYkSd4lQaNiPn8v1XP162InS/RK5I6GHT0xu1Nq1fN/9oVk/OIh3Rs35tR2RZJH4t0DHzxJNe47Wb9v/8QvHw08IEiTSWXsmD1rTr5T5Zvrf/P7rH/tv8hV7HVJ5M5LfW3nqg+MweE9/Z2TMLU2LXygR7LPXjwHql2S+UOJ5tJRj4J3cdac/VlWLsaLVLKWVSB68e6zS3081hBxk3z+nSSxIyqq3/WKZqfo2lQ8UVlITizt+K1kkr6nEz5Mywu2pXOUDuo+wY7Viml+ca7BMQbE9w9QOBW0/81/892TPyaB/KuWBgGSEMFVHQdsh8Y6HxE/b/sThQHsgAzSz/ag84AF9318hDdZH22mXIPeuTGiL8MeYpyLOceebVsg88lOCugyST3MZm9yH77a4uxaVNkXs4UAfl6Ezt0HrVNbUmVs5rZAss/HjloAYnUrZoTFN7arkvB8EhDrk9dP/tP/9G+ecKFsj2iKvB94O34E0FPtXsxU+tauevYm8dhtVWENXEw22YvitM5bNocjS1Uynft5GU9WSHN7BtMd5kJ8Ye1IVNIvNms9tVZh0xuDz9BRa23xmGOgdxsurL6YPifjl7Kc3lrLSHFu6ynG42wQ6wBuYeOKcQ0UfuNf7PP5Rp3yxq6w8w0QPhuvcVqxPFNQpo8leunt0Q6vsG2FFIvZyXe3rYnwkLhXKkQb/06Ffv3XVOdLhuqD/EXOun/yf8l+CWD3p8Q8fmx/53w293saPSLqISFc1tshdDJX2MgGsnGuTV+xgW5SHLhxfmrzZZFDINEVhNDJdNiADNrzuJ9E/w8/vKzf/MUXT/OZw9QHCNO81WJlN3642EjkxZmUPV0GqSSd/e7p06+2vo0bZ4wBghoskxcj0e9//+bJ3/+HHz35wx9mBxmfc1fkzHNNJ2+u3HegWGf6Y1xb3GyggMmlPMVic4+tusYuuCK4tcmj/8XqVoXuestz0RXzn/nvDykfdks+K47BPvqwjBfbCopJfgXwyuf91zFgYMGQKLZIVh/O/10X+PrmQYybveD5PamCJ/sGSMH+ox9gO1u32ER4nuG7V0sFP1BlPRhcM7wayDgv977JwptA8KebRGnJ+glezVAh4PsqMGVTlkLoXPRW9b5djev7VpSehMPb1b53LDdR9xcJWcaZwMeJCvzLEsCrXjiJ2y5gsXdnfEsAN7CWXxGYBrgOYrI9gE8gr+M4AYo5fHuNPmsm3g0Ebw4XlP+L3x3k9f3722NvhfLJ0Pu9ajMOAQVxaUMbxDXHlHWDtI/rRekLyd0g4cazaff1Uuj4/SOC3d8nvHs/Z7GX72cIForcBZsXHHDfx80wp1hfhHs/U+RyrdrpPDBclkAlBu2Pl+e4QbJWrVgXdvBZbHPmPTdIPo3tvneeT8LjYX0mbz7fQD25OM++50Vzs2TBBQhsMx85gEg9htYd6w1E3+v62tJ8VBzd7AIWQ4FADhLdK7+bJ0pjziUFxHgtrfCRwdHVzqDbFCwBPMNSouitRG2RvCfh22D2nvUmkS4icvM+9MgS7BTGoX9pkEjy4xjNRpWFvjk+jj2N1KTPSYQN3HDdFwal4NUCLeTkJsjNzU1uDKG+RIGXvbkK4F1na3wqKiVy8pw3AdzqQnSPjKfq6iFQt5d2vT37+f4YE6PDXF8gxp8DtD0p8zY/e/9jpdBkcvonhk+etQ4ewy7rU2PoIPKdGbdH7KVS7/wdhX71VCukjw560IE2UCaInFv7GoSeJ/cSIL3r7gBpwO/oinvweMIGoFAXNdCfeTl7+SGAdQJF7tOq7q5p5j5GbIOCV58BM/j+LT1p7LdX9a08Y4yR7z8L5nTOB5S4vVLeTgBXP3C+MzavorbIn8Pn4TDlBM9h2hpehojtf/eD0LvqlCy4P2NwiYGg/iD9Wk1iDzR8+uQdwThJ8eqEASLMVRO3J0nb+2WMC+TNSXdAF5HOwahzfwaa510i+NITTuaM8eqiPmuMCgmG7RO6Q4Bjffku4KW9SOqsr2/xkseTX9djoFxWAOO/VFU32ACUYJyjF8lAUTtlbodG3d7yqpydRMANMYxiaMH+GVuqFUexcs+j9U+aPpUgU8W6xNXZTPfaZ4vdL+7XHs4Q+3n29WC+emhBDOfRDPZVoY2aZIAJaP4lQdfPkjPYPm21HSZH1wibQa4i+FR66RnFyGrlp2TNKpiLis0z+vyC2qt4Js8XyPNDDNhfC7RYtai8c9/X3rfHWCtdzua3cyOBfuwW730aFO4AWG8ngAcKMWaj2thnixgXBP819FX9rDJstLsoUktTFSdbAvjng/gepeFxvKxhK76X4H1g1HDmdb52HktO3SoIMtZKqoKcFvS9aFijk2AUxFCN6RhxP+uvEpo4m173u5T+BaxI4DShK9C/Hs/TCVnb7FMJ9+mpGdeldq/BvPPvMoJMjq7hPWQ3tDnJa1V1nDsB1yvb/v6QXAeoqI72WkD4+XcvRsuXz7XXeas3t35Qs6pt6P71+CGnKjjJzSrTJVTaSzMBuy8TuKe/mwSrPltA+GeB146Z3SUAFsq3UwFgLDuHVgF7KWEJNIeoOypvQg3WKrKcNe1dmqSLORYsXmBdsspeX4KZjAgq1x72zAkEob8zHkm1BUoWEJDAn3366CRVb8RutEZaQ+apOs4mjVpVuqqV9kUKWh/l4Q+v1kf0q69V2noWiNrJTnsH1a5HG/Zd7gfHfyuRVq1rPSClV0Um2ZwqkPweVfWoyQRRH4FKdyVR8o4xIlV7qlHivJTamYzbw5FVgQLvA1QAaFiP8gXAV7Drv6G2PW37jurh5jztOc/5Gs0ZOl7SBQAAIABJREFUii7BnFV4o7pNgFCvTkGifPar0Ne5xssEaCSQOJLr1c3R1Zt3gJtLoz4/gM3mqBdknOyUUj1f6Qzywk5CB1saZJW3xm+OoHzJxLGV6VXnV23sVFFJTkDtU0vd55XbOKYnyfFoB26NShunwkQyIfqTLmxApHSio7KaPbXzuBWCgARZI8nkAUqPj5ExLwGc8aHdzqP5J9HQoAF39RjZA0JMxw5AMzuXzLcCOuc1WYVsFnTGKPCxitDQF0sq/PrmowSkXlZveT395rOOfcmsBWH1pm3AvTp+ycdVEAWNn/1hLtBL3pYRTcQcgMC7CZgImA+8IfjuDFzlZa8j25HPP001xXyq6REB9ktf2FYYkYcvksgsyOj0Y9remBxUBdYHkeBfC4QmBkLNCBA1utHMfZ7509PjlrPePoutWKXA2SWzf2sr10bZHlpVLoCawNCollHaLwEsUDrgld57WBrWeiP2euWi7kArcx4qxt6iLG71+WFleZ5+o3uxmRYxu885Gk6035cZZ33u3aBVGdpBRI97Hx0gKeAcQIlLx6K/HMXrnmfAXAliZ/Ode5cTvHP+jVmi5302vHPdc5qnims+IrHVCpT82KrMBJMGtqPHBfqXNKuu7B6eHA2t35FU1whICjbPfxl4a4kfe9FaqkAfg0k9hhMwmx0UOyHRUff1XJgIgPsuXeY7STgZT6vZOneej24Hvpksc/luQqrDqiQKzkuMqqxYb3g2cOMaPacw4+Q6Sdy1XYREfOUZYOck1M65qyLsxmbYnretzk0AS6zZr5KrD0D++tHblyZ4YCJJgyVU/VIPWC/BZudnr8snsWLdo2NHWBxC4ul55fsmUccAErrDgExulbnzYGCygSVQwrM9VaoI9GMcYHM5B60b+XDODzwwkGODrLlPA6fH7nsTRpD1Fj/0f2x/ieUm7tiRqw4dwHmMNlf+S3V+As5nefq+hd7ImwSzpJpYgPN3zGDuV/BDAsOq5gtyyLUlgAfuZcirdJSMBzSSbGW7qz6NDv5tZ6vzgL/hOfXqZeMBydk7zjXn0fNn1nwxAoAZyaRfVS/HD/tKQDXjtH/tC/PjLFkg37zkvIkuna1rf0nwbH4lhAS56aTXL1GLew42NYD1gB6vAmy09wCpXr0iS/pOp5I1yT/3db9V1Q/sd33zyoU4wAPofIBEc6ICbux0s3VVwdu2N+jqTF/Rt/24ivCXz6dHvgxAxPy49/Mky2ajAmp8eqrpFyytLxubqm1I2Lb1UxeDaZujrlGor589O5tyu/PLBLjrz6cXofEWSMJOy2eAzho7yLqr7vEw2IbWbmGA39cBQdgbk4fZ3q6B2WRVYgs48xXa2sVT6UWZOWiCAhtaKD93BC0GwN9kU/k69TY9N7pp4Dn9v+f7Vr/memIeqH3JcV0gALJSE689l6QYPVX7O/+nknpV/gOGAO0BswB1tKgGo0N+/803TzOONwW9NLaY8TQB3N7Ei6UNlM8em++9Io4xuTVe16SgJ4+tpHoKQxj7KQDBGy/t5KWa9mssJarsembuHyDue6lU/zf+9U+zXq7/fXb317XhAF7MSQPywDh5OEmoD5IY8XqtSh91e95zKdvpInLiZQ/Nppp+dK7be39OInXyO3v4o9iurWxtG5CAFJqsA3bM+RwQ3IcSu7nG61AYP1cFCej0zo+lhK4uydmxwowTW83UPws7AppYSat3UsVaAEOuh1Z59v5iI2XHyF6mNzAePAkdbsGp+UzBQMlFP/v2x/gCoT8P2MhL1SpWLTa96tFnSRKjUf/9H1SQzvb5498mof9kYKEBKzEmifk6m97NHsu3x53+WTsS/t277LzorYAK9RX+GNtPqIXXPkGMa/tW/1GyZs6Dgai+KLAy9gFb9qOPp29/lOiKjKqGZ/c5m1FbAzjoIUveugfyz/f6ybPp2tPU+usvH5+KPnVerfIwctg4UnRd1gXVevOWbPw8D+aV/+6fPnvyMpXHP9W3yH77LWd4xv3JZwE4xK7ld/QBIuPsfgnlMtdJYhbIlkrJ9AAXE3kVxoH3oj+/kLHmI2UeMKHRY+/nnNNuhRpxPRTQjVnmB2v5qaKjyNzrrDF7d7aiU2tVzdZ/lbmjwK2MNi628b37XsAw6S9dv5s+aCuW6NnsLcDHVZ9m7tNj+713Xj35z//zPzwpI3FUhT6/3i+cBNBuPV9+DwCaPZc5GcCKwMavjeB+90xieYshnniTw4AHF/z27Z/GCPH734+xxhYq9Xxsyc/juytSBdq1luze11lvr8VztDwAeLa+SyR+EQC0vSDvIDnI9nAO0znmD6temTcyd/aJNdGexrn3ecAUq0PaWapdledzxkr+sifs/4EYF4Ns/IXvGhlqu4vYgJ/Fr1rcc/GWW7zYK1f/LqpRxrLImwrahvbKergiFQFSyUTxEmeF6mv+8atQkOvKJqbwcfb+/+m//rvEanKey4vf4iMALExEGZu+u3x1CWA6nM9Q8AiZAFjJGLwGwnNOrxVa1yKGH3YH4Dtth+Z7DYQq7m7v+dzHkQPydlkTVW2bF4DDgugqg7vmja0u/izuP9D5L7+s6vjp0687hqvLMHLKHzlj2KhPAY8+evXk7/+DJIH/JlT3Oducnx8U5L51F//pOVJqfLYqD7hbc2eV+Hr9lVUKi7MZF1mylnxXr7YcjECKQbIp6A16dRXAi6E2HlMgir232OTmbvPKtmu8lS/mmrGZfgK8m5IvoLqspHl72QXFq/O+AsJyKXq3cUDXOfG/zqPCPWtYuTsFSi2yme6yhBUjKR465PkPk7oi7/rha4BsoPfnmyBulWZelMiSPzfgNMfKob0eqQs+9721SrYh/jpB24DQ1UjnvTdx8tDL9IypPnAdj8fE1QIlvXwFsYkV6IqM7SZ3WgmZNxXlfcbiHvc9S2Ru4isgORR2cNrsZ0L7nLv//dpxvpX5smlvTy8H2duUqObqJhI7Z7lXafPO9UzBTcwusL/KPYOAwmhvmfxMQCvQkjwn09bAM0FyuNWxWiDuCt3Wa72N79pd7vaiUk8QZ+u996C87vs7D1vbOeE5UkpXdCj/7lpAe0HInNdF+PrRY5Sumrx0beY8ck67DlGcN+l1KRLe/vlROTw+002mP4zXertXD0abfEke89Rnbq7jrCUlWPl8rCTyHgHtBndqbD5Wx91n3/yMSm9Bp/VtElxpsp0iyXqNEvskpnNwPyA8StOqIlZgcvvryomAS2Uu83wr6B+rSA9tzKnWu+t033f3S/ejqgd7ao9dR6r0tT1wGPCH1tLfHpKAk00P0IRvDrMlYVTcocHZfltAZ8mGW83vkL1J541r972H3B1PUUyH7uiOv++7e06ALQdEaaCguk6y9irnVtFJZjShcW6yW/V1K8uY7hBXF1hAhtvjKhdq9VIVrnftWj3qmsCawdn35Bz8tdTGq7a887SqlgX1Ogc1JCbDlwb5Vuvkk90r92C3L99tZZLeF0N1tX/wUWUeCfp1iB2UOpmHHkZDPDk8V/ULyTOaw87foT5b0PuwJmTx7eslkJcAvqqKSiZ7b+vkzp/ERb9OL34QR6U9FDmiuR/DWDK9+yp/p6tWsTz9zVG7e7F9u/KMDkpz5TUUNCqyS423/Uderp6md5tcFzjLcAARJMgEyFapugTLEpeRu6A1VTiTh5+afHgE4bRK9GyCGj0FyVjPUdR63WrIUQWt/5DxcHoKnGgQOmhGBkArrwAJluxzBrVHbPReabXp9PzHefR71yxdX16/FPwheLn+rrfP003kXVltUhAKrNGrJYUWMDgGY0wAAZZfGSqRL0Gl7Y96GG/pD7Ijob7A5zSwYM9B8J2z7KFfd24h6F/EXPfzdNz+HUXSqyyI50bWjtMyiqqdG2RmPdMFf1JFVHpZz78k4NXjv6nWzpw1uJjroxOHwJ/TIrglqWh/ruJYkMocueal1BT4cE9zBvFpHujgBqiKrD+Bjix2E49sm34N6jqIdT24BQMh8WdkpwIu6/bLm1UMoAn1vG/OfW4vaoG07pNTKVJm7qJ6b6XZko/QkBD3rfpvsg9dMoTjzifOgEpoe9E8+XxNf6h+Z23RpQNJLPA8wEh1AUYIyFRJQ0nbrJf3CLA3gNJA5hJUAgqr8BmFWemynAN6wQR1LZ5L3G5f0lUPLyDUvmUxwkcts16kvWYCN7/8lIBVRiwR2qCc0XOKU1X3U/5GTiVIWimT+wIfWD8/X4ovuoC+g6IVKFil+yNVvnlqoFDgpVXEqv/1oJpes98aqrF+kcsFftlFfMsq+rwEkyVhBVFHD+rvAqv0+o8J9pof91H5pafWTIWhO50l6z28BIB+S97PwRmIbXRHVAV5Wn9ZVPPsgPUJK8XrMdolFCN53Z+fZP7tSfaphCaZsQ4qZhheDVgenU921wtT/3T7Yc+mHxKdsqD2dMHMbsLiHJlD91mc5J+CDi6tWYIuHFtVVfbD5FWF7WigUX2hZBtlonPORC4w1qqcPIHEWwMaTXioalgvYrpLsOie2wNvCNiNRnzApdmB8wDnUP6aOShVdvbKKvdXCTqgX5KuqS6i775NLzzBZHNFbs27gEJ7yZ2KZoE3weAmlSpPY7zYeTBHlcnbXtmZOIEKwaOuM0BlPv/1lyrB16951S6qU05gIXNHnsmg8w193AV0mSMFb5InAh+SmXSa8d9zUXAUyt9r60+XjUmjK5e5aTVwmRNib6fv5HVKR7VGLlMpkOQeGRnl3HSw+RoTzc4k8wzMtqTG9HxlK/atYPxN7jif2sIkz3R7TjaYkv0mYPf06dPewzw+T3KI82v+yk4gCV2qTfvxMBNlb7jWL1nXViw7J1WhJbFDXl1H71oBLYnxdxOYbQ/A9M17nuoxyX5jRN8oWK9/ofGQ0/Wk4jTbewJk0//2GDuMLa3f5tOvVG4tqFO/jMOuSikBpNn0gHHokrEQ7IxvC5kDlFABZzONXUjV5pKq1kylyJephNuC3UTY2o2YZ/rVvjKvtXskEQXXIluC3fbpEpH6oSVxEZ3WKjQVtbmk/GsT4wUfnY2S+9t/+vihBWw/euApwc4kgz9LkG0o/gTZvk3CPPJEPu17E1RK78jVkskqP+io0LqWDcW45w9dtgrvW4XdXvZGz3BzfazoKpuaKAuy0tW+dwbXpz1VqeTwpXWILvi0DAF0qarYgQ0kM5dIDBVmzmQBLvvmIXCC2ef0aRw1qOBbqtEyGOvfqpj2n/toNILOZ70Zcz41CFMg0oJpreR1nkTG5hedfZdxO4sAK1oZ2f55Cyiv+n5UfehRjevnH6O/JS0q8wMSWG/+equGnN89hwciq32ecVkjzyqJ5dklQsjC9vh6gB8cyMPcb98v2bz2JaM+FOSuLsyNVXZairXyUPU3gOPsbmNSeTSb9No7glfrW3vqEyOz1rBJo/wWLXATL/RfruO8d17N5lgciMyOHYkcjQFjyZrthUkvWnZgoIDdysBydG7O3Gtvtjigciq5s0oO78NWgcrbi98jYOva9qEAf2mK7VOAodJ/6utK794k9wXFYDRp85zp7gBJnCnm2plxKfYlpVUdqtRzLhSMp7JUJZOgXOTQ2b7K7S1RQbcN+O1n/ovKSPPsGdCnv5u5eR37yBq0yiaT93mqv8qyVN1/gqyRx+epcJFANRevQ7V82+OgQxcoR5NNx7j+etOtNYZEIJCM51MZ+H1aEnzzDTBT2n3k+/oWmbunX0af54VaeIBY8/FxdYI9qPdnafAz9oLKJNHYMFonRWcQ5+7h04+3sT5nAspmuvkkTsjC61QBfZ4KNmOQ9CZXEveXCcOZRIZdo7IVXci3sCfoYOvs+dC+2yP2/At9Nu212BRAJ+xbY1lv4u05QKSX7bkqecwfIa8qDyUiVJaSodc9943nAmoLgmAbZEGbOOODsnvJdfSkNgitLibztU/QJv/u7FU29npbVy4yLgk/4wS4acg5+uOrUrP7bOrpkmRpZXdewGbOOomDT8NSgHnMWXif6wItXEYiQryhNnuZ2hYntG/sP89m95U1gC3XANkSO5i4nHtiDhasvhvmncgCu939yZxzi45gd+kh+8FHixfSR57pZZL72yPzvTEf0IWArvYJ24Sf4vfWcDb+qkjJKJCBdV5CnV/0ZeVXD3M2DmDyAvHEFovGeoV/0h7mZHrsBGNSiT5XhZ99KnnijNQKqmdL1sR4/9V/7dNQQIftKb2uP8icNInm3O+4Zh9IcIq1sC8+j8w509caS4GPfZ05pq8DJHv6+/mP3z8HPh3QTeWtrjie8QLaP8p580PjB0uUoT52/qkmNK7Pn4rpsE3ZqYlZpf+wRJS1/fIpnZdK7NBKSwrbZ5IrA4hRsHQY4GL0dqoAAUU/DBDBWXZjg8bofeasVbmlAgbqTBK9/X/FntZa54H9J2P57tnL7iMJPhV/Ldp58iZJlk8LUnO+6wsrWca3+Zu/ASxJ9fK3ATelWvTDKsT5kmXO+2CJOnEY+okMvh/d+lV6t+ofLin+85vFHTMDx9YDNFmVqWpX/pykbul8DyAJQMZrcVSgYNW1+/wXYbVR+fpVQK4DlmEx2/sNTzKMnd5+0gHo0AP80cuwUKaqJn3Ymzmbkuv+9tmPT/4//+8XGT8fOnuhrE8Be6SqWQK4LSCSMDW/9jwdPb3wU+y9L568ZgsBu0UP0L3OvpepADa6j2LXYBZQHUw3jlI9n898lZ3CugNVSfbbMzkPP85ai4WJSX4XYFlBE6f6ke8mfsrOY1v17I++WexmAOwPPhTgW0s7FeH8xupDSeAAjwDtmrT7Vf/VF0sAK3DONbWtttecV2PSFDdZUQBb2rn5NMnlJ6ErfufP2c/Zj+Ih9TPqsw6kfPMT1mXAzOzzVMV7DxdirFP27OR4THBhhogf5OvO0a2v47SAuOZJAL6TfM1/EsVky9wMrOdM13aQ3TldUXYuxRu55MtU1n4CQK6Wg75mOkf3Pc/6k2GU92wH7GjiG22rIjbTmIjk4ewkw3JeFdiclzVgJw6kK67ZYVdHGoeKY6/60dkyPyaxzv90Houb3bYx8/uwiKkKZ8MkZpuH/6f/XXxSfmqooRtLb+6l+eMmyMU0Ad9rruR57XNnUWUfsB24NLp0/akHoHP20Wne/yI+LD9jLGnOzuypUI44V+zhz3LeSzoWjJ/PNHaT69lLLQzps9F/izn7/qGwMHLp/BggKKDH2AZYuLy+e/bdASk4y5dIMq5vAlrJkxUg+Q/+0UdPfvf1seuIT4b8JoCaxUJONaxk6CNBQufZv/fyHGXhs9zea3L5d5Gltog7ALALNhxAlM+1hOsA52LJxuV6lcZee2xRy4GW4fHYimzo19pwtHDqVIhnZRSDFCyVi5RY4b6sYdb6Mow8gDZyk+svsdgbP8nD+7y0xqlTyudM23lGFcANAjAKIqG3ko3z8BfVtyfp8tCDsw7fnsDD3QoyhvCSE6dK8SzuHdgNxApO38/f+/41hfKt0LyBz5tQvsmnHvxnDC2rrjFm5Sj2UXI9VBTfpNFd1C7wxn8TwPew1lfPBm6QTd61p+cE4iYY93MWuM7v2ain+rdO2KE9vJ/1nhna+4BrV1lSE3XsRx9272P++r0EraD/CaC3ty5lstt27u9YTuy3CnVNxE/gwHiKsjwSl58vVdlop9bD4e3+xQycm2TqYZyf+/f8e+/w8i+gv/tUoZ4xLcCw9a9jeQRTAm+banN3e2/exOVd5z3XrvbX1ZR+99fXIcsb2uM6nX2bxNDG9wAy6L0fF+3OX/tQnl3W3sknkOPvjPk6p9ajTu2luNj8lmZVkIhR3kDE2++ViNn42muzhqNk2Spnie/487c2mxMot1Udbi7eBmYssL+52vO+nTDe7/5SXu1J97V+RYvkXm9fk4Zcc/RTfWqOe/hPNj1ze91mXAvwLKl1k9gctofXAX2U+hpFQQwZsw252uRe5Lprc5bgFM7UGIFQJk96ADPc+4wRIVXV9A5nZPt6FOWTVwbzEM/3VXpU61fna9UHN4HcAHbX8Owj66JPZ40hMp9kg8CmteweldDYegowUfajI4YoncM6uVBRtyq2osU9Z9dOUidrakzdg3HU8lDtmywTeRPAud6ldRXEIkOMOA41xe0aKCIq50VAqnRYJRXHp3LQoOZmwfgu3d+C6Av67jlmOHdfnMTYrUwtDX3m7oNMgCD/qME4fDTVEoINBuTFKVrycojN7+OM+eySdJOpBnd7aM64uZTePZwOiGJ7KGuc4UkSfBBZc+8muvK59jdUNVBrZ73iVhk8CtMaZV1rhs7oYH89CQTjatVLPts+fwUcLFEyB3nMBeZrNJA7WL1mkOwzdHWBBPSENTzAlwYSSl+7YP7VM/QhpO3tHcPgJkfm4/ZyvcAS87JE4e3Rbr8uePXjYQqo3J9z6cc4Eb9lbgVAveiVm7Ae3a7rjf5GlZVXaSsvlV8d5gX0BCcsztVLnu/tVg2XpuVBz3f/DVBwe4GUvidGpnUqCKzV99sLRM97b75HElFFWwOheQ8ngNHNyG2iP3LXex59dSu6ObcMYyJwr1mZb3KH0T3H9iZiVlGkR3aXvnt5yLwkB6B/G9jfGcegNmYB2V9+WuWenoK72faKPnn2C+fNS0C5clhdPPrn27rCg3+StbdPByzZGUE+5nSMXo8jRFfUMYY2ljhUFQ68EWdyvWy2Z0sfdIzP9Txexca7ragbBdF09eyKIhIFPSSAS2m+qhtI/rv/S82ZvwvKCgIMBLK1G43v9Ju17fnViobYMBnXz5dVQZUqpynyDqxCxlFt+qxkTxMrGTeE9W0dAX3rPj3HfDJjKBWogAk/NLJJXgtYyH9rBZDnjPO+gNyQpLUxS9HmmS+y+d3Qt0K69g6d/743/ziVqyZYpQP1+zrBPfq8PRMb2LRuLrhA+03al7YxvzcmyWPGflH/9meDWRDp2+8cDdVtgjFzsDM3cSI5inpo/jkoap95mnHSe+ZYUJw8rkfN9Pyo+wSclvwyJwKqbXOAnkjlRWTMvAsU1dZlqzRgY3Jn15lXfd1+Sj861ZQffpDgDcaN9ukdWIBM9pxrRZqKIRRvcYATiFvVgXm2p35qT8IlbDjkk2djI+NAD2gdC6YLatm8qshoL3JV2EAEWbOuz7EtzJLKizzRKipQaJ5kTecb5XA+3x7juUep1Xrurae6uRoF5jY7f0wlXcNpeaQefxY1/9t19DyU6MlcHhkhw6pMJTgKSssA7At6ynUEhqDxP00goQE8tFqRrSF8r91Olu272Uufpkfz8wTYvQRy1n83wetUPjSok9+bw9sKpkl+gaRjILUXPIdftYYzqzSmceqDPi+VcuSNLBSIIJnQ5OoqCyR8FxidzV0HvqX9Wy9VdN+F9s74uxv7ef1+VRaqPlsAwtS16jbBDW+U1/z2u1Tuxpk3hwPDSe6sYuj/z9ef/eqaJd1C3852Z7czdzZ1GtmHC/sGjIUBf0dCCLD/Ajf/qLHxNTqSxc2RbxEfQuALLJ2Dv6rKdmffefzGmHOtlQX2m7Vrde/7PPOZM2bMiBgRI8iuwBcbQaLEO4mc2Cel/cvz0XNkdfvY3pERvoojdo8Aya2ME1T4IACwV1vxeB7teUIFqMKXLv0owIoxWxuqchVFALfT45vub2LCfMP1macLnP3OskOJeaqSrK31fve9OfT2/ypuIrt6oDfJeOA2uuzrxLv2Er8WZKguzHoJcLofILIwiphFxiJbvKBOZng9xCSDAAJWGUBOmqAgaY1OYvdJBlBlUOrkJInkwuSyezq6Ec17W+I8AMBAnezDAApNmss4PoweGwuHLH7rT2+xSXYG7fxeZn1b6BzAyPMRn4f2Tsfcrr+RQ/b6VMZLagSEr33T3mrtOXwqVJ0t+U8QA7hgDLPHFiClA0ZXPqpT1wbClLY+dkB7EGZ+O/8HiCoTzumpurPO+i3Y6jkEHFeRuee1d3759fEcMTmt3pKcgrYxj6Xq3VqNlnkJDr/mMx+0mgTFNjtekH62RxO68/6CWE1eU8G0Svu96GX7AsU2v2bsDvaKz7VFTcZKh7aHd7fgbFcvPntZgrBTtNpk5wRaVkFWwbZWE9fGyPhD3doAnYRjtgWKvRs46L5Wab6/7UP+Te6a3HhHzV9S+QZ4b4LwKrmvX91kl5xfX6Vf9vwOvRtPD2564OgO/S1LtXqA0r03YGXjRQMxB46a9607+5qd+1V0ZquYylAwmtFS2ycwWDu5Sb5JXLptPArsC8CtHYXv+fdbiyWOtaXLCczfZH1Uq8AKY+s+i09DDgtsR2b6/NmjA+gPnWCDenQzmk0sB/OR199+fRSdNfb+j6kW63wX/FsC3aVQt36jZn49/Tj/2kQncieRoYnUuUB7xec+/NnLaOTZVGnS+96jesneu5WzzkvvAQZLPhEMt0ZP4yJL7FLxlTNcIkHAgBepSi49ceZSIsr7rbQeA8q1M48hlil6XMPJ+c5G8qUlDn/VOg0AXiuwJj4d+1bw3JhXYTyfZEyA1w9bK5FWFOU6kr5ef22U96ukTULTV18+++zTT2v3O8sb4yxIErs9tMY3iWqJL+w+9iq7D/vNO9GNqhq39wMJVk7sGXavi72DNai0m9N5ritwe31e62aP0HPkmJ30XX6ebfTrAwD8PGBeK/aaqCkxxr6crVg7IcBabWOJDejLO1YVkutLKRZCFr2nsSfMMc4UVMg9gyfltVsirwAiDBt+2US5+u8b6yhoP2xPYzYNnQJkZU+z3eyPtiNJhbdzqroo9pmkqgXyL+3+KiadIU3wKq6shUDYPCQ7Rv+XASX3rx7CZpR9idbbc8xvYxTOf1XV/jwyqo/79Nx0IJvcGL7Rcz7PcBOcl2ip2MIekIyYfZPElLfResb21ovyH/3pZeJKkf+c7R+oVmen8O9V3Zqboxtb8Zifa3PHPy1TDLyR/g97zrdfB+yI/ZHt+eynsIBGAAAgAElEQVTlZxIXklyafsHoXst0krUBAKNRVgHaeFOHL8YVzQP0ye++Dmj8S4A1Ok3lODtZ8gUq6td/A5SFmeeTVLGl325jxXkm1bbW8Z1WHo/BovZd9aU4DbnSeiO+Sc6q2X1jFypzXH5mV7FN+RulhMdkERYRduRHoYmXqyFPqHMg/pbn+upLSZmTm7JWZA+QqU8yPuOxJ9k6N+m9QHUoaMXBzO0AYBWmO1Q+SIsZoN7nf/2iQBg7bona7Fe2gM+nEjNV/+QVHfZYc1Bbm9vZQzeGPzBzMtKCAuPO3H4RPYFdwdhKyZ3Yw5LYFmNom7RW/mKXGUOf16v0YLdWsymXIIyB46fonx/CkvRf//1fn30d0O1FfJ3u3GbESKpdn/fqia7P5IYNwe8YQ9KLVvqViVI1okSTGp6Rq9iYfBIAcNcMkNg1k9Axfw1rgbDXV3ou5zOtuo8sNxEtz/1N9jT97GxcsrS4yHTpEnpUV0ZHxucmN++U3thAB9IDgOkkewObmmQgsshGfy0VzqlPf/af/O/SmiBvFVv9rqDpWOGWGJJztlXE5kyLBT2tMUpJyhtjF39ahbQzkc6aP79Xv6/+q7j1mbBZLEFwevnam/S/WErPKD2vM++34KX7TYy2SSGqQldgtD2ztmyuM0YN7CpLBhl2sTH85c+vqgM+7Pj7mP29pN8Bk7dAZ7IozsdOu37VxVCAoXygsV9KEFD5vjh2VaovzugkZT8FgKfjMvNtGcjeQfm7qnivUqJnvD9i+8wakSNHyX/5X3W1aoe/1/ZS07E/FfwP3XnbhgCAPRQAeIBuk2tiH9vfsTjz1dnCVo9vk7+1oOcJAOy6ZZaylrkUGx4I3lMm72+s07mVc/3auIs5SsgPS0TbDK6KFpDsjG4c1bzwU1Vnk98mhKyF0+JBY7XEKMC++0efSTzhIxKmH5/93T//KGf+5lfrrxVyPtr3EkGu7zbf6p5B0yu3ny4ZvMkbYpXF0B5kdbbCBGMA/6X6lnwz73nCfZkhnvqLV96LM3R89Ej+z3nhk7mmmD89VGYKsVe28wW1+c9n7FcP3msu+vrIqOmZGofPP/bRxZseegA/AI6UZzMSJmIyvS890g6aBdC8/+kE1nEEEjQT8hFoLMp/gpeud7+/APB1bEtN0kq8x8/f6t4aOg+A5n1E87SVeFpZ/OigDjkftdGclS5VnRkK4HGMFwAmYr0m0KCB7oz3bwBgq3KB8W6quwKe7QzNqAQ1B8Q+VhAXJDy3pdTa8+4AZqhK9L2sQjrzO8NhCP4dP7pFQzz74wjgBPgq0epIQWCGTJ9ldI0z2hcgnnO+g2WBfEbbAXOPABak7OfzN4J4xmp+HivFT2AFXUWBz0vxugddNuboa+7rZjnU6Trzsyrgo2D7ub3/KQB8f3cB4ytm5nkBysfX5M6R/bjufeYDFN7g43XE/LwA3WTqzqVh3D6d/X2DQY/AzgIgu28DjjUqHgF7Rted914n72t1GzBze/3h5VKtlD0V66VpqPF0qq9P1sZoUh6flzO4MS9B4X6/YNd+Z21vdecSPhZov9fhEPloM2krh7v+lfX29ugaruKy8nLAolvR3jk/+93fbya6z8xRWVW2Z36Q1VzxJ5lcT2RkQcu9Z5Wgl35oFCGCOaNrmux53UpbqrNB2UMJq2pqYPSqe1bleXVArm99gYU1DCRbrArp3t8hwwGZ4TBqxduLbwDwDf4OAFG0Nd0paCyz9CQQULqA0tKwLGDhXfY9ebrX9ywXAOYIAYBXCRlDXY8Ba3oqNQQLnsewuFTfA1gXiFrCxxzDUT5dIOUcdrk5/dA1znzNEH7cf37feRd0BMbnmq1gOfJ67NXz+f36VfpkevZS3fXwW0XOBZ4fFut8M8rYgerNoBJwrw5ekkA/7763wrZelOxNlWtk297yu8nWBbxRfKsgY+j5rHVxOVm9c/IGctAby9R2TizpYxWuqiAWXLivVqlas3OWPRqgq8YAJqE9u3Pd3vClCuSoyTw8bAF+1yz1yfc1PBhYCxwzeFQlHYYBwZRcgR7xHNXFDdIuYeMmPl3g845XUM61LgB8f3/H7SwqHWjlf3uf4Xdf7Ql19td0ynSJYKq+yz5QZzJrIOtQpvbd22gpn55FC5pPL91xc5gYxTVmIyqX7rAgrxXKLxmIN9kAIHWvOXU3ipYB46qrKIz93uv2ZGEtTYcLmAmmo6RbZiHqW06WQIacBU6rXkbkSf8Scz1GjVW7Dwxd79fS8gDAqreW2Xd1LfkH/qsIvUAWR2u9iu95eWyMytjo6g2UAU3uVIj27H1yPty1AXgILtK7zxMIaEKCRA4BI+Bx5EQSRCk1UXFGxlHr1imJvrHnGKulKDrByks923kRyMx8t297hXRyOj1jzlbpynGn41Y9PKCMnSFo6L1+Bio1eLUcmr7aD6128Sq9vbqnC/IwsA+g0KN1VW/046VDHHX7jO85pqqoVILPyfA++3Fnu0DuklpGo3dV2CZ2Nt/6B97qiivvrfbuurrWH8/qBk7QX2KK4BjVeZm+kJkKEKODCjLl73qjCZ56li8/V8mMZkpg7vSLdYsGHymGY/9036Ee/r6yJnlBljX5+D6B5FbN580cX4EC675Kohn59upXqWKTNIPSVoD8u2TpPn8uMCAgu8zW26PSde0JWb/0qd6iZI3eF7iTCS54vPsvIcI+aGBGr6VDJakiZz1lnR8mzl7TykQvngWaDNO5cuWObQHEqm7MuFRYdSpa0TUAws9NxDj2kLl2Bghwt/96AlVe9i2Hfgw5s3FuoFc1zFoEjJqdLlsC4WMwqTZXnsscXjp/NkFtRPSwOfNVgq7qePqGQ/0iVdZfpZLgp1QF0AGqOrAddMwJ3gnIlHa7OuraLjvTGtiIvC7RYPuuZ1R0q/losljpYfVcGy3dKsZV2E5/qyQV1FbdwOF++jJ26zQwDZVaegJHZj3LKrE42+9mrF//8XOZ/xcfJECsv1jzopaIAmxwbNu/q1ocPf0A4NlEqsLfjbz6/SoOFkRa5cbOOslwgNJVp8xBNw/TzxJuRsU9O3SVAgJht4eufYc9YZTVBMa/VRk1QQzTSyl2t077//Nq9cy+t0e/zpl3wXz6z9zccxlgxC6f3+sfClZ6hi03QNIzXRtkPeNlvC8B5jp+tUMcCvyQ6pTpF3I05hE9wzj2V+lsgKsEmW4V8KITJGeoRC5wlEAU8GlVzalyC7gvo/+ux2zz2YASnqxnE3Uyp6jcnLO1RVrJWu+yv5NIsITH2X61GXMPun/XvOxQm0vrofryqZ9lvi6dr2C6QIpnZneX1q4vYBz5XiW4ivklOo1CrgHeU+30WoKd9q3rjOLW6oxx5wKTrmd8znu/B3YAON4M+4FMfmdzA/Sd3pPsDfwVGFy0PsE4VWizFes7Cqll/KrLrGmrprKOpSVOQN0y06WonW/MobDYAcjrl+deZKTU/XEOJDruLFuC4myLVHMHbNu5M11xE3JtoTEPjbaUbvAspaxtD1tJLmOTYj+NpUBiHvkKsJJz9ilwsD55KnZvwGr7x1jvnjHqVqVFPps49OTMIE+rrlnVKhlxvdpcrcCZv+xVVpIGxQVrAeELcNf+KbOUe6I/TQKLYHKrH+iYMYXUPsj+14ajY6renn9LH6l0Hxh9ExH5vMemcI+TgNwZbSX4Of8uzWcGYN8X4Mj39MxYVfjK+kbzMTC7ONvGBnVf7rPEObIx8FKSWVvlRD+oJgYkmn9rfAODztq1Wfq++7HsVpmDVlRb/iqH3Dufb0LNYf2ZLK3ayvkG8Gwv4Kw1MNU+YmM0+SLn49ZzZ9ySVE787jxCKYMjO18GVAC8SGTCotHqwIB9htHK/II493xa4sKNWX2d9b9tpfitnu36GwTDGezeqnj0HLRW7ASVQU0IqZ+vtUHOpgLCAscDsd5/70Xtd8lFKhIlFKoS+vTTtP7I3JWJJQ8g+cx9+GrTGTs3VQADViWafh0wy/moNchv7NQm/8SGBPCWvcq2s4ahgVepqbrSWR9/5e3oN22Vrq2PKcbLWcafNQdLtF+y3g/YF/r3+JORY88k8QQoaVxlH8nZicLWWD8JEAY2aWu27KneO/JYmx59d/3CUPtLimvCMp91dPdkcDL5eK7ZPwPXnMuEwN8OCmefHwoy8uHc0dO8BQKVF3YXPZvErF8DeGZfrb2T+86/aD/y6Glr7TWbi1zuPAHUXpY0tPDm6SbzWdcCTvyWE1+hPyVTYJdBhdsqub5mS4uXqJ6/oLCWNF70l3l6o1WMEgbfKxj3Vq79/N1fn/2Tf/oiCaSZu5yf72SNXwaAkSQ4KnDsOpK66QXxqCRA8MGafGWd5rd2TkJdqwJYQv97qUJ9Pzae/fptEif0yM4JG8BMMp2YSWS15+iJe/HdPafkiFwXje2v/JfqeUwS7Di2RBgsAshaD+v+wYdjA3Mf8SY25jutiJsNUS/GWRzwVxV4qYhTbdneq5ISbgV1zsglb8SXyvNLGqIHJVMU3M3cemaUugBsZ9RimpHDVOWyN5aYvjiy+OTb6aeOvcXw6EjJ+2SGf6Iar2klGeOpaXmIfy8OM3DOWkt28TmU2HwVzEv6rOodLT/wH/78bYBPunIgif9UiZtHDHXFJhrPPjH8PEtMpOo8e62JPm0VtTiOvdWqSLTrjX0lfieJKy06VHf+/COfR2GAGUjCRewv7ZJ+z8//9X/16tk//OtVdzfxKnNPto2h9nmeYfuWTNpjqrMt11pjsRfYpE1WPHZ//fFcm06zB281pCrNtsUIKq/q8oeAmCja6cevkogJ7XueeWbP7dzRUkb1tb618eH5946UQx1f0DMyyh6nQzcwjE/Z26qj8yx6dP/+25hkxEckoI5BIDb17+9HZl89+w/+gw/b/OfX/M4O+ilzWnY99pbf1y+nCaKrwib1vl6+ef7vv6XvtA1ZYisfpBK8t/d1Q/kn9FCQ07NOxs85Rl87D/PsppBfpXIfKKtlZsMIx4S+Nr7rtC95D8Ppsa5RfF57QlW9M8bHsAGYHECv6wCrMab9lORev//mlZ7s/KJjNxuD6yeZ4iaZo1L/Nkkox8j0ZMc+xWglMe/EU9ndxww2RvL6evzXMkSkur4vfxeLPZNTuzX/Pk+SYv1wOr+J3zkP8u2//H/Gz0/LoNeTSIA6vAlj2a/MrSad52csCrf486tUrvNR+8oZiz3JvNQ2zhdJiXTxmE6xaDjXFn9lL4vP8aEk979KcswSnBejnFyuwvcmU4oNXOarta2xl8TitNbj48/PEteRkLh2rHngJsyPbrsJl/xRGjZJP0zl1+t75tmS0PC/+ncldbEno7uj3Ft8VP9SVfEfmVLHTCEWPd3SloQnHl4fOfeUqANPuLI1yn/H13ylytt5kdOfHnybR1uabD6tPPb2rmXef46a5aozXfLrH8UhxMvyyzL+qSo+APAKYU7s4JyDk+fFLWdPb0D17SQywVkbP+lvH3sA12i4g+fUHcPgsSL40XVeZe7/GAB+WkH6CODtcw+VLLnzwNWBPHeA3vPYh/IRpPWep+DyBbUep/oRpHr6u6dU05uAjePSPt/31oD2HyfPOgBHz0LWeFUBkM/eoIxo0aNR+/SOj98/vdff9tr0Lte/YNn9lN57P7R8fqDsvWcX8gB5Ne3OMj3Rlw83fiqAHkZ2hXtdTvoKQQ19Qdyz2XtNMyDYxAA6VM1nuWt8trqJ/tlnfztBrzkRjIYpiVFJ7XW57hdM+OOrAprPNTPXuZKBXwD4Znw/XbMlHSw7/YKYy4zfQgnCes8Fhmuc570OeNVUA/zqijeb4gYQr3N1jfkpp13z6cZZBvFjEsEN8nCoR017Kmzds4GtgQcDDifv1vT28q0cHirdx/nahm+lJ8qufOYpAMzBuckEKm4fnLkMtzQsZ/Ef+gicB7jJGKOqXCDtPq+/tfrRHqvynNIQkLvvaW/hs2cdAJz4BQv28t5Vh05jdZ7yH2NA9YGXw/1SIk1eFhTv2l36KvdoBukA2hn0+yzFfCu0dzgv4HkNrF3pEcxeb8BVs5WCI98J3o3OaDceADHpLFDigOi4Bkp53fu7Vyukuzfm7FV+ASI16EclVAPSXSPU7jcKXMHnUZHUoThV5vZRK3z0O8nvb7WEZy/F8AFuvb/VgSqkyWHB3dEWVtaeJCPUIcu1GjDP++6ce5aB1/pvPc7rQ7/BVsC67uS+z4vmrGDVoXzKLwcqb380EHX2+5I85kjdtbgB7tEuo088QbQDoMoM7To2kDogsj32GpiZzgCEynway8OycDc+wX7ZyQuMNdDXgNKMJXPffgx5tV9ke1c+9m4g06PGXq+3Mi80AD1dy+D42/7pDHqZ7JOzBQyWjTi6R0E4tMTWaNlVoxMs7ek1UKs/Z6Rah83J9tet+K6+rowKrA81Y9QxqAQwGg9yVmWeSiPXZ+dsXvDnVE4cULBZmU8O2asnBpiPivBWDggweXYvwYxbCW2f9R5Hrwq+dvx5rtEVJsuzPTn3WXrPM9wKRtcZ/fvW7spiM6UPAIzKi/wI6hZIzjOqCh39rIrE0W1OPy0jUcB84BNqtlV5/XwyE4y5PQtzP3uUrAnIAcWaSStwFQe91RntVbw9orqOrH2Y6kwvPacXQAVi/Jh+PwIhCRRFvzEKGbfG7azd3MqEn46gD4CvF/BkPDbp67AtDNxc9eRA1YFOzqF75mAN+EMgVqZ/K97Q7cWBzP3Xa280iOalGeUn2cXBvYoa+j2OYoKBghr22ii/V/2+Sspjq8VQFMi8r5skwcgVaJoOX/W2tfoRPVoTTyjVybPKhgGLHJpRmXqtDzFnbvsIWOtrQazrqVXoz1ki4NAgxO0rvSqcMpZk73CY3KMVZodh4/2AB6Ngio4NyKCgX2BVFS6KH0aHQEbP7iwZGSazZOFWuvtbq3POOdFYyxMDf88yILDzTWbPe1qFJUjJ2awODZClL27+zlb5OokGVMSLZBWPImpJPJ75xBNzu63FgudZ89A2GSzQiT5EA3t7JTdIEbm3lhxVstoKoOjHVuCS5wRzC7x1E+3Mt9yCu7dCqhXGeRuQ5IfvJCOgYFx1EwcL6CsovGD7dJ91Xa9zjr2gqmQEZ4bqadXgAuWjHxNI9De901FQ2qPrSz4b22cFVJpJG7uADmgQSoZzHO/bRxuAcJNT2kcu+0z/3lEmz6FfxrlnXGBLZr299m7owsy9gAHdt8qR6a2rj2eJbYJkI5dqNWMUXO5nyXDutUAoF3Q9oelENFg//cQOSLVW+ijrrUVG0U6iynutPU/raTQgsnPNfto9USkLAAvwPstz/BZB/zaJVWQTtaA1Rzu3aohR0pJfaw14tw9lSY/6bOfQtU/pSfa8dRoQOKpcAacFsd4vtejT11v6ELZHdt6Hdrh7gk8AEFp1HFtvgDi7YBWvdBJwSQ9Fe+tWJ+3aWEXIzei2G5TP/KjGHaPHyRYBtqV6w+sCwL5/FZm5VGr0LLm5/syXqUJ0dtIpKo1rq+kplY1MlhrQyEBHa3gSFvPsQFFJTxcAdv7T8+svv4A4+bm0pQNRVPaqbF2F1glFVG6w2dwKPWNuwrPApWsEGGM7sqenf629BCF9tUKNmOsJJvelsiPXU6VlbYGrLxJ0bmWgCtRW2ANN9F9cdTrdpsq8lQy1cNHwobRbf07jcJ6+kaquVRYZE5tVoEHfYOcpHUtuv619dud3CRGpYmnl1nTUKg0HOpCR/t7PebXlCdBDJRkwko1WIIpcCAKdPVDduTm9SVkLVOV+DdYtCWV+oIQy9vwSrIxCH+VWChybrOdpLn37Zft8e0VWhwo+er8zMxV4Za5xHkWJZz+ohuEDqEQSkF1bjCU9/RT5/jBVUgY6Ol8JJaladuZEZgaOrgK+VKsHyOvezmfsJa/SiGftN//82vlcA4FXtStI14cw45GRy4RhvQDTr0IxXCaJAtL6Ya/y8DJZGQuZbNVz1nAA8Ho7DoTc2UcvAHFdqwkPTTx7rOreeAPyZD8IeDpn6ZBr67Z3cZ736/SSs/Zovfu+6P/qiHPWL5GL3ksAjq2JnSmsG86g9wJoVI+0ils/xlVQ0VF8nbGGDBgjnxIresadRDN7DhDoted5p7S1ZUoIbfKl3m5VfUSzPXpjP9/e4bd9gIS1G59okDy60fjZ9+SGTgO+f58kwsfkXws0wLc+lHnMXpao0Wr0AAnsWGfOmBuc+6OpHgONnuaXUURQ3hm2VjxL6BWYPiB6gbJVqADcxcxevvwosvh9AWAJM+SoewvIGbu8yRcZ4vzC6//uzO3582DXqATKekXnsKere/OWJU+sb67nodfYsqvMmXzSARIO2lKC1EWPa6dxbWJfW8V/9gO/bIm6m7fZRgu2Sya9Pnj7WZre7E2sFevDx79nB8/HB577nMcB4LcHaHsb2z9L6PioPYDZ3mkBk8rLAT56h44FYL7N1JbxPD+xIOfeqwAvrbDMGf3c2p0EA+O6vHeoRcvekXs5gyRconP+/Ku/doyqUsvoVvs4la+qaZu4wo9K0sxfMTqkV67khvze3voq4Kn70j9A3FXlYpEDIGQvRt8A51R52TOSUMw/26kxjcYS9WAFTs3eqF2QFiSb1CRMHl9bogM6dfu8a1Q7il59pz22+Uz2M3umYPbxy/lWxrQk8TOBNZbpX8mEYUEJiDJwi3y+PEljK0jofsx7l2C9ftRsTDoU/XJB/FMtTxa/S2Vik9ucbfyMRssPu4mZbkKCytQP8/fMQYDUP/0jCS5Aidwzttnz7LlPAiY6GyUfuBe7hkz8lJhG4xKmS4y6THQ5czKf7ODXWxabPRTdA4N9U5Jv1oDqwQwgDmT/SP6TqGR8SwLGeDVbD3U3ggWUxq6j2o5tQr7M2ZuqsQNuOtvZFZ98yua6iBafByBx2I8aiz0AcL5V+ewan30SGyHLbJ8syUKRw2GwzDqheR54qa9vmIF+nO/qxeV4J9S2erlSF54v5kzjw2M31Bt38/OmKuJQr7YdBsCIXZT5qe7X6zdz9zJg0q3UHkOIZzfBs/Ps459zf7LrHMSMZC9//hf7N4xOn9A1kdskpdTHRGmc52/CUVaxbRuaxG3ul7zk7/QNPUJv2zOeV2IueR2rn16b02PA6oVdAGFvP/vrP2AR1Btj1a38cJPx3//33+bceP3ZX9MruXq4NL7sgyW1lXEQCItquP2WJS3NTmKfqRxfzJD9KxHPup7CpHytnaIS/8SvGgOLj/hudIlz8Js8s6F8/PEnBSdpELYQe7UMhLVTt67mUC9Q9p6zkg53HXEAsZWfJJEXdfolc7xWBIuBkAffs6dc19hjR7/pmd999lPOzX/+dx+1vvuNtKeRt/lbjPiXAe7pDPv0VZLjypwQmcDY8SIAc68f+fyeHskb2axMxyVKG+uxoFXktyp3ifVsVmwsN0bjvc41Nhczxnqzh76NDnOeia+teAMZN/B9c2B96A9+Z+2J2pXDfiQDPY8/5fXVYUZqLOdQjFtDydKxsjtffC/01K5dG5TM5es3oVzeHsLWkVhT98Faqxn/gG6+7mzhJRCjOB/Y+l72HfX5U3rfepa1i1JYtLjtAPC+td+XipnYSjQVW+ODRdf+P/6Lr8JkSX9G5mMb2LdsPvHUG/c0J61Qzjzwv3Z2u3ZYILJmdI8Y13yGjRnLgHnRguHGQud/LLZG9u37sY6s+OgWxI0BNAw3YWMY68yKPYun9NwfQ649Sn+0Oj3XZZPVh7UPM9nOdueauEtznbQ1wLqW+Ot7ofYXj30tuhrxzL/979Hzmf/6FlmvbkWtN06hiVhJftfYs3gehipx7qcA8GHhuPbY7JvhEIuFLZGxCfTsiCzlDyiaMRbxQwtWk1NJWHvOp3TnXc8t/+IzHkss6MS7m9xw3cH6nfOf4F/0M/+5hUDFug4mt5VczPzIzGOB62SoOb23B/B5f7/MMT4X6OFMEbvYnBivv62ivYbErca977vXve9/GkTbhr6g3pTW/9RrGwf4cjIPz0UuuPq0V7A/PQWMNwkb8wV/r7HouS5VzSZ+G+ACwH789Va9VIB2nQIA5oNhkF89UGWfBbt0QrfK+S5Cc//PxMqMelqd3N4KBdJs5lFYeesE94+VnR3jAaZ7/zoKBxw469Z1NL/5+wVqrvN86azuZ+6ce/+t1FpFU6+yrwCy03d0GdnWatTVlwp0AOUBUjovZwwPi3rBxM1jA8uncupW8JZivI7K2UwZFGO2vbDOHF3wRuVNlT+A8CB6TwFOQCkA+Fb3Xdm7AbEekDX80YhyRHaIP8r+4/fL6ll2yCjsVhk80Hj9nm/13wWAWzkWxYL+qCArh9V18t/t7/tYZbdJamNz1CD5j+N2gSbzLRC+ZIXH4JUxrbf1k51zDv8bDFnwXA+/ren64hmX4NhCzf35ZGE/9K/xl+7R9X69Qfzba5tCLxd++2M8HcAC1xcAdiBUNqxp7rXA5F53T1ijZY8StYFoDLqCZ3plAtYK6oyyULW5eQWmDPh/DFjYd3SDv5Uf/7xKT1R9NmqQ7sXKkIrngX6qnTgjCza70/TTVNOeoc3bD/DokOLI0gcN5jlPc2+BD3IgcG7slY2M8W1zTLEAL1QEsoPpEXv/zJGDGrDjtUDMHkAFvkQRe/6HOFP7u8NnlXj9+eigu5f32VEu3irjHsQctPylFa1HNtdfabQu5rdOS+aj2Yh5r3nxVYCj8uhg6T0F9wC29NaySpf5taCnZXXNWz1iRGi0Lv205202Vy72C2rROHgk5dLHLsGB0Tcq2q5Exm2ON78MrAXOKt/Zi60YOHLfTLt+Zg7MMs9GJ7mDPFLY7LeBd6XvIfOl45i8Gmupq3KROcCnj3f+Tk7NxXet3lxljH26no+bpN8kAqDv0+NOhvKh469D34BogoUcdvv5UA41Uad5ltuDxmp9RysdGqz2EVtl1332zc5eAjd9tl5ayg4AACAASURBVFyXs+FlD18dV2M9L/tzc7LAIKecUa5HrWCFwHMpi1v5Jns9QZDoHOfnKGwZeQE8E9RZ4sEq6RkoBQVOUHZ/A2CMXqgOkL6peY+qNc/Uiq5m2JvP6ZaCGOcaghyV2/zfDcaPWkrv3IFiPwtyNLM3iTINmN1KRWNECS8YJzh6rK6cQde+8LlL090qYjS5zR60LoDTJJWcKkWG/TIyBbfWh9IcePbaCPmnuroZr1nJVtWS895WP7hk+mbPTc9fCtHTs7jrssD0BSUWILY27Bb9qd7Ps84IVT2yYNyClM1kpNtbqbys1LeA9NU/W3fB9+ktIPkjTf7tv9we3O2T2F1+7JBzNs9UbXBtZ+P6tXHcLoNJq+AObVMDh8bFwAcMxoj3GZns9E5713ZzewZjH6PITZDoGNpTaT2VGcSZ8j6bz332p1Rb1GlVfRHwIlfhjKzac1Rnz0vhqGIi9mzmpedfMpb1rhKEdbYM3KSXjSf3SjWVR1XpJ8g7xpcER05VDbCmZ9DR+3RjneY4ZAvw06FkZGwRpWxSqZBghj7TA4T0TBPUWq/FUazRuwLF9NTmGBixCt8lH63/Kr27oJDg5ijM5vwvEWkcKCpD10NolajL5NXLKoBZnqdB/FaamFfV95Ak45NYt+orH3iRQM90UU/yPl/P/8wzfcPxc36/SEZ8e/AJeKBszf19lkzTNe+++0F15YPdJJjA+brtTuxhgZPMOQpqQSqUci/iDJJ1NPKe8+XLlw/noz344/cCC5mX9Ar77Tf62lwtQPBbriW4+AZ6XtUumlfNI6+9veq7Vfu3v1P7F+ovvH01Fp2d1ZWBBCBmm08/+9fzJb3gpvNQkka+0yvuVWgD27fNK3/SR5FzLbO/uuLsm2++io4NVdynn73oOVt60O4NunOVBbLCBZQFUEYcsOqn2STO9J11129Yxa+exHq1pZ9XrmPe7nu//jpUsenvB5j4Su9MDuYBUX/PuKY/55tZM6B7KVc5nILE2TvkcUl75OLsQ7KYdVxFBFt/fRXJwwCGBMHbZ/rNUBsGaEzAglyyr4EzXgPn3X8g5uyZBPFTZdnvJNBIAqhNMwq1Bgdq+48WurTBEq9QUOY8kwzwmuz/WaMPCTgogkdxnmBY5N6eX6Bo/Xt/jAyRcTpP9rw19rz0OzG6MjCqsZvMWHem82evvi2Ikns2OJY/eK4l+A3obdVYzpWXAU/s28p01g9AZiz2j+z8VXOt/+8CTOsZXNsxc27f0TMfBcSpp3Zca9R+ErIElUbXuaBRVWKTolT+TXf9nOf9LkCXfdfBeDWCEhrNnMPtWZXPC0wC0NkLgASCRR5ffvxRQeSxASzBpvo3a7GE0QOsn6x2azlKuNEae82OF0jVt3z2RKsqsW8c6no2sIomOuFWCgsqmS+gQ32frPcAbmdOKtMTAO9DSQ5pVeZouGfjZf+jNRd4ibHtPAVk/JTKPevxvmSazkfWMn8fWwpgZEG92Y4nAHkCXcZRUKMAVRIq8pwX+Frfe3poPhB7y3nc3qeqziv0WDlU7Q9MbP/EJtqNNYEdIcC0mMP0KuaB26YHc0TPHUG/jPP2G2dboxg2BnPw688bfyNrfc3vnP0VQCeVPOtruAROz3UTTVqBGcptwVQYElrQm4zS8zC2x+yBAC5JxGnrlMrqKP8kgLiGREfn6XQif5dPITC4ntXDMCeQbXVymA34Ya3abMLt9NHt5YvSk3yrvrr3FRBfSwSVjXwLZ+V0rooua40q84KIKCJVZJFxnx0jh96y62FtbGzKxQO0aLFn2btLTFrl/JiK7L8+xTlb6HA9Yr2n8omdJ3v8smg4j6zFbBq9mD8ocF6miZyJqJXpZECWV3sJRpfchANJV7vhvkgEcFZby6exvC9DG74qGZ9fciV7zroANlcVyu5YtTrGCGfYWiXp8YgyVDJRZDz7vP0eyWnb6eyzdCgdizHJ2UAnyNUEhlifnUvTzetBPrBvNsrsS1X2TUioz4dOUjLsErG8p6wUbbuzxM8G6yUb/WiuUiEXcbYPf/2VDZ49lPPj2/aHjKzHzuS7mddn8QtVktJhrXLM2dQk9U5lbDhteDJfEu086xtvLU6hVcRa+KwCfLYO9gC/93xavl2q2zxTE2bYMxKeYl/lefmG38ZGWTuAJfMQF/POjsfmQs4wOLD7lsi6ZJ71TZY4toQIgfTvksBHt9Ad5kcVVKuq8zSXtrRtQU5Cj8++aMubVUnTjT98S5eulUWrVWtXzkek14+bVruA3cvfKt1+kxFT5V6a8rFyeHmfgH3ZuNDGn4PK2kyOJe0EaMtn3o5+0rbAHrQ2gJq1/votIOmLrFF00Wux7zJTb4QGVBXsP/tfSIiQdJme2lrlBAC2+J9+Zp/MN56OMb+bB21Kfglw3PFFXvkJAGDrIgRaqv7igdpWxSYIYPHll+s3a38BT1VUAqKZPSpZnWMFjcLU0MTI2Nf2dP39+iGzdzE+0veqvtorUiuVtrxZj+7axPnfqwBGEktW+LXD3THxXmzCrzIWttW772UfnKrw9i1NFWX7QWaf0WUSnVTpsfV+ju8gv31As6SiNwKwxm4swL1YCrFwvkqmkOA4fcTmRastZrW5FOsguwAZLRCa4K+9S+xldpkzQE9eP489QnLW2K9QuL6bytD3Y8v8D/9qraVeyzxrycFmnG2aSuEAjBKg+INiT2WFOHPReAbiI+CZmCdQFxVxdd2KBApQZ4yvvxabMo/y/gfri+z9dM8/BABuT9SAnvq8/sM/fP/sX/8rUx85yzOLvXiOxrjKREeuViy19kXolWfvNDk4VdKqGcvWGHvyi/Rcbawse0i84SY8tb1NRv5N5n5sepgXtFJxPrE1Ap4FfX/50cehV/+661F/7ACmpkC7gTfy3ra0ijy14ri+LV0IKI/PG/uwPoMzkl9eJsHc85f3T/xjreXKgJF98kHO6zfe5o9nrXLW/B//D//k2dd/lhCzBO33P2BoZ/56wER2kkgkacR96Rgy/rysM5JCJMb/PlA3n3H+bv4kcsTazPlfGyFnyGI/Y6cgT4sjrHrTujUOKPG4vtuSCZqwS0ry3lFrjx1LPPqCzD8ltlSQPdexx9YfeT7x/LkleC/JiG0ym0ilvPd++GFsF7/J539wLTqQvy9RKO+l80pseM5b7/tSn+m2ZjuFZjURxzr39RcOBXpdD2D757S0atJ25Cr7sGd57KBWnma9V1gz4LHmZu7VQrzc61/8i/Tujqz/FhnDmvBNWhEtoXoyibmCzfpe7FE+xNeRt3eeH588dm6ZeDBWtC0Yxh22FAB1a0J+xGHehrI+YXUqg0R0gORZZ/IoutnLAyaN/dv0jSfLZKNxf3Ty4lJN7lA8wB8Zg64xqgx+VyvEjP/bVCJjIhNnu/6/9W8LM/H67CdtcT6M/Ua3v/nWq2f/m797rxXo6Pud2fTkO2J0lrv+xGL4l91x8rBWk16PeNfWs4wW4ub9+1jvCvKeojWhErID6yljokStfI7Nv1Yhl6FzcdwlIc4Xes2Hsw/YqNbX/X6QvKNfvLnK/cwDGSPPKyadv9/E01zvthLsyXDk78YoKrD9fT6fPf/a1z9MRG9Q5wKUt5KwwaZTiXSDmq3EPBPQzK9c84JNFrmACGRcBtXuN/CuWT/7+b56+J5g6dOqqj++a47gfd8Dbe0dl310wKE+nMOqgMqe3kJxjG4Wxr025+fS+HT8KgCBVAcoq4Jp75wELBqUvEbBiBT685lQ7/XjBOTQxR4Q81aVAjgK9MiwrZLxi1PCbQ2O9fTGqTDsmghOo7xtkJVTxJCVdbLKl9/PPfytc+mMJGDHf+N//rEydxvvcf733V2nq7B8bbWv8TbgN0DuPuMjULwgTAGhExicgJ+FPgJo6Su4HeejwD4YYDLnzhxUvnKtUlzmcGowNvPt8Jwz70LePLko1e6Zz0sl41qtlD3DuPfdw3rzQPUGt6I1BdlGpbm1u/d5Ot47Z25vqdaj7QBkuU8rrhmrh7K2wU2Z/gWJF2u8fXmeAsB93jN/Z7p6q/ZveLJWle0jQw2OZ5zNbGvG7CPQecdpjO7XBInOA4Wrgg4gcA6QE9jr/QDg+SpAa066p4583eq+fX7UiJzfu/aPAYMH0aqTe4PDd+9sPz7KX80FIGPpJ82haqdl5RbAEfgElB7ZugDbj5l743UIrMp0lbT3Ra5G+3jA7wYFVyWsIuz22+bsUbg3qcABKnubcXaDmbvmDF5jN9dP9xBnG0X69t32JyCh6y5C23U7mWj0RjMj5qSXvvxsviVQDPgEAHfdClCT01Uo0xtoZ3/oQTu66o7uAMV3Hz+uwvYb4KoV6PmBXlzfpL3LXh9l2Q4cstEsWGuV/26Wbvvy0m0lNnqc6wLAGcabdQJd9NFAu/dYxeGqAVrRd7N661CpgFw2OUqunzi1Ca4Y0wW/jMuYV4mxXXJ7GYyKimMzi6vnCHnps0037ZwxD6MVXNLMKAuBBIxLjgXjqIG0ytT2DWe3Bl6TbEatPTBnFDoFsBskYXCMtsseWhb7Anv0WMGq6rLRzXuOW4Vdx4mWE1xAU56/3Wx5zwr4b0DfczdxYE4fPbLg2ozXmyjiLCml2lWA5+B9kSzU+6oeY2C0l+Yqhd1jvRhHYWk+GHNos1QdcuLNGQfS+VmqYUBi5mYVTzOqzR3dtf7Le13wpBmFCQB4T4N5GYMgQuW4OmBrWBrhs9ajStIzTXOl6d9RDHIwOdCZm8jULyhw2NIAzVJPmyfn7Rzt26+61LcCdipMyYhEoTyDYNb6d5wzcTZpjM44NKpZyEwp6rKemTcBPc/10wlsrDJFMH+gtQBjey/ng+8ngMUgPMnEkQdn1wnCn/OW3JXK2POhEG2PvhmcXnoD1zEUZEow4ZeeYUtsqEMXo389pq1D3pf/9Cls5Umc9D4OmX560FRCL2g0k8ZZJTAuKNP560YmY5sb96wB3WQjEr0enqtmnn7znmWfD6RdtmQCANWvRjK9q5rhHujmchWXo9F1156brfRJIDFBizczB+3BG8dLpTGQkJqV6NFWBXnN7skeis4rU0P0bPtKZk1+Vp2TKiVy0yD1EwB4VcXAuVH8Cv4a6/upGANACzh+FYqsD0JPZ54VI3ivh+VAl8WmQaklTNEHtaMaiKnH1/Hp48QRWmWbvbZeXfStMVXuOXcx0l+EQsv0C+wJnno/mrs6UNk/KhsKGAQTmzMRhzxzuqqdu9B5/oxdcgxnuWuYf7cijFxWvlTPxCFc7+QnNkX1taSDU7lyDKMlxiRQgFqvNNipUjW/CX47I1yLw6ZiVBBhIOnGvxfHbMlC08/mfXrIswvKeIRmSAf4lHjSZIc6pqvKrY7O07jvj9/ptxgdreDx9FLuGmXufskaoEzXP+3aOTez9ocEoi8IM7lMD99WyG48OxcXOPUMqzw2Z25+bN98r8ezY1YwYL3jBEdyXvwQ8CCBpIK0VFltyCsrvt992j86z6fqhi4cEDJfSsLTd6r+KpPrOT02GpvRGKefzT39ah9XT1ZmVp0gCGz/vXz58Zn/fXzvwwbhTPv/DwAD+2aju8RNBEvgrmCBFiJjhWlCZeZqlXYL3Hv22SyZQ3vKmZr/0O22gqrPK1iySmR67+NUMK3/6apPB0hdUFVVJeB4ADAwif4EeLNL6FpFK9ZWAsL22s5u818QRx9Szrs1kfeQ/1Bmvp7eZ93/CbSuymrrOfrn0aECXswveXkEgOmNOTuP7Dh8ounJ2nu5boN3uRfboKDo0a3G+OknH9VmbPJF9uJDP+184kWCuyW3qDIf+DBgevTKt+frpWdr1d/Rx8DvAjVlnhnwvMzxsQoJxggeO4dQBP6YZIYaoW5FzJqAkufN3tRHkN1DZvj37Q+2d1anfpzKxNHTHrkSBGqC3YkRFEg67UcaKK3FVh12Ky+cPwI8zp/J9YDOUlGe4P3On9krt/L9/bx39OiAL3I3ufFcgFRATmW3B6G9c5IXmjAV/Z/AJxp6Fb5AV8E8/HnG87ZEhP63hMkGU/N7y2pvtDKh1xOwuXbICdR2Hp0V80u8mgCWeUCBLXD+6HefpNJsiCV4zNaRrEHOB9iv2lLguPe9K+Ae2CZOogSKTc/rDJQcVrPIewrMCEICmdK7V7Cppta9lnN3oGj3bHt5jjWEPPgsnXPjKKUgPpTSBXfDKNDzKvtR8LmtPiqn5lSaJ/Bhlexs8CZBZIwSDICQ85VUo6+/HoYBQfNrF7quZx94n8B/kltuMqP+z+xiYJuK+CXSbL2Byl5kzv7/JtXLpf6uch4V/xI7MlehVfX2niulyZy99VaAt8Yimpzj3hKbYjvne3PS2FljQc7SsaawP0u975DIC/j+kX2S9+rJTv8ItLbPcc8VtMzsBH3/6L35Dx9HfwMmjV9SgSSe24Pc6gFCjYWvTq4A9Q+ycZQBu350pLNhzTU61gGuqxi6QU3jMkf2xD5+E5PpAzrKvE7nA3+d95LL7F3y9OL0cr+JRa1wj3y+kozDTqVPch6YzjJUAMfyzO65oHr8ksjPKoDXsqOV5iiE3Tk3WVhhdop+02i3X6XvMTB/VXjoFKez31UNlbHqBd+/OXuP7/Dr73pdo05OEk5k55tUR0ksoDdUEw0Ex/Dy7bP3W9G/vqXP01bh7Xfu2TldKdZHP9q/QMsmhuV2EuzapojPj4K0uhW9OcA1KyxhOrIDQPYzMIR+cU7Yp9ZTxbQzRYU7dhH+eZmAThxBZbRzUJzKs5DJW2FFd2DgeFtQn62ac5C8S6wahfrsGqD7GFcWA/zulXjMfmYPj+llvlPBROe52FrjMmM8aFsPM5czyplnza3vPS+nx+fXT5/NB/cqkyCZrw9PTgFsb1Xmr29HE/OV+rythEsiQECUjz9+/uyjTzxfwMXYIM/DbOMsZ5e9CIBTm8mYa5fkX+777enrrj1Bg/x5zAbjG+cVp8MI9eazF/UHxrCoVcoA4CV3ANaBq+RRpIT8sEneCYjyxolBKbagj8S++j5OTgG0Gx8S2+ELjFZW4ijg+ONPxogiuYc9vAKX7YnF69jum+8cgceXnb1IRztb6UexHlWdpcAGHgTY4k9dd8H6+eHaK7VF4kuO7elZqNdV5S15kr5405oRGTantc7ebhVsksjYBa9JKGmLKWdcEuVjr7FV2v6rsVQ2+tirAIRs9levFid4DfVwEiuwPM12kgCY5IjYwnz1AW2heU+yG/3QnsZCTQDyglMBPt9xrgCuZ6O4jLPomyQG2V8+C2Sm5yWb/vLrKh1/f2OU4v/df/tlkghyr7c/fPZFwGuyAeSxd9gwkjuB1+KkQMPvsz+dD/XTmvSWsyE6vQlZWYsv2nMVWD6ASzL3FwHpLpV6q2Lzd0xc9sTberE2Tt2Smcr5X//61dpGOqtzbzGQd3J/fstbGVMBTMmsqTy35tb3rTATWA9MLU0KTyzTWedco1OTU9LzFA1421xE/9ILTSIJ5Tnt9nWYNf7P/6d/+uybv0bGM6bfYit/8uniMgOA6TxyC4xdMj67aWeff8C9AMABRBenW8J3KdwzV6VbRoN87EF7syK+S//hVTe5/+gVZ4LYVfS82HeTxn3A/l6/5Y9iVzQku/BZx7iChduaY79v7AKlM8HMjcvYcM68G9MUv7ktG32ViCNm4TxxhjPv7n6yZwy/wLU9ctzy335H+R2mnS/FEPg/qxaW4LvYytG92pWJkbfVCTuWH7A2IQ9zYyt77tznX/yLbwMAS9Ze1etP0f3OiyZRSdoviyb7V2KP5HPrInlqSZC3rSQdz16jo5yX2E92/osxSG5eAtEq75M4Hvap9rFPHEb84TLMWYMmiwNBG9+Z/+azj5WrufBhkZiuv4mxmducM4395S3f/cAm2Do1bmyrnKrNUzeVBBJsNfG7fwE2f/vsP/rf/+MUbhw21iNG5u1nlbo5O6xTdU3+JpnKetXVmTR0nW8hRFldO+nbv7cF5tZisTfvMX5xFY9JFuxpBUCN49Ym3JkyeXsU7LWmozcT181/P0n6y14eAHw+k/m2n9q//shWbc3c7OJP/f3ZH/dJGtKqrbPkolUAC8rkAS/NYwc0/V8huf1sLgDr76OTXUDjbgi/76RCyPv9AUTctE7PofY6o3lambvPqty7h4rN8je7/T6Facv1Lv3MDVwLAtzxPvTaa9B+BtsFjp9cpgvlQXu93O5WkM4g3jy0Au0EpW7l7wUhS3PJkT/CQpl5v2u24rFzsODCbrX7OOhrwBwAuD+feSrNawEKEQmCs+zwUtTmhKq7e0CNBxG9mia/KFDU50YlsOBUDbQqnfXovADu5n3vnSDua4NRp8/kAN3bZ+vp7O15fGbBsxmJe/8RzM4fx2UH1P397bHmMwW1u+F3//YuztVGmzYqUb/gWK2PzxRoFelZl/t9K4iPIDaranGYXhcDT8GBuw4AJ0qwa7BA23Us71OuX+/NRrHxreXmi/NrXLcpuc9c+d0mt05bD8/SZ+uBzdDY7wZcU4ynSvZonWbZOkxupN5ee7JGN6h+waS7V6Z4/rimxlVROofezXa5z9j9IRBTZXrAvx4yU8K3V/C9fytEIxvVF7mIoHJp4atcOvlHf6xy6GZ1XpDrVqx69q5pFNnttdI+k7Lk3PfsAQH5q09ahexguHTjVYQz6paJ/rD8PWBuH25/k406gMF9D3CRA87QGVTGX7rWBuynvK8OfLzunJRmUp0AjoAalKIgZPaJ/QsQ8pUDJqHEMcke+a2Z/5nnfKQVdvphNUHgJMtUPgeQqjohvyhhRk2NdGV77Wfgk59lFqsYj3ysV+Pk+5xPlU/OrODJnOQF3J5M1dlHj/O2qqxb7cZIXILBzfa8lLDG7F7oi4LrzPkszdBke6/p1qtX3J8R/FOqszo4vVBOBj8QckB6DOoYqua1lL7b0NUDm6cpKbJTo0Qf5qzdqHNHb3nPlvZebXXmDuRrWGyPXJoZFE7LIJvuNJeusaD61S3uf6vWGtg4TmkrvdvLbAElL2tWPXhokelcz/fL6TfGMWi1WIJWMmE9AGN+PVlnTNVRi1FpT3MAWm0jOHmeR0C0IsjATlCfE3+pf+Zwm+Otg/VUtdi+M+TwTCt91Z441aWcdobgOzXUCnDn1d5jMfS+TTUEY6nUzeiNgY4RaqAF4LM06QdILcX9mctt2c3Lem2olB4N9iRkAN8FXgW2jOsmrlxmAHKxDNkEUGLs99zJ+0rtDCzChCCznBEMhBf8uvsym9z8tcLkgLac8lUYezGtlnBkMu55KHBQADxBhy9CvwSc90LnZO0WxFxykozJnf8C0Xuw2hd5mc/Sp2bQ7vthaAwf9qi3nnOXvKv60RuT0TCjO7J5aKNdq2eSjHgJWRdgZ3epdI0Rsfk+PWTiBAP4u/5oZY8ncpOsjNdYia/5ss9bYX4qh1HrOh/JxRz5Ge4F6CrTq8YSwCQDN3FioNXO6VJ8MfzxiBm/DNSjHuyn2W0n+JMrCVR5DlmerjenwXxk7VA1JRCIJggFZw3/ngFzujjgDXTQOZx0SSuH6UUA7ucGoRKMyDXaWybjIZl3/p1t63GbBIH2Kt56tyqutNJoUV9lXLLUkz17wAlzoU9O7Why0IQ2ARwGf79rpSIAc3d8Fgf+687jmBf291XMjXbWy7n0XrLTvVTvXdaEzgva6kzyi1BN0Ynfpw+ZzPZWTGRO0bJ9/sWAtA/Tz9hzOfs4fJIS6IjnpU2bjdxKJc+b4b0XB0pywujM5pQKGDYTu4DuKk7Imgq4/Syw/VPGmWqLJkmgi0bZZw7IH8fKmTpGhckQR5GeM47RrJPH9p5KIOD31xeQ/vYbNjX9PsBjCQ7oLwHA+7m9kr9zndCRfaIiYGAGIAul7uu511uCnq0yWibwetglOJfxC0isknVyJJjgTetTqko++sTfb5JQbgX4G5MEQ+719s9qdXBkg161tmT21deo/9FnJih/+h7efkizFfWTRoMMGFGJ+/WZgwVsrnx+G7rah17kBYPG5EHGVQi7p4DOKsboSf2j9ehTaS/oHrBHMCrr0z65mRPrNprtVEWURm0SCsyi79h9XwZgaJuM7GvBsptM2+pOpfjZF6q+7WP7l01T+0liAoAov6cf6F+Be7qcTfJjk9IWgJGcNBAiCQUNvCRRAsB/Xs5cn7+JUUvsPUwS2n5IRkhQr71KoztGh65acsBMq1n4Qrm36hGTWor1PN+qIlDqshcCXn4S+ZchnYDL99E1gFBnnbfT72xWPdacgd/mjGhiIu0QgbMvBLjJXumem+Ag0UXAcwBHKwvqnCwZ79qS9MhXpRANRXeC/qtIuVX5A0JVAAt6ri0Jqt0xPPTgE4Q8VPC1vTIIrWTm16icS9VI99Aq+JYo5vP+zv5JUkXoMd1Hn6/rTmk3IKBIP7AnBQzX/0z/1SVGCBbZj2h8V+UPWAeeq0bjHKxNh8rOVlBmzewxPp6Z9toxuApiL8EiVaRexvteztAl8NGNS4YqCw9QH3NDxtEWG/kbkKT+kP962I41oX1sM3ddl8y36y4IhXFr7C/fN8A+gJIOZ1+8lcC0aWrMoxXyY94gcxIdRtfoHKSP118uEY0GJsmDALQ1UyVhXZa0Jbio6ib2bqLWbB/X9/z2mD70paOWgPaDqnc6+4PqkAVw3XOAInvgxnDseeAosAUwOjrezmwTpRp7yPNJ8iKL5oe+Np9ktkkRua+kUffmW6ChpesHfrIJl3gnoQ8V4WIUNyFy8Qb9NO1B8s0XYivWl0mVj6qaBumPHWduypLTNinmaza4HDR+BZYYFRT20I1fkOMl46D9JWfaLgBrT3JM9lc/GxlcQhflNnkoVeCxQ6ajJANvPy5JZeepdgjG/F4Seehp95xNCpgew5czZFSyElfHcGKOllAMRBCQPO08cg+JV/NJ6YTZQM5BZ5Wkj49eCvwvYIrqlLxd302FmjvTZAAAIABJREFUl321ClfUvbHXf5HYseQd1fMCvaXTPj3eLy34jRu8FwYOTCh0luutIvwmyi5AuRYhk3O2RluPsBUbJxjwK3ZD7sgiv0QF60ApeuzryoQqv/Z6zUvl3xJ2tN/5rfLUhJrIpDVfD83IEntSxWbuRxbpzEpv/cb5Lx9//GH/bpyu+yK09N3bCXTzXSQANECbeXa2WaPFZ1JNHCpUZ/ErIETkowCsJAyyqB8koCIA1W9JPAA2scvejR1WEKs2raBx3pdnlxz6S3qkSqJZEsYYtNojPj/TzzuX9WSk05xJWJfozFTzfZzzun1TM+5ci49jfdmg9m77o9bGOCAh1proRGMpa4o+jwlkL1FmPsPiPaeVH70bHVcq7+9f5T2y4wDcS7jqOPKeV0lIBDpJPgMm/xJ9pAKYDkAxblzsxyb7oRbXg72JC6k2YxskYco6F1Awx9FdKkObbJvrLYaxn60Hndc+5pnHMZqsJyogt7Sih8XBWNkRBXJy/yX8YoWY7WrsKEnZfypgP/n0vZwr4mU/PPuf/8/CEMMfRIuNfSBVmWQtLl0TvbLDBsbEthSelqPeOK3k0dhTzoUyCYi15F6/5ezH4vH++wOQwaLO4M//8l3X/+2cAS8/VnjCzsizkPHYfs7Y9lKVZBw/RMiK7NZsrJ/4WEBzQYElzPKHJFBp5ZO+yLHtUDOz4bzGzjbGCcmHbBM5T3SK9S3NbN+5GOCKh5ZU27CqZD/nXRInnQPGR2fzFdhRfPDGZxoLDxgRnWP+Pv0E48Yo+bGwuUlDgNRC/v0YEA57yGtoZc1TzlBJr2MTXfJiY2snXlUK7eiYdzKvxiVBwryWcruU9InrxH6TEL2+2cCmH5/94z9JSF27qCYmZb6qF7OOkj4LKOYt7+W6Vhur0X1ZdmcxeaYP64+E0lj7ns/TpocN+Vrshf/Xf/tVro+VA7OFqm/jnq+9GKUEjQG9S5xno+4sevHBh903f/7L5/HBcgajyT5Je02GVNkZO5uPAWy9sbsl0oYy/cVHFNOz59GFTYDM+fe2pBNVyLGhCqZnv4s7qvZG8Sv5l4VSfdA4DDY14K64S4Dc7Cu6hi5k4zcxqUlrA7/tKQCwBHPX+OabryJnmUTVqbF5f8p9/+P/KAlSX2VdMofkTHW711qlSTgZSwrmJa2Qrgy6pr0nYcaaWQNn6I3nk+f3s0/atk0qQeGpJYL7v5px+RA91BBjZGtFPgMyPRt9hnq58IpE5iY0LflLcoaE3Fbw51ps+zJBLQrQpATrR6Zrv0hWz38fRneT7cUNyQ1/U+GJeJoYkieZXYA5CO242NB93dj5wy9yjZpgecbvMw/YMJ6n9/fswhW6XdDUu2oL5TNNSMu6sUf5Ez/bOCfBDIuE9mxG85//50n0ja6r3eC8ipz/gl49oHG3VB6m7Z+aDJrWCTk7+RySecbuxBagwycf5oLOXnGjnshs+yUe3DY2dAr/ogkIZSmcrcw2uCyYwwL4lGIJS+rxfDdRdoWlEsnGZmQciqnaAjI2w/vO5Pzue8xcdCYbqgwSLqPQYyBH7VmV8Ekg/+bVF9mHbz77D//jT2LDnRWYuxPbfTbScKbEOMSE6OXMCR3tqzHB9Prs0YHm1L5dfIsSW3IpGbpy1thy2/uQdUwZi3Hd1oRjy9o584g5YfeEq0qIGxNWC76cRe1J/aQorUVri1VfklNDgWeJ9d04nDiYod14uOuN0fTgRH/+qim+U37QaqvIqToI9QVPr2IawHezr1f15OHXA26T29LtToh4480kPdWPDztg39zr30qFOxm3xLpBe1uY09XFeASk/7bf6ahwN6FPq3+fPsMF/B7orE9WRwFPZmc1zJmkXMdnOT93K9+nuRkc3k0wUC3cIHerKRqUIhJX9eWa59sBwAe87OGP6nMNrVvB6lA5AOFb0RzFuiZfGxvAsgbR4xzeLIo7hjWmztjO225l7JwIwfubxbd1Gjjy+K+GwMkSuQBwAbwefHvWu1ambL1qHrMPb9C+hpcKvbypBkLlZ0pgm2V9D+osW98MRwD8aT/pfXaAg2fqoXuA4T+Ai8Z2KDEe5OiJ5rWpJviTp/saOMTCWaX63cSb61vBezbspqsvhqwXY73yCWQ/guFz9sAy7/pd3+v7jf8RJPMRgOqt1F6vnlMRXQBqC/8Aau3k6DhbZVjgDb3Anv/pel5jctVCA6Ef+/YsyNJ+LgD+AxIvAH0qto52uYHnSyF7e9IaShXOGe/Dup2MlmV0krmB/z9mDaucABf5H4OhlKZnfjz7pYvy1J7pISEgn5lz4znGQnCf9QLofp7hPJlaBvYqd2/AqFQ2KIKtexyJUoqQXQHEGMF7doDHDr6r+xaocN8F2bue+WUN5LMezTdlZAv0xApFD4M6nQahI/y+gGH+q0OdDwrQVV6mwTf+9t2eDK3Se9Vn1RP2fpauPZnzfoGvgjTV3ztMH2TmzOetol5VfRxtyQ+Rme7pJw+5RIXtkU2ubMPJ4qiAlhBjXsk9yiwAsIBgKfqSSTZ67cn6HukeckBt1EPZy+Yw/+mx08Nwd3sASI2Dw/aaLKcHFUoXHhBJJaHK68he+0gduvTRd24/3vVhxHlxbM2dQE0ruB3SBSQAhuf5mnV3n/8mz0yeBu4uo3syoUJtAZBWLdZIWYWFpIgGVrtRGRN77t9PJVQrZ4A1XMgMpRnxKl9KgbqA7mjcMmay6m89C0b/e2mfrxwuGDgjowkER+8L8G2PD9C4SU2CTZXxGKqjWGfMjs1A9qUsStm+9qb7CjLtuuulU3CliSDWeV7f+sMeXfVUfmLM1bYAeAvylYp2AEH3Xa5rHdtrMGMQ3NhYgCE3eGtfS+SaDvsGxaXVyOfRcbIjUYerAC59e5N7ph/67GXVWLKKSs1LO+582nm2k/1HPQyPLvIz6iVOC1XDgVSd7mWvXTlqchUgXGZgblLmgeyByeDOSQGODxJAEqMDylyqyBq/lbfJf+ttrCH1mM+PQiaVlK1QnGxzGEUpSm/Xvtdzgmpcxp6prtW+KOP6EchSCsL8nOD0EgycAaOoaUV+/ojKev1aRp+6pJrJens8FwRfBdcyIXceOSushSBUdclBVOkG8l7QMXuL40+HmRPVDFduq8urwwTZjx7Wa7GB4CVQtT+vBDFMA3k2tEP6aKnKG5vEb6GA1gOYvFqf7JPqqsxLK28HeMji/THOnnmkf+mM7wJmAhW2BquaGrMEZ14gYTaKiiTB9smeHqujvl0SABAq1SoBgsyr6mC6Qga7Z/4o/X/tl7WIcOmAVVFJr9LbtcHm/Ln770RPbpWv84vOapJ8JqI9H3s+rBfw6DRXIawq7/foXkGXVUouY1egiAy9SMUEOxJwPn3I6Q5g81Gqj2orrkffb79IhHImDaSnJr/4XP9HQM3O6/b5fHLGOIcEac2f5/0m+9f+ejcZxasAeqzQLtX3MYQH4AHe6I2B2O3blxf5A7onHBwZzdwmiPbs96xBWUEkdywAqyLCUWxMPyXw+/tvxhFguD2t8oy5nwClIO+bWW/07ZIFro4nYwK4HyQAJDEJEOrc9/v23nGv7LMxCM35K8V0za4FchdAWRsAwQTvWb9eoPOqUPUWv1RRziBgzsD/Abw7M5Y0FI+jWeGlX0uAWLBs1Jb0MjlY7/dRQSoFFTxLxneTDVBlvjg29WupHls/YL2/LqhhjdgMPq9tAV0EoOr1r/2T70srO7XUdbxVZECptj3IfUd9mWdGHZzfsw3sATZcbUWSqTqVH9V+aQvkfh/KPwG6WK358edWnRq/BIBWDRx7Wk9LL9cQtBI0dk4ISC950Hkl8x6YJUGCrlHhAnBdwoDAV4EK1HJ0622ulOuWgYNNlHWgxwrecrz1myPvAG79eOP4A9WdfQXR85zu64yyHkANqoi8LFFm/WmNSeDE8wgumVP6B5jVyqt8XiKKZKivUwUtSYzuYZ/Q89X9mZPS36ZKk73xMuCQZde7diwp012z9WfXmA+Ug+6/6tDpfRSa6781pg9jFvixvgLozhP9gb2a3JV9viDnKAR//TnBSNUNlX/3FogdA0IB4IAyZUbK+wX0LyXzLwGAVwm+ILM9LCjibOULqrZgqwBJuq8SsCTbrc5MxZ7zwz7DXrCWIHQge8EZBFRdBb1rfxg6yNKnHSPomAHVByq+nJPN3W1weiDm2nDEj6nvZSoFR83z6H3bgxBNYuZalVxthAc2jOxjgL3ALNAuZ6IgYundsyYSBC5oOEpaZ8nYpkp7WcrAJChUliaraODJAepvwBgdQq6BretlPNuiwGTkpImBrQhckIh++Ch755skDTm/JW2Q5++++3rAPL/uJKwsWcl5QReRbwGr07aI/tNqxYLnfrcnKzmzv801n+LL0ItuL61VC9mtv1QGhfkjdEwTfNsf29wLwE2/0nG3KrQVKHlW8mt/qIpWqQFEXQLBbG//2DZk13jLtGIb5LrOBYwQTYjMfi8YWyDa37UAGoh9/f71Dv+9YFy9dbIjQHeqh9mrGCyMazbRAaTIMTYfgductYAAtoBnkuRojs3/Tcw274KXkonojLGqAdEjC5g36jdnH7XSj82vevnbns0fh1K9CapNYEkiUHX1kk7Rn6+Fw86KtmTIPhy1t2S37WmxKlW+gL3RkodG9STg+vwon+eb7uy+sR7jmv8m+ZEds+21QLH/yLPktwFW7C6JkirGF0xnQ0tumT7hq45Wln2z/sr8qAADsY9vywFrTgf0hvznVOfeasaB1Oxi5zlazLG4+d64AcKAp/X3uxW6VNWAC6kh36UCUPXj2xn3e0mYk3gpEffNyCfd8ssvSXyN7TGAE8Wz4OripKOIRjOPjt5+Wt9qe2+VumhTAZ7O9SV6kF29ktcWC2iWqs6sK0Yf7/sxikmylr21nsnsochQJsr+VQW1qvb5qACB9njOM6+SawktpXHOOUBGfP72+lY9by48/apoybPksfmoYmTm27mCYprcGLOzQNC/bChNMl3yv9df/hJq8Dy3+SjFccbhzNMnnn/g3G6VnQS89vl2JsU+zPmgj2kT0U7icQFgDCUf+6z9PD9EX9u2PIjcr3VMzmKUrWxO4HUAO7bD++//8uzf+rf/SYB0++GnZ//os9h1J9f8p4wJkwA6bb1dY4HM0xOPDf080OhXoGPm4D1U+xiics+2JSizmV6ck1XnAXlTEUlHfP4XbX7iz+aK74VuvJTjGdvX0f0/xJazZxa7pi/EPMYkUkfvxNpvzO1Ma8dFTS8JZee9cx/d9fb7GJQkLn722cv5O+IOiKroR5TnTaQaJTvQ3IusytmbKRb66iQtSipqSyOMX9HF7TcdeTRGVOtjmgnYn17Vvv/TZ2RsBR6VT9VtjYGx6fRuD7ifhHHMOu4v6dJ4188TYOKcFZebvy7Jgo33yZ9CJ5/rfPF5APXYwVoxqM14PQBw7RqxM0mbgS3olLei+yoPfNMmBtFx7O3IYHTQG1q5vKf9yu73Wyp7b7irhnP+8aN+j5y9JRYRf6OUsqEKfyv+y3/59//vXCeJJD/Hfyq0ljYOOUtXse3f1pBt1qT93FyCY/2BJgsZX5JLD+Xza6GUBkjyaUiUZIIywOTSEsWanJc5d66iNG+oN/L9YWwJ++Q9e9N1j28ruRHL4PP8e5X9yvYGNLNj2iYlSgOIRz9jwcAQZv3aGoONmD29dnoDHL/I+i52TX+91f7y/MDGx7Kffjag6LZ//u/n7Mr6iGsCdC+hE5/3h5xvf/rHoV5/nS3LZz64QQRkTAnslVGci93YRSseIM+LkzROVXmavqn6z890uRdb0u923q6wB5Vv7aR85avX3okMLIEeA9Sq8sn4i/rzhy4/5y77wb3Y38BHZzG7tMUC2SOPDCiR3+iC75JsXdauxi/FYgdI26v2tp9XHbs45EMMc6GT7u2yIeQsuPjBmIBGH2wv3PhR2Snrs/JHJmeq90svnt32ZRLEmlQbOSFP8nn+s//bn6OyMghzJ7Zhr2d/vEhywIoGRuMMAHbuvntsm9dfi9ydtl3O9vc/tAhid0vYXfw1rQxiW9oD5OgWwF2g9+oxayJG4ufLUOer1wDeCy4PU2obgAx+8ZTJQO078daTIPMcCKzVmDiUhOwMT2xN4qRnAgA/xL6j7+gbZ+hzFODpx/3vhA76vdCV/9xkVnF6VAGrJJagLOxlDGSGzqJvvdrKo60CxzRK39QHOnYQ++3SsS+BHJ66E1Jy1oqXxuQEuyIzlYmsy3TW5kVoZDG4ye/vLe6KTR5fuSZpWZN238uW4XP3etrwGKuinSa+HXZM9kRbgF488MRcXwMAb8JOwPyAVQ0JCQxxiKrEBoDdQGVl+AixjXwB4Bp6Pegm6ZcGus5ADvFH0PDSCm6C/xYA3m8fX0ZoIzwFgP11IMMB9QpwURiPAcpmQJxBX8fxXvUpSGJ3XZrZu1v77ATMQpyN+/T5e/8qpSmvAb97rlsR3Ge7aPG5catzLeamvJ+/r4Iyx+Guofzkhp1vgBuD5LwuqOzHW+W7OXD90VBunE8BW9/vPl4LTC6LjMNR6sUK9iPItlL7UVE/BUh9P3BkvQvv8z5+v+pWrwGvqxq6oOPtNeyjptgmciBtzKdqzzg901mEHqr5FYN1Y9l772f61TwZ67FSn4Ja1nMB64dpPOM79z/Z5xfsnnKY4/kw77n+7UF5QcnOWY2iA+Z5ZsBfA+17/jsOAEKLsbovOEIn2NK9tkrHzeUAyTt/vraq7VTX1TjmGIlRdd0ZVd61wPjmZE4ABcSRvQHxVqrntQrcPx6yd13vHrkZ+cZVh8D98qwc2Q6PEXvBH2GPUzl5qYtLhxnDuz3V+j6HNEU8CrJ7aABpu88dGlWKYwXwd0rxVqHd/bi1J5frz9brdP4AJ+ul7V5ztrZ6NQiaAbmkhNu83T5dprG9tH6KncpcwjM78BnYqwIdCHyBqqeysTWafAiyD+jaSVK7cTeog0M13J68Xauaxlu9HgoA9LOPVzG0gII1rm6oDt7hQ8Zuv9Wrz98uldYJ7p+92t4BNSxPDmxpNycr5PICMVf3dN6qP+48CKLtYDK/1F6zlfpgKtOsxeOBtll3/R3ODqcaVP2sCosZ4qqZOowtWbOQb8JB5yYDYHA0EHvoBm8l94C3VQqu1/VOV3rtgqMqguqcAyHc4OzJe7ZxnNrTmlEgh9J+fdDd67VtDkq3mOtWn3HKZXBm/oGl9gAZpv+BnSpDyZUM/PWOpugYHoLnkddWk6+Ko+MMkC5r+PcGdpdtP7lZz+7d14G/hJMlc5wEljNHrWJnxJ994ZkBeOuFPGAMmLRkoDn99nL75XjujN0aFsBWGZP/rJmAlGtxYO9rfV5PBVAX6VApnjeMQupUqajQifMynWVuH2kQydKlxV5v9dH5rrJ6CQU36GeNv40c9OzPHLSPUI1vwRyOqFP/bHYykOdsTzL08pIK0Ka1b/CoiBiZdy95HhRUly1klWooq0Zf1P02pf1gs/iswMGqahaQXqDkYZo61+TP8n8TR/7aBNtjc4S7Q6wbfXPCK5wbzpmgGJ1K1ipfGcMy7We8llGjtGUSaBino9DFvsGANneewRq7D4aCsiNUX5qr+zxLYmjwKsLdPkJ5XxMbzh6fXThwhxEuKPzGAYAnq3SYQNQy3sccgKKUU8SAVzmzs8+/G2hUCX9pPRfc0kNtwXTBWi9BTRcyZp8drdSef8DkjGQLVUD6JOsAQew/iQ8DjlaR4my8duUFr8jLewHMnDeAOJU09lur8XLTMtyQsSr9VVxbW4EImmzBO8CTAESqb1XocqJrB9hDrguITc/E9IQzkTfo2SBqe+JF/uuQzMHkJBOvG5D1bAMCZHyv2tB+Feij2wzNGo4a9+rCgDDpnUWOUNyi4B2ouXOjVSev6ATJAuTCWo7hBpBARgDJPyQaJdAxi837Vw3snjc719y+//6LApat3BbDzQVVgDl/G3TuCgT4ShDQ+rVXjgSOLKIAG6rbnLi5TYJcodhrL9LqkyVy+PzOgZ2lPZ/i9HEQ13eHbhqFrECyYHFB0MwnR7IXyjpy+hfQPLStnMvI/KuAtmxta3HbBphP4K61vi0clm074GQJg+uF7vJLesxT/HSqNuj+jKsgfeSAM0guUaK2HUU9wlPlkODFa6mqAVyy2wi3c8aDrq90QM+Ab9tbKsivDT4729+/bAX46wGDUknQ9BJnaCqd6dPaaZuv0jX3+U9C34NxPKOXXK7P4vbAejBFNzZ5T1BclTza3YAOOQ/eDXhWW/Ek2HalnSsJqupl/WsCbBIWVMrI9te/VvINMF7S3G3Jcdk8ZIEvkL6ggvW6QLhrr+/uCbY0AKPyI1U92avopT3YB3lO11WtePVzz/juF3ZVgCh9iEsjv6DEBWSBSMZfvZq59zdBo9GrqszUM3KZ7+RwDBqrMr0vnxew8sJgMYrVAXaezb+dnzt/1svJeq1CYSm965Nt75WlJesCFPvgRQLrCRh+/2q+Ahn1kkTwNlrKQxV+ExzbD7X2xJhsyGupgBPp+yBjvO0dlqm+hNnSKCfYbUwSGxoAz+9epe+y8arceCs2hv1mrAKNax+1zxr71wlW+epvAv0AA4H97yLHQBG0dq5vLawzPwdoXeYkvtHR69NtqhhWHVyr+SQ/XWD+eIT9+9WBv6S/meAe2k49AtuOiS1N2R0fePt7Sab78Pzt2ZixYeyTzsXYPJp8nf8+EHiN7NEVTVDLePRgvjakPX+BfQkpl6IaKC0IB9D+6YfJQm8r2eT079wYJCOk4lxQ/ch6e6wJsgnZZiyPMQ1+jSD82hIAY95Iq4AlwC85TBUnqu5SkdYZVXXg7N9ZNwacrTHQkS2wapn73lULmhc6fL3pljDann+HaWGBq8VFek4VfJ32v/PUYHSrb2bTrO/lZMw8sEftN6wb1oscDxybt7QK1NlxgI+PmwB0etNHrlR4kaXR28/OL+NcabedHbPn1xpnY+sKSFCKrdyk3c4JnbCkEhVqA0Cm49m2H370Qa9hPPMfJG2uqtWrtMPRkewRNujGsXOoYH3bqajCD3AVXbnqJXO/CuWXH7+svQoMWk/1xRt8bTV49t9bmIDq3yweZl686O4BFWweFWWS35IUp4qoz7CkEP++CXVyqQJPQvm1OwA7wDtDBhC10rV6rMdTwCgVSQN32VjmYpU06yV6EzdnK8/fQ1GKilhF8hg+Zl/SvUsCSWJCmUq2o613WSLOupXJpTGU2U63LZJEvm+/fVU5WQJhKuo/pFMFij0wSmPJNQNtnJ8S1N9qW6DdC4UtmtBbmQTssNfbKzhj/7V9diU2jcWuiZWcu8z1+kPvnBp70Wx5Mm6d7XM29ccff9zzRAJOq+darW8OAc/8fEmxOWMKIo96dy3EGFz8tVF2NyE3gXqVgCrRXasJwGQ7+x2QNzvlMM6hUj/tnG5lk36r7n/jK87dVbPPjnzv0HCyb29shagVrAhAdNmsyABd9X2SAcnn1lvi/9Zx+905b67pPFWY79ZeMaYPwzZQma1Nwo6YPfUq8kU3vJk5r98cENj5xf5z5v8b/+y96NxcLxWkdKZklLbAYYfm/vX50YzmOedLj61hvvLAfbbUhx+tTQUmakkqTdbO2WdeJBXofco3q4xEZQGanh02A8DXi4BYkpsaA8jf6zPXngZwS2TbZ+kCOvrjjz/tfpy9PCDsZeZgukHiFl3Jzvup1ZV0/QCK+WhsuDHjbN83BphvvwwwLjESI06B7wzCc9Se1h+09in62jBchYLehz6RVEn3Rd/1WHQ+np33179+nnG9bALPWECXBDjfM3byOTMlkdFRqGaB+dOpdJHer3rXaoPzfs5MyTJJ0gwlstPWMzuTvw0gXICmcbvohzdTAFEfK76V+F3mtPdUhZ999bH1molRsJLtbt2Ar6p6P3rJGE8l/0/rFVv9XOaBU4Dgz7nXWzkjnyX5769fvvbs7//+p2d/+TNWEYlfihwA+4/JdE0wjYCsanK9sz0+fdX1yAWb3Nyq4DGf+cyKnbABreVYCwiilyXrMZfqw+QsLNNQ9Izf64FtacnNKNXnK4zhczpPAr7kkk8+/uToz/kj1ti5uOt7DvKuF6+ExPVS9ZqvtAr8+eHO0U/r53aP/hKAmu+Ya/7zv/vgWSyw9BoeG4wOE2TiVZiasHR89HItk5aYuGIviTKSbchJ81MyD5I0n8e/Gd0y/a/Iyzmbfc3HP2fuZUTl47+M/A8Ijp9YuUqCcHrYjk0k9nB09MfpU93kEP+aIDRguPsrtqsKfvrD/jYWCZh8D3Oj4E/yAqm3ZwpONmltPpWe3hcUbawx6/xeKouXwBxfU0/nbHd/wzyy3SOiIxFHIsPGbh1fSCLaVq2sX5PT900A7vwOe7AG5MTafxgAmyqdns5aHfvarSKKz/7T/8u/zlplDiQKSYxsjDExmegk/sPkLbZf5Hq2IT/IfALnl6zcKzdep8BTMu0SHujwB8BWEU7n957bwy5WHHSYeoxfi5nodWcSf3UMW1rZTFF5Dsnrq8Zduw3+CcaBFdwMnzMPxuvcpIfrzGfdv0qS923rwU6evlriDR1ASsg1N/jf+nf4afGLwq4YyeszaQ+w1kWLrd6E0/ZXzs+exT7fOc8PRJU+H8tckp3rgy5+Yx7mV7IVyPTFpOhCySaepcvXxY98iilar1MsRw8oGGr84bD7sQVrTzlup1Krz/qAB3cyN6i9578u4ejGIzpgb3c/xUh//ean6FuH62N/15vN1zc+GO63T9djJWTPJgMoDcSAoRvUmwLZMtz39ZA9QMO97nW0nlZ8+kydhQYnT4VafiewRmCv0XyFrtRkjHtzcC2X+6BPAGABuEfjfm+4VKXdVqd0+jFdI38/vkADBhbqXL8VnGSvgbebvbJszgsAXyPyQXg7z7vgKE32TMvS2tgbaMp7GHh1IHKl1PrsAAAgAElEQVTPp31g3e9pT99WLTeQP4F6pFa+Sz1Q93Feavk+rItD/rHSd9XBG8uAsUtNsqrLBfhqGOXrDPVlhz9Wfu2zm69jRJ9+N83qz/sZ9gXYVHPmGj2Qq/2ugb+5GMCC7rJ67Aj7QAi/f4vSci82j/Fw5jumUb40SHmSGC7A1Tnvpj7UU0cm9gybswKEDs67Q3M9Py+7egeXMVxntU3sT8Cv8pn33vkRoLw9CO+KVO6eAMAFqp8g+X+U4cnJ/Z098fz0ObxrYw7umLbZfKZu7tZZwEZPuO7Pu/arjjXvA10fR8dYuYDs7eHJcLhz2OB8jb8539dIvYG0jpfzWM9/Y7DP0CH5VfPwOWsSNmoQL3CBZu7Kn0OIEr7AqWsw5puIfsTEtR7W9Si8W/1k/Lc3a/VrHdkp0yaTFnycrKiGKeVvjdn/MQBcHZfPqzoyr9cZWvDwzvXj/F2dNTaFZfw8BCe7ByKf+Zg+RQ6G9UGbQzDHPf9Pp0Wmfs4h1+xj86NSuABlnO4qdfmmO1zqfFL4pTv1rNv3l4rjqUyX0YBRfxJbLp3cDqPNW4MdR78/lVu/c/8BvDNsBB3ekM1pvwqSxchvv1t7mM5uWSAZtUcBiLcCYXu3faJzwFr/Zb0t8GBd9J2xZpeO1BpsfJtHhqCv9Oi36KRcML+4AIBAl7VmlJna6gTz233AeFtwiywW01D9BoSNFbW+9Xt6z1aAMuutV82magaJ3lDe1z629OahMxX4EcRZn96t78Fzuy0YvKX67VrNEbAmP5gPfecT9C8guAjaEjWqnwfi7tBf1cudN+uyAOL052UgEAyR7YleZLSujEsXWADHvV1yPeDoowHMpSGn6yQdmIc8b8HAgmEzIgCk90zZbO2Z+rytxDGno+f2+Tr91rcBvM5ur9negKVPmlG2xJrth9uCoPOTtWmfcuuT51TxMBBUMD5OTj7yVqh5qp44AHkeusMzrBqOEeyPQI1VdMxW4XjLTP8bADjG3XpmcVYC1Bsyf589c6phq5NyyY4p9/CMN6v1Vkt6Hka4ZxwF79Wh22sOuupSwVkAV/c8cM/7j44sYD/qt55x7T+5rOaeB7LzC/5yanKdXKP9hAwv3zcgz2vPGDkYU6Ynua97BUX2aAk5LAMFbhXY6IesgWohsuGe34TyFwC8833ni/Wq/ZDbrd/6wCfBzfZycefcenTEezYA0pLFVPsMoFXJa64kfXgPesr2sMy9BJ8ljVg6vZzGgLEN+34ypm9GakGuAFLmy94wZlnIHUPk/yZsPbV1yZMgmjF+1z5Bp2dObZRj11Z/9DLdl+Sqj5+3fB9HWhUMILMAsHWwtyRjZY2cMwWv8xlng+Bvz6hmsyfQHQfVrWyFVjHlv7f1bDk62d8KBGQsAODS1CaYtGobAb84KLLF86xbk3191Z5X+Z6Tpad61qkVxwIpoQBVhWhd30Vx566t7le5kwB2xobisewEpRwWdJydJ0EEpSb5EAhxtr2b6+mrhyFi2dC3QmGVm84Bqk32vz3D2eaAr9r51Ry9VmOnIiABoiUqrMcxZ8/zzHbdSnpKMkSPOHO++SYU2/nvuV6HqJdb1ZSgSN74vqrIyHh7wlcesCOY3GrXBrYFDFR1CBJNr0aX577vRi44d6qRaieis6qz5WzBNIJCX4BOtfDZv4nDNkiZ5752o8ASpUHHffiRyLKoiOV5sxUQknbID2p8e2vMPzN+FigZi4QgVCutordaNdPkF+s2UNocNCnjVBrSw18FVJtfkN64AfXteeMxP4C5DxKMfbR3B/o2YJ0zqfNQQ0yGscDpaJxLFyZ4V7rIVMSy3U/wZ4mjB5AXwI2+4EwLtrc3GiA19JT0aam+ktSzpD7gyyqaAA47S+hR9JGPfS0F1MiB87hVddEzznzPjzpRsME+oQMAwECSa5c0gQ4DRc5BlZi9UNaBDP6tv9jJzz5AxTj7js2YysvY1wV3c6a2Ou8Ag963inVtbQ5NNl0oKQxjVS5hjH222iXTHzYwWVu7nsck2t7/yYvuLzVnqg/t/c//asyCE3ySUZfdHvKuhW2mrEFCH02YXNLKEgAu/f6A60sTvaSb2foCXwt+OEPzYzbTV1+o3E0EMHO+pCGVzOwKAPCAW8C6l3nwWmA+FW8JyqDRez3VCmwuQSIgx606NieCmq109/nDTlRqUiw7BcZ+S9D65fn77J+b4HPBoOvbCSAWiE3F14LJSSrIYwFRvYx7TCmzb64P1WWvDs+ez1TcgJt7O5P4ZShnS/GYefzyc0D3mwnUjYnAxdxX1R2Tb31v6R57BysQXZEgVKhkaxscu845NuYJg+ErYb2RNHvYp/I3lcZNCphq6Gvnlkq8ASEfAtaTTDJ/CavOdM8SvGYX2VNjY1K9Z//OxgUUDwBeNd/tDy/gq0ehPQUE4E/yF53vSypfskRbu2SvvJ0eqU1QE7h0BvXcBjospkFemsy3oc1Or0JW8TrqaTTzgoZiPhLP3s/8ej+7tVToDVICSu07vanZ5KoajekxgX2xi52Lo8hnDyzIPgtm5x45NPbP0/fw009fnsDjKtR2No5Gc+dIgJ8A/i5LN98YQhnxsuh6PFbHAPXzlW/Q4HwBRDYAQHU2QJM122N1VcSzAaPHYsObx8//Mvlq250EaSUrL3EB/fJa4JhrlfTmpTZB3083LnaxSpv1uF4FND3A/h2d6ZdffhOg7QJVkzd6XTIJP6pU/yoGh4q2cuj6z/TaU6YIn50em5BOdy8BtYwsqFtvK4G2MHDmqmpPhXJ002xGOmnnjsQnPuZ6OIsL8OsXbxhl5Z4RxSt7rwn19SlGGb7uMwGAY0MBJt5P1e337h8b/Hn2Yemn2aeoM0/sw7qqvixtfp6f/L0OVMzDv4gcejKyTq8K2mu580X6IPMtRsGcZwHgZLyAgR+i+wTWUVnbqz+k9UBbWrCT+fMSq9qiYmcYxUEeJYq0/1+V2lh4xkAlwY5pzx7AVsHPin7O2i6RJMw5WZgGrKOj2TCNDVX3zmfDiPYy1YfVE+Jctb8zR6nqwxZzWx19GZ0/6stRgqKd5Uu+G0BHJZqp/F5rgCbX9VKVvxuv8TsyO1sfqA0YTIJZ/drsc4mRnQkyPRpT+/UbtOKulDHT/7bgu+9FB7547dmf/oRiPsmikYkPAgxbL+wd9Okv9c3ZUdOj78SGW5yOnh+bAZuhvcdpJwUM+fpG5E21KZsGuC4eYV30tJUD93FAzK/T49ez6i/bPuL527P09gRoA0LZ0ydXtzL4ThLe+P43wcJzWWfzPN+GTbh4/GJrsUGbIK5i8JvcE0CbJMbahXyoARKlCK/22u999PO/bA+9kzmSgNDzMM/71RfOYSxWPybZRPWj+9BRXwVA/LhVzjv/zkt4lt0SXUPubmKYz2EocC3PUwA4H0T/rdc2Z5zPMOrTAaHeYs9hOfgg1Kz+9lXse+8gR8ALFXprJ+aRUK1n1Ut2FT3hjEoiKXmarnwzPdEHAK/gSeKjJAtjR+ucRNuXYiuplvw8+tHnvCsyKFkaCG1MKiXffv5rWvM8e/b3/803aXsi+Xt6hd3yWfQ/hrbH4qlV3a/X7c4dfoRYy415zE8LNXlbwmiHY1CSkEYRvD7IgL0BtHxla/defUDMVGk5FHr7xYNmB/ApnAO+/xkjHFAo/jEQShIl/YY5jnzzzd2vSRjMkFNNSzeMtWan3XpUrzL3hx+zbsRY9Xf0YvcRIC4sQ57/zcz53/1vXzxLOmVPSQCwxITq7IyBL9h9dMDu2bNL+Hd9rYzspfrMKKEja2KGtUVuPN6e5/P0nN65vdd0PHYWa/uzFlV5/iWUL+kdMPduQOWa0qdQA47zI/8/idfKXj5IIlCT4elLIHADfadyOPeV+F3dkH+LQwcwj5/iXFblrOKzCSWs5lIWs4VuMcvZt7le20RGSSlm2dyL2Vp/QPVYybzISSGQhfpKgY6pw++XCDqfrvHA6Nl3er/5xpWnAwDTs9/lvPq//qf/n6y5XtC5Z66xIpicHQWAA85mH1an5eHZrbeFo/u0VULjWphy5mOtjcMSv3rH3G+FR4u5jPV3hQKLD+r7jJmHjZb4XGnix4L2/Q9kcokSz2PLtPghukOipwTxAep0VWJo0d/fxe6cn42FAn0+/MF8ql42f/zlsQZ6tf3ZUV7Y3Xr21/7W/uj7+ArvPftf/ptvpT0A2vRZeub+50NxPTtjMWc+7NhLnbOHIfQkh/Hv+ZpA64KpGV/b4p7Y9AqnZkMaThkTOu7osvw8psoVETWykd8JIWQ2J+d0V/3Z2WBlt4r6oOsvXmPc4olrAzlwHkOTJJrqkoznqQ97/SDHlIrm17549XP07YC5Td4m42b+XQDnUsB6z3qXntOhRvoA29IusdfzbwO6gNzNLL+ZdLd6YsL0/+t1x/T070+vu6DIQOWn9/L+Tfgj+HSv8bfUwn3mPPqAu4Gpf/syJ/da92+jqt3CAlAuQFcwVjCaaXTuvxmaUrhVdTfAe+83h4QCWKbDHC+KQjn5BLtCAFg9AlhK3zO221u3gnwqbu89L6h2f978VD1auRodAksyylxHQNbBI7hQKpmOfcb6ffl8K1ELnP4RAJ6gz+kRKKrTXMfvUveucrLVGxX6R8D0ViXfyuVWQ2di7rpd2tqH9x3D5dirjW3vUBPszo4BzPZ79C+rnL1BgdsPxzOtD8/WkzIbHeaMsFX8DFC5c+j7gTOr1lmGEuN72ev3/TYk5XBp8bqG5s042ld1VaV1hhgXWb9Lk/DH4NNAWevD+F8ihIDgVoTCgjH5eTTWj8busvysnTdPlkzRpT+9z9SMKLIHvH26tk7PyvkAGwdI+ffNCeCqtLX7/tgTC8a7ThXjnO03PO/RG3PQMk/nYHcACQC0ir1zNJDLlANump1eI333UDXKAVgmzJTo4969VJ6qnRe8vM/YZz9ZHZ0DAHQOvILgGV8ztPL+Vnyrsu76ry/jfd2gnMveez4mvCwbdwkGtSp7+A0YWiWbZwIANzM7h+LVCQVoODCC4ycRAwDcQF1ubn4W4NhemgzSWY8sB5dNgANxabYrtfk/TqYLtbf00Z2ly+rzAnwWUB8gLSjhk1uHW6W7XiEMshlIq2I6juTZdzIvm01mQxyjtd+ehI1Snc7faCWXjPb7WvCWDG7dyFWrgXKdBtlPj1/ycoHoArgZP2dmAeBVHjZ8dNa+VX5AWtSyDchcI23zsYqqBRhXXTKArXLOETyVOo9OxoAtATMGbwHIGpJHV0jsafDVmFx762Uc7dV2ZbgOywyq0eLt2fs6Z2kzFw+wX1pLtOkFALawVzY65rxXhvGtIGpFavbJ7jvjc7QqArPLnuaIl/o7VzPmm23ZY4Y+yxqNHnUBGM9DXrz3njX21Ojj7NnttyYwtPfTtQsYKJvnu6eGbdNVq04tFapgXrKh1x9tAeX29Tv6mCEmyFFAIg5XKeI61FWeW5MLYhYEzD9BKw6GwI0+KPoJrQ3CAldvBbTxQi3q5ZoAKSQJ5oEx3tnOpLv2t8lWHIPABeUYv6fCu5VEO4Ms4mMLhJ0TO5sGYi95a/pcDzL7pedXZXVZhZ4bNes9F7bfV8H4lA2ksuDczjlgrdHIyz5cX7klg5Tms4Zr6F/z+wb6I5vrX4jCbr2Xd5ZdCmjZwirIlxCmSqy9TzlQPa8GUD+1nR4rZE9yWtSG/SpI+kGcicqaKjnJDmWiSLVUQDCA1nr5cA60DBhQ3UQXk98s9wXCZM+uJ82AfPr7A4GoY8N2/wkS0W8JpJaR4QCWt7IQGHZfHHeBFjpQwOuj9B+VGWz9B87s3lfW6EtrMArAJbZ0D+f3aH84BqpbPkDRnGvIKu52b6Un55qzJCAjU3/Z34x7lQPm1vq4/k0q4PTe84hMt3fSsbMWGByNJvW6LO4FQdlwHwcgqW3u/rUNEgQKqDs7aklEs9UuYGAeE/gKPfOPqpI69/prvpPA1nr1oa9ybrY6ihOX6xdAzN69FR8SA+hXtMsFbKOj6R/7WlCEPvkmvUbJA8ddtSuZEJh9Hgo2NqlXg8Nx7DyjoQjQrnJ8AcqPX6aKJhcpAH3AxO7XVmaq/hpA8qUqh1bPXd8gAZ78/raocOY7Hxo0qz5Do64nYDLsHxJdZG+jIud/zD6mv5o0k/c/VrSPwtee0V+WvKMvJ98CNpcNBw1jKcYTSKnKCAD8vaqT6OjsmlYBA9A8yxhKZJNvXmZjRMZSAWoprYuElsnFOUeqt9bCoCCwAD4QSS/SVpXp6ZselNFpsxFUXOjBrLLL84Qq7LDFvEhPslWr06kJFHevkXNJH6umvOBh+8jlHhtnZ6kBIrpV/6quK8aGBLFu5bqeaT2n8lgoGVVtC4RZPPuS7LAj2FGT/1VFGN67CfoKdAm0NcAY+jpnovPj7cxf907e+GWC8u+8kwqGnPP2RwP22YcDTW8l0GwUcmIfqdK5fVFLSZxxVyce+jnvkYyigkL13E2U/TgVew0oNPB8X6eqiZrPdvsmAT62zag7BRMiD2EgqJ12bKVWKkbOBWK8di6mlUATZULdB3BMoNh9Vc6/lYApPWNn61tt/OTcXE4mAw7q8RnwdeDfEnishfs7k+nM6+d0DU9FTqss2g6AfZZgayjim8z5WvT0r6PPvxS6q5AE0H5UQMneJW9s07I9df8gEow+SvKJ+wN76Hu+k3kF2rbyPnIjaDXmnD8mh3+ctfZiu6J8P2ZfAUr3/zLAgWCT86ABygAA9g0K8lVOLQZi7wDnfB615tZxep781LY5NkDtpwbqx3hEh+TE7bVUNAlMufdAh9k5peM+/lsD53RZ9s6L0M/SJT+nMv7639bpg9DGSji8lZMCXx+nAqu96c6eGpX3Wjg0iMgHzP5e1fR6iQH56GVjAtiNGvayWM2PAeI3FhCd0Eo+QWORDJVvWXuV7s4096C77GFAV/vWt/2CGMLYVsqmkffdQCC7owBrrrNKVX7zo099W5Vsr3vNTgSS27/XF24LjEOdXDaX+pZj5WBDSyKgjz6SqJR+sXSuoGFWqvK+pKkbl1oC12jz3Vcgmo5Zz7ot2r7QZQLvxl5ALklLA1pSQRPAjG3h3HKmjRnixkZmO5jbtiLInL58KXmB3xkWgLZOYGcBT9mUS9SW9FNmngY+b4up2dbdp6FxxSKydlmSXVTzscNeNfltgCPg8PSyzj2Ai3ceC0h/8eUSPyrXA3XoQbr4Mh98WOYICViYJKY/CBi5cD6SkTJJHduIfYXil4yNJULCzRIEK2/R355BssHOi8Uc7Dt2ypXD+YqYiqYztgUliblnqmqb8OeKY59okPXYiLMrRhPqWYzjFiS8mU1sbmwe8afvAsRurLED8pmvo1/I6t2ri8PNd3d9nyF/9NvXAVfejc23ZEexLGDBT00ceu89fb2fJ3Hgi17rBs+bMJL5KXNVrgGoASL+5S9fFxD+7LNP80yrDi4ld5Lo2FQN8qpOzn3W2mOVWaNPf6cJGxIOVdACiLUFIdtlb0FZb33MVs4XttIY5th6FMabz/56EgqMT0IDfVYqSW1Ssu/ZAdgMFiZWBYfpQ+LBem2X1joA9qehsx6QFEA3tLfdP7nHZ59+0vUvNTl6U7o95w5flZ3N9fki+8N+B4ivv++vmWPrk+rs6Ez21zutwsvIo28kXEvqe+v5b8/+2b/xMu/LHs+ZaF4+S5D/e1S+rRQfrWt7T0cM24P4UMm+pg0S+9X+zufhCfTqL9EjX6eq8M3X2V324RLxbc5WdoZBB2vJh9GB36QXKntfovebqR41tb9m7r6Nzyj2w3YbY9don83hrfa2luxT68F3b0/kAkQ3wXe+gsQSOtyaPIKv/jRfsm1Jct8xPMwPJfN/+XPsgsjR+xnrO6lSXFxnRRDffrMk1Wev//Dsw/QtxsTy2y8Dxp3nko2ee78zj/GQcb8JIGK/Z7/Qk3r2fpVz/Z2c2U1EzZzz18hkmbXEG7sv2P0/Pvun//Szo0++7RqX9SlD+PM/JPkvz8wnKgCca49tZrb5n/6UedavN3PKdn09MqsvrUTNl1lreXuP/KavZz9JHASGiPeNMpxN+T/8qy9yPWuqVYRziv5QFQsQXFuef/kv/3VodOP7RY9891XWXVVi7C1tBW6yHmrZxvFy/6/jv5ANtN+SPoybzJGb+rwZrz11/cft7flr7JDiD1lmzCS/lgKXncD2jp7X8iVsItYEOE4n8P3YRpLdf6l9cpN8JajYZ/NtvADAA3p3lrAZnQEofNkZ1mTJ6Iu1SoxWmU030OO3FRQd8WP6zJcpNNf/9/+97MmcS84ffgvaZlkaK+aQ7MW3HQJ2z5fawPURVXU6H9OaKAkA1Sh563fOs9LXRv/kGk1MPnGzG3/d80vSA45nFfOo5PzTzy6jFznIXLLXo+efFjaJ2fyQfcqQ+yDtheiCX7ReOAwH7JbqyKyFCnJVyY3NZO/TDUBjz8JmB/oPBF4Sgv33XpIsOvO5iGuY3zvfK9Jxjou15QyK/9hzPmttvNde7QDy+jYgc+Ofzn+JoAdnqRZ3DgIl2yPWB7L+9Wmzf/Plpwj6//0/S6uFN+I/R4Z+wYwHxM5Q34rMOXslV0iEvcUJN45O3zv7yay2IUsgyEVzm3fik9yYH/3SXvUwnbyDjUqnrVBjSauznRc/JVfOCT6D+fpe+4meZ8+r/6zlYrNkYa2+2K32gxZR7RMfGTEmOo6O8VUsyf20iKLTmrTIBq//q5cuP5Y9IK4QeQboRn+/+dYvz/7X/+47zz6IefO8uM9kyf1nA29ezQddeODR7vMygTZRY0k1PS9O4kJtFRocjpcx8A+scVu0nXhfcZPjc+kZ7zPnNC5Cg+GgeIkEldzj4NcFfz2jGFFBY+d7xoxBYec7WYETYNZ6UAFlASzonDW7TK8PAPBX3x808aEycML4tNJW8OdWnT70zvWYHmRP3O9XfTmw7v5tv/ufBoCfVv/e97mWSzZY1YDzHIHd4xHsvdSgDUBm1QQt73322T3DAzB8LvO0XP1SwPa9AqGuYdnP+DeWDab9OJ88r983YJrPPgWA/b6Z3YyzAle5BhCyDuTjqqjwu3NXALVa0gJfY/o6jYCF0dAVIMo4eq1ec/PSCsE+/557gOUJTAnwo2+xhxnqjWbO4N+cCrivl1x5x3PdW1WxwPQy95f1tYyFAkI11pdpeQG+pxTQpcPIfWrYFLwYddneO6V9aQYAHDdb9l7/AsALZB0gJx8slXADGJurGuhkzxY61aac+gtSXNmxYUdJMGo193eoPICTua7nZ5gv4LrePl7NOj/b5GEtORzuXaVzQHDr02zWVaN5+XsTFPL9pa298sLomOwNMLwA9KXPbUC9Bvr2lxcAboGaBd4eAE50T577ZKD0/SouKyQL8o9CaRXVlZsqvEfwveN9UNw3Q0Wgp6HuAZZ5FQAWuDmyXerzc3JdKtN7oN0quGXUjCLmyn0pm888NYDd+b5y6X35ifLMbS+wSXH6wwxDdEd7TrJYR7BCvT1gnCTDM62aM4ZJHajHhArnJufKZdrzd4lgx2g5leSt5qAf5rBWb5z0nir/EyzYGtmHq3jcnhOCGxhY40blWf4ui3G0UtvES2wYsFa6oGPDSZxiSAOubsW8wcmGmlO8YKk53Vgmdw345v6GuSqTAWFEqnRvHvPsq1tVTo7t1facPVn/Dt7rPFpz47ty7LHbswTo134ucegy77K4PKP1W6XXjOurl69uHhCxtb09Ii7VenWn5/Af3XMotC+ls3n+I7X81plRjVrNSjQ4fmjQBq6PJnf03Y8VAE8BYA6GnwWDl3F5z6Ppi/8vXXfSa1e2ZYeZUbImo8pMqOGGZANpS4AF/QC7I9kN+++qZUnuq3IFGLAtG+4YVuYrglWQjGAR4fGNsde9fA/Weclk8N5z9tl7FXPNOceYY1b54armZVNIEUvQTFp9e914FXwreriJ7DbsvQAN9dUZ6Pruhpgy6Rl2cx9xf4fRdip5VzVRQk3ZsbMJXgcA8iMJ+yXK1ofNfdWU1I8jTQl0n6SsueTcdk6QKq61fCrirZmdD/aP4FZylGzselaaZ0tY8Dt59q3pjf3WqP+3VhDnnlWlGk9SyB529qw2MkmTMaQ5oaTMROT5v+zxgaAjQHByOkb2Y0GKJZrXv2ySfd7THuOkPXNdc0vO9/Sf8r45pxjos+cqJrY5JPxW0WaUAcNH/rSSiFeV3enDsQTCEoqV5LvO5hGCsOBn/7YWLp/J11xn9she+ezlKzD77YOrIk6CIp8pMzNMYXvztE7YErDXZgOdP+uTuz4iABbJxck6A0r0+1myT8DZIKbjmN5VAXyODGavmvUgyLQ/zz5ucoLtcePOcicL4lASTRK1TcT1XFw1m/G1/60H3+/fJUh1n2x7GA/f7X7f5H6Af/M11mdlkuNb61vPS2ax44LJl0nUrxc0YGmSVvULEReaiB6pYqSV2b1JRdZA93uoUxxlDcEMGT9y2z3L63PNud59+HPNda4nmP0Qm8ceVOWAf4ONrG9gevXUBud9r1/ZSyKcVHzFh8EAnqzqKjn5puQzH6j+zfuPVPjxMwQj9hEw9ABMZ1wkU/XvVFlnIbEBgqy7SSD6dwEPcAeaafpdvYpsa/dxfXP2/qzLnacSinoVOje6RZ1jPf8mB/8oyR48w5E9rE3BsDWgh/bO07aFiMzqWppQ6eFjrkr1yHCXTJFgVzJA5f2X2UOtpso6J4c6+av1VCJPyK81vgVpsx8eP37S4FOS0KsMcz3Eu9VmD1TIHQD4xXPVGf7vJEmswyWbVMR4NoGWawNl5zMjK1yAANa7wD1VBXcDWBc8ugg7Y6LvnJDkJWe7febfSRIkGwU0waafQoZEzCrT3n0IU/qS8WMP375ZUlw1SUHbfNaz6KE1meD9qR8WoO9jmM3fJPnKji6Zfs6Gc/5MmusAwD/neQoUZzLGAy0AACAASURBVDy/i1wq+/Xsj5FxfXclJvJeLGz2TC+yVfGr3NRLep/tmZwzq8otCdZPRdHGY/Ke71vVtcqyypxm3ZE+U2HeNhBVLhHDLOEhQeLT7VUpeW9fSth3CY7gs7hh9q5AsepDSVCknXvrI13yhCRfKsLr113xbXvkIQiF8NM5EKeJA2LP1++LzwKc2n4AUK7q+iI45b9e5hkkqiUWVAWMKGUPkAlD1uOrrTf7et8NpNqLERkA7KVS3h9J4iq8qKxv/1OEJPHoHBA2vYSgfnYS/xKJAzMAwIgNIxWQOf0sNkZv5fkdwH0JWFXaeoqz0fYrv2AJuEk1y41NTr0y3irlLl9nEzCCh8S8teGs4C68eMZeczD03AaEnIpVu+z4o2zBiILuqQl5LREoidRWTxZ7/WkRIFTIDfyXpGQHBsyO8HGUfqZEJJm6NbJ45paoo/IVjOkMtO/4auyoqh/9Dw8AvGcPGK7XWROUSzDtuT+JSehEXhXgJXlebzn+72fWS+w5ScLugewvts9rRDdVHyrsyOFSAMqeyjh0mAGZWba+mw+K2GBcrasjJciXf1pp0C6L+mXW8fo6i8tX0Tafb8RYtv/de2cB2zM5UwlpEyppJ0bi7z0OiaSWkf9af12+xX5Ze5Opf1y+n3Oh7RM23847+94eOlV0u4+RaRrrBZiwzySMERRq0/kLTZbNJ1oeY/bDi51RLXpLtJ3ii31V0Pu0w2rlq1YZCEiTWZzM9M4sPdAl5e2B22KHK3eRNUlNxAvAoeAdwFXfNuDAaSPBf2HTjR8AssShPP7TpyMPkoQ2v8D6qdhEHSgJSqoWzgx5HOoAJ+fwIQl1BIVVTo2kgVinKoj9kYC3FkheVvI56xgRclLDuc9UKZWUnb1ujsUVAGDr0rmvavSov3ybiuiTC6gqTnwhZzXbs5h2doq9tMcljL8JMHeFL5VY3Gu+ojPemVSfriDw8g/WyAF+WTx2ZPZ99u+QfU8c1JxTSvsqsZu3yCWI4UYMOa0OrIvfClhLIp+Kr/nB8/t7Z90Uq+aX86q/HLtWsiP50Tgs/PZJmk7Cf0levucIYi/je1YRqP4wssakK/WgHdlqSmXmU8UdKeJP/fqXL192PEcmXF/Jm1fujV1jz868UGRonoMk7HVWuKfnqRZ3Qw8eIMvo5Q7YtL9SbY7kWnLHfE12gvQ4+9YKyVY6kZIe4P8yAPD8xQMAf1NfoOOGjAgATu/PU9F2k3yQxcz9I/2VnKv6r8fWer66rrXt+wsuxef8Lt9p/Qx0Xu7XS4/axYIc8FRwZ60DnpC9qpQS+/0svWidEkgvZIuN+8fMsSqvN/Hp7Km//CEAV+55wlAS+WSp9Yq9cpLsQPzE77LezaMTtPFP1sCD+GsfowrgHPmbAI5FSxp7qKiUf8s/IwHsHn7/N89LZvrs153j7EDzc/VjQzaLrSzZM+dF1Xeyf+cbiwOzpnN/v/99gLssT0SJBw+Nw1UBlv8a4QO4/XUJAFaJKRJLVD0jMbm8F2l9fvuTb5DNQpYMmeLLxOBTK2jKP/8NABbHO49W6Wl+qoZVAvvHqBc8KUFkOWjAXSoAAwDz9wDAT7+LnxUzBgB2loyA6TwUo5OcRajJGf0i8riZtychGIi5P/6KXBfVh0gwk/It6b4Sv4vrlbUhvjjHkOWMtZefsR0kxblGf/PvyQvHTuf3zcmRfXWJ3J44/usQaVUvslsvSdfmTPrqixGWvg0AjIsyf99fn3fsjfuTbwa4e95f9Wr+/U/dQ/P/A6S27+q7AIiP0kv1w51/+69/f+dZ2uTcSwUzwOvX5KbJwBcIKpmQTeZrp0d7c1wq7GdDH13V455bPMjvF8N7Bnv1kPsPGaQ5phJd2LpVQv8cO7/qXGCkWFjLCgoV/LacnvlO/gCyQLGMy7gsjxiiXaqU91pe9+SxR4SfUkD7xcqTAICvXu+ylCtqc14OTLIn1yaE15mxb5yo8ODnO//oHwbQi+17l/XqDHzcNkdTo7PvCoh1hJ3xs1FIi/aFdc4/RybzvYjf/CF+vDwPsL5+T9bX6fk7bIEtWrGRsMJ5Kx/MD/k+Pan5ZTO3GftXKqUlQPf9hv9VwP1WoOdSfI+SJsTKuZgzQ5zg3vx5lar+tbnznXKY7NRFus3vxXNvyUTzxbUUS9yq/65xk5t7mwpeftlyzVNtrBSxXGHu55tvs399d/wxL/kaLyoIZNAR2m+KTnhNimyumMrzuOpc960AEvn+kxtlNf3zf/ZLKtjZv/gG8eNn/3M+y9PWfpMXX0He7QuJZfex9Yy0thZCrs2eN7/p7MzZJteiKID0+Bkr8cQwo60FsYb5sNbawgPxt/O0dn7OMqTinuv1E/r2jFNLKFPpHxJ6/Bi5/M/zuY5x3se3GQaX+8jc8dc8Yosio1JwsCHXaEVyFUUiAR3ig7ZEBVE/+/nOX/9DxKbst6ulIFVp5zOfuGp4xc6unD/w2myWaMiPhDms2OMmv8om5/enDZy95BrF1YrLbbS/zCRaU40dc9/WxJVSC/lk/llfdWmGO7SdUOYM3OIM8vepGr6pCM57+Dft1Z3XAZ9XTDe10fob+d620boBgK9VcJK0gt71miQDGSNZ/YBPDA6jcCUyHfKnT+epDi5ocAEcnLolmLcwbkDZyzn4tKq3z/xnPz8LdCGkirpT/XY5NXlYUh1bOLnNbuIBqQewOTiy37V6SlLpyK5em+AA0lvkS3ide11V5e0zNem/jGCv9ykQehzCP//5CWJ85oAv2ygAjrEMbqtnL9DTQmwCkvOxIOlklwXPB8pqYrTGdQnnvk2lkIUSZ6/VWJnwVnbWaN1KfhurNZ9XZbnK2bL6LwD4XOsAR/7d/lNX+ekCmoGg59lOpc1t0v846Ado3rN+WqVw5rnVZmV2Tg7wBgDOG8a2ZGTMhfkfwNx7zEbD1DtO91jtM+gDfW4r+U5l39bblRyzdvIe676ScO0HdPV96hzcBqmCzdPb95qUGgLrs33AejCtCui8DqBckMUmNOfWT76v/911MLKFe65UW+/JoTKj2WQ1tmrX+Nbj1t6kSm4qYVtZupOv3yePVGDmWkM3SZqb2+vz3eybzukFeH4CAA8IvQ6J/F4AAMCuZeh+mYGpHa+hWZ+ljr8DgbSH8cGkkdC6rlUgvYniXZv0p++X+Oq6tvcuQG9rbRWl67ksoc9JX+KJU2gOToLGOPn+A6K2Jy++wDUUh12LVQdg788Lmk6a2KOdw3hMujHcvE+F3XpWr9qR99oK2jaBXxLUmJ0E6ukjeUgGbuQ8t7NAimTfcRE9AMBN8Ahkkyiq3OvW1tbZqcxeYtD+xfg50rQCEg/wJmCPk6Z9hJWf+lerpaZUsCotFSfblwcUPwf5eqS51A5U97ieGtYVBmUOuACCPvvFxfx2XQym9c8aCA3AqL1hT/M/v1tVAZAeMMKRtAewuLauZ29OhWUO8gSHt0m5najbwwIwQcIAiK3fjacXMHCJqD2/ylff41/r+zf1hIETV2UbxyvXqcNySf1xjGej5mCPhKGC2rNd1fO57QJfgNOu3YEvHLVV5zDYmFqTE+u+ziABkiWA7YezBrDe23MnP2PqOLznvk+izNl6gLIjbVmJEfKk+eBJ1LQfZaWD52xxPAHA1qk1ekge2z8DbSsbRmqojgpQ9bK5wIn6AYJ0ko4DniVcVE4uqL2IHHm+JooqqTOb+KGymEaf7Voi0FQ9eZqEdYIIiV6SfyV65HeqNyYRuv5y7QOSL2ngVJngJY6mXuE+RvQpEy/P0sRg5kKy2DU5oEf60XsEQydR1eqGrazL7o+4JBE7W3v9lp1McsD4VnK5zPlVPfcsz5p2Tlj3BQVqV/PX5Yi5yvbavMAv/VJ1FHY7ZZGYFja2wVPGWZIHYGhsB0hbX5MkE9i1Etfaa38oALBk9irABWFzygVPEtCTt2sV+HVW2ltjGi+JLHFmrfElJsU6ueBJ+vC1BEjr5yooOmt2dljScr1xJC8QHOwFlYdrezC7WiapM60JJwHZAj/PKH4SEB+bJcJxrK3KcEHPi1Tk3a/EnYrxyb4deyl4BmIIegQqDRJqDwZQ82HtfdWnnd8EbusViwCQCuOMH3sAfATQcegFkesZO7vQ+YjdLyM7e3f9grN/LmUBnzH+gj3jOUBzlROvkjA0RmQdrWFJwwLAuTfVmBLch5C43pariB9gdhu8zXdYFdfWVCoQsl8EnJMXRVJZhQG5ut8SpJJRlgyb/z6J0oK2PUu3RvTgXex9KhjW61gSRcXA9gsZuFUa8TdadScRSXqvko/H3ka2KmvlfeZeEsWcG8cmzwTHlVyKrUoyzhiT1iMyZu2cANmzVTY890ohoMD3tXZ9RsWTcTG27UGVsV2V1YLYF8+Ajp5PQL7xs1+dq+6HvawMPWl1yf0E45I+5/xWoWdtSOhJGLzLmVKJyPoBS94dOSZsZX5sgdbYt0phtbJ7la0nyDY87Wt39QNj0/U2FRy3wi7nqJ6WklhILB+BSlms5OasM3EGn1/vPvfxInNxCJWnOtB3IQUswZ/ky1WJA6B7moo0tok027uACvYVhYTHj9eTe4D2pdJxgWEjOGa+2JXsXz4AKdK1XFBJN3LiV4gc2MoFjsasx9A2zwVP+YsFNV0u+//D5LbfhIjjPk7Fqt/bX+bBPry4NLXDKtF3P6muS+LX+BlzdsYefBI5SXu1c50xXM/I+XdHUrjEFed4PddLgizv49oNIEYwuXfnVaUgJ/P/NJV/VUHIukKmWSuEABBXr2G+GCUBYP4jlbf3bvfrT7k39pEUtjWjur9nFN8m33Yva7vSYogHWa+PMhfmDwELwKJazIKe9GbWSxLDztLfPkhuSiDP5lr3fIaSAjJYxvNWoeM2XivoW/WXJfz0B5vc685BPoo9Yi/o14nA9luSNPw/PYCfZO2NMAKgJ+k8hY1jp29UX8QyCBe5F1Wap/UJuyweaGucjIPrILDsvJydfxAw7cTWbEt7vjvPsw/O99ycP3y8rKen39r3VFPYI/7qyFL3H6wtyDuVEdWWXDxQRYGrl+wBmc29MwSQud556YNK9javF5W/RO7IOkPm0LczoMDrVA71fA4Izxbx4Z6/eNHKnRHLRmp6kZ7IrQruecC2D7T3zG8yB840dpz9MM+/pT+4+//m21UgiQNepZLDPCM1GJf6pPmf72q7o/xB4vDfpAipoUzpgN0w7mzZl1ljA/O85vfPV+QnnDhA0s/Zj3R1JPcKPnd/rVpBknb2hk8KqJgNMfbAAbHC3fvOQKDb5B/rDPAT4keeXFHvI/O4vnEXQeECc0ewkGQPsUECN4lFz/BBZWzW6PrxTR7cegTmtfowZw1T4f6Qznzm+QtnsIp+fuHXIVOM8P3ZF9oh6Es82we4R/pxqz/+AahmbMnVmhNrS6JQBS37Owfx25Byfsneqk+QOdePfJLQbj/xzl17GFi1She+LTl/PkeJKhSRMtFr66KXpQpcc5eK+dh584LQt36O88tLAo/R5RefyuqSHsgoS+7nAf7whz/27AdAti1G8z/z5b1GoNy+MK8DgBf73qhW2V8BHvdz71kFv36jWgJZ3y8DhiMN8ZmdXZvHkVsnRX/5N/k8oLOxFsJG1jFf1RzxW4H3qkwXD37M+p9UsrOM3f0053P8+xLBALSxKR/q+6tqPEQu1W5k++2jxThv8x4VYXdji3/KvuT/fXUl/QcuzRadVhElBF8jtHh+cVnVa8gaX+DE8kbL7/F73Cv/yZ5FeqmyQ4Ben3v7c6pt83MxJttgH4/IK5YQxz3sGdqiga+udhi5/CFJ+R7PfwpA+GEv4mOuxzfQg9LAnkVCXPsi49KeqdmvgCav128AjcgcqqPZ+p4ua4PVXCMfBXEJ8Bj7ZeNnPZCb9nqS0qo//uH5nS9K3pyiknl8nWpiFdeIAAgIP/zFtwGSn19r4bZV3VHmGRy7Sj3j/jTxYPsFZ160Vnn07SLgX+V3cnb+EMUNvuIkQMXi7Ns++6AS6f1xAEdy09lHmVdkx4ePe5XsO+dq9k9JmfyZSNQCCZ35AHff1orREY9LfkG6yVzbj/RkjfFXWct69n54p/I2diAAqx60b16Lf/iXO5d6PdLBOa8ROOx/Pr9qXet/LaRGulleJJ8lSU0toNWEsfP8+5z1/Ef3bE+8S4WiKmvTAhweONkRqV/57MeAlpWKn53XOqXSoeKAkDFe/PhypMqQS6pEkXUhf/LHP2zB83/F++/jbwLSvvk2BJRUP5O2/fGPiMXivgCriCfNCw604E5QSSH57Pm6vjKW/+//ExWUXOtB2miIXY/NvR+7NVWgxFWUFkteo2LGXuZcURWe70coNL/8d5LdgLQRPNZK4w51ksZU1zlSRaLMYyoQM+u59oM7/9e/e33njz/m3M0YfpXPtiUDZYnMR5UH8nS1QXpEhwhU5Kbn9MhR9uBUCpfJ+ylViS3mqZS/fTypc/ckhiG9OzAsti65IBWqAF9nLB+XPTnED/vHc+tpznZ8nftmO45H6V7bq7T2ZxLxp5XEFNJGrJ2fvTzXWrqI3Xde+B0w9KhM9IwsKdU5fOXS41t+8dubO//lf/HozvucWe/f5tPUf3IOigEA+AB4So+OCs+k+ptvY42JJQ3B6/gU9oh4bTljQcLOZTYagaa2trltLXJ2Fl2he2yGuCr3IveUqXn4aP5eW4tkbfwx0udPs6/FzsMZnPuxX82j8sGc3RLLByibP+FZVf4ieMnt2hv2T1X77MNsVyaQraQi4HkePLrA4aUiu//scbbh4dMRpZzXfiYHwc/w/QjPxuh5yILDVtwLu7D873rEj+i2djPyCEjufra87c+xpz4jJrgX25Etmh7Av975F//i5Z238bcQdp5mnekh/U7uBgktscdnmaPG8JmvF1GNaBvX5i3mM8qN+k5zUBWxqFRZOvx167yV5TknxS8/JVaVP6hkef5u677kHcQsy7N8Xpl4c3wvft/20shIVTzgwyNh5dn4v/xDfiMS0/u2r5g/Yj/w2ZsjQhaIb2jdN7dfRRvEXXkZueTbNn3DEeQLV4RR4Lanhvl9defv/+dP7/zFX8WGJ6cytQhMGLFibGyL+y7cpeynqwAyY9yiFb+7cJabwq/G80fZdcpYx3eQo2nlueIpLuKFK7KRjZELTOe7r/wv29NXN+Eh/w4wvri7jWmPguXcZEDxhafgZ2a8pnaY9fAJRlcf9/8PAD6TM4nC9S/s93e/bMOMqbl76xdcD+IBT5/f/RYAeStXdqR8V0W3Cqux2U6i1cNdSf8b+eFbsPnT73Urq5gakLjf7aYaBDXxfk3elTHgUK2KSO/TIxuwCsGN8z5/AOBTWXye5SbpdhIhgObruw5g5go1PJmNSih41vwxLmdTfQqWfnqf5+eHRXGAjt6T5ErXQa53GZsD2p2K4m4cJd81nANATmDbZEIXPediY2z8l8TcvAoWK7NQaQxA6w7MSUHs5f0FIA6qfv38PwQAf/o5N7Og8Oqhe41jxx4Ikk0m+WZ+xpS6kqydy12pUsXn5MvPbpI4rUytaFWNlUME1nU2wGFE9buu9XfYFSUWfFIZybi6zwEjkzMfa/JKFGS5rGn4dVNNYi2IOpXN7YkBuL3e4xA5e8V7uk4kPnIYH7nwVjhnDNojF4DjPOgeuf2uBSF+cVsFuJ6QV5DCR70O0/PMDRRjvN0PZ/YQTMx7k9X93kl6frrPO04XALxekFtPC/jtv1XY1S7YfwUKP+nbnTkxric5WkCQ5KyDNqfVTdV4Dd7WrT2G7NKgJ+vAOOweJbgmAXLWwq9JQq3/+L7bvijweIGv77BcrgNgDOBVkR92vPz1qUBt4jO/ayXmJft85t1BfGTrzNexUSfR0qCVZGPWM9aTtWOKlkzGAlTJon/aIhABd53BC6A0pvbtx0qZ3aoNOBD6PLmvkxzx++MQ78AdSF0QMQmL7fPZQmxU34Nh7WDgXI/tPKKH/W2tcQIF/O5PBe+IC5v7ss8u+1x7CmiXKMMAzWWZdwAKuWrzhlUpt36UCayTD0DevHmM6kPI2OF400s7+7WVpxm3Q244+98c2RerIBPsXfaaI3TNcSUa854mwa4FYn/7WYEGFZXXOTXps4vwkPHcGls4zzl3T5WJ7RisMhtwUQncss4Pq3GJYwf+SYpbvyo2y4w+xq/jlXWTea5siHMoSUl+ryDv2GFe8FhzABjfs3VT8BfAoG9DHZLbitK+F9PtooGd9VO1h8yrc4i9kJwxRoKrJuiv85FD1iqpvHt9YSXxAnY1WNjcl0lsP1p7v2zc9Dw5Cdm3HOKO+9QizKM9W0KKxZ0FIdFB+s5inVzu7KlqBgUTBe4xFpMAE6y4HunOh5i/+RjWXwkGtVUDpMhBnSqQnhe1l7dknyPj38CiFQGeZ6Qqa6RVr3mZu9NXuHOLNWm+m9wEqC4QEqB5rWfSnPYG7nFa2/s511yVmntmG9dP1P3PJo3c9HWCawkoy7hSRz3QyCvZyKtQLa8p/7Tm2x+6EzLSkKk1lu01meedFK0zZYmAAeQZV31vYpdOhZ1neBzGrcBJ31nPPXb2KqSNqaB8RA3PMolUfVTvqVDII3dZNpiOg56bfPhn7NnjKwqECsQKpjE3a4dUP6wFggodz9QzJMGKEWA7gEo/J3BkD28IHGU7U8pQ3bx9Wf57buhlAhCycSOZeN4ljK2HnntsTu93Mt4DuFONmORk+/BWwt05T3KQjNHWa/tWZ4ytIWDKiHIjCqh48jp2eQk1/VMTzDtH9LKtvbCmJZcfLlCJ7bIWK7nORqKc5lLfFECZdGSTuVUj4SOtR7FxGIBvHJYMPBXpI1VM7rpJBeujhAmA2VROJIcnqb6Ksq63/FzVtJekzxv9ipZqarLlQYKrVextDywQvdZEe0VKhEyyswDwdeYAs9buY72jBISSuw9TDb1z7jq/MuZNVLTqYfP/QZD3EAB2vwk0cwkEuQuNvQDbAdX8CAAw+6gdgH5XiEGrGlKp1f7OWauCwr5yPy+ebVM9VAHY3py7n0pn23NZc64vAWmMnkY2s30WL1BFlcxPAVy+TNJq8oiTQ7b3yI/7b33aBqik72YJA6rysxbrS66y1/WOX2ONlqGfOaxEH5t9nc1HHtE5wTZrczBQfgoF9cuvs9/9Cwb1mlwiP9KLfzHpRXtOxRK7bB0BUyUYPs9zSBCUVKF9QIDMAV8BQfM81qLkwOy2uGiJyBJJsx5I41mzgEvny4CVjL1q3+zLry+iiH6Q7vMPf9CjVlJlag+ffXa3crkLJdjSkRIAkPZQpfwLjKYyq61pRlAwTBJKxvSngLKCda9vv0tG+JprCeajHLMf8gVVmttfq1pafMNG3PYZRvoo2JNE2vqtAmsnecrmuU/z5D327rvcl0SdeQRSYrkfGyjBVVGJPPujJ8CvrUWVd61azfjYoz27rT+JDL5ZAdmxzD3v48gVUqcwj/dIo7dVxsaiT1aCVhKUqYCc6yMxm6RsBnYkHvM1gtyHrCHj3fVTQuFFQkMWuxRdjH+JexIqc/irkLCewmT6RkR1RmHfszsqwJqADOAD7ELGGpFvPcR2n8DJndGqxJwDxnWEKXHWfAo+tr2/3uoPmnBiz1cZvZezxNrUaxFY4lyXZO3T1z47ZyWuPDP7z1fwW5L4ZHtDhrnpmb34cz5z7Kxq+5x7Z3ydBe7HfBfAaGX7JIeth18//lKZa0OlCvdtqk28ECnMA5u6+F+1CABVBcOIH62Oz0ui0RFf+Db2u/FK7snf80OADWsto2rsCsHaO41/cj9J1pexgd7fKkj+RdtTSUYtgV7iiDVwER8l5wooZeyBQV/Hj3EOOEuQiciAqmaxpiQt2/MXQTomTzJwOZjFD60QUYmfKXB9gDub2F7UFLhiQ1TLSRZbP/bC+4C/kqlds4DtkAJUPx6/7QBlOzvXZmLnSyrRcr4BTflxXwYMIyXo/SVa5jsB4/VPcg+LvVex7mzk31RNy3j3y0c+dBY8i6Q5ItZnX8QvLxC0CnTPQnbR2fPH2DGgvBYPqp8s6hLD0lu6/nuB9KmrsbMkge0X1SzrKbvemORHBQF8NOfXlEk2pgUUrrMLqGxlkJsuaBQ/zxqa4hg/ygpa+4ImmOszf8yzAORmcyZfPLlb5AJ+f5PIl9+u4td8e70J0DHigrUJ3F0lEMAXYL4UwM5Hz05N5HmAc4ligMfDJKn5VXwsYKg+4uLNSdbLkYwUzCYtVzW5VN/bxGrGpGcGsla+TL9d62t5HwSIqHpcSbBV69/Gv97P52AzrBf2hVQz2y8RPfLhCMO/5RrmoYoDEu55/13Ev/hyjUv5aiVrzjasct6+9f74eiU4LlnMLy3ZDgk568b5UwnQvAuBxM9PonYm2jmPlLD8yUhmkwhHztOqwDMXiAdW5RpffXmvkrP2A6AIGGCOj432vGzx1AtU0f1cAJiNlKD3OXHY8SdPhdbr2ICSSxvfm5/1lh8osHiPlDfimrzayQ/UXsbeP7rGZZXLZDVnY4DpPV/59BkzexOpyPOvV/tyN2dcet8lOCzveHJ59o2xeZrK21/exB/PGv5P/j5CZsDEEGue6rXeqnQ+5knur8cnGzu7ceUw8+W//916+r6L3dZTF4jTtcYO5JlaOWw9XIpxrtOi1ny20X/77a7aqrlUP8+P3oasU/BSbg6wFkIIQsy9+/JjsYmvSekPWOZLVm0x1xKzVaI0fgjlIZXKD1PZ3HyRa18JT+P+WiWjwv9cg3vVGJv3nPc13qyvNoLg2ygCkPQ9zy6eI43uvmRJv/1ua+vES8BstuhdW5BEiSTxsardu5knZKff0lf09GXtfOZcAu599wNlu/mIz/44eVygMMn1GwB4aY2O6wiFq/5mr6xp9uqeHueZQ0TG2rU8U6czc+Pfq2wT/0Rp4XnuOwMhn/LZl/u78WDIV1NHCfGj9usq5AAAIABJREFU04R4zC9aDulhQOaPAYRVGb4LYei3X+/d+b//zxD1XoeAkfiRP2l9OueR0FT0sWXIpFTPVJxrAeP14b1q9p2XbFYV6PK7kTsW17KH5IXZO3GAqsrhAEBrvbpHcngVdSKx2fJpJLnjQ3UVHdLJKin5R4iVfDRKgl6k4yv5/Yc/1Acq4ThjYD+vlQ1CkPjhyp3K/ZiBpmutg1UODyS+BazevSf17jx8Wrsg/vjs19cBgL9NLjZjHuIyH6dqk9mLtZV2UX705qeAtKk0XYvHKSrdLWk/8U7zawpudjYhjv6Y9fVF7Bu7qrSxcau8S677DQC4Z8H2wwGAFaw+Sf9nkr71nD4iNPHbqGBEGSfgquN9ZN+pVKzynL+dPE19vk9bmh55+8XX7JP4k1/kZY8jVvFl5Emp/SDjOX/9jr9VFaDm5uXIrBW5AEQB3z2FGYcGf639bfVuz/g0bxC7WRXNnMtrccEfnq9/2oNSagFdWafFspqHojqwvz/mOv/sv/tD/s55EfKE6n0HpOsBVD+TR71iAcbD+JRUnTOQ3W9RRMaL9P/DVAGvjYdnuoov87BsbmPvzL91eGL/tW50Vt2Nr3Iqj+UH4i+7v6gNrHWOeNjaUOgx0uJnFHiuPI98UVuE5N7Y4KqHylXJmzQPudzRiHIrmPECSk919rT2ugqp4Af5bFtXhRj2VeNSxUq/pHr88Z3/9K+jIvBw/eP5pu9DIjh5Bv5r99yl2Lp7Xf6mvlr2wYpNV6B4inVKTLtwofl18x2P0myxmSuXXInrAuSqlREoXHe46vLALLqK9SmdHhlo/gtbu7xm39F9oCd0MZEr9TGfR35x6/jk8W8A4BugDSrcxbbeAtucxwHywa7d3ZDnWfzZA6ryAFfF1lksnwK+e6fPDTy+/extZbDffyqVfHr99Ofzcm9eG5wrMfFnAPCR4D2faxUR5qXhMYFXafYS72O6Tkr2T7/jUwnrc78bwFvA6oDie7YNzvnZbRn/BXrkuyU5zvecZP35bJPmuQZH6HZz75GRmlcmfk0uu5ufl1HaA2USzuf+BpRugvY9W7j77lVWtoLI7zKMDPKp9POzUzXbysICJLfXnrz2xmGspt3Xef712bwWR3+7hJRXmb9Mp8NIQukaM0Ga870OW96y6oXr2Zs8GxDr7TZ8GTl19pc8aw/FfkujyW7Yq9ixG6SVPJ/Mz6f3ewDSI8nrbb57xnFjt8TtNrLxMrT9+3LOOgY1FrdrqNJY12dd0wh2D5m7/MNB4t+T5x3IvPk/h/PePynWVX7svm/Zkht7/55TuurWJXKtoxEwbudufYevucmad7uMLMNysycB3Nd4WUddM8ak688z772TC9+1yNl2fIcc1ekfg2bMxSah8pv2XNk53ufsnF37ifPa3saSIBwFMi25joO4AEolFiXJzv0zfJdN2UDMgS/jdWCMn834AxDWB2WV0kvIDvgBJmyM6rBuqfY1IH6Mz0qJX9c5hAA/bx8syRaBJQAmB5hhqOxYDl7AbKsErxikQe6npsYcA7cLFu3La5M5Vvn7JIv9nG0r6N4xwJze/LbasYDDmf/tES8JVA9lniUBWul1PX8lL/KhAU0Scesl65rtG3E2kXkqcGDdG1t2ew9R2USSFl3jc2jrm7TyVVByVVll/H2vZIkblVAZcJhgMQELEG2fnn0oqNbv3blgTFUIngS0OWgiO9dccnBEiDN+Byw3fgfANJdLRMymHDu3dbaEp3V9fu59ZWFzzK4xbsUF0LQJWM8wALh94DgbnuI6J33eKHH8zM/DMuPGItQX+8haW4f2+SRL1nvivMyHqrc6OmSusoBXVcUxGfmkB38TxtseY6VvLDke7XXSHqcLiH1mgJQAZ70BOa+eR2LAdQ5I678xM9krQY9/P0jPG3NiHbDZR0r1jH2TAxdDb8QRwWXYh3ksPddGAAN++PkqZznqrVxCqMD+y/+sCyMoMb8XA7rE/cc81/qdjwVtLA5B6ciJH2KMHhytCuPMqYTHilSFnHuwN62Jc17aH363HrMSGKswwWj1Xmu6QaxbSRLPvPvu3Wcc/Supq1dM12rPYhXPFyEogFiZuRkD7MUCTvktKbP2Qu/aHOP8yMlzNFc9LbEwYKvjF5shMS8gmaSn5NDu960qkE9kBwEFWLqnB7AHWN+X9VhRgQ84uz0nR8gpm/zy7c6abOVIATagzS1BzO8BsZUDzv3pl6Rae/uEPZyvgtntHgUf9oJdexfxIDdS+awCIDsTSebMXl19vkuKANIuqWf1A46sKffFXrT3a8/ZkV0EspP6ncw+cKY9YtZA6qrgFaSxAVuH/IYSn+JJ24PAj3NWeU6kIGt8wKr1soDcvbZyovNIchbQI9G30TvPdfzU9nLLeqhtwua/SG77rskuVZ6rZJwRGOyb62q1Y4D600NxAIgzKQG8MzXvXfsM63xngtfxrwAj1lAlXmtHnJ/zJTyfdXHm1R6e2y2xMcBFlRjb802k6uobXMGRPB45OfaILVH1WX+mBEISmvbLqg7aPqB9fgMYpSLmVVjeTQSGca8S2L3c+KSlSoQZHhCwBAr7EWM3Qa+5wFxnJ+crXX5hBvNlei37nPs889R7vXxK/tJsqY29mONmlAWcsUGSkRK8s+rbH77Hnio8n7OMDzCZ3Pl3WvapLPzYdifs860P35wnf68J7UkNs6eV/Ea2AtCpRC9RyPhcfQjzoUpQA14kI+qMh9jxk6T/FhoJySUnMOYBQ+lNGOa50G4y1EdWdGu2BAdVJK2CXNJ0bPD58+y/6tySIlQgI13ma/VqlARXxS0BLQg2Vp8BM6/zuHbO8hJnfaF3YXrGvRnxqOBx/asTo2zsVUIAA1UrzcfduubyPAUA179GAlmSWwVrY5jLPbQmeq5eCeXGTtZ0e4xP3rFVc5zfnpOqnygApMqCLexalVCcn1tCgfM9f1TV2FvAA8pDTZxjmpdwtvuw9t+mSsJdqzKqGkD24MdrnS1eXnJqINpFrCkpSOw9okIr+0nw5fsluCQR9Eo7Lwo4Yg/JSInb9QF0D9vrG5L1W1bFJbY6QNpJ2pz32guIDZJ/zpMCDxd5xFp9/SbyjUleOe/eIc1k70vqADb1R34YsoszYTHn7vCQlaylQ5AhB77k/Pxrr1UFjiByXsg9x242dvrErzrXfxawZPO+XEVjzIzJ/QfOaOf6QFd2sJU/SeipYJIEPzLYvg/xy027d+NrnH2ftdwqzPyD76K61NwiXH3MnnyYJJ9EtsID5x4f23poTJd5IG+5OGUxgTly/dchi5znXuWONSmXstjtfQlek5FzRvD3CtLlOQecA84EE+JT9z2S5XyZgXt8yfm1Hs1aW4zVnZTvGQAMzCNZvzi5LZqyPxAbKhOa90v08yv87iZ/0QmQsJydd8+ze2QQp4bRdXslBfn6qjNst9nlzZn3G18Ao7HdOuAfqB4d+NbYM29dv92B4qumXZVO+yZK7O2qjdubCCyZXMxnLq5Y2LnasRih8Gadxr969iNiGLlnMsKqsCQ4p+hDnhmgyp4Ds/l0j54OACIxyg5bMw2Tuo+WQPcPPgfCl7Qx8pLkt959/Dy+zpnr2/Y0et49ro9h775LdWJVfhpz2WuT5p+U4GlrM5JsCXf5n/6ctwDwVEeGj+25gc6AYPNj/052ej7yqqYnFX2SzOw+uzBgWuVgSAIAzBATVDFTiCngkST1yLhre1TZ6B6081/2Mv6SuJSf1vf7XUClkX0DnNkfVw95DoU8z28B3SlW9KwUpJMD7r7fOS+eL1Gqbcf4tsh72SfXOrP32h8771tkND9kto8HPvWQU/1/bNDdqzKWrT+vykq2P7XhHPGs/VyBeVk3q1x34Ek+xz44S7Outbc5VVB/VFKZ+WQvT6GA++XfHSUCpG2KA8YQcPj8mcQ/f1G50GpkT+Wx5/Y69vPhA2M1ArNzWt/pzm/uHSi1vpxyo+kpWlnm9aAdMZJNvwj8cRiepbr3KK75zGLo2fgHWUMIMx8vQEquEHntyuQkj3ABGFc/8SOvj1Tqc30e8XsN/bU+Mr/sU3Mi2SPm5f79nF8/p3I7Y/l3/iMg09ROngbc9p38l2RoegXVgObG0T+lo1w57wF0a6Uh5vT87N6K0vzbiswbmwfnx4rp1YvFnlEmiU0T8yP3tU0Ev+2K9X3PqwCGR9WCzQJU1wesMCs/MKQyRIiSOUnsx/cl+Z9KTPdjfTo7HqY36pSl1it5raWQr+N/BQD+JeRxa2ipn5GsKsNe8n5sTM4kyifU9koeuHpN8tOnSMCef51nP4SpQe1sqvWVCGnrJuOFMPD998gY27Es/stX8eWy1Rvv5PuffqP9BpsUWxdAlT/04HHs3NX7u66pscq9sKlISPNnVCp3BDeY+asFGBmuxqRX3nFKDsdXkv/9PCoMUyx6+q2z1jgsXm7ckDEmywvDULG5ggGACDJdYuOQmQCLP//81Z3/9X/+8c7v/jb9RB8FRI0dfRGig3gCCcOzzj/hZ05xS3uNgX7W9FRiRmzOOs08P0l/WbYIAIpkAOB/kjYB4h+2/sjpnzZOiPT344/9FOnp93JEKobtn0hbM7OqaZcQDrClhy1gssTB5Kh6hi0/5QxHwBihZk7Scht3o6Q2YrA+2s9J6VPt8YPLlxIT61/cYp98diCXORnB/rP4UCWGITndeXPnH//j7+OWskc1b1P1SFx5fDOpGkSFzNq4ULFTQFQV4n6gEnVENb2jRwj5JWNjb9Y3bny1+y8x7DvjfSTMEZLWR/geaeZUz1N0aUuSd1H0eJZe5AH1rKEXkUGWRS6oVnLj4uhHj/lOuf+uORu9X9d4n8qbmPQodlqCxqV7sUSLZTh/CtnSB/UTNoxvXoudkr+Tg2KFEq+VQJXv9IzeVI8nfxNHczZ+sGauJHgLznYbV3GO9TzlNfv34Bzk6JvfyftfRlFk+eIBwM1vZB7+6T/9XQqxE7dnDzzMeWKHeR9bcyrErV/+sNjnLfK6/Ag/IGede3kZkFfv8Zt56L3/6fowP86cAbADZnv25OfII6qSW/jBh5Qb++11zoWnzbv4zAoMRoAC2m9PIAmuWAnx+88xOd8nnji5lt3fZQ/ZrPhIiE8Ugk5+gp2VHzJUzjj7zP3q+S5uhJH/x38dyfj0BOaCq1DvuFKxkitUJHGpMM7nWoGX5dkcYf3I5ePkwq35xvvghysHdfAV838K/rpXjeuF260F5PLovXbWuHnvGDTPOXxBr3m5IDDOcIfNTTI8na+6R1esu3U9nE8eaxgRTC9j/fsXPyevvaTYBvJK/mASXLD6AUF7oT/7WSu1BOQxTq1maHJykc7C3l3zvJq8YgAcaNeCOtV0n17/U1CxD/Rp1OcR+r1jyh5k/Ri9U23rc0u0Lfg6lbG9F4agE3aed3fYezvRQP693oUX8NHn37NUcjqvG2nofObThXqM8Lkn7z0LdtKcY8J436fPeqq4LJoGN0NUeiB9CgCvZHzj256dF8N7C+tiA1wVvCdonszDqbq5jGuDTUC6KifSXcZmz3sCwQOa3XwfuTtA0xVEFKi6Dp0aFQ7LBQCf52+i42Krn+RUGd9lLGyeKmmb/5YkLkBf6dixPscAxnZdMOjU4SjYF6QYWsl0ySUczKPXr0+xZBtn4AA8dUiAObl4K0oFvK3W3jpYL939o30DbB5syE8AYGvhJGpvQKdWb22fFLhLImgP6BmK3myMr5f5crAsKXj7uSNZ2LyUtSNoaV+hU8G6apwBnXvPZKcm33jWonHpQXY5YM6a9skqy1ZgOSe481AHStXebvDIHs5wbAzP68y59Y+t5v5V23bN9CDARL6tBLImzB8J3ILc+aYmFNt/b44bx/mmd10Box4pzVLvHvPKgSUh2H1dUHbzuKrgGeERAwa8tyr3Gn/Xr5x6Ptf+LXlVDvfq8XyCsD7vtWZug8ON6RKJS3oMRLs9EAcWmV/VFw6uXZ/D6+dfJzFAwqZz1bnbXjlkGWDKAXBH5NDze/fvkD7VlqdasXaqiaAxi8tOE4xfe9E4YJy5Xz2kVkEnmBSEXN97HVolF5SY4u0DsepzYvU5cPI71/2Qse/95trrq7LA2zr9WhVwJUF9bvKg7eco2V+5DknVq286RzYvx04T+GVnkold5aj5XBKc5BzHeSwoNmwsxiUwDggPGGoP2swc6ZaBdo3mriqBW3JP2Zy55zKw7P+CZ553qgMF4PLRsvnMXQaCbSR9OFt8VT3kPcLN3hN5u/zLoYphT0Kq83fZZRWXmFqclwbeWTcAYfJNWweTpy65oOsTq3Fyc61CzLoRxHQ9l3281/quSXKQsybtGefwkho6LNPjqJD4rB3IfWIltzLDPSUZYhxPPyrXra3JO1sJfG17leYADFvAvpAEdvYIfo6zUQnJ/K99Xu3r7oFVJQlS/JxNr0xkbamv0ZNolaqeUzW5ca7kaRMubOpFZeteMMZLJDGpI7RMHmY9wgZIt4I7N1oALkxFbEMyYZ3LMBSdocDRBZcqddaziy2T4Cs7PVP+MizSVi9UanYMPmu7oEDWhjWsQNF+s/pXpTVZZP1NAWuetWD6ReiQOC9r7wL5OXN17vKhStZdfSnJGVYep4AK5qlkAAfTeYRhGvnkBumYpyNbtLI21ysIE3spWF4iaslJxIXOGwkl4O1VEbhn48c5l7d3/qR3ZQMMT7gzi5oEKchvv3vUuThnTNfPDTAi8aK3kz5r2gUMXGh1b67v/o+sYF2BBLaVLOWk1/EdcHg3CcIGcQCoSoNOdlsSXFKjaiv8hXxAwGFsn6SCZFXXscGqh6yFi2BTADV/vB9oqjrHWDsbBQ3DTSZhWnCyhJW1HrCY2cqqAqjeu1g9Jbpc51DvTfWkc7tqKuwWUG2fs38AcJMPUi25irsl74HJO5cLwuZLJezeB8ydz+Fs4TMIBGYHpoogsXMFABnc9cmeDB7ZZ2PHTtsnk4vv0dr1frm1ZccOzNxe8DySNQcAJnM38BbDesGK9+lZZH+4dhNrzoTs0SlgIGwJzC5w+2rrcOzDKmHIRaYqI7JxGNMP7j8qk38EggBtEiwJqD3PWrccYtDOCe+7HxKL67B7EtNjjF9k0/q55GqRvVQnrI/mAWit90rnZZ08lhyw1ixWa74KD5EUS6KwMmyxGSR/zz1IgD0OU/pIoD+OFOz2wIAUyV++T+Unm0TaGQnUk3QtSY9UawH6SfKvZ/DWwfNUNw4IXtLOurqNKxb8v2qvOEnZSGIlCa9izPO1X1zO8FbRxj4ASKzN2scAGkDQtVdQzbu1hITn+8dAJ9W8Sus9kyTliB0FCZJYYsI+5FCU8HGONvBvFUQet8nXVeW7t7epwjSH33wnoRQAELO8PhDgKIDD+yS26nsspmQ7WlWf77BP5x/Gp80zrF0Nv3C+WMlM2V98YkCTGzhS+D+lEs35qgKjPa/rtyb6r19OFm6VBvhypgfRRxyCSDC7tTPl8+y9Bxl/wC//wrrnV1mzYgG+yYglIxi5t1/Sy5pNf5Ck7pu3kwH+WlVo7evi4RLpWkHpzEj1M98lr8UFk6l0rztvreElzKty0AQxUHCtPPgsP0d2GvBoHbMnTSRmrFQRs3MFuGIfJxs4GzO/xlwsYYY0ODUZoPfOUs/xPmfovcgtlryR+wEgehbniGpo5zm7XB/bGsh4AsJU9zlznzwOqJXP8iNeZ8/f9oqcr+n7z3oz5k8CJIz5f0gLQPS1WDlM/FW9Ly484+ac+u4HsQ/Q8rMmBtsSg0xngA226hdtLzqei9dI9qrQacuEzNGx1fpdOpO0WVApO2KhClRJzEgM13eIbXjhDHbPyBGSp5Ptw4Eo4Sx2oBWl+VltZZJU3XOIf/w4sVoB2sVgVDm8zt43v+3RSjElyf5WEABKSjIj+219AidSyZJ1ZPz0lwb27zodnZvcg+phvlf7VOY5yMuXuMTXJzdaKe6RUo3Zw9jGPyfo7/7ZRcSYJf74EVQhlkweoWzV2YC8VTGZqwI2rp11XMljSb9KOV/E6BKkJTxXQb6KEef7qjhPSyM9bj3zOceMHmnpVtBd5MiBhiqzsg4Acgh4XTOLV7w8MwDY8wIxPyWy8wmaA7kAM/PA13qU6qSS/JLsPspEQBgKCvaqZOR5SRYXrM/3VgkDSI1sm39P4UNiFJlpxMH1JrxIEQGAqxxGujXfphc5W2nM9L1zf3zs0xudXOnJObGJKgvZ/JKxW5Ul5xFbpv1AK1S/ytp/1fXJ1lLHeRlCx/znEWZb8Ze1vhYLixNqjwIgLpHtD4Bk5ytbA8w9BJxWu5X0wpdzdlvL75MU/ia28acmzfXpa5uVzAH/f63J2J3FKtZR+2qXyDG/2fXE1NpmHBLr/BhVeQOAVXOzPz+T629Mvl6Gu2f2SN/T+ZQvXjy7mTP/oSrY9Vz/vFTqAiBVCYqTXG/k0rUxOKRYJBE/lxMoESvr4dtvplTxUyRda3flQ2/iT3ZhygBIffVdMwbsNbtNMaPylPGvgC7UZbQSWe/MHeJIkV5yHloVDLyaX00JRB5LZTyZTc/+dSRwTR8SR4kx+W/5tcf5rL0qugUcnfyMyq9KgObrnsVeqiwzbrcAsArux/kUn1WcOxUEVXAjkCxH0zY1rbRljxcz7bX51UvVGLwPMcA++P67u1E14UcguWZdZK1RAPqrKJ00f5bxBSCdfNO9zC+Q2b5tvF3CoVYa6znKbgNb35NHdQbIKVk3SFw9ixanCVy006GqIzT6q7/zfX1pJsX8sTtIq29DjgCcb5/KBVGguLVTKuFMkb7e2f37bOIzcSJlLfP1y7vX8XnFD6s+bDzqHvJ/cpHUW8hHG68SP+TwTJ44Wluu2MjHAYiefpO93s8uPnAGGqNfU11cABjx9QKN4FTPI5t8iDevc59aNHzNl8paXsWk9Bt/Jyo46bEK1GkBz5fpUfsAwTz+wi8UaYx3yCFZ4r8FkPMq2SWfty67x8T4DRi3J9kMc77WE2wPEob8/u6fT+Dc2Dm2/OXUfMTUehwD2LwfoWkEr3sBBeub5m2/+1tr2jMkz5FLfBNJbimOf/e//xTf+av0n85aSJxh/geiXjmWxlEBKWOHjc/qZuM/JH+inc0gvfluxp6f8CBjIc9X8ncqjL2fLDnFGO8ZKee2gOd+FI8oFHxIexm+94fMz2eZVwCwMftV7lOOM8/28sf1836ctgHioOa681q+c745u18/t+sOkW3+eyVq4zc/f/7jqjyvdQmQRpyltAJ48zqS8jcgV9obVFJfC4oAwP/VP87k8r0DhuuLDeDEeV9eXS54ClR9ZQzNdwny9S/zV8ZeXKhCtq1Ssh+9DxGj/iL5dLG6TGyAX20FPgWAX6Vf89uQOFQU/5Zq7m8DEBvn9+9CkIm8+fd/SXY58vdpI2R/fJffW08ITp6p/p9ztTb7Nq8N7D4koSoZFcgbkUeeu+qVNjBbqud6RuN+CiHEg0BdgCqbbCzeJbZpW5jYse+/f9r7+PX9iDiWPICwrQnsj5zDrv8+C3stntYiKzPRn1NfOTjECDqLpdsuJzHIDQCsACk//2f/7JlGMHln7KZYxGrIY36VfTkfY76S72j+Mt/HbojV5B3FGyqAna1sUnMueTmbvUj5Lwcvx7x9MKLylPQaWuf7hDFVTZS2hC18PTDT2Pr+EeSuHPdFVq3CIV+WatmfAcCufZSJj29TkkM2tXjIuPI5jLXzd4q22x/IWe6hZwQlhaulxL0H1tEKE/9Bels//UZva2RGBJgVRblHtrF+cZ5nZ0qnv8/m/Bazgd9835RR167NODhv2/JKviXzX2n5g6v0Qs5/ozbSWvMyBtpekntqIDW1PGfYVyTsO06IARv3VjRfccOZ71OQ+ykAPAUt51s+8rvnb38biLEDa/t1SX2vA5A2mLdxs0A/BSz8dxlS2KdWUyOMP60Y/hRUPcGDAdsBeXvk93mv5MgJ6n32gK7e6WA/vUrOPZ1LnGB6yf0FMOtntj4AfwLuXpVre8ZbEHaMoxnB/lwptfvMz1flfFXkZdLOv09C58j1fAroHjB6AdUCoSWmF2yc9/q+AwyvGnTSKw5wQ3Iz/oBgCfEmPfbnvJaAvL3mYSSc35+K2YEp5mmf7fj1IF4gNEfqVBNKBlyN4AvqWNinx/Aqrw4weFt9PH36vQ5gu39tTFdNYPxuKlr7vOYJ2LmqpiU+txbHJm/0evPMY0WsArgVMpV/6Vd2IzZ44z30M0ug+XP6t+45B3QvkX+7B478g+vZgAPsZiwBfNsHRtC4Lfg4gW4l8gA/eRiAfg9xQE6e6dzD6SNT43VVI55x97OzF/v8uf9VeC0xtv6kq4CaA7KZ7HOQgs3vj2yh+1zC9MjdTqaLEQLGFahmFpsI2ljVHlzJq2M4NvIOjAGoN/s499rqXKznfFyyW1DoPQLs5rV82O8yT76v5IfLczmOVuWHr6on72cTa0jPmrnmrvufQb+AautlUzyZMdIoBzRv8v4CLFdZlSTNVQm+vqUJH6yfS4K1fSdqNwZGHsbe5mzVs2f+buaoQPUl79b9PJt5wBSJKwDCSTD5uWXrEPYc7Ut6rc+ydPt8S55OBnn2z/p3T/bwzZq1TjCTsn4EYtap7yohJz9vz2AOUq4v0SChZ+wFapKBnafLHrV3e95nPI8ktj0gQGsfCvdjz1qHl30y3hy0rreLUdSDDYurQP+qTvd+DpfE0CRh7E2Ltn3JWoGN9bXKTIFnZ7Tjvr87Tn96VDQpsENZUCQ4GFjZpEr2xv04QtZje6Gcc6POx2TiVsl9awPXb0+F+noMOs4kYowHAITTaMu9v2xgq8Uax+z8bKV8HKw53uQRVT5LOksOT0qziaEAwIBiibfa8HyXvdNqVDaxYP8IBK2sy1ccOXxJcy+VCPrZSN5Mptv8NFKKo5OeYpd0r2D0JHcroZlxMJ+PIoHK3nOl1aVgAAAgAElEQVSSMR7rjHRtAmokrzcu5rzM1iaLltC198zhZFYWJK+qytwt4EPK4TTVTrLdtSt8ha2/VWSPOScYep+eSOu7OYCyvSStWzYP0MUeXPckCbV+31sbvoftG3iWoCjBEydw9uo6M1pxa59cVXNMUqbbWpGgEEQ+CojT9gdx6LqPModfZiyOdPjpAyP5LGlXe5Y9J7hrFbYqhzpss6l8B7bJGHhu0lHmtBXTmL5xDqtwciVuDd1A8YHW7oMkqHN8QYpzZWfB1omqsrF2DZbrSg4s6TXw5BCsyLWr/JIE5N+0T64eMU28LOG6hBXbK8jDYr0Yvk0wm/gBop6BzfffgAiS0vaA73dGsTvs1CS3p+DgO9y/oKnsTVV3uc7j9LR7/uL5tXc53KkKzHq72wqgyX71/JVwbwUhu7HELsZyWf/O1szFQLKRdNg6tu3IHlqv1ooKcAmIJaYtoPUC97dKLhU5k8WbrzDpXGfv1pEkngqn43PanwcYOD6e96lMfR5wnH2r4kXGoL5jfndD1gEAO5ey3gFOrfCq7d9ZPV9lRDRJefNT+b4Ync8jnTtZ4UlM11b2b4fh/j3SwUgLEg9AsVZ26G2lUiPfY8zMk31bstXl+xrbgYSTbARuIYCo8Dv+vXOnbFV2UjK8ADaZy8ued262durPxzZOTeRUv2Z8sz7sL9UifTXOGQMcNsLXnN819rYgrX3SmwwG4uVZAMOdtwRulW7S226AwfP0NxIYVnbfORGWNuCmCYvKkrPJGPeq8Ui/zQ7Y475bdaOXZGzXW0Cd9tVLJTF/adW4SErrbQZ0WYKc/Di7bq/N71u19xwiYKsKlcm/z/d3j2wFUMgYSRhZB89+TMIo49L9kiTwZLnd1a3/9+K5Kq2dsQA/lQjs4s6ltXCxPyUp2Wn7oQTKzNH6mk3mzlns77GzA7oHWHD2kfQ6pAHnqcSDOQXMuBfXqzR6KzoAWRI+WkGQ/p8s7beRC30ZgKxSniUg5jnuTlIZaHUUGCoZd/lpwDbzMkLhSCAAOglM0qJsoedks8bwVqH8uue78QU+WNcSOAhYSE4l/pa4tSQUCLl71D67quMlr9xnK5QughP/Ebh7/Jn2bMx5/FgfSaSmi2yi0vT45mPZIziosFzCfRWOU2H4kPHt+cq8cJYvAt2A6xF1xBWVEc68DwC+pN98pM71fHaAhL2jB9tPqdBRfcJWcv/vB5AvKBfQqOACwAdBM3vJHtXHa9fh+JhXpCPStElqBzR2Blmnh8j0ZdQbeg7mflQkFWRB+Mhc2AdfpVJtibAly9pntdW57jNAfp6JLGOLWVNFs0pRz+P8cB5tz2DqW0d+VlucRJtxkCB2BojH2E1y0l58dJKe+vJ5sdf1M/NYz9Oj1Jll70+RwgA6t5ZUMq+PyM7mxTe2T9ZDiOTvy9znWsdYI8anezC2bT43ApaE4HqPP0xSkKzfFMzyfAHjzecUgRDmRg5A1rBnnZlVncm/3Yv94Fz57vvv6uPZf/Y1m7OzYQSVSRRTWJh88qkmkfAF5i1Ztmdo7Nq4as9+Y5NqO/XJXZ+1zfMIKeaOZOl6MgbYSy/ySpFfSheNRSv3iqzjLAOU2dzGnGKKCvjJDbOTIzU5m67+1CVWiEOm8HQUfWbjjxw9ophKRjct+RgJ4jivDx8+qj/Q6it9BrPfkeP4IJMLXw9HMsmLlwcaL5k5MoMxQEBjV/kKrdAKSKHK2+Ordj2gnvd1/CkkxW9GWLTmATXG1NyeVlrOwgKVJ5a7KnT1Pl9sh5zMR558dt8bG8L3cIS/THXv2p0gBOlPz1dcH2/JTvYRwFBfk6pA1qmqJr4kH7RKRf40I3lbWe8+zYl+xb5XghSAaSxXgbtqHPPfcyDrobHklaNoVUzXzkhRk0KneoawOr/Kiy0cGQUgO/98scWVS7uSwtflahOMdfMh7fM3EjkwVwzj++pzxxfsd/AR8tykME++w/eQnLYXfObIwfd+8z8kJL0znUfwJopOT3J+rcIu4yiOygYR57zRn735oMWizijP8qZVX7Nj/OyHOZOePXu2czk/+ykAlr1edaXmHnzRfBYgmq+yX1eRN3l3AIN1XdJMwf7zGoF9pI8BZAgo5O5Xoe0MARgehYvJyyOmsZMqoY2RsdBGB+Aw8HD7e9LsSIMBax+l1UX9583v2bOnGMD7AUCVuu7aXusPredeBnxuPmTbsy8EvsYIsYFLdlsjsXFXr0Y2sfFFiWmnoly86fud0+trWdWsrIMP6WGubcff/bupPMw1P2bc7lNtQnyueo5zfvmn2TVSvjm3GsOMUM4nN77WkfOBPwQEvx9wBRBBUnV5ZxW+JLNDCut86ZXOl5K4GXH6cfqlN35uzJXxp9CFRM+uyWM2H+IZ2Dln9ghwzlPPBxAtEaA9tPUyB17Zt4mXskecH+1N2xxn5jO9g7cGlp9+3HYqJEynWLb2Nok5ETS0dArRwlqTZkH8s8am5CHrbw8trwsE1Y9XiwZA23xK50vWV8aUfbJZVFx/XmWDxa0qfVXWIuzefYBQvlgzpr4xHjJdZU29JVsIeRLQ9/r1iBFTa2AfpjiEUOZ8A0ay54/i+z4s2LvWOsbe/n0Yu1zQOzZYzJRV1ViP/QNgskf22mMtXhQvlCz/5cDigJxv4/9//ShjlPDgf/mfnuWsSOV6erO+CgDPH9In/cVL0utk5lPB3nhIbpPs7ST6+Q5340/xKRBkXN8aUy35+7+N/x9AqYp48YFe5PfsqJjCi7/6IkQ0NoLPdD82RPzbnujxVb3MuzYifFxA+1cBzajt/Bwi4U8/kVj/s0RYfqKqcioLO5+QVLsegNXZI86NniNZk43zrpf2GGzMetbGBgXYPqQ09tN9v4jv9iHA5Vq8RN0h8/1f/5NUS8cWV3kok2y/nuIva/yoNL7PmWXPPU2Lo66HrGfnnj7N7GKJp/IdycO01cljwV7O3fiQcng/ZW95zzepoEb6WcFACBOvAKX8CP6tHsEjVv34+/lc30eSvLmDmFYyy08jE23YVGWz0chNCjGoVrQPrYMon/f8CHM9hy/s5agfkcAHIpaUlLX+OCDpyccUy8kaYevYpEdP+L0wsUluF4C3lTM34pfHOW/ZR+c4I0MpYLnu7cC69fnzgnRy/uP7H0ImK4H16mPePNzwkq4Z+zzkWmP7a9bWv/xXIWqHJPIh/aXvk+yv7U87hqyxET+2RoqR5RpVb4Qt5TpiJOu3hQ58gcqHz365FyA6m+0WERmntHZbUON+2KFVkw/YfJs4+rd80ZNvougUozRMSYV2yBb5TmN+5MCX950i3av4sN9+++180bxOiwHrfYpr86edSSOd6gGttdnwo/177RrcPzvn+iSsq4abP2zR3QIO4uuPd/7eX+esTv6sRZHCh56TbNr2HZtsfRyc4fhak+7efLQYrBjHgHd7+VQNG+ORyzfPy7sulirOlPcjgTfnfs0tfq/LUcIgctPqXUfB5W/dku9utnZ/p+DO960ocxjtcIQLY3n+BiVDknIJrwPKfirTXH+rTuuSmV4FNst8mlzI2JV5oEayW5UnSdZF3STw3IMDHn0q73xTkSWpLjFVhtg+dwa/TksP6GvV3z7rzff5rnOvA7RO5eYA4JtXjMifV+Dung3s7rML8QKqPk3MnWuc4Lsa3Q6Gbs5b41znP7c6NusBHNbj1XM0kXsF8JMNm9Hxcy9JucPwOePZaidgRp9zAM0WoGSssdvduW610y/5Vp8b2LIqzSMpe6qjO60NwC8gkT1sELgk4SoVV2m1Ss3dY3tRXoDNJ49+O8zXkF95+P6cE/nn0uCfjkMNo0XbZzwu5e1znbmwgzb0Nl4MRiVCej50IzYJ2rW9NXvAu/UZvSoxPG+D133PTXCcgWfIvca8OcCB950gyA6+5Kkq1ba127We93POvdaIfnLl57nPWlzAsWqezmE/uwCshIIa0D8dg4EdmCmTnuiz5c+phOEs1Bh1TQBcx/LfZSYtZv25v/XdWp/Uw/ZvZSQmSQ3xLTlie2Pyk2c8zwkk+HYz7qeSBWdt5gdleWcvngD8ZnFc/2F9NVmYf5+tfdbSZU87dj2MLpCqzCW+Qj4kF8Gp8T1fXlUjHlUwqzLFmNtLlZ/jFGNe5+AoKSRrxXNXdhfTFbgHecn7dk8bYY65JH6T19c+8R3AwB30s51jjF+J3tyT+znVq2fMBqBMNvQcHhJOrm/OTxXwAVqP7ah0HnZ+LnSAeQDVkV5RjXL2+d53krzb1wWyMg+SE6bwVJR7QsGW8Vw/v4HSPehyP63Yvkzu1qI/EuQDgJtw5oCQq7NvzePFtj57RWC0PjezP7Xx2NIZg/WVmz2xptfvdPc8sHuy2+d1DuJVB5/5md0/1z/KCZXsqX24tf3rFbsEhu8qm71zPFKKvXASHX5ecPpKDLin9p1tYjZrLg5ug9uMXyvh830FfgHMKms7ZxKa68FgnUxu+LZaYetidsgavLVvA4C9OHut0Lj2nrVDgk5ysImQ2AN/jKUAcBLFHKHrHHbe9bMSVnrCXDbpOjfOOXfGuHKmPbNWxbYq7yWoBPKeA3BQglTGUjLWOK4HzDUXKhvyf6/bR2cOfivYWoE9dqo3HJAS/t7pzJ9rWiMrf5EfGlCdfiX26y1ZZxWaQKwrIYB5WSnrrZ8SuHLPKt/dZ+3bSeZhTLp/rLrOO3u36owCFV3nGI3rebj+9YLcSRR/mURG2a0lWixh1aBW5WECw1OhQvrqfgBgTjXwBPtcQhmdyx7pmiAbX/u2HdYAJGMyAHqBBKauhOZIJkkUJAhZgnefmeLBnKABPJOLtg44wvrwtNdaAquCunmuR6nC9Rn9b32H4HSWvI/R/5riyoLEEcUm/XxISX5xpMqcPwUdyboVkFpSyz34jqOW0cC6a0VC/8HmSjCZhEwNSYGbK/GRG3MOC5SN5V/8FelfZ8p8xPXcms/kxcaMLKFf4jfbf7XRbMyRw7xsTIm8klHbaRvJrR3Jk/XMHeNSsNCeU9fBO8lBANfZaObttzCO04et/vKYoV7HNz3j2j7c+d/AV+OvYkuQHZ9KIqmM2N332Y8kFlXfSkhI0pRc0V62rnB8k+Mz7Hutf718kCLaz6myVNujgPP2Tr+kV3tvXU7WacCijKGqOHMlcD6gove1qiU+kj1PjppN8l0vU2XbCpUAvlunA193fxvbE3DzHyS0D+O8AHRu+5ckJMjqj4i6hJIkca8hoLySDBJ4Iw7vXFbpbO6XCB35atVK5meyf1jZPsOeAmsl/fWibDuLPr+KyySGs8/0mDySnNb1oydNaTWBIYBexdqUS0p2uqmQWs/fqUisx9G5jgo5zHkvib+pOFhXFyms8qbY8XpxqxKaLKfPzSe9TYJPmlMSzzkBsMHyP1LbwIxI8gKrsrHkmZ1N7U0vCEXWi23z384843RIhAOr9TBdtZd1aZ0IpAeITv5/hNnZy5IdyKdfvkLt2KUQscSvMySJWr6ufdv/bX0PBFs7h1aA5n4oWay9waUGIbBnl/O/zrFyAdW8l19IMpS9q/R0boJUriqzTytsgbgLnhF3VCn+1HlxD6SGa+uyCIxJAer8+2WqJM2HRHqT9XmR1r6XzyPrIlK2LYWKhVzH2bAY9Zb8CkBthWyyplQoDoi8AH97wnvIuK1azLqSeBmjftKt/2EAWDVW/TgAdq6BUAW4Wyye8/Lu1EmcWezZkyRYJZSQ3cy95NZ20WKWR2lTIakHdAVGeR1SL9LH/YBNTK17l1QrqSvkCJV1EqqAUQzz9QHbWKrAde4+zT4+0pU9JwuyzKBaR5VfPMBLCRSUQVRh38bQEnh7P/u73ulT9VqCHsDtRXbVpQsMtQJqNnwkn7xK3htwcIiffmzMC0xcwBdwyXltXSFXPUzysEF4QHb3R2qfykgT9vyAAEj1b5CnmnwNwaHJKAD5JHWbL2iyR/XwlDHWekAlPB8h/egzNyVOJnGnD5tTjg0osaGxmQT/8fPWm7uVc3UDEKUGQEyyHolqLS9OnLtcx9bper6qhlpyrDY590k2kgQtGzqZ4PWiNm6TBp/fsmv6e7ajEvP2epwYibcR1ebz7X2bg5H1+asDKaz/9dKb3TSB6+O+9koIHu3rmoS/5GT9sSgeLP49La6sOb7e7hNwYEyN/5GUpmZ0+j7bI2tLotflTyUkbWzmf47Au/FUfTcZWXKt2dep+KpPF3DtxPWkmyUoW7HWpX3ij/3tsfioiCZ30+++0tIFNQ2RRD9Vk31uIB6S7ciYlaAWF2UO1kpAOxaqC9b6iDmNZVoQsO87fpHBoDZCyafAxVWBWb8zX862IrizfLWLGT8JYSoQ8wokSge6W8dtYyKB3VhsPokHPv6RhCbAeeTWVYNPRtV5bU5n38UWzmIkoIIYV66u8WarWsgUI1ssd7Q41FkALAko5PxVGX6R2EcAUIE9e229VJIZ4Qf5gj+dywKlKsddX5k9v+TnEVqpK1y5zPlCCE6X4+eiEshGLPcyyeSADvzeQ4Zq7kGidzE0ABhZQgJ9qmwDgAHSzjJjvPn6dK2MhKMowquVexfB3Lw/jyyzdW59P3/+rPdgrNgHYPmUQCS511tz+2HxgbihbamaZ5o/N9BDbEwa/IrTrIZcw/kmznKtynWK6UyPvCB7dSrz8+/Hj0fosw7JjtY8d1EcGzAFREUC4p5VCx6FtalclYQSP7iFO7++vfP3/t5f5fly39YQxZ+sXXLJ9xFjHDlsIR+ucevIeJ5RdbZen/ynXSvgRyoM7VkKRFMcQFLYXl8+SlyYMzjnhF7mp0qt1cXxWf7yL2NPYhPeZp+ytdYFsrLqfD1yT77k3qW043vZsyP9XQWp+HRPQlR8FNBL7EGO3RkELBtxGlCRsyLtCwYOsJccd6S8S7K/CjzZb02WTob8ENabq8j3rCepHMVVZFOy1WzJ82f8H2SCEV629gYAOw8+XACw8OBuQEn2YACwquzsnczfvYeImRaONbLzcCoxuVTzynIO2R8BecSnax12kVsQtv0vZDDHgrPEmn30ZL2Hjx81NUzrUIw+Uvg7JOY8u3PzkD5+zrq1nr//QdU731redYQj4sUF/H7+/M7/8b8FeBKh58GeBWT6+B5pensLAPsNQNW5mbG2Ln9L5avq7fUQZvPWUu13f/Nj/JnvSsqQQ6O44zLDkwI4V3I3tlGOPPc6ghGfPAQ8RGK9ifNcyBV8Sv7xzjx7KjFsAHUytc7fH1PZ+tuvKkq7tf7kpdq+uZcrF9BYjzRsnke86jnFcuLAm/ihqwkpLSQGhLnMn2pk57D5YWuWi1/rHM/7xZchS6Wf9X/73/xFSTTScovhdzu+t2dsiQpRsLC/gGk1X/Prgc0vIjPOLppP/rMzx1yTwzZ2Xem55r9P5faj5DgeVFGIP5Vf8EkC2L/N/HtRiLobQqKXwpbZ6Ct2zHOQn58wQiSyf1z/9BGvp5gA0N25PdlhBSI3/uE1ytqV8E2a5wQ8ZmwPMemcZ2tnueriKiA1hzm7fVPwlAtQTNAkDsEEseIKiWu/mjO4nr35guu/2RO+9VFya3/2y4X1nT737pK1J4D/L/9VfMmvpjIAAH6XOQHkq3w1r856wHiJgYpWqkA3kuBk3XemHRKVfWUN2tfuocR+hK9LcYefU+UR480PaF7GXp9qDoUIuTR24D1FiOOX9qxHwD75vPkEe/1aAPibb9af2rUXe+63zif34Z7smZKflV5/sj9KtKua3IhtfAVn7/Et2XDYxb3Ln/41BF3V1v/JX9+NtDw8YN/nnKwPkvO5RbHyX/LixSDWYsw+ZmfcZ3PjGYPJxy93JOd78tr13ZvLuCqUcz35LX6ZPOL9EoDlHz14h6J7SMEKVf1TpPAp3ngN2uzutW6YdPfBrRA/HbvbYhM26uXbvd0CKkuvCUML+ZRO72L1w67D/gC3Yo3jgNbgnZiqgdZJ3mwjl8VVtsEqHE5F7m0/kDkSn1YGH0fPZzlOZ+K7Ma5rnvcMrLjK2s99NtF7KpQ5CQdOairizwBgB+nAgiWUriV4gMQrwGlyrMnQLchPAbITBP0JCFxk//Qi2zUtolbc5fOcqlVUjgHrHv1sEmJjhXz6OlW+ZS9wkFRZxHIcQPY2qJoDdf6470llHvBlidJTDt4cqniWvrr7bcJ7APIBmJfEAvhzVK+EdL7jHBJbSYPMfF/Xw7VuGGYvyfbDYv6zR+s/C5CoQFP9bMFezvAAgyV7Bh5hXTH4FvaSaZ9dlAzMzi504Lff25zXZ893Wn+HSCDYOO+5CYwr1TiH2KE9oyTgMCNXgrWPtEPX5061r0oZrwL45vgyDp37Hu4zGuc1NuYW3QFKy5btgbPnXdUHUGG9YTz7Au+Bc+dgcn/rnbzNKGHWNXUWUg3OmD59PnJvPYDH9vGSvD3JyibyL+NZwPmah1PRqqH8OeSW/Lh9Wc+9h8w9NuySiqtMuulhzOlr8nmSUBysVRPvsBeklV0kEUTOzJqs9KZAdQduq9Vz75I2rdyVkM1zD2icXUNaGPDHIN7Km/uO2ZbZrEpjVVZNcGhsNy8LnByWt9XP7UN1grU+h8N8IB8Qt4B1xnsSoUswe52qrO4RzyhwuSqB/a4SFYD72oW96VQ4HoLBAUQ/b4LoVBOrzj2SofU++n2r5F2vpdnrC2Q014D52uXJm9tvlkGfFzB22ZDJaW5Tfx2wy3vsz48O/OzVVmRdVeqqAJoM6NyvMs/3C7jKeLdXMod37+2MmXQmpj7wcolgL+93TXt1tueWjHBY+T4/YtB6Azt4145gB7JX2WOcx+tg9OZTIc/54LxUYqnPSM7Z904CuSxehIru17Hquzh6Hkioc3KA9wKIOB9xpjigAqFKUpr/yveqZFvwYpsMWBcwZV1UBpOjPmDafW49DtA+UsMIG/fDlN3Zt15yEuuVeYzT2Yp+wc6F2lnLkgsDsN3HZJeNh0qw7eEraDBO5vq6R+zMo/Rg75ygxP1xnPWFFji0Euxi43OS2Hb76fTOs+VfXVVTrf5NoqMs7O5PAZqh1D/3Yr575vZ5BbZ+decnDmflydcX1Ji8CVP7K4Bpfr+1Opl1MyQ5iql6ZESNb6VHywINy7nrSqXNeq43qKmTJrG3pIRd0PvnlF0VKlsDF4jOwZMwJqmb/0ky17GTjtIrME6vMVCh+TP5xC48kp0XCKCy5eoZHfmVJbvy3QOBb8HFVqdn/PQMW88T1RiXROS1jh4mke+7b1RScr3ts+sMiu2RpDRuEjTt/22vJBBfH+4l3iqdnODNM7NXI8+NjWgurJWuB9UMWeuABgBFZXMb0HdLzH9iry+AvYHKRSAz3oBCjNsRztj4VYqwBwe0B9CSKHeNA1jUjmHDFfBK5WeSEVV3yXf5XNcBMCbzNMCKXNursrJHbnIWTPJwNrRXzDUv8oqkXBz09QWdqTAt+h5ZS55/igqTLxtQpWp9Nt0aPEoeghQAcK/TPTwyRpUaKkG33tau14RhwenZN9dFZEAoqVRj1tPW6uTg7HH3TkpPAraVkFdyxfetumz+5BJyWwffpPrSS1VYgTLj1kTkpB8964/P8rtLprM+pSptIE6SVCeRLNGhL+MNKSl+SROwuakSXfQElbxuJaikkwB/EpDO50q/5/7MKzD7fhKXG6cZZ3PAFwCuStaMfETqfD2tK6OVtSN4NS+qZFd5v95D7b9NiSDz9CKSbRKh7aksx5lLv8zP+ixZShJMbLY9O5WOkUNuehVn5wIIv/nmae2lff1dmNjWII4UKUlJRQmrQ6BpL76seeeYNXiIWguaN0aSW2ymf0uGtAISQYr6QfsMzWdsoiJ2TyUdQKnJ2jyX76sPUYa1tRdwPgmKj0kQWtvOiK/v8kGWkAEAs8P2qcrxJv9ufLrJTTorgYiCVBKRlcLO3HxWgGBVhGwHuy3pDOyS2Bqw1t2SignVLAt2DXBtYgksqZxis1WI622f9Y085KU3aj+TyVmfQqSmJC96vpLk3T5qRU/OkUNSND7WMaCebbc++BFTLnDJI0d2Yq+B1EelA2HHGKr2ME4DwPQjM2+LF1T/ejTnRftgXuvU9wKS68f2p9k7P6bCNa9DdD5kZVUk5/7X73b+iioA5xIy1SF9IDO0Ur/7MhXgkRIf0JKKsSuhTpZN4snZ4BpL7pPiZJMk7We/KnGZs4fdYP/tKxU+1rOzTsXapKQBolebmnxOT7ERcqbqYl/MZ5uCUhV89CA7iT22KFVxqgrsdyDJ2+zbz7MfnYvGqYS4+HfAxylZkPRVlZJzjU9nO5K1rS84qbWvA4o1h1DQiLSr9aI/WdaoigaJkp77/OzF0X5vvyzpOcnj5h1iZ+YHzMdgewEP7COy01ofbe97ATnetO9rxqwxFh+yB3z3mgThkUr8GBlM42h/AzkPGfpZlAeubGXnZMDMAPzTUxaAedpdIEZVsi72bkDk/LslYlXmS3TFdiWpJm578vjp5atJjAMPBopak1sXKlkk0SdHb//3mllP1vKJc5ucChBo7MVNDzKP2sV0z/eZByQ6V5ECTtwhYX3ImrMx9ulIIOZw59BI8UcFZIRoEnrOa3uHrfAdPrOENR+4Nk6v1pwhxqs+Z+wNUEq8OhWIKcCINQYUqSYh081HuY2t2x4l88t2uT4yg6omcZBnOKptk96/15+5R+eK6yABlUiZcefL6FVb4E7LkiQ1rWN70ZoqUHfFuYuxln8p8aPS3z+XbGe9jSROQl71p/YjA3hLOsncfUiPT0oaxlT8oMrYekfqAITWauZz4jWfc12glX+PlLne0D+9CrHDOGU/3M/3IkghoEzq+H4JpvNhBB3IcuzV+ryv5cjOmCepVFwbphFnPae1akxGcliVDGKz7yYlXPA7Y1gZ7Fbx7b4+JKnqtUqUKQSM5Lj2G2KB+ZJiAb48e5jkc87gqX7wN66cT8/++Q7uq+G4nFP+KoQyJicAACAASURBVMH9Ii026Z1FQgGmeUyJ3OYV2x04FT9ZR1m7L7Pv34Tg4D6PZKRrv3yl8i4xSJLZ8+lu2230zI9PZJ3x9fgPU61Icjnzxhbbo/cCrvibjVTVVInT3MMhiLFdj1IZZjyRZj2Mylx2CuDBHo34MCI6O/Xjj8/qfw3gz3oiR61yM/dHCcoaq8xmYipS0N1v9mBiTt9rjsyjWN412FJrxvzye0TWntezOK/0uB2JZn4bhQ92jgT5q6hInNhB0h9Zwj6rjHUlt68iCmTk+v8f7vzwQ6Rk87e51w7jQ4h4nvt+wHK2iE//yy+vM17321sV+VPfTsDzrwjTmeMnADlzkvP9TfMocjhbkwBY17Cm2DdzDkjV17x52Eje2nsN709er/7zfFDnkjUMZDS/JZIG+XqaSraSCutXrfJOCqFx0KWsUt/1iuXrb8mdxv+ZhP1RhmB730VZAYFDThil3nzEppO5LYlr8qTLB5nmzEWqHgGI/Hzjz8dq/FGAYpnKEclXlQiU5pOzz60INd55pimlRMmklfax/VUCmbpKbXT+VPr/kczjckPsldD0979LDJnrfPeDc34/75qoTzoJ4DdpOzVQXWyedj/JiziLRra6E+neENHEb1UrWc/e30KqJw0830EO85J1zdgAzToW+Q5KIz/Gn5djKcASG+E8YwNVhC4nipwL6A84lDPgb//m1zv/w799mT0ae8DHjHy1Mfrd71/l34m75GYU3SCkZJwOoe7OZ/cKABdozrjfS99ZL37IVFJGNBFv8t2EGL+8yXzK7+de5aurMASkz1nTmJza0EVQq9pSYqObnBDyRmy1ffIk/ZWt7xdRMKmPVX+dD2UPLm4Ekr1MbIYA8V0Iu9QUSpTKPPKFzLOqx2+//a7zO5xAPm09mW/sS6p7TxzKRlHW0NbjfSqALfYHpK/vfUwF8LcdK1Xgn2IUqtRXQTxs4l7m617yfE39SrdcFdV//P2b7htE57ZNQ3JC5sh7Hd8HgnkdkJeNQxpcK5op6ryKn9rzXwwdG96lr4DAcdLcGOAPWXrtT6gHuNNf3q41hrhNdX79td7XiT/Zq+U0vXpWNCd0m4/jk3geNrGgb3PzjXgKdpMAH/i7c+iGgNoryq/HD6kM+K93/uqH77MelgrB8WFD5JQP/sZcV9ktMfW9tDhyXWuNHWLn+R++23p7FxvUXEUIav/8v/99enBHLeFzbRczBiHsvPjpRSdrPs/61Lf1TL7865xT4mRxKBnzqmLlfSrxq5J1xYt95tyj87TXEcPGn5xiZvzy/L6KHLm+tgRak1bdJJ+hkGBiAfIrQjGGzrXl273WOm8tdxQQAJjF6I3Zm/+lyDb/1Vm43F76mmeuvU+uobjP9bJXnIUlwNQXXZsMZ90qiMlFZ49pAoxYoFI5uboHd9/f+Qf/6OGdJwGB3eO3ISEsh3bl5i8yIIygUsrXV5bYXP9gcRM1giknTinw3NnBSuur9IxYnqjt2uIfO7fE4n7e+Kjn27CoL6+WPjcXM5vWQAmyIzFZT3ASBLdzb559wj3rgy0G/uzFm2Ve/P8DAO/fS7YflvcBFg/DcYywVTQOkNuFB37UtFyO+Zien4K73mng6gD5jjrwfybRfN1DncbrIPO5gmmdMgNz/X0lj1o9J5EGoL1+dgvwAAtnqgpkcELynjrvDkxsySsA7IRdr6HnCwwHuO0XJuX8vBVFkukO6PMG33P998Cc28plm/fozh/Z3Ukw7749YZPb+W8JtY3vFsOnALBAcGMyAPgEHH3Gq4RqFU37c2SaTqK/cpecqEviudLAngWTASBdNu6+c6yrjcOYgTdD1EXXMfE9Tcjv315zOPvLrSdzfVUObbxukyh9lny3hel1pGhrXLsG5rT5t8PaPNbAXt8H+O1XXffWai0b0vh8cv/n3g44fubibMReI4/AIW8y6GKeORSKGdS4X2usQdiN/eo4CVr8UAXp6TN8AzYDBTsGcfw6QKsM6RUAkAX/BkqUkXlVSPgM9rN7nBzuSvkxMZebuO1l63t9v8/UAU+g4G/Xqyb+Nc4clZICElRNxt2eGKjVaoSu2asCOl/c/pD2Sp7B2j+VmhI8QO85+JunBf+TIfUagGfcBmwegMuW3LrR23fyHWX2JOA+bF69lAbQZ+3lmSvx2aTUHCtOmm9ZL2iVIZfsZfbZ5CskuvR5G5DHyVwAvuTCDo05yg7Qzk8Tz5cBlkx0b9YeANimyM2Y5zOvvn9Mv613tpEz5oCUHPsy19L3084oi8sY5b8vsYEb4ksP0Vy3B1arGbZHPDucvE6C6lJgq7WU65hvgNzAsCV6NkdbS/77lqU0W9LkVvfVqn82T/5YzZOaG1Pudq2XRAEAVkGMKY3VffZBPiNoqtzrBUi75zLyJOFaFXuxojJ8YzquOp1DXPuVRL/knjmSYPmlPa/Gmj527EY1woEJyMs9nmRfGfj5X99fw7D9VbD1skOTJvLzJfw4QR2f/L7StZKerVK+1jOH08UKDh4CzKoyOmb5P+89JBT+lGeTOKm0XeajB3/e156y+Z4dxKtQtR/OOVLmIUJFCUa+c5X7k3diO1f1z665XpM5uX9BT+WJc/2RDJZMd/hXwvlaT4DX2u38TLK8zoSqPeu8y3ZnbXtZ5B7JBEvIW4fe20pj8xsnfWt899C9VUCQbN8ks425wNHQSW4uCbhKtzKuy5K/pILybGVp57neSi4BznNPTQSqNqniwVfr1XpV6fq9Zx/4J7EymLWM8Ktv0ipL7Psrwc0JrRyWHnxA6sk5bb15nskZrZ8v+z97JvnKjhRgUg18Jd3ZrLcJckeimgRtK+hzT56//dXas1flTEDOJPJq0Tn77fu2zWpKmtgryGhus/eybyQqv8ocCgRXlTy6yXq9j3jFaedbLfE4mRrVjGOL+7OeNK14T+JPpckA2vWsWo9q61PCODafg56PDaAnyT3pSmNpvDmpfn/6uU5KyHlHNlRF0/aKZ0R6kHg65I32s8NGzf3pVa2nD8IEm8n/q6Qgaai8MPN9zxipVzsPCa4kFme+jMFIKo+SfG7FH+Z5QZCRaAY06DUz/+zYKkGPZ/fiR3Qf5vnG/h1Afs4IyXrseKAtOzPZX1VCCaYChp9KNeuz667ncxJrsfnsDHC30tVZh5O4BUzNtvSMQThpJRIZtfVyd6bZW6dauidF1oqKUPtPYqqS1pdU3iqS5wu+DMv3aZIBxkgwvoR2Ei2pgm6SNvNnPegbI3Hf9cCvzHyp0DvVePXj6gS9uXopl0taSXxVg17ta4uU1V5kk/puqwFSddk3TwJgHalV0sB8OwvMvllVy6qVDqnMM0o0e9kTP0fSahUnkmMIm6p7V4GKPT5buAR05WEFgjkTVrk2YqRxLjElzN7KkFk1lyJPpSYzH+sbqFJnUqj2qvs2V+QNJULtP4m7ByEeeAG9mjzL2Et49D4yPuthBnyaNKtEKLvWMzDn/nqyqoie1OrbAPntmZqEEFWABamzBSWu5WwECA0wlSBXBb37YuOBTqtokVQkeSvhwsqMoDnXMnu3Mob5t+OhPufOpEpIkqG+QNAH+h/X7wVuS1ZKbk2SGvimUgoA/OTJN7PfBUunsvTttw+y3ra2T4Leqlm8Rr4yVar1j9jAEW1W7WW5UGBYj8SxzBerrfp8MchPCB2V6B2ZuL1UM1/Y3GyLexHcP8/ePLL5KkGPcssBPPVuOyTfH9PX0HoElvHT2nNYwiV25lS3jeyxZyCzPEDYekpv2ouGjyhyyHpTx1piX//a3f8AIECBsXoRgHA+BxlpxAjfPfnE+Sd6YSMaAEu+qMSf149/fBb7Q5pvAGn3Su35qr0kQQsEZH0i+QA1ALFNZGbeX5FEB2LkXcZt1c8nCR5wE1BZe/C+CUt2yDpdjMgvmN29m2u6rnt1z21rlKp2yf7Xkau8m8SH9gTt2VUfy1kS36GA0YAA5wt71CqSxnDzFe13NrfrispB/q7aSNYKQN0+ccZ5fYVV73r8ZGSiPObSAg2KkjRJFX/2pGsAdO5lvbPF5uJIMVsjKuhO4DgC15dZ55E8zfM+jU1q/7oAFb99vHx8lUHZQ69TCcV2rMJPv+j5Rmypgfwqe3EVvgHvVEWJATpvKvERDmZLJd0kbe0BMtRaqLxVdZzPkYN0Lff7+s2rjsPDh08rSf+HSFO3sojaRq7X6o28ChRV0n37CIDO/ln37P7pLXyk8tlgPuSqPidbbxw8+0DrgKXIR/nuqTesJ/eSrYDNs85XGVpfMuvcem819U1176pMJw+NjONekUnu9R4rw35VR25cBqRXol6FR/ydpm8yt8+ydytHm8Sof/OTna326MlBrK3TiB9Id68CAFvHQNiOQX5X9acSXdI6IKAZosSINgMuxQRfZx6Np0d3Df5bLUJ+4PsWB67yoyTUJsSW2EZMlRxmLx8+nrJY80fxN63/xg80/qyvrg25AdVh8+kL+HXeImWYtY+oxC+qvczn+NUP0694sfovJeUAqu3zAsAXcAikGunul5J1RkCybiYrbE1+m76TXu4DgcRn2LlFrmKQAQaLNflw8zvkENg4sfoI2COzlYiZ90mEsnWTOp/MObKNgh3313hPaxQVfNpeXONpDI805fzIW3/BmnWWrtUWwluICFlHzqcS9bKuvqyqxOmnfLX2yWL5oEUNFld87aqaZC8XmFcEcuVC7D3raXmaxQIPr97tPiMPcAj2D+5tzamet5btu0qLh+yl733PmAADzn3jArDpORc/jL9Q8scVH7Fnx0YgkdqvJQNcOULAFIli6/MAwOLP6lWUSKr9wmy2cWUvmwQH4OS79HblWwKi7Q8kJLa+ZIo8o5hrcy39vvyWZ2vMG3d5Seapl32W5DhyD7tj/JzX7P0hj28t8UVHbjHXfMS1dfkllZoq7bdGPOOHyNzOb2c3tToBPGuHIR818tEXqtaABHzyxI3swQoEsl/lLALqsmUFt1XESsTb57mOCqtfPyJ5i1H4rPFn6z/zRBdDyheSeH8d8HIXX97Nul4xzLtKmdqvn0cV4l3GGHgNum38XqIru6u35GJ+nxdjP4l0tJYyCHEfP+Z66Z0NcPj2e0oCfZDe352QAn9KlTLw3vcAWO3ZAUPyg3xs70WGCCCWs8q6E7tbBysoyPvsxdxzYwp5xfxOPoLPQcofQZJd9RLXnJYnTyO5q2XCW9LIWW/f/oA4ODU9cc8vbz+78/vfA/y/DHgdG8xsFEya7TixxrvmB+Q1V/Uur1n1xcy3VlhfVxEr4xep466NnIHm/qsQGMVj/FLVl9QCTIXcePulJgfhqENgEXKyoUgizW/kXY9JAsdGVbkje/peKksN5b/9N28zVqpC4wN+GR8rfaTlUNsuQw6rYB7iy1Q9HjQ+0n4CsSqEUu2RCjLzndgGOY75Gh7+2++Qw/QMzdn1DIA7Yhog1hn46FvEhgc5txOX5f60OtKuZb444jMFwpCT0rvWErJmvgn5ofso68U537gi+9j7XVPlP7CWbVRFbp3oEXpIRlPJASDHJ9EHuTGX5xbL8p/5/54hUss/jGD+LKDrd9+l/QTVjMRHj0M4exa7ei9r51EqgP/JP3ly5ytEXsUbLYLq1Nevs/acJ/rFfnHd49przY4WHIyEc1vjXDHRfURkZKr8/lWqkfWw9na7SEsG/qsYyTmuWlmFevMQLUBa/oate/zNKst/enkUw7LmUy2v4rrKKOlJzS43z9LcZoe29+25fQ8/oYU++T2bdM6Zvv+CNrQA2qTwc3Ymuf59pAF59bpdzj0/39quDej6zMea1yNXHlnkxMnvkvdgR52zX5Tce+FUea8z6PUr5/TWN3te0lGVu/Y99iEAuHnh+A7/9n9MjBIVoPfv4+8gLeaMf5c9qCVmC+VyHv3Cj+4ZvlYp7K0v0Kd7hEl9dfn4s2U9i+unnyKm2aueo3nx6ZQ7kIX2Pa+iKjT/NVW3cgMKORRpulrH3RyJ4bTeuOLIbaR+7mAGLYo6yh4lrk2Jir1zpvHR4Minl7x4+6hXnPYE4mox4opi+PfyNSPxWKtPQ7Bd//CBy1989ubOX/6dh3f++j+7mzNcXmDzpm3a8pvbQ/LK1sUIPbe4W1sHIlyXuH+p11zAtGdv8U2xr60zuTsqH/FkmldXAXwAYHagRXRtLZf3twfwbMPGqtOwnFAWaI+s5nZPPq9ZltqAXosi1EU2/+zZTyvNbBL1hssxh8XrT6rAbiZuX7wqqy38vfxNLsFKHwD1KXj7KXh8AOHrgxv0CwT2szIFy5AbSNN76X2uovckd/vza1fZtDvI9/6m0TM6157r4v608lISYX0+lgw5FXrnmVfxMwasl816KlMHPq4i7CQ4z7N8+ncTB+6hCW2O/ZLye5rbZFRH7xgHiT0SrnnfhVnXGZvG/pIfPj+HavewytwrmdnNc4Df3fuRvzpgx+n5fHqwGrdPgds+bwHG83xjBi1QXBLsgLGdo0oxrfKx33ehsIdZcwD5GcpFcKe3qPc36dxx9lxjLRw5186xrZHvbbL76l/XJGoBsu2EhtWcD2svcyfRyXZVLqkVQNc6uv6+fZ5VcO2Z9vf+e1VeXVMZ+wFyt0a878HKaD/DXaCSc57HZ64/Bb6bKFIZeEkuV47l8JzMz5z+9V6WFB+I2wTZBVB1/eQyNXh5zypnByx5bx2tq8re7yfNvsBzLOolbDqe11qrvDXJvXj2J3kCgHFvRz6c4ajRMrbm2MoH1GNfcco4zA1ir/6+nreytK55VfYZk5sD15raGtg+9ozX9fMfX8XAH3asfKHEuYSI99+QKloRlznNffbgyksAYP0JsCcvxUatMrhM8k/m/cxxCSYC/DiVnsk1KlcsuHMv7XsCsAg7Nf9usvrGoFxn+zXfp8K4wRPnKONY6cB4702qjrQcYFOzl1vmsp/V/bzW8qf70H1IAnid7/0FO+pK9KyIbmD7+s1ccyVAL+ix9TOg/ZAN9hwD/dec/hBGzhhZT+ZEkr7EIEB6deX6sLUnBWO762aDJ4G1ezjry/cOOFslzqdSw+xnWYIH8M9mGsgylrRgj4N6pH99z5FQNwXrmTaw0VqT0LHeTi/BHoxNPugp6ya3BhecY387bHdQex3Q330BqDxEnRryUP3nEneVMr6kqu2GJkbjCL9WoZC3fJ6gSugsUfJl9kHBwSQ1OKtMp6njxHnZu5ygspU5dAK43Hhtaf4YtwbUuZfKeifoqCRgpanWQ4zdmM28zr18bn1Yd671JKz3afMPPJwkLgd6VRnnrHPPxuFUGrbSpufQ7kFy4TDszJPA13eoUqkjk+dfr+ElDPxOYqZkgtrRq2dX3rzqRPc9BYL3+beKi3u51ipxLWYgvV6k6+97+4xsqeQG4OPWX3FvWzNLXEgV+E7zLyYGPO0s+jyJrUsKNUMiofdLK2wzzgGbypyzZpb36lg1cUw2p2t9lYMfSf/mTYcBac+3CuU67/3cPQKODmGrU7Hl1Zi5Msd16gE+/BHjvQoLEuLWRiXj9UFEtiEFmTFr3/Tu9zE/9UJqT5kEpUsiTqatrPJ8j/0EWPWMlakrQ9Z5e7FIrx4h2NdsxY2UUxMbq+J3XhQEP6SDrGnVqJO+3drYHM3e2mdNcPZ5BHABnCJVtErJ3CEf3LkgAPX+/H16Qc/W+6Xv1SuNBN9Aq/aWiSPrvlQjWEqrdFDhQ2J0bTbcw3qoL4gxPvaMBM/nnw2Q3TlNMURfQZ71iHF1yrNZH0fOcYnuSdDqrwXY/aW9rkZEW4CxRAr315pdD73J0jkfJUnLuHUnnZMlxNonLoGInkKTGHdmJ4CK/NuAurHGBxasEtJ1O3fpQQh4viEiXTbgyIK3tQtWLuA9a+SLEqK2b2rz9M5qv1rVRZ7v+KYzmGScsKcLMudHG68FswVPk8QESrdXcH54QCP+rh5LgO1zJjVPUsLc5lSvVAzhntf1UyazZXNIsApASwCSCOr3+n5nn0pKn2E37An9jZIIEjNUxu9SfeA1CtByvUnqrn2Cl5DCM1jP7SFZSdPFD1N92B5oBW4Z07NrH+IHNHjL3sI45nvwx4Bgd37LHr/Lpi1GQTKQYAOkLk9+4qT5FG4GacledTYMdF2SEbnMPjhA5dbXVRWZexzwDtyUbNr5rN8YH08l72+XxHS/tclVY7ZzqecB3/YCwrsec55LrvX5AUG5V+vtVYLj+a8jfjovGrsB1/MZ5xPg8bsfHjfx8fL5xrNnCFJSxh8gzd58DkTjj9RnHDFHJVbn4yK5YY1Tw1lgPRLQVCtuyXiLM5zSszPsFFtsPoH1zjAVTut5h7Bnsr13bYu2HgdCtpo7Y23cnPnGdbKhsStJuLTqsPO5/Q2AWk/DER6OhLCLtnK3FXA7h3eG7e+RW8bi993Ar0rQZU4oaexJRtgj82/N3n8kcajKYz6BKs+3r5096T+WBO3p2XfI2c7QH/844PG9hMQ1fk2kGz9nwLX+XyfR0cpjZ2/m1rngHMlUtnrGGdME+GX7dwaNnLi+oCp8s57E4hfR4v2HJFZi31Xm2Jf2G2npxeFZXe07mP3cfs8jHrzLeQrQYl8n/R27EcWBo6Z0UhKqiczFAdZqzs1RksWzTUglSyZZK60sbhpi8wLQd2Yh57Gxv9wooMxGHAl6f1c6Mh9WKSJBBjidz7P4dKO4XMez363apXHEVQnSRGNjYsm9VPMKz/JvRBO+sPUn8SummB1YLAjMQwIE4vMHVKva4+R9/R449T4JcueQRPSHyFaefAY/nR1fhdpiCc9wKnYLnpPeznWco8DO+ZyAwku+N5+r6lbeC/D1e+Afv0VCyzO/SsX8NwF5TvsIz10wQ6zE1iWh/jI9DcWvD4H49eEm2T/7vn7ifH6JXb4Ev6D9rruuZjem2hRAIkDV7INzPvu57Rv45ZKG6UkfsLPZgcQdzleJ5qP+s88kuZ+KMuOkErPJ49q5EbBWca3SXtsQksZZmzlmffanJF2dJc7XSkxesW7XUvaocVmMrJr49AbfWtqZsZyJ9fE8fTbbI/nB+jsvFprqCt/zAMCNN/UYDoEU8aOyhpWaX8Wm82S5m93jURZpsjBnrVgBmcDZKGnfqtj6E8t/3AvA0DM19q69yL+UVDbeI1QD2Vy/ErWxq3xEoF57eOfFxpOxnaoLv4xPvHXMviCmlLieDa0/5vxRn6PslER37mOVPVnzScxTemlLrjyrBKhe3keZqPs388Q2NAfyJzHOQHZncEmFeZY+67UXzSOCy4D8zFe+AxFj3DXxedZyyHF3k6we+LzetnohmjvnledyTiGOfFS9lM8g9jUGFENljf5MLSpj9/jR017PGpz/O6AFQcsYjvTNZ11Px1NB61nJt7alTPYCFYi1YFmu0/5AbPiV/Hz+x+ctWdAaynteBeBfL/cpNpV04TnjM4kr65egnd7IkzpvVsHtOUjC8qW0OqmUcRP8ercOeGcz2zKseZmv836+QarJsnc71oj62bckzw/Rqnnenq9XPGokurbYgrQbeL6KYMCmSjzFxJ/n/X6u12hOr0jwfh1ip7OCjcsaLOA6JRLj8z6ACfJE7Uae+2dt5S6/725sEBWUFlHku3/J/Ja0FL+9ucD0v34eOV3zDSinRLEWFANJn4ckBVTlc1MCWIi8fawqt4pPX2w9qK4DHq4IIn5Ee9uOkMVmIBJW9j8ViV6USrxevBQ/xBcqV/JDzvP4bRkH54x+qB9zzyV6ZG8645wta7O4eKWhERJVlry+uiMITDWp5339yVW3Nea+kTjNPSuiuGShVawemXQEPucTYO67EEHc84s/Akt/ufPDX8U/+Nw6FM+S8HXtEBCpkUQWuLmkizzsLH77JgoRztLEWS32Cvg0X27Kirv/VSC2ojN+Y/MS1CF+S2/kVAZ/+fXyaEBpvWp9qEUVvG8+etb6l/G3AXZvfqI6crUfyXWfqpotmB4fMkvnXdbVv/43P915/RZ4lHVWxuO7Oz/8xYhLH/LZniMcjvjOIycCTV8kLoscNNIw+eqGTfldJKBbfvRb+p9mlVHCo4n83fd8/ewRhITs6RF2VK2vzU/3U529xbafyZm2PchijP+PrHv9tSxbsoOe9cisyqzKV1V1324bC/HFCJAM2GCDBTTwwYAE/7AltzDI8AdYtix/QQjb6vatR74r6834jbHmOee2d928J3Ofvdeaa86YMSNiRIwAuLWvKd1Ln2WNHyeR7oFDKeDt2zdJ1JEMnKTnMhWyczJmMTIJW9gS6H1yNOyBvOV6WddXLwFl8zmLJdjXl0fU2GN+pRKdwu0ZmjECy+2dURhLhkLH/P29/+HPniYZhp87O5zvuAS4xRgVUThzX4exxl7Q89zn2oJG9XMThCRBSMyT6L77m0e+ysDNFRY2WUpCZRLY+TZ0Wu2f2DxAero2pkXtjKdfstWj45KE2LYX3S8DfMV2718U287bsrLkd/T8afd4iwmw7VULL5GCPq2dmX+Nint2YIsycvYqJhBL7Lvd/4qJ6M/5LxiZGtcpq+meiRyJaw/snB24IracM7GtC+dcBSs3BZj8fp/IT3kbb2PTSAJg/2CjQw//S+b9n/yTtJOKXvpAskb6XpdZMY/LLu2dL9/TeCS2kDtsYgrQ2vYIaJyz61N2eua4SaIq+Pv9Qv43tucvySqOBXfFpyNXmXY2Us/xfN75KX5XlpesmXUbewjGIzHMNj+/bCWJNtnHnd+ceFmG6rH++4op1s7GSLXEc7+j6zGP+QwAeIxIqYLHiJH7SERUHAA7WtyEj7kWaXQeu5sN8obtlN/bbs4QHRf+5n/8aWygoYrd5nZCdPTwwwHBB/cq84s4RFvnSURKUv9VKFR8RUwdPfS1DseO6+epHu31IjtszgOdSLL4pQn/K9wQ8znFK+ao9mPOixXzzN8cTnmLezlHyNYNk2k+6Dp/AADfBXIPYCdgd5yMg8gbW/3hmAAAIABJREFU9KnqNRmr+iWZNtvoRf8q8Dtjbt+bAA5M2t+3oHepp71/AOCBZ3sd0M9XD6jXAB40/brGEfBtNefAVRZ9Z+Hdv9UvHOM6EOtZt2DgrXCf3qyu0x6h+U8wsgBZnbIDtF5B9puR3j7XeasZtpSZYBYncvZRx+d5bgDgVq1d1xZXuubHAt+tAL5zq46Z8+A6p/Lh7pwtM+DqF1Hn43bDnUDtH1xPACZvLEtmwUqKrJl+KgAvgPn2u3OCz0ao0VnA6bZ3qustIDljqBTEnr9B9lFDyVpsY3eBrcyzoOXWfE4LAReoORV6rnMDSOdCrfTNjWzuAwA3O3URg8t4upWnrmuBsIEAp1L4GHF+f4KrUxhbtIHe6/l6QNd+x1rWMLBRB2x4ldrkShbwuWVe7ncNUEdZrpp+12jPiEs2OgZZrhdd0aEWHAC8ij1z2KNadSt5z7UAXJSRSizPNWrWXddebKAsDtrAjoEeC16vN5Kg5J5/ayS70gEt58sHD5VxASIOksfeydYbuP8xNGoEda+N5mYBvGUmWp/Og+s2GLOAoYPNPlPR+9GFfhpHx4M6VzDlChiMBhr4nuwWcnLNu2D/evouyHKcktOEfQHfuyD19lDX4DJUt8Z6GGyPtgqY6eS5r8oy7tlNz5xzSGSvoPAcrXGMV0B5HsDaDhCIwUAvNtP2liGg8nFk48p86jxmrO/12c1T3i/vBENi8yijrFWfF0vBFVc14n5mQcsZtSd41WqzHho7bOe03a45GamebSVwjCwVG+Q4c/vxlfDBkCKznzTYOv12V94ZSdZpQOyhLB+teAPLMvtPT8Jr/zvwjJmhONrYzfONbjb/GdxNws6ls2dILft3S3Cb+TRytK5gHWOBzwX9RknbeSk40b/kUwuu3S992yoym5luerpX+4kEGuP0RWe1l0gMDgftR/ZdPlZq67I9zKiZmK2iVP8f64z2pvKW/bmA1OSKIeb8W68RARc33towTjg9HPklbizJgw4RQLD2pXbv9Tbmyyfvk9E3QBQvQe6yMNQ4QP8lkIUi8VFllj6g30r5n39Ub9HRecBWNwq8H10AJMh3+Gio1tpLKXNxqtkWJNrayp4fBdyqIDmd3wM8Ykh/FqrB2hOZh/toXw1CICn3LBB0HZxklTHFWWoySh1EQTJV8arUb9kGGKQc0tkfBHs6sH1l/Zd//KDfhyx8PfaAgCfxMb9/cLVCKGWflcj4238512mFeSv7ZCoumIQKx/o2aaYA3ADs+01yy+OoLAB61KjLd1rptcodmegoyK0/R9I8CqChvRbY/0G1byub1y/b65e8x7iVW9Ksw3JyLSuQ/qMbnauC68eOGBPJtZY5+0YJFGft6XplLQi29bVeKNgqqwXlnSlL2AB0ASzbC7XPvSSxJiBkuo11QNwcOc6Zez8K0Hwf5VOuaQ1PQNbiAGqO3WltBBMX5EaBJ/NzgOCodAH79st61zwOLexNP2eJjRWfObsMZ599m0AwoKVOGHvIBikIKyC2oKPAG8f5SYIk7I8Ga7MPtEM0x6qVyxR/BWUERtebBQAyCk8BdXYLuRUIXJBbcIqztr3uORa4kV2+s5a5IngwU2l9ux8JZueN9byZMd+KqVaU9vCtjJPtJS3u2VyfnKwSZj3BCojnZkA+wQeV/EBh5/JsSZUVdOPbBnXnGxjHAqCrFBvgWz0mKHyxaJxr+M5h7mg7BedDHRRrK7ATZyuyLahqvgCH71T6XeNW2WU+F/C6kju7f51jW9efrypkwYXHkW2BzFGcmrd9R7VMGTK6I7wmOzKdD5hdoISNUZmafbc+gmMNOcDgqSxv5USrbVMlG/lvQk+CLY+f0dF57si39WfvSEjhlG5MMtXHKGD/A5k8hwBdz8jqw7VrGCPTvmN9T08u/17gf+s+iuDPS+9NLgSd9TQ3juL5ma+CRtHbD2oD+RXHcT391vKFfbG1+TV76EE+C3AWYC5wgJ5eolbkX1Bs7DOS7z5toL30bQkiiFk52+yTVgh2HlJ9GApytiMbojZ25FPwns1gAn4qTeToh72epOL1bmJtK4ozPgEcf3mrX6q5PUBiHfuBL9akrDfd7zt/1gdu9h+ZXqJnqtsS3APMHdmmT5rAlGGMtnd9FoEMEjQGlNCH6/U0+lQB+YBIeXi26frPzrZHybkerbPJVWD1exkvejU66J3KJzoyCToF7tJvzvM+Cu2ic8xzLpPdOgjYovdUxbw1Nh7n8NZ5bD8fANXomcjdCXAYz0k5XXDScztbUmGcgKneZOJpXwXMBwC/S2DZvuZX0oVdq/aMcwbSg2hTd57R+fqEOaeBL2OLMJbZXCorfs3csh8/TaS7tJO5DjuBHLGl6P9RXW7/9RyRnJR/C3CT85M0e1gwyByd1AShXI9cWgu2cvVEaWuXvIHW9tec967xOFSrZMEeO3TF5OXZ0/UbwzbwNnvzI5Upec672uOsLTn87usXuc4y/E9LmknW1vJRgpvrzeeMy16I7Pn3ozw/G6x9clWRXEkDgJQlOKz1A9pnz9Pen9XB9EKq4YHzCQivf6dEKMwFaZlRwHRVheT2+JHWAZjL3iojErs9nxS4rY5MgFYC6WHsEThjQ7I7nkTuTxL824yftzJWlSVfW2t0k+YDVePbtwFQAl6gLT+62zlm3x2gTXLP24tuWVAXmMbmMW7r4/7nu+bTGo0e+rQCw4j1UYKxYeKoDZVActaUnElKWsXzk87rjz++rf31Y3pWkrcTeJEo9nlskCVkDgCmI+07Y3gTkMbargJ3QPfo7QdaHhrqUtxf452elri0FhUtqsj6fvftAOCP779vtbn7FJhVZZy9y1als53FwGXJZYAjL0w0BYCAe2yM7rlVWp1E4CdPgcr8vFU503lAglLC5z4AXLrnQUAwdhBbqgBnBO3p09B55tr1fGp2T594pgUqZ0MsJmh/Xyw7EvOa/BS7of6aSu4E5jFYXEnKTRzO3jRu+hRN8NjIpj+bYNY+rEtKBbpPN88mv8sgNnYUdtPV6iJ/aVsMhQHOmayfM82rAHBpVdfiQAaoBB76xf7AlGJNJSkAECSyljKxwIn+sWMiOpWkEpmWQNuTsgFZSRIYArz3UXp/2k/8NmdxWfHycYkQEn/K+JT92/VgL97xYYyf3zVAAgvW6CYP/X/bHbT3LzBzQe4DAM92XTID/bsq+VWvz+9eYtvDT1c9ar+blyWIBNyOzVQfOwDZq1RafpygsKFJcCYL9dOzt+y1T4ASD6rZbhgO+CfiNUBsL3bGxjMgnVw7F61xkzaDDqieq6l+sd6ks0+rOF98m33wo3Pt3b0/+dP79/7aX888BMAThrLsfrL7S9evzRJbtuxus+y8xxZ+kEraAXgSfch5bpbEhqfPlhz+cwDgf/Ovv41saHnBh1wCw9hX2Kwog1Wya+9zimBWpPDmJQArIF+qR41GHIT+AUIoYGnrioLU848lawGeygiRfdj+sRnXjz/Z++LPk3O9YB+E8eNJfF822a9iYuIR+eOMG7iqasweXSLuy9h7Wgh5875M2jw1/wZbzus3ax21xMnFixxTjpAmcF1+MHvJuUr3SexZBfjbe19++aQA8JsAs+bt4/T4/e3DJIXlPcwUX8See/HdgKfGllXOX8kjtsppV/KBOEkm47BbNY6Irrp6bkw0QNoX3y0ZDSD/WQB8Mtg4ob0oySd9kH/LvRrLEx/O79v+MElU9ForhFshTxIGgABzP4w8v//+wb1/9i/e3/v//s3bAJxfVl/RFfoOP/8q5333Gv+J/NC39u7sN9c0mCZ7811rM4nn9EdkiVCu1V8ruVN9WyCGD9Y4y2LYEt3q5JDTnuPzY8xPEytLa3317s53Xr4M00vet0/bssAgC0iO0QmodgpF6qsn+U6VsTOUrl0hCxxDEm6At+ifN6/EXacvjr2xZOqxEmIGGAvp8JIma1y01/TRBwEXE+WMLL299z//gz8J+H/v3r/9ywC8kS/6u0wz1a+3hR5v6wvY90ZNf0tQjf2Qj4kZkBUx6REQ2t0KefyZjYsBzWf8UWnv2uQHACzhomGxzAt6bHbk0+fTO28j/9ZlV1xyqH102k+yf/SLJS/0wwGAB8SbI8Ci+V68Z2u+s1SV9XrWslX5QJ59PXrf5vPFSiRItSqUvq+kXOfd/P3bWDT5gTtMh82+WJKHNiz838395uDbbzBSPcnZg7IduOhMuFrb+Fxk95fM4z/+x2HOS9LQr7F53r5eG73PHivXmQ+2FmYp3EiCaRkbc9+fI0OnNVsZD6MTn3/xrPFS+xco32KyDEZFb1vzwYb45+ZMPC1rgsVvmMzizismW1Lfift6b/14Fdhkj8a2arwrD4sqXqtHL/2C+fOnwra6JmNlJw4AHu5Azmf7Lk7LvuBPYg56xg6MvOiB7Uy0No1FG3dtKswfKyKxttbq44+wSWFOGjPD3/47OSsU4l8FgglVV0/fLaDcWbw9DksRMxNDrelQ+2kyby/W/+8ptVhEiynNYj6s+KaMQxWIxZExV5C9sn7GHnTd8xm//znx4Cbi01/X/azl/ELzEx1Fp/KFe2QsQfgPKKBvwJsO6lKABQ03loImxmTirqCM31EWoyxxOAnyniqQfc+i3n3/bhXufm8CNrPtAXpRUN4IyxUU8fu7oPGaLi9ic7jYCWXp+wpIr7+nQ2NBTMbEDqwD3G6Ef/hq9nme+/SgOc/crOQewMTsgCm3z3iMsQOen38PZFoA9FChHlfcXBXcyeNTpP1uDoj2CAZoXvMywVip/Ompc0DKG2DE2PL19clSxTVA71Qp3zWobagTHOzaNsPAs20dK7yoWfPvUcEudLA+EnN+uh65QQOvdW5G2bH5mlAf47QGjPcuB6P3YMjV2T1fuhIBGkAeCHgDFEWAV9F6bSQNswWuMletPjG2CwCW6VCqk2YLL6u5Mtpn2wY7Mt3DEPCpMuiiZW0AtPRKC4z5382aNqg4EPPIdTMBZeAwpAuyyfQZ8A2c3TzNoFm/1TlAptB8dH2uuaL8/+rLvE4md51mxPQQH8CyQMY1h9eXT9KAsZ1r7/NX79HcUxCfwlrVjSCkyiaZlUuE+ANgVNWYIBajhQtUI2HBlQIZBSoGaq/v8RRSAaQC8KgjRy9ywI6CV8mQamZMPqffpv0rY+/nq29igw0aPDCmJF5k/ktxndey6ekiQJzg6aGi354aVXQA4SYVnCrXZYGWvvgy+hdEFFgRtBwF3t09fNNP2Gl7R7cd2exakP+rImTUzA7HAFOtetvasfn0TBlV4Kp/+JRlFsgzHKOgv77+WG/PXX1FlvOG9ULXYz+Ztwb2L1rRgsCA951DNzJzegO0MrkH0KH+Pc79nrmJKf0i0OD6u3/TK7m3Pg4FqCPv1r8UZAJ3BRp30+M4Wuc6CA0ijDr60LsLQDAmWqnPmm6wZI7xsiwZXDtL2v+0Osb5kGx8fX2AZoJnrVua81Z61Ku34KnItG9+vHTmYTMYlfGow8hbq5xLH34cycbHJ1sysvJA5r3XRKV4gbNzemL8oWzpebHRoDnxclz+fHqxNittTqKA2YCRGW4b6/q0epHDEzxVEcqwr2HhaLiWZHrwMESYsxlXrUzFnGH/XQkBzSqO8bystM2p/p6rDGUALfu5Di4Apk7j6Jrbl/Fa5+r5rM+qNHYGrMeGKo4ZeQMyGIILTjFSDXzytuCjdevnrwoKz42Kzux/LNMyhm/7ckZ+CmYITqn2LcC+jDtHhvkbhWmcZ71FszQohw+N+Hot6VvzqIEPAZbTZ/arL1EOjhL6stAj39EJdWY4mjNGf2tQIfNjDPZahLO9w/Jejcnu3/XFFUzw7A2IZbnoeIDtSRjj0BCN9vO7Klt+oyfoC+dHeySzV1a5X/nbqdxrSXaxB8XhOeF+y3kq/RWKr9oL07er4ljf2lI558brnXcLRNmtnonckp9WBGb8AGDnarPam4k+G0CW5KH1PkAY+QCuA57QDtJ51h0YqEdN9Vzmg7G+ZA7ZoaugE1x5G/Dl0PqdCnhyeXQrpde+uCj9Crht7WWpOlM+T3Y0208wRcYtPdJefe27PUaHOn9ogxI8E/Cl65t9H529ahjZ3QICKPIEIxdkFgQ8lOodY+b741BrtWKBffbLAP/aW3Vc6JRL8Uaajdtef/RQ7+rIb6j1BDzRmw4A3lna8yhjrS1dHeScncPFpngbWfkglYLGRn9Sp5ybgcnO0IGJ1ZmRw5cvBbRmD5xzbDSDqXrIueE1p3rn5AHnzQGHQfAazfOtjUQHX32Q0QtmzozZ3h8bzaiQTpUaIaIXF0ybTLEZP1Eh3TOLLkVxirZutkfJ0XNDmbWnN6fnBx467+ki91uQh50pIzmsD1evSAClLOYmObFRsoD6nXp91v0fBzOB6VIq67OXl+cdde2er/YxPJL+OiwRrisBrbpOkGG9TdmmAyj1c32T85tN8nGoARdQ8btW9aCzj1Nu/ls9m4cFLC1BYv0x5+BT6HobA3Z2EDSZSf/KApqrnJLgc+hrz9rSa3rhvk9l/RImR33bsyk6h53p2Vs9U0Mka35Rl51WDvSzas4RrUwW6RByBAh4/AjN6WwF+lYgirxLjrAX2Z+rJmxEpnu6vgf6slSDuNZnAbe++e67fs6aTD7RvAYUIEe59gC90L/XmZ59MR22AOyovmf/Wgu6XtWNp6qsoAcsFTv9JclGguHA9AbYVZ6/ftnxSUxpH7X8XWUl5olHV4/0kwi3Ob6eOzpmQYYlH9zaiAAH/aTdd5WLx8cdWHoSKsYQJFBfOYpM9Mx9lf2aCz5MoKFMJk2QSZVH6CJRrtrKelD6/KMon7UDUFGaitjsRfuglPSZhE8i32hYNUMr+0PuDpQoY4ubZd/07Gpvcy2YBKB+CeAu8KwfaSqvolMbdIlaQ7Hp/DhMCXYqe9R+rq0hAUsiFJ+prCR0dXRV5lKwo8H3jELFMuxeEsBYEGY7ANX4AAAHc2idUJB2bVtBdFWxdr7IxQKne63ffYOznu0KvjQwzJoEoqsmLqvGAs+o0Zy1qKCPje1KKtoGhE4ujVnwTyKXxd5anySU6U7jk+BXvZU5sv5kzznxQwLTntPzjvmLL53PSkprls+SP1ynuiGfKWhT6k4JEKF2z3f9+9DdWZ+n2efGMUBREC16FcXcFX9x3hUAz3yMCleSYa7fxIn55C8DfrGjVbe5p71M7pxTncY+DxuUzsDuAnRUUXhRkpr5BpevOYj8zF5d4lQDmDVQlxwn0cHfB5SuElsFL51Er0rcMfftSc+Oy3dPn+ITGhjjQey3az8Zv/U/Fc7u6rlHt7d9pmJIAA8gSm96xsNGNCDVflVxlMrNq40Vn+DJ08UNBJHXT3dnZs+fJufblyuMEBS291rxl/0AjPBqn0Gtf9piBLWq6rGcrZ9sfW6rTO0ty7c502fZtUtpiV6fxx2dUu+IPGuVciWYOOuwLzjXn1290gWcW7nLNzKmVL74Ljtk+2b2BTPDubLzbPIi2YdsqXiv7ZI1JZf0sWRH57Jx89cKlObTpz0Nf5Acr2cv327rVWAy31uFpdYc87HEnySmDwy6pZ/U9mFByyX3jB5Sxep6lPZcyVj5BrPrd8YDaBuXqD0GPEiSiYqlsjxcXmJ+qtR2bec9CupPsRjk3Ba4Xzsh/vPod+2NBb1zNmgNAWw+ifkZw+kLr7JZUcL377efH6v67zlL3V4/Md6gZG/i7SrBzMsq6wxxP/nS7eUdHfZCe4K8h9XC+14F/C/fwvja9zUv6wgQXNLS2k81YUvsM8/NjhDHOEkFKqIw/Qig2+evQzlLVj5/bL2SWAw0jvy+SuU6XeD69RNTQf5D5o5tDCDCZADUPExvL757c+2TJWPN506v3z962v3eqv3S2zovJJUmueaj6IQ86OsXASViw3yZKsq/+R9mj6QCtIF//9HfkY2ecfEB7MMyIuStgTpL8BJv+TDB+/UJXYsBf/8oNtjz9qplDyQh4xs2y4Dz2cpifus1+UuoqbWzEfif/7r5tYd+CoUscE7lKF9gUmcvLCFSjOywzzl3VceSt2/SY5YNSx8U9EyfTmejegxyDtBh+zx+Oua54kCRCa2BnCkNkfAXADUBj19lruQMfxAKa3Kp/7fczwE5H9z7JswUqvsBgp59RSds58UctFI7ye61O7XPqgMyv/eLtFp4WfAv50f2iXwVT/ldWSkepGfmYnAvAuY7o8p+1MSGocw+4wi4QiE9p+0XycK1G3O+WYvKZNb1VWRCss2zL9nbzkYysr6w9qrinB/LTnHpMDFyvlMEQNLR0ydA8eEM5rsxes8VHfpP/9m7e7//Lnb3j0ks+N2X0avaP/zY9gZjtYsOj5z73mThAvLFwnb837wKGqtOTqVr5eK32TnOULY8EN0Yvg/DS/dz4yifNi4llvFAa6Cs4xI5BgB7TfdIzn6Qs12/8YtRL3q2yZ4RgCWhLuYJAKUDbxn3ZtcbK515zkWMGexKsohGmL6gp8s6lRcmmrY92Ncbk0Q1/DLJgJ3H7LHnX4Qet2ZwzvjQk3/42/f3/uy/CdW7ZID8+TXvy6NZr2L6dowD/WumUAV3mUUuXadi9vOLUao2wvGZCwCPPpl/pQXKiUCetkls3bUtnB5YghVaaP2yU/0cO7bMIXlWAO6WTgyIfX7FYfPmd/HZvE5C4TEpnz676Lbr/3RKyhynKpmdegA1a+C+TDkJF/LtJUO9jX3TggD+b5b2kZh3Piu+VV8ZOFeAbnEssQc+k3lsZXcYFrxO/NYA2laile/GsiR4Nu7LF+IC59z4JBXZo/7/JXv8z//8bWKWef7oq9ffjRmxlfB0cOJcZWtJ2wL00D8FzVT9Sx8f0NDZbK8dhgD7gpx8LIkoflZJy/IMKulLhSwRRgJaFqZ9n5tAFDnPv51zrTAvhjEfh3y2wDN7HOArftVkidpYizH2/LDHc503SR40PmeS/QmbK1sfNp8skKSeEQryI+PPxNf03ZeJAfB32DHdP7Ef61fkvyaI8WMaLxoQLUGwyfjRQWSmrZ9+iH388U/3/v5/90eZD8Vb/FBYzuI+XS/KrluI7pi/uPjrAGAfY8uSa8mOZUHr95YAceyirpM8g0v+6rIpHGu8YT7xqf4t0Jt7KXJbBfBaV7XQ6NjxFwMLtXY1kNs4s16lQf/9i5+Dly0IdLLNT78LH6SfTqbJqXQc6DIB7mcAW4IhVb4b1PnMTYXsHWD47nf7hesafrpHK8k4IYKw+d6oI66geqkJrvtcRtbGecCfAYHn/s1QbRbbKhZ9pcDq9ZndewDcAv4DBToWfcuWQt/fHUBxi7n3TyDi1uAbMLgNvnnyunu/Vi47vu6Mv4dPM6J2wDXo7W+XwXwoiBd4GpXWAWHPZfwkZAw6QDejYA7dQMYDLLtvx1hfep/x8nPVXqMkaxaHrO1m2oxOeKDDaFdPBuxowfQtjpF5XatBp+yPBbfXiN34roLGmzXs3OSDnQsGTh/mbKozR4xIh942Vr/T5xwt1Q0ALOjjWoLcGefue5XF99kWsOsGq1wDujc3fUbVWXW0BmbeVHfWSNyDHSrtZVYz+paRwmlbNtKc7Ga+qHC7wL+zoY8x0bWyuTOmzTcFeqrijXNJGOSnlUF3npviKn2HjLFWAA4APv1Rj+wtkDfA2bi25rIFB3AAdBirRyF7Zp9hLLjvbbb9KtIbHLzGUdkEIl/VnR83E2pGn6nq2lTuTnLHspuNFTh0KjoZC+ttmoCQSkuVrD5HVgpYrZLYPLc3KEO9AZ3RX53eAB/mPc745SddY7PPFqQ4L9vgpqL3AMAM0UPhEydtTvKpzlqQQeDxYxlg1x5wvb8KAI9G91Z+q6wdehdY57sOTHIpMPGbquUGyaPzGsRvHlV/Xuquw96hnLnYMt7Q7fo7eSqlaX4/QBHFzqjSfdq/OaX9Z77vuq1MdU5mjTkIe+2AFpyyBxxSrVo1ocAC43BoNhOS/kkAG73iNaYb3ONMtHFdWZMDolCZObFulqJBiiYKCPocPQkwM74M+Bx0ZPtkdgM8FgBZpc7oche8PwGeyf2c3o8DnNDpS5oY40Opc1uJ2RnsnB4d2YO2NuUG2qQHoMI17uph9LeAA5SJjPP2x1uQ8ec4UB9fPajrhGQbGD8KaIkupT2ODmpQtouyyuhD69y9oyqFIVRwhjE4WlgG6JgM1lvCAW68btxzDh3ZZbgtWDmDy2vn2xJ6Tt/fnanbcwu4rlqqlOn0dnUAw/lQ5J/AoMrjAe5mr4bjtX8qR/meIMoSRdabvhWAZC9j5BDUCTVPMTxrwKGadsai28t+HPtDnGLGrsQrTtVV+VhpzfPvjJuzV4pRAHCCfg2gZO5GnYZOZwDwgOFRLG++RnPUzENrDKBEc6Q/RmSS08Yp7Tl42Qd0NFlyzQLQrXoc+Gi/uK+A3JgJEiBmwF7nQZ83gkZm7NeCugUCl4BVutL8uxXd+g+lksQ55mUVrbyKg1IC1hmerWVvqMCfbUMfOBdnUJd5gKOYDSoANcdlQbQxdKwav+dHq6xVCavCWQID57Y9nzIe742ScIlYHdd1zwb0Mg5jcr0mqdCXNYhvDWSf4wztu2irPRm9ALgdbfn25BwLQRKBRwZ9wd+MCfh9KpTQN3qun0N3BHAjyzvHGcaCbewKwR0Ag4SkOAHe178390WvySEVmC4VWh7gswCExv46VVbLSqU/jYtuze/DGlbZTk+mOrnXmX/6Px7K7VHhufZ6sNGgEkhQK3lqZ3Bp3XPt96Vymj5Yb6bT33n04ILHgIsBzKNrbFX5lfxG1qvDMqbSqTO+zCS5lujRwKIenLMvp4cvY61rQS5GPQzMfN/KNJ/17Ghexx5zP5UAAtj0UOf7Sjzz0dFhoeIXTJmT0Z8NCunXGfsw90QjiSoULdwNdVKDLxK/xmbQxJQCQqqcV1XB7tWX8GQnA1zI/ujZ2e04AAAgAElEQVSxZQOPcWbBY061iqI4jo1ejbXhJITY06dCpufxlVQ2fblEBXN3qOsKeMfxtV3Jm/nc/OpFCQBmNwAPlvSwiu/psFPV055FmUNBF/cv8wU71ed7CPndu6sSH/XiWpw0EaAJVutxKkB7kgCNwXUFmdpzMRnfDZLXls7vAla32qL7FSXX/Lae5wVdN7+168le5eva3JduoDs/j74rXTCHExhN52T8c1YDXr1bL6ZSyNm/3Ri5o2rFBMfqB8SG/CC6fMAA0Gr6ReXyJwAd9ulHet8OSDEnKO8EpDy7a4qbaSnQhOIm6wjMr4rlhwCHj9N3TOKqi9flyZ51b4FHn7OOb9NLeBT6azUyKkmV2tgf+Gyjz+/6XvpXAJO8j654ybnzf5fB7a+r9L7O17z5K2C51JTWcb3UffZ9dAH9MT83WeevJCpF7ya40ISmVKOs/6A9v31uVQTzapN3XdDZZjzVdLOXhM8eJnAB0CkAnLELkpMjVTQFGeqn5ffZS2zaJi08Ve1kXY1LIpFnVdmvmjpzloAR/dJQ9+Ubo7G17zBETBZXaeQB3RdQ3RYd9AM5TDBPj7dapSqbIofACGe6StFPWt0XECBAjHUUDG0CSJKL6JOBq2spsTk3D/ZZaKZDJd9E3ZtwoaBkJSCPh1YVI8TORwldXtu9O7+8jKVV2QGA6wNnDiRqmMdRqE4XjjGAT3VV5HdfrvoX4LgEW4lfs6uc/01g7TGe7+Vn3+/6CYwmYAYo5JNZD4B81v1JAPP6g2iCI7vr+bb+5Mbz7TcLWD+KHtXDcpnXznpAzpgtzLG9MkriS6+h2Y1O9Iyq9ny2PUb1us+aLcjk67tWmWTyXTpyNkcntvqYbSFGQgef+MxNgL7B47UuICv0Lr1V6uj6uZ5n8ryEwtA2quC8EqHKvJFKyrJcVU8scXCxlVVwFMi78V/EGVQgq0SczUROsIoB8yScqDxid2/v6gM6234VrLOBnwZs+zA6yPmmL99oz+mPBdvZmz7bpHLLlTVdXMjZCLjd9dkndNNvsTeePnseXEXCQ8b/AfuUPh/jA1vtgLWUyOP0A3TOu3crhvOYji97bHS/qHFVrV7nTxdLPGtMDs4B42wlTxMjZjc3qFq1Pt3eil2JOBclrfckq5wqFNXa86HWemBBTPaM+24PHNaUnv3aaWRNgZCH7YvePnvWe655GHjGxrA9IXZSlqXsiQHx0+tNZKlNcuRwAH77HIrL1bTbWnsqz/hZKl3fvNGr0nqzN/w++7kBEP1E+btj4FKV+mmSEJ2GGFDeff+mCRUSbpmC6MXZJ+b8UWS1FWAS2i7xWkyIPCYJsqB7Ep2w7FxV/8a1c5DeXNsVNvbiQgLLdNts4dOLXTzD/VQR26fmSPLCeU7XaLFFz9HZOCfhDXXxkYvDrGV8qOYBRs5scmvi7PVH2Q/OjSbyZRiAIclqqvwxiqmiBmBpLWFcBY+SlPQmZ0GTLTNvX6S66oZlIG8N6Fv19FoxHfCR3cu/DBVtKo3pAcBm21qEFpvZ4Rz8POfE3/gbj0MZO0pVZwJQF2XzD7Ex2ts8a5ah5do5X2qrLWbXGG0TLiRPAElVri1Oh7L5i/Q3ZX8DgN+mBykWrbUtGyMfH2wJsknSTK/uz9I3toU5YoVZR/vj7SsRmp9ToYxmF7Xv7GvP47z/BejSSjKsA6uKdDbpY3v/vmSkJWB/G8DR2fnX/9qzztm7VGd+Yt2fXnHBsgJ4rkPROr1pH3q2b34fu+Kn2Poxtz5+QJbZ3vnMh9FlP9+/9/u/oPfHCvBBAHF+Z6198dyc8xKJarNcDFIYkejEd00CGZhOdMu8WOaF0diHxqdz+DR9Mb1eBFyivw6V8hKq6ZYlpTp2VkXJjrX+01dll8h+slY/Zh2AWZ9EXzz7Yj1d37zy/CroJbGkei/+D/rYgWceQ/JaZCj6ronXmNjiV7QtRhhU3iWJ7ttvf733T//5t/d+jm3+SwTs+x9e3Xvy2bOsD/+ULydBix3xIM8RQJBdcjY33UTFXJXA0zDOi4CM6etN/ux11NQYG9gKdD7WBXP2tvaWsexcZjs7yyScEPZVc+cm9IlTREytVYlJorlYecpeEFvI+eQz2No2jiUut8K7+ugyYjr+q1e1uFVjaHyAAdtvcw6yo+aHjJKev6Ga+OggvZ3bN/lKFOKzPv9yrCQAYH3pP0xLhf/iP8t78TV+Uon/YVrAfIGqfLbx/MXNn5bDZaRIUoL5ZY+KHxwAuFJ0zibTwT7KdzEq8cs/bUskVNyStMj5Z33210ma/Dx97z++v/l9kypXOv2xns056Pjuv+aeKwwMO0gSq1RHemkzYJ/PppJUuJiC8bKFvfjiba2Vqlj7CMU4v3hui+Ql8ZJcO/qSrAOXnXHO67XJml5/mvGYyriOWa9cL2fkWoWcOBk9eBV/2L7MPz/F0esbOjdCj59WKl6HEfBZEij2Ptlgy31W29/r56zrP/pH0dnaBvyUJJ72fs51M1d6MmMFovNWOESmYx+F8aD+EQa72sJjiZC8IyZAFsV8AbWNk+T9ti6IzdwkPVhP5tmepscAxfTx29h0jSfCFBrXlljkPBOfm0/Cx/0kdlaZX9jcd15jBcg5zr/InEj07j7M3NDDxROw/0gOqm1iDuebrUfwEjDL9KPVU9b8JE3V3ulcf5TK/SeVWYxmnvlTcZrobnJvn72LTfG7P3187+/+18+699+9GbZAOGtZN3ZPX41R0zXKgNHzf/TMY7KcTXBwVc90l5V17Cj5zIVNKc5gP4xRZAkM9jS7Dr5Xv11IJLLud8XZIl9rTWcu1gcY65053BlyJdf57L998cNvB5m/C8wex8j4D33uXwU73eAuwLug0oJ9p7rTv/fAO/hOde25/t3FLi3zhSA2iHVtolH07sA5QLPDyqSezE33uLlvNkSrIrY+q+x0mF2Z2TUJo2Vc9+41zzUs3KkSboDdAjPw71QA36V+9vsDhi6wOgtxzs1K6Q/Cv4qdWxD7UE2ceajT3kW+gjIX8DgDfoG9UVveBhQ6x1csz61P2f2oPadQzrl2gn4Fp5p54PN3QM+r8sk1OTQd+xWotASuB3A6Rt9Z3znHu0831c62bnwVt+d33jsAzQEqjyyMona0QH4OvFo1I//7KjruPVRCHYD2LrA/WssLwL+A5a3nnJ4p3l3PT89Ehk7/oQOOFwhtBcEqYQ/lYIHIGNT6GC1j5iqxz4VuANTLQVnWnUN9q9vnZLxUjjc3JzP/3Lec9tdirrp3WULHp7Ve63VzXTP36Pg4k/opVe6XfHCbHbSswimLVSYPjFqlWCkkr3U5yRGnooe9QV4dqtUP11Cshe/U0fS8QMyMt5k0V7XG5vvWURVIaB9JFagxkozlOAir5BtF3KG7rrzlnhSzjEi7avQkG08NpSs5oWBf12kGZoMsDuRmlF8LcM1ZAeALMF+mkWDAqKI5X6XuuowqdM+CePRSEwqiUH+UANHA0KpIBBUA8Xt1lDeyaTgOoAF+U8qqNhyQpW/NHB4aNr9r1c8V1PfvU006CudV/6KpLYuM32eOSitxUcg2Q1sVYateHEILKm6/L9lj1WbTUXTsqUpfFeUVaM0z93vkNWuwiur1ArFGMn9v+/Jt3DcyeeTPPmP8lKp4AESZIuw9B2Z+z/FvD+L8fQ4yeboAXBWLmSJGSYFZQMblrI0Og/O28+kG6LyjLzc/C+5zchvQyJwfiuhWwDB1C4oK7sxwnUM5kKyVVNfzrCXB2Ak+zXXM/TKqM14GNzHLgO4n4DZAfMB7dU8TLlQ8r0KbjBUAp1tVMWUPHlBta6TKhtEgsDAjV4Wl91ENtUdg+yXvLBl1sAqyUQEb03TKkX3BuDmj67/IGd5ao8CssxUZRr9UShZ9bAvKAKPyWVSsjNLMzVu9QuPIF6RB7RYDtkGy9khdMNC93ONk+gGqPM87lFxZi1bQoLDJXI5qbmtVQIyRkiANPXeCa8bGEdJnxgtlG6PeuGEspdtJtrUs8/VhFDhV1blAreqw7YGMq0G9ncmltG8iyCrjCw5nz3ymYjQGex1oMhZj37GyYMCAO9VZKupu+zQvy7rrXLkTiLcUA7dGj6z6YNSPAGJBkDPfM5DXixaQLzPxyLWxNuElPx/luTEhcECaBNZ9tgCIP3MMx4xALbWPZe7vusYyXbtz6zhC1fvRUa5XmrJWTsisjfGfCOSqclWW0qmrUmggMIbuqV4/jk8THmoI534COIK4DdqTvo9iZMsyHvgveH8yaTlfswWO7C6JhMOBLqj6Kv8GCHs1eJ2qC9W9KO4YukCRORwXxU3mYOcQ2qyAWPmMPSOgSx5G80s/Xz3fzGOuvazRJYGxdwrONnkMRfmSK2pWAoOALPkeALtBXvJxVVtzSlRLNIElVFwA649TabAAu2o5YFMy0ENhNZA5+j8g1KioFkAn4+uhOEpVcz82lAFyZEkAwv589FAvVoD9ehvttQD+6cnL1mn2al4o1jvjBUfpHFm3WaNUOjaBz2QIgghicqriz45mmjzm/BVQr2Mz/d/EDP3Gahts/6iYql1Hr9K4CSQ8SaDb2bTqzCWJzCkdPbJqeHJF932fwKyqRPriZWjnasf0fnphrbqMo9feQd7dEZzPofBSsflTK2T98k0oKPXTWoXphw2AkKOjV+zT0vldlTPtOZkrAEgcuj0nsvcHQKxCT1XRhx9sPxS4MYZcCCB0Xuszv2q/VknqkRlZEPQGjrmvxJhj86nS23xOJ1pzdmerW4EWqEPv2IHrXeqcnCyqgDIPb0JT+XmCyZOJ6XkvZ4A/dN4XXwSgAGrl/VZrqea4+rJ2r+U6ADlAgvV1r+lmiWyz0QGzrzN+GexrBSFZDAW2ZKDD/PB9kx8kAgisccjbm5LEldJNNZxnfBjAJmfblRzHJpB1rhKqPlDpN8fusLkZNRkQpMkr+QwHeZa2I1nwMjTOmUO9flUcC8YJgjqP6CPP8ij7mv5tskP2YsEK50FkRQKGvV2qrjozDKPJA12GdraVffdXvaYSbwF3ukbvsqyBM+MK8CwgciiIY49Gl7DLH6SnnecR4Op6XucpEGDBiwtgzxhepj8zO7pbNP8vsMtvRKk7ikf7l60w+W0Fhj0citHSEubPp/qxtuptzwOoAoSQXWfw5wFnP82+UplONsqaU90zRiq7kG/B5gT+oPaVYNMWQwJQtb35HKkCzp43dz8AerLP+TKetfTQmVcBmdnJoWJGR5ix/hz5eJ0kgK2z5Iqxicxvng62F0YRt4rMh6nIENxqxX4qdaYn9eN92GA0W+QkT7vKmKbEKJKsoDdzzu1YflfVHYpjLSZW2VubsHYCSuWnhZZ2vv2WRIbvavOoKqd77RdnLSDlxC/KSlQmgSUmSAQ7yXeHZcKCSgA6+oXuH5imRcACQt98LSCINSSVjKqWM2fm3fn4LP0b+2/MmVmgUpbWl6LjR++7vQzwRPUpiE/uQvUc8T22H/mRjCSAXKaczPVafqxFjd6UbFv7uABK7eMlJ641jTlKwD26BdVxqXh/c8ajY9WrN1WmGFt61q5fNHBjduevkYH1XqbTJGg1uTtrPCYeNqnWBQFUVZ6qlI6d8zh6b7GJnfmj+J5NulYza5tgjr8PoDQgaxVYznv6SUDV+Wh/CLrTt/SNPVhdpnL9spndQwUa28qYS3/fJPoB0nrGAwVKER+Z/DXBc9VcixVsPjs3Gf8XqbQSvORjSKjxeSCSM2W0xBISB442UUOy9MVy9j52EP+VPvg899szZW1iDwERRGhVKNOto7F83b9Lal4S7c6FJsQomDC2zJu5am9H/TglBYYqmG/NZndNFUL246+/jEIYjaQ1K+MMdpVc3zV93jqOGntreBJLf4m+ffdmSdb2d/2rsnlonbLqdjIFMGVDAGhVXTfxH5Ad+QG4LbD5Se9VFgJULdRPq4LYhTlvciTrw77YYsDarLd7ki9jtZXN/5sEeLHEkCX6kY3oOr7HF238sX7rbNrvA2L9EN8LwN+kxATTy4wQcV4iLVldT1BnORDE/ddShk9wJezNmBlY1DYuKuJU7tWyydg+uir7Uy2aiiwvSYHGBDTpHsvLeplHLAFl/sj9l+ygEo2/iE1i5zQ9yTYEov2WhBrnyolrffXVF91j9W973bWnQFHuhOWTaptCz5ShLetOdprwAbiq/7k+sA9i0wpQ2ztNIOMnF4hBXc2n/vDe7353P2uStcc4k73DpqN7fv+XADrVuOYt+yJTQ0aaGGh5xTpzK/rQ51Un6tfr/ub6UQDST5v8aE/e6/UkZS2pTrAfk8tsimfPY3/EFrAQY0HS51hCiET7tUN50p69HGK6VKsvfgDbJ+9F/l+nZYPPPc85xrZ4+a0zMXMerI1b+O4V0OLDe3/0uyUyfRu7dvbhg3vfhrlhPn3sTHZxLjmq7iW92S9f/yVgZQkqEuuff3kVGqQ3rSRQPXpVtrKxtWVqm7nIdVvE0elNCgyoeMXd7KOTUF6bv/GMUbyT2ya+5e2HAcPW2ml+JoDMmFFX22svvpFQ8LbsJZ9nzs2vdgVN/Iks0gmSlr79NrZLkynH7vP7f4slJtXffxT9mwFggSsrG3BL6w2MV9V9a7dknTAk8OW5tZ0bsfbYOz//9NG9735/794//2ev7r1JIs0n8R3upVKav/XTjzmP2RKxEQq8tohPtfj6ujojG5eIfd5+5de+3PlNtlHIxj5Jv2TnxA+R8c/CjlN66FZ/Srh8WGaTsRMk/hB9/GMSPX5pAu3HAc6SeJj4CXuDfllC0WIyENP1Fp1fz089rS+mN5ZMxr9bIcviurcxanN09VvN2fpZbHlJLvwxVaw/hbL6Yarb9eotWE7q5nTvLHo3inoxpr6AyNnzj7TMiP+qwevPWd+//3f/qKAfNoBf8v7v/iTJIkl+vBf7UWLFmyRY3EuV+/OvZq/QHRiKyv6UW0g+6eVdQ1FA/B3J/xJ3zDM94Tw7FNUYNRYLH1vEt99I7Mv+yHNIpFDdbC88Tpsqrhn6cm1DyK1raXGyHNOxLyzms6IEL/69c52s0V8qR+1ltmn92VzH+B0pFia4ZgtVANBLBpTsNYzLbF6X7bXLeBaATgKDxdNi7NiDDx+y4zG0AZHFRnKu8ivyXK0Ix+wGoynD41pYjAlteuPtW0n0b6OPAMDs6JwpGdf/9X9jCEv84n2A1gD/jfXHBn/2ZVrrZIDtX8+faYJqqnuzR5xZ/NG+f8lj27rkRuJNekuLC7DZJFw3ISq/caaUKe3an02Qphr5wNk/i10tZmOOPNfDq7p3SU6YqRYvGn62WFRtqDINLVawQrbFFMocG5yoNkn2gMvz24jy4pSzjfTPZs+OLWMJZMa5Vii38ZHFzta2tGyFuS695oyn93/N8zUh7de39/7ef/s0vxuo/yFdGl3ivs7VUs/n/vzPgfdrKVC/Pv8V1M9zkLGOtTbq5sjL5+hWoiK0R2+PxVJgYj3lD7YmHklNDFTuVm2M8oa1V/wv8kP+32OTqY+vrSHbZRL671BArz/tBeLmxi58uLnvVvZu23iAW1G/9Mi10LfAsTf+asWwhT50zge49bnDhV5KzcvgP/c9lbnn3kf5HcEqYNhZPdnZ++QBgI+i6+dtRPXyved6Ut0Ct6dcXcUJUPoCbk41XYNLA1AKjlwPPqF00J7FXEVQg2GXY9sA8PVc51A5z7NqjVsA+DzX+b2fC7gNuGsF0XT3ZcAP4LS5vVo5FWE/PRgqJB33xklhohg8dHaqGlz7PNtdAPj03yUcc5Zvq4g2D9t8Lm/zEFobwd0O/lZZioI6/YfdrzRl+ePvp5etQJfXQKJlS56XuE4drAKBA+XW63YbQJBkWfI7QM6zHKC9Stpmz6BKe5dLN6hTzpXds/2Xb8DoBXn6LO6djTjFsWDDyepv9VQnYvvlVI6vT+9e5qRrdQXbb+Q+gzhg9qGb8rlWMuR6AuulCa5SnQwcmSvIl3uYu0NbWNC0+8teFkh1qB/gez1/W5WWeeTkHarnzffmBihYoJ4TW0rPBZq8vIdy6TyP67TyML9rVWBlYFV/Rz77XsYvqAdIKBBW+bxdW8/pkFwl0ZVJU4Anz9u1GWDB8HLt46xyBNuP+5pXwcxDcS7z9bzOoetzoxS8aH3bJ20V0QOAN3/d25EF++OWgjsBlCj0Nak3rVc/24uBgEEn4aF0bwX/Ro23TJ7pPKBiHdcclJ9U1rauZypaUVgnPGuVtTtB6M495yp/AIoDMA59NcPUHmLcoTWenI5BYcD4MRIriwX0t19keJXG+QKeO48NNibYfMl095bEFcZ5opX3BR4vp+sc2Geez2G6w3w6bWNlJK3vDcDcelpz8/5RKnVVI/ez5rIGkeQJumqJBuccch9GGdm2b8uoYK3I5CVz/l2KxPy7gbM8K8ezjncP5gGlv2ZfjB0C1VmC0D0oR7nb+zob8m/z2uBd9otrPFQFWeNjmcHwMj0uZVy9N54GoAeqMgp+blbnQNVm0zUza0rF/LdCt/M5nTQHeWtpjlQfybJ3bh0AmFPofHqdCiv0fQK15KPZsgydvqZzjBUbAWDWsw+gXKIT+rPSZLVKcgwJQHjGICdMph3DYyB1AFsgWygzyZXqmur3/HFfht6hjvZmM0+BLGhcE9AAcrQqOOMiDw/inFAc7Vsv2Qhw8FOCKOEUGrh9gE37cBTU5ofB2Z7MOQflPrQiOZThNbAzLmsnsLZ+4KNAqjzaD8B7AJ5nvBKcVAusX/h69Ty4Mub7nV7z0JnZRzLKN7sqdEvhi+o3BmIr5GTBx0OoQ9mK1tkI5pwsGiNQsAGuXPc4maWFvXp3zgBeYsMBOARi7JtHqkTyqEDwA27OHOFsjsKSU+RMXEWZnnB01bJ7Xc+f7aMB6O5V2r72VFvwQ/VRqQwvKj+ATkHFCLvgkzkmZ+4hiaZOsASEmwS3nLXpwTTK7tA1x4lkUDdgkzXk+Ak+z+GbY+wx0E+1VxCHBEVYxnXOSnvFWI1pVKXpSxVnezTmKOYBGJDZgf3mYJXJq1wlquaKLvA8Y9g4vXtnCxR0qSOxQKV7j8ZqtgXgbvpjgUng0+n7KdhKPgSuGvzMZ4Do5rv9WdCxJYi1uRWoXMLOywDhdKw9OVqjZc7K7G1vaeO6qq3Mzc7sPk0DdtMfAe9b6TS7UEDW/gUGjn57FTZkvJUNCfiVGlOg0L7LPZewxoZ0bbTjAj9rXWEfTH/WkLxsrTkz9JBzd73Vl0XtXqcHDvmzZxtMjH1+P/P4OFXdAiVlI1GRk0DJYRURABnd00BJc26e3wewG73wqrdukr4yBoGbpwnMCeTt7Bktn88WAM6rrQeaQOD5lozZyroEExsciIpZz3fBy4Hty5hfBbEzo/STcWJbmUm3FECazb/A7pxfOnI9uvXSWg+40dCPEstcs39XEZsgYPpZki/23KH8oq8BVsZGtlCA0sMN7mdfHCf2WcCoGWgLEpZFIAGsVwG0VL+z9fV5OwCw6gkLZ22b/XydVwLrn6ggvZiP2m4jH5V53YBf5N54VfXKrK/8oE7MeN4m0EH3rV8lfcBB/zA9mNLvM2eGOWzQP2e7nmjmkeyYQ/r1hg68sjpgCbBapVCGHMH+VCElM3tB+vUj7ZkvyJ0/67U82vgCauz8/Cc5yToDjkp1Wv1gTthZo2HLEdoplFW/BJoFSdkpAubOT9Sao+4EUKX6SXV6vnSyyReAvxJEBA/JKhCu9J9ARb0oQwnYnrprCfFJehGq5LI2n4Zik55aS5fpa8CFntyCTO4PCPg01zhno8+1X7sMdxXz7OQrcHz/oliXlHISS5e8s7YQvwnY5cwuQ4QeaTnzUXbT1ypZVIeQafGJU3VuDSSR9MyhH+yx+nFj22EHCFQdyj92HJ3UwCI9E13yXgJXrm1/kH17bowds5vIivll7JKB2acngXDB2PYXbVXo7LDZB5k/CQx50TVPvxhIQtfqZd4qg4Au2oI0Q7/Bl9m1o7a/2GpiBzVZCFidP/acs0QQldy29RD/OWel3u9kBOUysNfYBW5VAbB1JYIdP5csWAfflZD0vlUQV7/pZnV6fnszVW+pSiJ/rjM74EErNXzk61CKrtpvPcH4odMjgABJDGxGPsCqnVxygSRJZAObXFPfvwImEjFzDfuUrflQpLND0Yt69jBqUfqXbcE+V4HTQN9EtfuVzkMVuKTb2e7Hn6r+qOssQSVB8vehRQV0leGKXxc2hfS4s7bmlK3Ej9IX/iT6VxNkDUf/N5BwzCaq0ZdQsnNHQszm05qu3cL8nsdhaaBPX6VVgnNLEpHgXVsKXV5uLcnI4mhXPYNqa4lXC3gWuGsSwuzJR5+Zi1UD1ka//EM9b+kAoOPYdZbg0aQZgD3bP/ex54FKznhrIYhuf34U+wk9u7UpWJH1lsyo5YVJPz3P9YquXPY9yQKSPPJZPe0S6AcgCvBKNvM993ZevstPf7+lIp6v9uTxs+pMc8LUYLvQV29eE+DZUKZKjGL9aXPGpdKrOr4sJ0uE4vP0rMj6jqli/bqtExkgP+woFbh+sunNJZ8QgPLsuZ7cC8oCgNkwQCg2oeu9y/zuWS8WuXza/l4ypcRUQKXgLcA58hQVYQwopc9+dX17ibyx55wrpX/OfZbgk7Wq4KLJTiKNZEYJuQ0wR79EDgACbN9PHqIbDUNKbtQWEzmPxBnJLFYV8mCNnJtk3ByTd3uz9lXO+pcBD53/9EarhpLYhJp0NNDr46tylky0tUX0KV9nccf1MUa5Tx4XulSdtB7LaxUkYky/CbyfWCB7i30cvaOKu5t6iWRNws2lyzaBvj1z8iIA3mGZGXA1Olbrbp+Z//bqLFX79pL1Q/e+WMvVOqA7SPxBNewXoehN8g2/h10QWfLIWCf0sVTZucSrJJt9/6qgPFvYNh8DBr9gc42an380n9a5FnlPoH4FCqkO/URhYakAACAASURBVCaJgA8+iz4dcFrlkz8YKAD9kmAl+NrHp/1UK4aTANGzR4yzJskAk8ai8xv2Df+MfFXf1Af7OCwx0WsBsJ9/sYpVwBeZ+fzJ9MUHzs8iF2F3eBlkgR8fe+/LZ8+6Tm3VkvtNrX547y//IiC9driJm9ARz8O8wh6rfyFZor1qsWTxzbqUBX4Kxubnadko0RmAbDxtV0IOMZxJosnnXoQGmr6vf57LfDYErDrfevruH2fNnL/GCHhVTamq0HiePBOTCZuSRN9Uy7r+l19iFbnaemWuS48bWmv7ArBK9lyPzv0kdoN4xM8/AHgrSZ0DNt1itzsFe2Rm+r7Pfv/mmw/u/ev/933sBomDsQfCciCXwu54mYpl/UC1erP/xZ0GCl7rV10eO4GN2vYLYeTJWopz6M39LrEePivmqJ4t0d8YTMjJEk/mt9Kn9Jf9zyd78XUA4dhF2KP4DmW++e5197F2Pz9EGHzXWX+KiyTs0GV0PD1c5sfGJbefnWinteXTMN9IYsGy4HxpopNE9jyLfeFz/OSfMW5lc7UCmq3MvmUb5LNtQfF+se62X8um52/zzewVerlVlN+/vPc//tmfZptkzoSw7BMV2Nl7CotV+9a/yOv5F4t/vMt5RY6wADx9GsD9zXWINAElzD05g99dCT5WVPxRtTSb14t9veRbxUviJ+I56M+zl2Kri6eYr8ePF5ejE77VJoPtHb0uMXVQFSnYhm/8cMPs670+qhcw9s03L2qfiQv5DGYSfaIfJlGk38nwv88z2cvnGuf6TWamv3KbVlNHFsTLgeXiApiGipfmMq0ozpBeJSFEArmWWJB1ALDzWpKKlzV6EVCa7W2e3ZO6b8JeY26J6zXBLj9z7//9H9PhwcNUZFsP8a8PU82dntfd//afmGQGYr0VSaxydYUpOzudFQNuH2QPs+vGPkWPJ+ktyk0cg4z2LIi88BPZ341DZp+8yx5yRp7e1U06s45ZJDrgbezyqt6LGvZJ5Nh+PEwfWvhYV3Gad5ETqQTGy0eeTb5EUjj1GGpWKNUFynPaX4fZhG4eXrkYr3NrieD0oVFIjHOujHFDTOnYgRgU6IMfssefPP/43n/6n38evVJIN/ttIOsP0VEHAF48bjEQ9k7FLPca283wqb4FEzF19JdxZOzD6/bzJFSeVlr70mn/Wd7YJnqTDwlB7eF940OtAA/jWqek53c0x1WrVt/71fsNlUI/VM4b64KWB9QscOa/C827C3zeBYFHK+hW1xNWeBfY7hAuEORQG28SVrnivxrrvf+h6DyBcQ7+oq4O5I/zFGds+y4rffc8lW6nh+vJohaM6PWre67ePIKTFwA8wVmWydnUZ1G6AOagzzKtcQOUNhg3ITrZPA1qCD7n2WzwA/r9QY/dHDbX43ZMBZotCkERZM7Pht2u++7ZZeA6BG4rNzqWZi/darNboHNA2oIFBGz9irzaZL6BcIbOldl+nqtBmQGhh5b7wi9L0VCjq0G2XsqK+Wb/nM8JAk3wr4/k1wfo7PxfFcYFJHK/Q3Xmmqf6+/QiPncRiOgzAOHMk+xuQYhbcdvaNAs3gbyicJOnOaKb3/PaYdFcsL7VAFyByX3Cvjjgr+coLSZ6hNLh+fyCTjdU4Q1ezYDhzFEyTS7If4eG7NBse15Bq96n47r9c8ZXIAMlYmT3ABs3/bZruKyqrNXwV3XC9uYF2FnnS54XbNuVCzLK2L6A685lHetrPnPfVofWiaZwQ9+Se3kmn20WNgDp+lxp1i85nfM1MFlG3MHA3R8Q6uAWnOtnKh/+H+i8cZlThqW3ZboJKrqWQJTnHDXigoSTza0F2dDzZnt1Bt3px7JncNquMqUgo/tfY11wHEXKMnM9u0xt1NIc8jNvpbPN3py+HHC1fsIDIwGWp5p0MrAK+APELRNzYFQdw2tzGOu5xypNGG0MrM31gIhbg6VB6itrfZUm+kMtwOU69rQD/hiMnebqogEjpy/aAXH8fkD6KiIWCIuO7cFif04fF4wv0LrkIPIjQ/mGatyFuhePvp/+8m+Z0U1wuQ45zyNYuGxjn5+s1SEucHuhbHlndLSr9DjPYm9xwoCy1m4yKallh+LpMczoOiwMrap1KF/yejHadY/OcD4UGeiN58yQ+fUMFjAkb8uAJXMcE2CSvQy8+77O7QJslbnuzQWqTrD+nIVnnwys3dnitT4QA38HMl+OW0E8oxodSvtV5/WW41FH95aCnVPlk4feswAGoJs3demA0e0y1AZmqf77NBmJhiHjjKNcivU4ac2+zd5wHwEISTrmGhC39Vg19Mm47lmTtVJBJhjS/kcxIn33BHlb5dcM4AG2o/Snh+wjAePpxY4xDtJ6iHGWRo/NkCMrstb9jmG9KVy1ugAMp60GV16jiR4Lgc/1XDab15obLwdvMtoluc6VOaO+0z6PTe4Y4CZAzX7QP11wto5yhErGJofMZZw9DGoGa6tLMh+tMqevL9qpBsgkFHHG1R9hHWgSxiiXBQMFe9qTrdQ0sl6XOTh65xm6Z281KKqauADFetAsqcSDrzoDbRgdKqFrgEkchPSS6x672hEs0WgZl+Z1vdISIGnW84Kr5K60NOYv60v8x3SiIsJcLumjoG7GJZmAbL1OoO3YXO0DntcoQ6/DvHak6jIB0K3rqsfX97gBwMzJTZJDxlr7LMtizu627PAYkgsGrCy73L5bBrrEijksxx57moxaQclVT3DYRlveBK0EO1ethi6ZY6mqHJVmwM0rIE8vHWr096HVIhv6JNmHspKthyCudRcwbL9C4G/OBJnny7zliK/3b1kpvHFRBJ1x2nPoXc/ZsMr70YgDmbgIAnvOOkGHJRtMno+N1UQMSVAJktFh1oBMuFezsrPv7R3zOkeDLtv4Wr1VO2a65Ngmt0mRC1QLpnk5ewUrVScMCF+fW0ki55w7vgBKO0QbbHu0XcbfJK7Ib6tQc52dm2T0VGy69hIn9lzzdo7OFbg3l6VXa6Yze3XVTWPKUP2sT+UAoqeh2upci4DmvvqpCZDu7DXXq/w9snYcLc9lTdGJe6kwkGAyar1blhfjXNDo0waH775aWclJzTOXdiuyRWfOiV5gZJXas4/Yofaiz9AtPW8kKGTOJV9IFDgVOQMvtl9sbXPFziK/x453fZnlztMu72XiWwdJR84FQXwBK0GfV+0ZxxcDXAycMg/mkE5tJQnb77LBG/i8HnisAqP4BeSwXwxsjDjkNWdo2WEqZdV3q4g/vuPsdj2DB9yMGmz+2nRgE7cS0CHD1knVXZkAEsSgkz4L7aO1QOlN39anJEv54RnZL6sclezQ2et1lyQ0H8xeHFg1e3oVujtv+A1sXxUsAor22hLeslebpZ+gQwBgGf6qhqfT2ZZLTPHyfE0CuJIjLl+/hxmavPoRbNoMiFw/NOayMdxxkLqOzoHosZwhP6Q3Hh2nepruRptuH9PJ9NYqGVcp0MBJ/cYlkV44187QUmdvRc3hKo7X1/lxwMLvs1+dix+XoWO2Sc/yTLAgnZ7dEhu9gFhkkd4/1e3WWvIG4KRMYWWoWAXds2cCuoDd9z3D6Of2Hb16wkquAGb0lakA5HjdUDxaBwkjec+ZICHAvLHtPsg8kRu/9G/JXRu/qrZVr5YQIC92lMB96QFroxgnWZzP/aCJtPNFgTq1UzMvax8xat2ds4BYSVzGNVv8JKi25Qv9HP25hMr59q755ZeSOayha651g3Nm7BKXDATUHTNTqrLDDtDekAWWBLfXO+9Q3LdaJ9SOq9RT+RKAEktDnu3zVNscf9q9JfY6FwT8ToX1sd+WOCKgrTJ6fW+9vvgqlUWsopylJ2nH+2yFVpZmgtpjF4iada9vK5ExYy6DRP09fvZ+Z9/a0yde0+UW+3Bs5Kd1wj7h9Sp0wOxDyQlaC0zHzi+VoDn2mq2bORLYtE8ESDenxz+JHZB5ogvbV07la65rr9hL9nX1dX3PPedCd7M93ZP+bQJcKthehLLxUGZ2vEmgadVy1sgeNJer5JxtBLgENtTez7kqUKllhnN67Euz3atfr/seX1NQmo1+kjtGzTwa2/OiG1WIOs/Y2m2907Gbq+ntym/OVZTjBlKZyk2Me/eaz3j8sCa7qVjK80ugEsDn53hewB6f2tw/LwC82Bq9vmtcY6sDOhrEk/DEdgEOF1CNzLBPPbtKIPpk+8DvxjiwhJUrKYJdQUYDojjPnTWtOotN9hIol5dEYHLirAF2Lr6jimtMNh8/EMhney/ueXwLNod1M9d0RO2+gGlsRI8hNkEXCvpLnlmy8ex1FfMAyVEqb+yHwecwJC2mpzpdIp0ewg6C6chBZIv7/VSbkx8XoAC7VUAB8vdjmazsKWCT3pI75zxn/Uz7rvtxrVkay5EUWDvntAIZexld3kRx9jXbPfoRiNSEuvyubGYSzyUhoAzN5b8Ma8GHkf1PAma26rfx3FXXOVNehs4ZowE7oOdvqI7JfcHePOaYZNDGjk1L5JRNWzr12DVlp+B7NCE1fmgSXZyzT55kPaOzxrqWeer5SWWLIUlkmu+/ogJUyvbXEoPay57shdZZUYXWZQUvG2iTNBfmjMhN7YE8yx//LokxElRDJ6so39p/9tmq/E8F+IeZ/9cS1yUiJHnvaZKkTuHCTdJxxvnN16n4T+xBIolYBJYG91iyuw6TNbLyPMf31WrjxZL7IlNovZ8HXP484KhEEa2MvH5zxufbemCqan8b/WF+p0+v5N1rz1nPJXskNpi+sKon377CtoJKfgfiF39sGBIGUMoD7yT2/3bvj/44ick5q+kIiUoPPpYMwfdzkJ1e3NFFF5g3UCMj637wd31Ha/Yk5rJk/vuxi4Pp3vtX/zr77F3A6CRSGMfDjK/02JEJoLkkJ/r1sDq6SOPpKrvTv3vsA2xX7H5aNU0TVus08VALp/nD1qa+SJPC2ObrJ/rtt99Gd6V3d9aGDlYh7rxGzkAH8wH5BGOUWT/0JsZqZxPgkQ/ozJ9cTo94vVJZ3vVJEkxjK/NnnbnvkgRkzJgz2i5IfCoPTLcXoGs8Y4nAZd3KeLGy0LllYAHu/rD+iE+fq7qUIM9mSyudzOsEJLL+4Zt7/9v/+u/dk2f3kxiP37+Q/KMAZcB47eaPfrr3xZfxf/LPF3qq59znV2M8cn7R01+kDzPWJ4nCdDx/xmvg9c7bqvnLpvdM5uLbbwZM26u12jKH65W9NoNrZbfn4kMe+7e+Ij19Jb6/uvT6/I/F49+LJzZWpB2W/cKeUukfxgsxzKzT2pRcVbCd14FvXsZ4RbYbH6rNslGOpdgQLlOsfkj2WRkKu2XJoUKkJWy1FYx0h4yrsYrIU+PR/mPnAx4xuiTJ/F6o352NNPqf/6NXwT4UMuTbV4zpvjYq1eXDesjKWN+c+WPjqlWJsSsDG2vo4iw/Nzlkz6HN3avY95gOq19b0ITZK+x0kf/PtGbij8Ruk9RNhr/57tvGNh6HAsGz2ze1Yxq/sU6TY3ZniyXy05xSnf1d7dsBrIddbYmNsJZRHHt2vsb37/lB9DNRXjxNMmsTDfMMzoezny6pbuym7Fd5prIpRn4OEEsAAOUYLfRMFgN4HPabv/1fPYl/ZX2j61s08e++hhetsKlynQc5DJ+1i8iz818cu/3q2fOrRL6Lq3rfOVrgXsFWY93xeXMNmIp1nA+2xDevnmPXvhGfO+91vjOvlaNvX4eYoJM7w+LwjvfDF2jbPXMJrGD4fjeA8nzuZBefqt67U3H3c95vddy54HWtfr4bfYruUMcS1hNcOmNsWXQ2yt171SEltJmIAUKrOqFgR5d3Kqs2UV6HGuWvAsCj5Vsg0ThvqycmpOf5z99vKjlNbD5/KtIs0gz3VUgAHaaA1gfEAp6MfNOhkrK6jOF8AcAnW+M8a8fezwzoOeXk7e1xzemMtzPOLZznaBZp5uNkABdUugDgu9/dhjsA8EDbQ5fQ21unCxisHBRg3j12bUYb8OKW+vms990K423Eqzqa8F6AXAPwsgBz7Q8y5vUvmtDqm1rqtEvgz1qcwANFbiy3FbXLLBP8vR3DVd3Z4Phl+FyZIwUtW503x2WVMsswF7wHzqyPJyHd5ndQL0NjGRYnMLQeJjIOB44C2HyGId7gYYL9xfy7pFvXmRWXHVSDW0XS5uJQbVaeqpyvtb2T8XFD1XwFeH1i9AN7HdEga8cR7bpVecygObSi7SFkLTisea5lqN0mQthnQJNjXLhJg5G5j+degA/ti0yzPdOCY1d1zh0dMIPEoSCw6rueeUang8naL7B9S9sxqt4rqyUX7+Wuw+0Ajb7XMQO/SkO7aolTpSZ0d4LKpcSJQWtdGT0HAO3ngal0Qe7TxIlL5guS9/C6MhKBHUBgVZ6qh6/M+lXBDbT1arDS91o5PDp7rx+vzNizfxuIqQ5a5egJ9Bs/w27vczw2tuquzPNdAPhUeFdG818BlatyBeh2twK4B5HKcBnI6LrynL2P4F6NBka/ZIDt2z37VSWf71p3VV2HenjB7prKdRBKByIL/qpWBeCMIrRqo8I/EIuDPIrB07/WMwMkd36Mkp9zT6aMsZRSmY+7iUELDozuo3uw1SuCDgx7Qb4lBYyyjZCu+vkGnHW4NkUrRnYM88RfK+81KIEyqCIBANnLrcJB0Xz0sD2LuiTfda+TcDE9OR1UcO9K6vFB50SDKhknx9BLMK807Hm/AZD2b5GhFiM9/2YAyMozj+TIdQUCTOfDqwLoVFC3Yi7PLxAhYOWeAhLNvr/oR0bFSQePfpYhbJ7tnZ4fNWrQmK560eTQJ0zcMR7M+BIsUA1t3wLISnWcgC0ZPAwfH6FMTHC1FRhXq4aeC4uDjkUg04DKFXjYfs4CyWV3mF7U88hnORY744D/A3IF4j5phf/2y2+M+lZEjlan9JD1JEd9OBB6AUYXnZF8q2vb/1QlZteM9TbHUl+g9mIX3ElWsXfp7bcC+FXw2acFupcpyVFq/R09XEqiBbo/Srae358qwWZTZi0ETolh+3CVPklwD/PCZFUAVKBjNIAyVVXELtDsZQg3z3d5IU+fzfk3VweU91mV5TIb18t2MrjzHu0WKjsVCOsDO706gNYxhGKTo/9ZKi5kyHKU2qKBM3r12Lqpgg497dGdpTbNHAngLSGQHA1A0otlDuLOYypRzyoBstuXirBTrTN66FVf7kUeAaL0eB2ni4GCw3DsWwFBuskLlSQQdFVBkf8EWMgR2XjzetmgpZvLYAA15qHPnk8IuHL8xxIckCX9qKy9rGrrvwA1O0O/STZEAjcJspfyWBX9TQ+mWwD4UCjRMbK66xDZd9lfgMPjVDRwQec1erk5t0+dI+go189PIIY9usrbUY5JCEBZLog7SlBL7ux+EprHVjXlupOhtVQB/K4HeSrCIzPVa7WT1td8dKXbx021SGBnCWfRQaGpE6xfgESF+vT0DTNCvvh9In7PUjGhGu7br0UgrvYW+SmQIHAk+3n9QC9b7kMO5aooZfzSQT2b83vArQDhs9CBvbt61ro2cFoQENj6IMCTnlVe9FKrca/Kwp6jedZ3CczVzqmtN+f5aQIZR84qtw3S/tjMaq/XAUcBN7U3a9eYT3On0vL0vB0tV2erfkyyrjOv7oW62gsgZ69cLkzti9Jxtnow5zCQU2Aiz9Ke8FfFrmlAa3aAqVWsL8nv11/n7wieNLDcce16T/JcMM/6iPkJ+HB21I7JZ/TcUr0rO37BmwU8BI1bCZnABvkRWNEL2/MVhMh3qRbn5uZN9VeCw1gGIn8L9M6n8AfDhcr1VtbU7l7fUH7Czp4BF+fFibdHW72Tl185U9fXafoAGGPftp9nqP3o1SWVrCc92V3/yUt/Z6zkvABygTqVxevzjA7YCw0oSunKYz5I10lko6vpFy9BcKI0e14AVFIE2xBg68ze+q5tBTn8NAHsAZbkyvp+elW5nkpumwzN9aqeAcCjoP1YZXMr2wbqlN6XrYy6nvmJDSB/sffZImQWlbd5LVWbPpqCgw0uAnwHOq2K+Lic9rTrL6iws2ZsHatM5asfKrgkNV0gAdkHWksuXE/sMD5cSWCqVSyAwC0d5IwRuDYn7j8Wqs1R17c6hqG1YB/b9CSn+Y2+lgWAr8qUWwB4gRbXJ7fui/ZXTzey5nk826qHc38JLPnj/G7bl7rzAxidS/SeOWZvfSbYnmdgu/QcyfX10i7Fb2QB4O6Mdp7S70+fBrjGQNMKhfXcfBHg2r0Ata9SnSAJ4leyJcDeajigy6KK7JICLGiU86uHj1Y1JjhY+sWC0uxItutiIBJU5tt/cO/rr19sb3Y+ZzfQoWj/F6gnwwmeZ+7ZYcbPFnOP9dNWpYQC1zXXPsoZbR/yBK3Hg8xrK2hLEZlrpBpoNu2ld3pY8IlWaee+kioEhH3fOK3R7glM2vknKYauXQBX7/eT7HKps/q1/AUV+GzuVHOm0h+FrYC/ShTjL4sGqmctRyJbY3KxlySPrJdy2aPM5QWsrc+2Smvn6nq9kWW2+TdNPHhU3UqfOusE99sGIldYH/olPPZzERmgsaB4qbYThH+aqjh2MJ+sCVOSxDCLNHh6BTTpBYHLyNbxZUb1/e8CwI1nNPDgVLZG9MwS75ina29GsLd/m6CZ5xu4pApMv1yU8jtz6SNBWecoe/RNkrlO9bUzkzyMUWkFAwNG+VHiIGIIeqbSOfT0KEKJ34/xMZ6nPcHd1747n7RxMjTomecxc0yX3QRPc6+PSiG5pMPGHWqv/xUAODK7lhjOQf4UxjPVa6uC//abMKwA0iKv9qEED+fG44BFXp2Pi5nk3geAgcg5tqRrD/lM5btxD/Io4WBsDfa8l/UYw4c+sXyltSRpElfWpT0aywSz2aDrvZ4FZGrc9ooL0otL5HE+i5uolbxiGtFnej6eai86Z6BiemrGNjAvlV1AypUozGZkH5LTZwEM57ttDr1vguxDzAj1awDZ9SfY6sD3MaioAGssNXLOBtXD9X1k6Hd//Pm9L/6Ir2D/x6YKNa79+MnHenkutsBHe/lCdWKt61wnLT1SRYrCmiwDae0F8n4/QGL7UIaOttWBueePGCmi/1AGAwMtgvV6GP38JPpHBeKhM70XKvOaEQUZJXBIdLZX6d18vwkDWZscxz+HPeP+g7wXu+FRqsFUQr78NjLoPIncP8zZ+2Pu+zbVivdil371x/Fzc80XX2cWQ1Ms8YScoZ/++vc5uzN/X375vKxjo9LOfpR4eelka3VidsbQOc/a6StsiPYDwK+Jxr+qUmXrjI1HAqVn+FTlanwSCQvOkCb2R06+DI39zrKlAH4SPfcycYeTlHN8MkCx6QFAe6ne/mt//dmVTCCGqHJWH1F6JYk5j2LXR2eY3+8yNx9kfn/LHvnjPwnwmHYZ/IX330fuUgF8CjOy80ONfdHh95lyXclZGRug5rNm0grOz795Fx39eezNt+8/vPcv/598JueNMaAAB5g9aluSnXkAc9Xfv3Wd13qs89aNtXkHPI41L+dI5BYQdwBEe0m/UaxO5t5eP7Eldqn9bI+8eDEAGEW21gb2vApwe5teaf9qLAGooSNHbAvJfUAq1ZV/+ZffVMeIIz7LNUfAviQ/C8UeZq+xxZ2v/Jpuy8YW1tPaXvv662/7PdeWTGMO0R3/EipouuH5l5IbVjXJbvnpB3ouMpk5awEG2uf4SL//Cwkm8WEVJnz4+t4/+J++DAAcycx2kijwXSqcUW9jXJRUAvx99ty8uV7A+NAcs3EfiWdEZtyTXfjo2k+STuiRMluItV3xFDLW85GvVTxm8cAX3w6k9WEU/doKYbkYQLaWQkscn23TV/2GQbOWu77s1QrL+dDk2SZ48ScW73JPfsrbtCgAANfm+3C+wmF7KvtBfYqxYAFNx8Cz5NO24mJzd332s/4bHyT3OoxC5/xpYm0SJsU89KwXC3Eu0v/ij63Qhf9kXJ9Ff3kWLaQ++IU/FL2c9f7zPw9DQwFg+mN6Q7zwoZgfffDm1Xz22prioZhxkniSx3uSZILFMOfvFxDlJ0U3o3eXnDfK5cihCluVuTsS7j0CMquAv/AhB4yz48QoDgC8hK3IxOUTOVe1PfrwwnoOiMlvWbsJcW40/vbQZFTlPD9qALAEo8VhG7u7Epy/yzlpDZxV5KuxTK0eDiI6ySjLjL0kcW4tRemdWyZFLRslLxsHffZp5CWa5t7f+js5Q54t1tH4ENe5evT252GgqwiKqVwtGWtj98+KU8zTwRIPG+Q1vNo4ckHIzdhOJC33ZK9dWMaOgt2Skdb2sueFeWJzZUrMFd3t32zQ2lDfvL64vjzaZbAcoPUuANyNWEGZBXKXDrrgxkEyrxHfDYJ7qxkSDLaWfu8ap8K4982CHUoRvxO0KtDLdrnj2Pvdej9uc90AzzV8B7COlvcW0B51ygCLHqD97gDsM/ZV9N1W294A0FnR9YK7qIQ8+/V9Pwsw3AFcN75bGugDuvb9CNT6MGbBm0kHcLulFx4oNYOnlWMZ9s+5/g1AsFmbUvH7a7MQtvbm6aYbCHSyJNcz4pbu9oy5a3gZ4oeS2XunPyzJKpWytcsclHKCcdAAY9aFsdx5mHJef9BVXp7sortg1Kl8PrIgkNBDK/8dULHAuaAF8LCVLgvoEI9TMdVK2jyf3lB3kxV6Xd+9pNw3azhca3PK4gVMSpEtVlCAeoHHQxV4MjbJaXXgWc9i4qse66a6ZLhzYIb62cvByLXJr43fqvNW0ZH3C/SzSfXIKTCxJurue+SWnBwH3PfcYckEUyybw/1031buXxQKZ9+Rk9sG5Mf5GpBIcQwUt1aT4SMjA1gnX+73A+rdBkCvhbCPm0yxPXQL1g+IPNVbA7UdEtdc2fvN1hxgcb4/irzJ1RwZe4L2vOgmmz0/Wk5ycCiyFyDYtZfQUdXW9zzfsukFPfaZBrkzvlMx/oMqVxXQ1/5dld76RZReA8XRDwAAIABJREFU8gLlPkzm9rLfdxj4fKueLv3kGnWKCiqMGqhVef5Nfq+qgh5YgMcLAHbIyIATFwc0V9bhSXmE76/K3a6BnXethwnwMXuhfZdb/X1lS12Bf9Xe640+8MIaL9i7bOitq3UYeHECEA7FjwoYbQzLEtyY18voylxqBuFxONdrr4Hcq+pMwBWAsR5GCx466K03w0DQX1AV8MJYKuCfYMipRmNsM0S8ZOguYeJQFgMN1oNt++VURgtmjjKDjvdMdTbv6OXKQp7NWXBYFUrv1R5TdLZNtflRCde+libi0m0CK6qoVKQLDMqO7JzFGDoHPplCKSj7jQ3SjO0aeaoCZO+t1+g270DgA+p7v7q143eOqQrbQS5beVUEqNFVPwqET1+cpJDRA81w7QGTp5S5fF9VaYzas8fOnKjUPIk9DKcBzwwjemmJHD/+QEvMqBKIkhm/AMTkeudXFUP1dbPm7bueGDsX6rDpKUv+9EERPJXIkCloL6n2y7X3Rhnaq1+pzuZvgPYA4GXbnso3VXoe1Pkbx1pQLo6Ft3pu6dFFzq+5Lk2rniG5xqMESHwOcPDxVdneao+ev2QodMUJiNd36Z6dDFsfa8KAW8KPzbgxCFSTm/Yxyxqsf1f2MhCidN4zXFfHySlG+zYK0AIncUj1+2agdnqbbHRYCxjnrr3EEb33tsdRT68SZNUw0+PWEGBv3k6AHKBJngWrirNnvVAO9hlrEKo4sE8XNFk7ilWjyfL+Ltnj+lpyBr0eJXPcHvA4b9MvjYn2S/ez4PAqQnq2efZm1jL47SugD+eSI8WumHPWKnq9dnLPww6x3o6Tifbvrbc+8d755//2/fW0XF+3k8BzgChyCexs1W7kwFqoIjM/EhnM2ZM43fbUAQZOpfQMbQHdJDJJ8sjcvX45UOCzBH1qhNMZaAxVfGdenV/ospZlnH2TANDOXYA4uvdVEquwE6yOJMaJWAIBvSP4eyrGWs2Rz+qD2SfOd3kRBYEEwCqfa2Eiw/ace6seWcXzzke6nD0iAeLzq6phiW30bQPL7S0U2RaozrOYT3KqWnGVOwuyOnfoPdeZc75+O8ZcAMgYsy72/apar/t3bef5Pvz0cfUnmUW56GXfDlya3fn733+TDPIBa+gl2ZV0nAx36zJK5gXfl/E9eZjOmvwvsJB5Vl2Q35yKGcfwSWyyp96+1U81tKaRM5VwY3kZNXnt30vX+f1YcVSMLXh//AZJGGwlzruxAaitk6rj0zLlq69UlptLfaMGfLxLQGnVK7FtPxq14wEuj6M6eZ+dA2QpkNdKfmDvAgQ/JVtfr9cnoXRuJRedCzRgs2RsxvFDqtHJz7P04Nzen89w9hO5EZBYkgYd3R91iukvcnETqEugB7W285v8q2gwRtc9dHZbU1RdS3ZFpe5+T1OxWW84wUdnVXNOryS6+TiX73FVe9UuyllSlpasJ0DOmEs3fNHI0wStYEK9nTPGs+n7aup2bs0H9YwAzZ0nenw6cwSr5ze27UHPsyU8Crp1fPkdOlbzTf+PSngJI09VXVx+CgDY7+3vtXEAGo2pxNwWDMpzmxf38v7DUMTWhopOnU07uwcI6zOqt82tQGpbDVzzw5YBmqswdJ0fy1og4YQ/HWAjc/D48ye1J7y++/bF1tOaZC74UZ4LACwANrD3fYE+fph+wu5bvzm+D+DyJ7omz6a66yd9wNnAF7BqLKXvTXDdPvJ6pKota8RuQ4V7egjaNw2OOvLy/VLsZr+h2hS0F6j+JdUmAlUosM3d+pqj7JYAsnYS5kKiQmM+VjkBtAV0E9wHxueFNvx+9pVnA7g7rwDCH9snV/zB56q/6lONktbZ4LNkQ4WXoPA7rDAFoAHts/md15Ih+CXOWEmVgHy6GeU4j4su8CxNXIn9JcipIqxjZnNXg/2SYGlo6FrFtiqJUmtjLGgyGZaO5z1Xjl/Ah3WP6qHSPS5RVoB1/ZUH+Kt4r2zkWn2uyOtpBWGcEkS8yLGEBr/HtHUYnLiYpftDm599w99rUoPKjwR2AdDurzqplUaxS9BsmkCgpef/+IF1Tb/YBIRVRekNTV+iKQZulz1FEljtN+eboLw2UOJBkotVFm4MjV9cdrPn1esccxT50TO8iTJXkvDAcWfs2B6cB6prJJ2wTwCIAMf5KRIAACVLkHEWoGKsvV8AmB0pwD7a6vrO+WPPkNkmJcdzmz8CiDPWAGipTD8JSZeRt72G1SSxgS++SH++BhkXz2n/9VypSSdZFM8wvT6gzrlZ9pms56cBvoyvrDONzyzhWMLCmL2sNV8WU8nAxy327AlnuHmQmMZ/EwT2cnZIyNHbt/9O4haT6xnAqHGhJdSUVl+xhnXIvprcL2lkNMo7GxekXXC7zFLsxvgFr0NVzb4kr9YQE89Ax3Cm5j6H/pTubnLPlah3iA0EPde+afbf9pSNvKrjj3M/7AFLTDEmIPoqfkYtehKOFjdY6Gs9OiWEOWec72vHsj7iBa8lf2SuX6RtyZJzZluy7T2f/SCA7ZrAot1H4tDAB7bMGJxUwq5K3PgBT7Ph0DCr6GPTRwcEMGqlnjLU3Fn/a+feTeytwOx6cS+Ghuo1uiT/LuME4J3NpHo3/z0JBTzZelM9mXsF/Fp852qlEFlRdUj/mvcBRRfTUJ2/xSPtFxXMkiR2jtwWChmn6lPNTz5IBe3nySh5+/KbzMcH9/6Tv/VVn1fP+8YVAjg/TJLGJ/eVSkqym73+9V9gGmIX6Xn5/b0/+dOcadgRrjPXZgWKfl/ANkkHYSdQQND+z71z+kZ/h1ZWZSEKdPZEzoEAVa3o/giouP6rfBP+lbkCxq6iFn3tWsywvX7A9lPZ0vMeVTl/Mfs+vg+b+XLz+sP/NToVHaCdUk7x+ul6kIv/rNp759TT2G6SQOj5yk97jy7xg/5qpXH1t30qaB2b5LlkM7pxyfD0qjX7KuD6m1dLPPg1LU3uB9D7LDJoNn7L+UX37IgGzNnX2WdvySdZrXjl2bN3k8zLByq9qgTPgJmAKVCwnqvOOuE4j812tXcA+i9ztt/L/JDtJrphDpC4nkTtL57T+es5/eP3AOl3qY6VvCSJ/nUqhJ0/eb7oq/bcjkajD9gb+oJ++AE5PS0y0AsHRP8mIM5vsTsk5SnIzzj5IHrX/pQ31karNXiN9zxPewgFRSty+LFnBmBWZfRaM0kuUnGb7zjnMx+SPhoTy76gsyXieS6JPeuxzk6RQMuGXmsIL9ezxgmhlBHng48k4l0gZuTOPj0U0u4n3vFrgGFrgtGkiZKZj6/TK7l2rHhc5KDtJxqrXzsvti95HrsA5gLJK3TXYgKSGQCZv5hTceq7FMZ5wxy9fBEdmz33xVds9BXf/JjE7zJNZZGfPf7t3v/yv0QnifIoEsh15FnS2RIECowaroeP7H8f/+Z1Kmh/1Y/cmf1bmA4ksYslN/6884e8/fKjhNmswVfiA0uyF/vwOj3jydLrFxKXhwU8DQC3qMragSzOHp8xSbdjR8OKtDjSbLvpwMZG8vcyRKQthJdYDWpuMSUty2YbOtt37qw3s7Ny13OmmU8U5ouNeI4VTInVAn5Hmz/q32OjHpbKxadXbDb7TvwN24gDKAkIr/glaReSvtmA+9dZG/OE8p3+LjSW+fh9EqQfhqa7MZLYKP/H/5lYR67FbvmRzRt7s2tCYWK8qo8cG6tFaEvYkAwuacaeOfiCfefsolfevXudeKnneNiKaDaw/TwGPxG/6GgVxijBy4QnRjrA+WUS4Xauzq+7oQ66fGtz+32YiNhekh2scW3TzA92sNHT59Jdz3NWj93Dg+mzzO6jM6aD5st1Ti+/0jnp8xKt4ABNYm2xhSQ5AKuYzXAbsc7KXBlW2LOKZuIzRl5KG9+4eBJZ/vTDe//R33p076uv9IlWwIBF8G0SaOzNxWPKRMwmNIDGEW4ZVmpjY408GIjlzDyVReYyvJkxzT1fqKuvVm5Lbsjv2jYvz9AiDnusGdsnDrxkc3PC9LCu9jMmy/p0X78ql1BfB6A10VfM6PaObsoxbaTc5v5DEPUMzg3uVvgeoPX09vXdAnx2HgWQRTqgw5Dyq2RewOzatHcHcQTzAL+3FZzL/BhN34wS1z3jasXjVcljgtbTc9p5lSy3QOQyPtcTzOZt/8cr9e4AbAfEOjuFgvmDcZrkfN8kn+zf0ZPucz/mnqN5nZG2RR3wdwDggj3UGoPuuv+AqjkX1a/mu1W9l0HPJC8AvMBOq2WjpEaVu+bjq14cAFFhqDO49TyAQouE2KLusSXvNQe+y4I42VMDTwQFT6Bx8sHpO3S0VxXdJWMDYwYAn+wczuIoKq9EgRz8jK0aeAwx1X/unTGVCrTB3j983QDA19jbzzrfPUDylP9thfaNvF+B11aCdYzX8zYp4FQob34Kukfpzcge4DuamtG1rq/wwFdOpe+cag5K7cwRg8nzUWzLfB1dcgO6V9Sta5V1PuC15xil58Z1Xpv/7Z3ObX85GS8N5TW35/MD7ZclVgUfhVvw43zgZg3i4Jj/C1ze5JCXGQ+ViWsgpUMTdCsITlaMY3/3ci9rvJ5KU4IypDe/27vn1cQMQZc4tF6c1dITXuPaMEZT1qq7VmnUxO7nGQodG3kFinR/j5aQ7rFXPVIB0u5xAZJV3d9v0gEg70owiKPIoCnAcBnprdSTNGAPofS7EhVuge1Lf1bZ3gaI7/7eXJN3iRSyFCvj5oxRQc4b6pjMNThfSsXNdzPqu9absRkbqxb3+VFF3QLA68s81gFzXqf7PP8FnPbgy5sq6AFRXRfVtg7eAtliBQ4WB9b2ngxCr9OngwFgrRpgo0s4+tUBAyBHjTvKaMEphs6CJXGINcTJqw4yAy0W5Sp81gOy65p5n9E/8HKVnK6xoNXRVfq7HRB4M7SzbcnfahvnkMmYd7D295dhWEPyokteAGXP+nEroGNYtlfMqOQc0Pr+8nXPfHP+Wi1f2kV/34XNZ/t1Z4+f5I7t48swuMZZY7t0I6uEt9HOOcFgM28MlvYq5kqqNL8SlKonGsBmJHLmE+C8Dv2bczPfak/eOPTOm9H/e+r1pfJaEBoIZOwDhNvHWjWs/YTavJX8t0rI/pM5O9B09gcH9b1+vu2/OYe6GXBs+7xDzb1TTRZn5FCIb27m5JJpz+ytXkuvQok5+UQDe9fc6bFj/jm05mT02QugjsZvVDcs8gdosjNf1DjQwsLrsYg3p9SWuafPDyi6fT7BmFMJyIlaVvit3JhL1TAnS7D9vVXKOwfQkzcrb2d1ZbOJH3P8CoroOakvjzUHAtcIPpXH1pQDJTlqoP9hDLCuKusW0N3eLuAqyJlglyx7L8HRBQ44r1dP3tCfzYYYUKgqwZwcPdXEvPwZiBXjt5WWA5s++xx4zOYQIEMTFYc24/60lbNZ24tO1vU5vLQXR2kUzqMGdN6ePq+e47YCO+PVEyhBlhua4laNfVrAQNDsnInXtukPs9bkmFZpcR6dqaqhV7W3itcTkJxOl/1PjvRlGnVXHP4qAxJK/84REwCxPzi6378dYPb541HH2j7AiFbz5klVEwIz6JZSjoXOc5I0m0HQtGeO2/TI0itLlc/0boODF5MASjJ6400A4IHlk0uBB8D8khwWCGejnj5x1lQgYhV5Oxfp594rGeXA9pMARh4Ltuc7nwdIsedUW5QdAgjM7khw9qcETAEu5FLmb8vtMl5zsL7F6EY942xaDha58SI79U9sOT7oJVsNVPYTVxVydEjppvMZARHAjtfOnCUf+R1ZqH2qmvZGDw387Yxehgf5O+wQ3m/PPQkvZU3QM9Gesy+c94DRUJJmbdCBn+zn0xLBvOsXyaZ6FQo9z9ce8FdvXbJifoCEpwfnxwnMy74/rTbMm+uOWnEBZMvjWY2hgeyAW4Kc6LRmaN0mpo4GN2OLDXCiCU10kLAiGz/vf+J7XfLDzsMQWcWkTHFi9Cx7snufQj62xGXUOV9PQNLzdj6d9fncKP0XeKTM0ZMK8KmIOPSfp4LxVDDfJJ5FhgTavD4pNe/ASnIBpDLoVVVbwwsAvg4udgBZKl12wEUBdr+il1X/DIyR/ZyAR/T5obH/8qvn+d2SuQ7QR097DntkNHsA7FUB0X2SFkYZplpeFr61uRIL0mZAhdXbgC+Akvpj6O2jZ9q6JMGRQwFtXzmvSjeun1x0hH2h76oq8iX2soey75JcVprhPIP5n227/UVn2stez794tsD3ZQvb+9bKkgCAP4rjpo8eHd39yG/KLwVt2FMHLD+2IgB4azkK29GyqnxaUsgqzkezaVnepnLqpUBgzgEBzyZeXfZq7eYkYwi4AQJqp7lGZci5B6yl9+fDuOkA4KyNvZz/VL+0gloSSe7xS6pNVMG3etn5flG4Aj723EsGJ3NPnAvmJl+9n3VDpbuKv1AaxgZhG1gz52Kpy9GrX3piCT+oq+lZCWTblwInKrDt64+AtTnjUASihf4+SUvsniZr5f9VurN9/d4zCWY5U7ALMAMFrpwQZWeJ/YResElp9elznY59yXObj4xDcIfsJEmn+iU2GAC4sYuZbX19l4qjE6w7fqDg8Cyt9Z5rRQs7LP/foPrl7/s+sG4JcKoKR6F9AGVJL17A3wMqSVwv6Hz5TWydUedtX7JXys4geH6C1QFwVO8Z9o+pUn4DRMjvHj/RF3w+WhMT6woOqD6VwIsNqA4lO7PZ2m7jShBpi43Io8D1bLX3G8+JUzXeM9u9iTGRL0Fd9vPxw/mJpRIFqF509J7FPpgtz75Yxb8g86mSXUuK43NsPU6S/vz9rFkoblthK2bQvXub4HLO6bu92DsDTR6efDfpM/riUarfTuI1fUgvdl6iW+kl41DNvDqnzHOqdgQw2YtjFKAvsPeoeFf9R+fqm702BN98kx7wQaBOoqVr8Bd+yXV6bpZSFiixPa2vp/l8pcKwewZQlrMo83MLlK+4o34cAFgcrMDkwCLrre+6YA+fkJzS6d0/V+X0d999t3M/yQUSkA7DAmCz/kLO2VsAeOwSZL/jyktlD/2xnrvzx8isdaVfjk9rTg4bSecv91q/2lDvZzx0NZuRTSXJuQA1cCt7fGM2d2wYz0uHnp6EqK3ZmIc9bH6dxAhLxT4Fgi0myR4fcFdmtrxFD7luW6zUX7KLzirP96/GEMPqOsw2X9wjc9okvckcHSjBnRx9GtuYrJ+EkMUfT4I+O2eJcexKPYz5tRLX3e5u4QsdZXxfhILeXB3q75sYK1+TPx2d+ZkE+oCh/8G//yTgpeeOvRF70zUri3pkppozu7zniHX65i8HuvDNvg/g+qd/GmrwJI180LNkcRKKBdWw/SJJqvJZGmlxwLQYeEGp/jRQMJ9ZcuxYZIqnB5xe0hNmqzCZ5axbQoZkLslfWkBEH/Pjm6S8GA1gBrDbir/YQg0jXnGv1dPCXABl60fd9IxUkb2Pfz0bm984m6qgByrsgKTO3VffDrh8/PhpZUyFKWYH54Nt4I+C2CtnOr2BkxTy4yov738S+6Tzw+fRnzl6TWWrGF6r5mI7tZf47GhT+P7dYnju4SE85ycA8dUQ9Nn8BqBnvsvAdlHx1q/L3m3iS87L7wL6vA2gTD/R4+RYwj0751GZX3aAsf8k1p4Kt7Z4TAV3WcJy3q/f+aHJXrwOiO2aLwPy3fvl4b1/8S//VdY1/UPL3CCplV0b/zrP9TiJztZHpbj4Df/Efnn+ZRJyLluWzNOLxk8HNAny00dLbDHKq+JYQlzjkpcfMoaz2VVjEVqiGpuBj/Lz1W6RbNNl75IszU79LAnU5rcFHJIjey6Y1ySbiJ9hNsiZxqd7lqSAImH5/JIsF4tjR25/jaFiemNJoEsKX+uz9i++EmKNjQ78LH56/cmu+2VE5Aqo0lUqm+/7D+iOMR7yWdnI9wLYP06bkj/77xMDZTuxf87X6bEuKaaYjjK+sl7cObtq32/N2a/aXVn3HzNv8VwzxiUeFACO/D9Phf8BEukxuhSbQG29+tvouVfkQC/sJZDuMvzoVLB/N73dOzeWvoIFe2W4TOzA6Alg6zrqzIZ/8d27W33U+V3LDOv++ePFli/oqPFMcZMSLmSO9po+GsPTzpr2K85eaS/iDKjFaVfcuCPPv60L9rTPMxcfoPDPzLx5NcbFz5Nszr5v8nmCR89iT7TlYOTHd99kDA9j730SBjmm8z/8h/EvLhn6Kf4OVpHG1cnxBQAXeG+1+IV15Y7O0OqSy+86BQGrOr3spzz8L7Hf7Evy8VSMoud7qPTR/wPz88xYd54/+aIzAgAWZznFmL9d8arOVmNMOeslWEa/SoB8lgS00wqxe9Z+6zru3KYvD223e/3wXtuUzF/+c5Z6/VWG4MWkxU/FfCb3YyiSWCOuNd0lse4k4PNlmmzapA5A8c5hetF1tESPtrn3X/69r3L2LVGEntGC9C6+1VBi/k+ruK73BdexLVr42EKiFcgc3+7ghU2usVV99Xq2G5y0MRDtjMYq5xip7XPRQMMSvObrxu46yXHivuzQuwDwWQyLdALGPVdzkwPq9rDNfxPuVfQe/eEnRdc+oV2sszFvF2OghuttQY+h7N42xQFY/fv07uti5vOraJSJ49Awo+4xELll7K1M2HjuVg23QrJgXb2qfsbhcl79fQ3pVQz6OYN/sz3AdGM7f47RcQC+3vdc8JqQXs+4LwcCEHOepewF18K4/l0KxoJzNWpmR5zqrdvPDxxf8Paacxl9zaQ5gAugfad1QcXr9xP6UcmuqmNjdCGgbSkTfKfrPjD2jLlABCUJgI5CpL981bQeAHLzZe5ygBQsPWMcSH3J4x8AwAMMN78FDa91ZmB+dEP9qHIwKq0AawXoZv1u1rEgapQIR+0CpJnIhwLX+p/q82XRMio5csvC87kj740LONDyR7b1kQkOCwXJWeaIzLC5aF4dMtecuPZ6OnNqtu4FseEQvcayPFbhaO0mm5TZ2QOHuvxUezaTN2M0prM/KxOVkTnQDIGB0wOhBGdVLVKiMxQWuLMPDyDIqSk4JZicdVgl9pwLh3uTKS6Q0QQd6uFViU2Bbx5krE8J3762X0u1W3kfXV8ptq+xCxYcXnv3H9C9yokjew7Y6YADWK3iuJm2d6qcPF6dxgyslfiXfNMX68EMXB7g2qDCLJbrORI4Msf21QWQfpQAIeOJUXZktAZRrmNd1k/QOm6sCzjk+5d4knly4retQAZAX4kGpqnwAp2ZZ8AK4DLGad0WSFnf5U8Fq3LhU2l/ggCnP/fZp002uKgRS9FcgocdAqPG3zrZ/w51crFqKf1rOdb17BoAqF6M7JeqPoPhOM6x274u3WcDQKsWr4yj3ff+pUObnej/cn0gPvknvyoqBHO8gJk9+PKfzGo6iOG2CtoB3uaekXCCNGS8vRCvs+pIXFUDRzOG7uTyqnQRbK1e2x5oAAJ42iq9bonrTOtu6lyRD9Ue7v3ok1RQkiWKO8aZTEcV0zKu3gPnZBQAfq/KdAet59AD1TjW/5DBah0PPYy96347w44+7zzKJJO11z0zZbQejwyPzeO2mYoGe11SwvQxw4vB+fDTBJXRYG1pKq90KrBBBrxsdVnIy8xdhUD7Jl0G8pvXnt24FkD8BGVlrsOgJ5sFS69ghISpBzE+5wAumUGATTWhQGfPKfZ5v6ePjCzsgI4C0JfSbTVPA+8Cf54zPUmzQOvlREcvqUHQVRD/AKIFnvN7GeBoahaIH0DbqldVstlf6FE/uSrbmnSiAiH3KS1wxgWM9EwFYg4t+WWvHL1YYC4yLxu7IHH19UC7G3r3ytboZj7oXl/ygyCa9anDXypfFN73Rx0c/XZ0DRroU/m+CrNlTrYPc/aEeVgF2Kj0BrrN2bCGhxnEtAIOJ0M73wUQ36c/Er3x+Kl51ZdulbkOziULLcnL9wVS5J6sn9zoW28B4O1z9GwA8GBXqZJKwCbZzu2dnf1jzzhjUad1jQTIL9pO4+fEem390NIs2eNxqh7c//XVE4heOEB15SP771Ai+nyT22qrrMJPcGNtNnaWHBu1No8zJkKOLu3Yi6PUX39jrxn6GAjMsYDEzpUfUjn0w/uxBjD+OXXdW1mngkQSMFJ55wwT6NArCqCxRDFgiYDBqo9lTHM8ACSCh58m4CAZ6G2CZOwpDoTn+VQgKIGBnfF0lspj+8x5P1YEut41x4owZSyIr0KcqWtPbpsNkNlZPUqj/5+vf/nZ89q2xD7qQkkkJVLS3vtUlZELEDfSMArlxAmcAAECBIGBXBoJcvkvk54bRrnhfyBwDBQKdseN3FB19pYoSqIk6prxG2MtfjzHSF5t7o98v/d9nvWsNddc8zLmmILpbICh/fWEWhWyOeKUkq1PAhhxHVUz/v0iyQ4o/80XMM4SnYJB9vCSqqtMc1Z8+EGqAk/lzq3Unh4+vYgTHDMvAvIScD0yKu+Rp87x5pmsc7zoO1SBQ2SzYXf+3pcg+GzdAXFuL+C//vVvfc6xDMx+WXXZ+io9jS5p4ESiO1vKM5B99qR+uKsuGoCSDAwZrefn7oxS9fHHA6yh7vfvye0DuHG22/ayKm79+sjit+mjZZK7xzL2Idf39+tKObOb+Oq5vvOTPNC7i1Gds7y00At8e0kl/BDKddeHCneW01G//raqXVVCBUTl3LM/248wCdABlgZcGaAkyWsgFfMWGez+yny1b+8B8TXoeRJgziZ6oBXv2U9ff7XK20/QHx7bi/2zlgAqMwdgQ8llnp4meNU4U/5BVq7dOxtmcy4w0sqXAl35EFs7vdQGaN0JOKDf1dUnEd0K3VUsrfonyd2cn+s3ORADgE7nO3LzRSjJ7QOU3GVMKJiD3yQCpLI9oKtGS9fbla6xjhLc36eRmiQVmVbRXlPrBIGcx+0ZmPl1HgEqlfIt3xd8uBXho1Qd3XoBd4f5oAC7JGcQt1TfZn7tS4ncgUamm5w5/n7peX8LLvscAAAgAElEQVQ9QAJ29WWi8dzm1OefpvrHYtc/ZX9mnwm0jLr+AmR8hF2O4WqVJmw8Y7Z3rMGuPf+iuucdAK/KG+efz6gwsJdROLYPaiqAWxl8em1/gwKxSaQkWfSwbJDfXGT8gueo2ABAM1wVrQA4zupnsYNUIG++fgti//OenTnt+1zrlfVBWAde9rvTGZMN5w3Zfs0eYVvHOSgrWBk45jtx8SSVt650/YJzBQJhJGLHRs/+ghI5yQ3rqAL4l8zZ3Yv6FQucNxls3VU7Rh/WjsqYySKGH/bf9Smd36oPRxlNd426eAmd2d2SIPSDtY930/Pxtk+wx60LnTxwgIrDZ6suLXCAvO0stsdugqi2cRLCncP6+ws0D3S3liTsqOcvVsE5gN++T/+imtRr3evT9L794PGAlm9SHV2WidxboO9pesaxl9Y2gc3vPBhIgT7q+dPtvUB6dapKSUnzAxyl1yXmGtzvGLJY2Suex/jtk/rL6P6jg/gbYy/zLKuQB9xZMuf0UuWXNV41HdSKZW096icJFLIR716zdubo3s/3KK8lAZtAORWXZKL0io0bjeFpNt6dK/bSYQvKHCxuVI+65z4/5ttW3o4x6/PPx6Dxc5mnjo8HCHEYQtrSKLqmIN58GWWiz31+Ke2b7GNXhuq09pn9kqRKKv92/pmSgeQWhFyC48XzF8cnREc7KnB25uZqzw3s0SpaYz69Us0be19VrHuuYj4VTIdFqa1C8hqQC9Bw1xxQVaAc6GFy9vKblzcPlx6zf27f01+xLaikbAJ8fh47nZ0EyIVe1njYLfPzdx6iP6Y7mtgtcKw37R/rLLjqTCAjZMX+JrcXSFUbKs9Tf/T4FOy/Br/zfu3oBL7ZQBg+2qf3tHARoEZp3jvGj7Af+YZ06FptzbcCZJB48hwFtWZOMD+ozn+cSntrpFJxcanDfNeAcZKbn38xH61yN3uFP3NZZVodBjx77PT5Veu1XEE7+6BsKxFg67YZWqyJv8cX/DWA4Cfxb/47/87zjAuIGj0xm8aYgFuzbwKMexmK1+TL873Z7t98tdYwkjE/vfn20Z/+/Hy2UwFkuzlbT/JLhdaq//PEaKUlpNJ79tVLZ4WWFIDR0Rd0GqAKqncMMUl8SYa0mMc+Pi227Ft006Vsrl261TfHbRmTpI0Ei3NZr+mt0+KGLQppzgUAveU8TV5KAL96SedqabBEnX2H6WEtYdgeYiZ/BJSRirLIBf28CuvFNKprUMhi2frM+N579NVf44e+GXDtoycS5IsZROQzcEE099mZvnN9IDpqtOB87QPY8xJdGcf6faPUXtuZTG3k1bW2uq0otCqRFbG/9knPQ/+W77KBv/7rWlGZN+NeC8n8Pj4LFonnLwDCFrdQwaf6v9cOzW4TfxFjTA18ik37iannJ1DN3yIX/+q/+CqPFduhLQ9i05Zi3XjU/oVmPWwzi88HqMJuA8CKvfLFl8+r3827int7h88lZvg6tvKnSUItwb/k2jcvw55in2WvP09C3ngKpgcWyjOg1W2siu0LjKTauuG0FapYk9Lh5mzVeuDGyOiLm5BU+esx+d3m65tXuaeEZoFvDza/RJ19Xda3xmrNz9o7sqfoM2fui5y/05kS3L+0Lyv9iFq/rEniAm9ladXwtTPynZfp87qE4S+1l978HL/sj7RiefPVo//1/+pPBZW06rV+ZcWgur/VvN0Da5ckvouARjsy1YplR7SnEzcA1COXeg6fC/RH8W0d23xr1cfG1RjNEd/GzlpUZb0AD+cTNB+U+RKXGE20C7I7pvPYmTdf9GmA7EzLAShckR0d8ODXYiK+M4DUbbnpfN6zYWng188uxl6igOBNEtP8nOVbTnSvnxmTgDVdbHd+Qf1uVmztz8QJE48DDBZGZGf+8F1+m7F9HAC6RPeP34rXxK8MiIWu9LtS0gNXRn8++9Tee/ToP/6Pvw74a7HeJ0VWrMjmV3YLoTSkPDQApHPzo/jSLbjLfNIz7A66nwBf/7XV5ljfIkvfxVdt27ieudoAxa7EopIY1/utdv6ofbA/PqxkOc1a+GP/lMmFv5L/Pm5yNTKHOaPJY9KfhHbjVvPRnbvc7sUCgXNWKNc4xwFqVg+mEMIcGhP7x/WXcF7x19qUYPaZLdIq2vhf7N3mBDNX/FuVvl7O37HRypPNBzZvAGMKsvh3zgq02J9++v6j/9F/+DzAuIDXsh6rsI9d1jxjxiQnxZ5OLIeMdgnOnumZe3x5Piw/pTErM3DiOW8LlY7P67v2xmVA8e8WbJW5c1X53Tu559gBTw4gz9lCg/zTfd979cMdxvaJVy8UxdKNev5M6B8+c87AvnErXU2OiXyXovl+oyjfk3S9lcQ3mQoJ8SH4ep2MDfQGb3rfTNalh75J5au4OB5NMOTVIMuxRN5NPt/r+Xlpnx+exHNZjUOZe027/8az3t4X+2b9qqP42ptScvRMUBOXTdS9k6g+E3YT2fJxo/ydgXDntqhW80hhWYsaaksq3fv5/TXWblDkJnj3rKMYHPXwAxXqhjD0U+koZwM0AdUqYAdJFWVdjHen6B8AAG4F8PpnHUpfz3yTX0c4e79/9HwqjJqchUg8xlYp9VR/d8PeDXcorurDms9VbP1xkksUyE00G3OrZps4lHHa/Bxd0gOkQIUzPuMqfWYUy+3t4GHf0rGS//ayW8+S9vzMl0Zx+rD2S9wusHJRJ2/pvxnTEmilqbiVrDM2bhXxqMU5FdBuJ7FmSc6hPOdkQfmqReteA/1hba4RsaCO909PWAoLICJO76VoazD0VoAWLLH9PWcagnOI2CYGD0TlJoBvILKVF92TC/6735W9yiU0/Nu5HiJl6EZyLNhJJCb37SMb2sL2uigN09C33acSziepWB1w9iOD+zrM7Vmq0vBQtQ1wIZAMXbyEwdBg+3LlpL1DvX0rNGdWzZmPsoScLLe+BGnWN+NsQCwHxh81toaI8zK//j362BvcEIyl5KFJt4WwD7R62IFQROa0+BT4gmIFR2QketRCQd89XorA3HvAh1XuVXGfpPxoYDgQx7bPdcUUVXaOreGg3pr0XtDCxZfgFZSyD0cp+6O5zQGuKbxnXAJ4FZV3wKppyFCdxNIXLnBjrQSPq7cPLXLX7SSfzSEHYxWAo0MxFw47gYW7PoJU5v1SuHWuewBD4eovtN6Vnu32b60BW4NiQXw/zRFDT0VVwRiqQDmjqrzfMiE8BLY9ZyPooZ0pHRqUMor2Mg/kWhwLFM/kBHsBmhHVvxDhqg0h1PI8nwgmm+esWSvFGVX5T7XI9ufAEk3URK8DtbQKLN9vpUmeA42bgDCdMNT+5FdgU1Kpe4rDpoK8AeQBPy6gUA8uSFAJ4PZHKTgKLSF6rAWlCoBqEGqoU7cYNS66p53p30Pll+JNYBf6PoZtxomSh0EsaFT6EmjGnt9+2oOZsxrSGWP21GftOyLokx9k103zuyaCMoT1LwXSWjX96EMPIKiyPrACg9TetCkFqIvuzO9GrbZglO+pnlthwMA/KrXttZ9V3wLHNFg9Q3PnqgNvQV1G+QBhjEGfnT7ZGK2H3lUqu4ZkHhhYUtDempEqKThmB97flMBAXAtqSpqYN+c6XVlUf57n/XzXGqPlsR6tPCzIZGcGXW6Of9bDp1Uyes557rEVFOAS2W21Rj4qwFYHkZ2SZ5UU+zhABglg8/Tp8xjFDTKomDFhQFtBpgs4n4wWo/+wbufZ19fJ/hAMIRNNdKU/Dt35LDRKH7Q/y/oL+Z35I6eP7fn2Xsl5epLJFK8KQqJYZH9p1eYIfXYpCBvfDQglTpP53bkNmKByzrm8vYGS9EnXbhVzDSjlRUabUCgbBz0yatH1WbMGXdYGxUbrR9eh+7F/VRpOP9cJTAI3rD9Z6wMODFJZhbG9Wps5f+hA1TS00GzRBKU4ivkr1Le5sM9I3/cJVkk4kQXy83ESwJK6d6yCEc6629+3TDBJitTB1U2sthu61Ok7yTbyVeBMZG+UuRwlyWj6bMww11Zwn1+j90oFlWewM50bpcUuYtl3YhN4itoXC5QWsR69J1nF1qVv2zfrVJjQK6OpH00ymVXp8vFHeiFO51wErPW2XnT15CJnnSRSZWVJGwHgz1P1dkFVC9gtUNE+18dBv9Txrm/eFlDd2SUQ4vW3v73M3z+v7v0mv29ANQnxBwAH+tz1r6x/Untr53bpvhvQW/uOBRpU76p8XiWAeWCr2rsqv51nXqMFXl9S8t7EujNNv7tPtiavXq4/+qfPUIUuaG7vSqi1r1vW+9tXEjMXmDkgqDn4EGgk8v1temvWdnDWqNCNDiBsPyag1f5wWdPncWBffz898vjjMQ2UhjgOOFCOMUmsua/+ZCjRVn04p9s1gAvn2y7Auyp0/saYKeoLZp4AGwaUA2QIvfZ868jq6Fzr7+Tf22eXljY6MOr2VYJfL4IgH2UzgMQceOuCftycGLffjfY7lUy129n1Cxa0t2XeGXBojje9dNHeTYgWUTkd5NoDC5wK/fwbRT9Alv1YulpnSew55yY6QfLwNAGAMofkdtgEvBbg3/lGhgSn20M+eqKU5BKy0U+XPQro4tIm0+XVIwA6tZm2b3rm5xxwHf0Z6bnZw0uwMu9U4apWKttOKdxWPUPfkFnzaKyV4wO2HKPGElrtyxd5ZoNjPaDDWx0T3fhx9EgrHku9fiZUValEVnTrWg2MwtqvJQkXaMG8Q57GgtJgUF7m3z54nUR1Ez6h2fQ9wXPJwA8/UlWX8eae3hfYlRCt/s5ctNqQT5Ix/ujcz1ic4ZcFCLiq81frWtRjQa4//+VP2UvfVY692F5kdAnz2dpl6Mhc/6yS2pmbc0NA5UlsqlsxojDbfAH8AXIUpHv8UEv2w4/6swNApdo3432TIFXUa/WtYOLPKkqbbA/YJvf5I6wao18+gIYkAKwFYCHdwaQQkH4eRo8GU3Ne0HP0kYolc1R2Itu/tPA7Bwmtsw1FuP0ysAYaSQlTAfIBA4F4KkftDc2G/qSJXS/XXgJ4MQJJWedkATMZGD1ye6XahZ4BG4IA77VhCwhK0Pjxh59V/5ijZ0k2vI8SM/MLbGG/XHanjjxzQ47W//mDzJtkLNkbVb4z6ePolsWMRgs/ar+BlehCZzkK19qo2SvaMDTp+NuqOtyDTNkX5Hj6k52882N+8sB4N27VXqYmoj6WM3Q2rl7zbFS9Vs2JyjD3xYRywfylEM8j3NYiF7iPevmHgmnY2LPr9wy9zdm7B9DfZM5Z3SZhVdhJ5l8AwHtjS8lYvotPQK5L0ZhnYOPV1gJSiA5qgUP2x3dJkrrRTSz3pnkBXEhCLT61Pr2ji18iFlOAQOhiKuw65+18iJvcGl3k+utJEmofMFBIxhfgBP9KfGB92I0XqIBdscTjfIj5BdpW8Iuf4aqlF9Bv5/dLKg+8+DL04/oEeu7ZwhGZ6BWAkNKTv3qZgO3zw0TFtlclxTdTRU63js5+wOdVo4/pKdWB7cE+4IBxCwqPplqV9vbLBX1Nhme3rQIRYG9xDLYGEEbpis07ZpIkSekle2+MH2RhVYySE9emlbRq8klcoUmmMZu0pzi7S6Ix7z9PZXhjETmbm1DKiy4p7Wbm2Tn8cRldJGwAWE5FYpKVABj8HWdNqf1jIziPbwLYWWeuJ8f8m1RAtsJ88ZUPI4/W9kttOz6UYPr20X/vv/vnRx9F7p6kBYY4nj0vmeD5m9iIfv37f5ukp70evUzKv001H1GU9PgZq1RAI6iEa29kvM53bXjYaGyY3361p+lv+jNGRyqAVdN9lOriZ9EDfDDjhs/F2KCvq+o7sY+BLibbLZzIPf7J3z3PtZZgc8asrUzAcFzH3P9lkrRjhmKPLmlF1j/O/byWAK4lknMk53F6sH6T6t7Spqo4ZnNGJ71RPRZ9+cWX9PKAds5C7ZhmSy92w4YoV0TOegnNZ5mPJ0/Jevoxh8SIXtZS5NF7EonOH9N7gkR0ReVNsUAqO/VwjS40Z3/kj/dVzX4eal36rBS+STyRvd+SQNcT/kVa1lSXWhSAbNWJoZ3+NLq5lfIZG/tPArif677eWSsZ/61eyXneP/1d7N/llpsslEB9EtDZY+1QIkNv8uyvvhH/mv9dIBGbk9+VL/6X/9W/Tf9ZlfHxGZ6kujv6M9pp4PLEXN7P2r0Iu9IqO5PQzBCWHJVAfnH0CqAreYt/FvvEWaO9BX+JLIgfmO+vv37Z+LN98iKl686LAlXEqNpawFn8aknHjBGrC3vuRUA44tr8SnIqycuuLjAPdOckLct2lfG25UXkUyxKpgaVsTlrsKS6ZFW0Zd3Ifiz7k6/mPefZbWdlDH+JneOF+Wd0uKNbxiLihSrcS7JaQv6bl68jj+uf+83XsUdC+f/eB28GCEgf619+fBrZ/frR//5/9+8kVhoZTJKRJN1eut3F9Hx9t9icyTf/EUasF38mh/aVM/W97O/IcsDM7+cZP4jN83mAlTtbHwrTqj9O6FHRgXvQZ4275FrvxYewP9+kpY7wKtn58k8BSAEERlYxk40BoFLXvcR++igA9dnFQLbilvuz/SS2Ep0VVoI/sk/oKDEtsQ/zXLBaxlRb6dfDAlIg0dbDdYFJCoiXtxATNT+HScKZz2cTZ1ORX/xSj3H29+zPtgp5LrGYvf3jYjpYETzzN3+NHj4Mb91PEYsfYyf/TB9kr36WdaIF/i//1/9XbL/ohKwjHd2WELI6GBobNxzw6tfYYGUIiO60R8lu9QzpVBB3EtMDtOWcOgCYHwJubv4jvx8oZQD/H7XnyLMDmWNJ+rlsVzm7ci557k8CJHFG/hb7xto9jt3GTmsy2HX0iC4D484DY2jrnNgvA7fPD79xDPdkF9IlEvb0GUCb+QdGWyuj2MFllJzvUqaZ2MCYtJzrzmvXblwBJz79kkUDwmieLDLrzGsVdM8oCWDrs/iK+As34u/+2bNH//x/MH0m0c5mK98OX6Kxbq0R5YoWP6rlKJzJDjtFYYvrrhiRTLARlgT26e37Skt+NDdLpU+Amn8bWLp59r6kU6wrP7HMxs56DIJTJY/e+/bHE10+Fy0t8AlI17Aober59PnMHUBt37wulVVpbE8FVC/ubKjTsJ/3vVUo3gDZjKNbGu4zHMu3FXWZoRrNpVwYsnaIlSVcmzxu0tAib4FKMXsQld3455qbpBnKq6py7z3bDS6df75NRG3UC4D18xbMxik69vYGXoD9OjmehQOzQPuZJGPI90a73Oj0kPQVgM3R/TMaxs0Lg+4atBv3xnOvdRHk7wbU9rmL0H6o4u3zR9DeXQvPwo8Ytd6SkMZxK5Kvi9EKiT7PQ2V0HZMonlZynN4PRxbvj46VLDcoVWPmJBdjNKwCdfPT/W6e+9ySegtACIrfOff7ImYPmvVW8nnfe5XXzvvuJVj3NkZx5/iIsueW3JlBsee+lcKXMrTXx6GvIrZG3w5rQVKjdkifVidv164bOMrGz4ee2qMYHmWped6atB90/s3BqFlxxlE5M9cCCRzPzt3p9WcTX5nKT0E3cuT6Q2xCKS7I0Ys2WLXkOmXWBIp5bCB4iesau1HCquYuZbRnnlM4quXNxTVAtlZ33QaAMMFbRIqIPDQh22QVI1AAYlVspVlqMH/O4tCYhy5cr06KMoqZkX78z87v1p9hvmbpWzOB/AvAmE7wfpNvnJB8TzB2gb1VNqzaeJVhBnBlnuK9FQqjnmpeqN9l7NMl4/XfYAZWsQauv57KnqMBmHzn0nUb+23yfvfekhpLdE3fLfBYRLSly3yWbpheayXdKnsJ9Ntm8Rk7WpRP2sdhFZLTfebJ4THnF6rSHlpF9JxWAQprfNd1wIlVBqpCMLZ+XgKhjm9no8/dQH+W+1YLVhd7HsH2IrGn++5a7HtLxJfy4tDMWnvPtedZlcoCLdOnc6CWTJFQaqL8yA15b3C3+4nyHKXu7aF1dYHTrzqjCZ6BS/Ryqz3YeV8FEbToDuT1f7K35/A7OB9osQSX3MNarPfnEh0LGiaYos9x5oxxsIobDvrG3mTv0QutGICaK9p7Y6EP6Rmo0iU3OHpomlXWrVIb6nMJsFvdpo9s5jDj+iBJ6lVjr8qFMdozyr1jmNmTZRVQBZI1sA6Cmes5KgmjKnggjRkfQ74VTZ5BPoszDm3YhL2959ztebx1HGhkMtK5zX/2JyOMISNg2XNPXx8VWw0Gn95kKtgY35LAhXhOfi61nvOI0dzk2Um8vE7icVXVBxHYBE2lpQFMAZmP4q0K+PScU83HACZvZ5zGWh2UgQA/XKo1BiWHiU3BEUU72ip5/YUEGBlSKhBrD6xq1rMKWtjjTeo1wX2SCZ79ON3tbUznMeDokRrdS2p6dEHtKxNjZljv6Fs1NaN4IKWxn2yumwzl/DTp4ToqHbYX/YH+1ztJvyTy+FkSwI8TUPH6PsnhUeFs/GjZPOOCSx6SzTP0tf0hcWy9fm5ClgMU2Q+9UYPHmbtfoFLBt+OA1d7B3JLLjNZxiRvz9iTBGAh1QQ5nw6XNQ7vTBM6xCxr0i3FeyvImhY89lh8PVNUqQlVsrFLF/ewXifwmofOsA4OhvNtcLfB27SVzgmJx5xw9KvDfpB9KJkH5BG6KlD+VhsZc3VjRTnIgwZxST+Y/37XOTRAA/qBldc6qtM8+hCAWNGhOOvrY+SuJx3F5aPWwSjJrsf5VbKMlhRqoZkflQS+Aae1BFnxcGxOJ6wQskmif/M3gbFA4gbnfcz9yQt9DHwt6JTRZ6rQXqXi9QMHZUWhYBRh23pMNSHa6hc4vuKs6MHR7pTL7pRSJqqpK25kg1geZRwmaex5YA3q2NNT5/EUVN6kZnXDtUAFGyXJ7RoCGQ1Z92L3CQHr06OuXXyfoksqQXP9HvfIAChLEZAvQbaW5/pU+BmhZsnz7f/aZ+Vwgkj5blRJ9tiC/JRg1fO2AkzRxsDoTJFcFjtknZEVAD62l3owFbZyqtvVOXg/DJi5z7fYCjd76MUGO6dVUwKrwUcGQOYAaH3IYpaVKcDKzpHtpnUpbNx2A+q69Pp37+d4bdJWeh63lXENvmiCt/WbSWtXOuS018+wEYJqeW8A8CXK0EgAIhfOaMZDP2d7sPBXUS4Yb+/tkrKCMVc+hlrV3R4EPNU3+DoPUsQs2t9uD9Isz6NMi7QegbMuDQ2Vu3geiWXCUPvi2CbD18CLbY7IYxZxrCsqtsmqV+GVKOhUZnH+rS/fXHkX1Fj3IhpWIGWsTWmgB3iT421NOcv9194sEsHkWmEYTb23mR0j4Spy7+gHqSJ4cYIHzvz3isnYNnstNZqwDErO5YgsKaNfh52esKqt2YJJ2EpaXlmzUasA3+lqmz24CZCh1i5DP877K+tUm7Rkx3Sa4KcnkTF+LkNl09rl9surJ9IlP4L7JEEmP7Gsgnhb9nMDQgN3mdOf1Aix053TSd6nCpSsGCrz+w13/BGe/CI1hLvcqwAZnxKehA2ajNKBJP8eW2fU3tp9RvcU+kvzl93ym93IuS24ARVDB/Z6g4p++1J+cYt137xaWLAWMIx8/5jnR49nXz5+P9rZbPnOx89f0DRhae6AVp9Ff+rsn+Nge9zkPfj305RI0ztAGnfI9IJgfIyefp7ruUgEKZAL7tDIj9gM5dJ8P9etLkLbAG9VfjS3EblXZkM83rsH3dpZHNlWbkYlVoakMW/+yzlvsu18yH09zFpFVE0y+2JZffUUmJV5qifV37AZ6AOCArem8pp9KT0v66vfN/91r/lTPiuP/t5qWDJ/zeu07crYfKtEBOAAG1zPv8YcSSztbAdEAQsyxirfqJfu7emRJWPoQ6Ef1LxkZA8rsGPO55xuV41halii/4x+AJ/OaOW/CApNHbBA2gX1i3GNSAbCY/3x9iNIBVob48DdOMmarjXGJ2vmGzmfsOwOrmOv2us05b73ZDRguGjc44PFe98Y/2HP9T/AyAdcDCN0a3H1jLNuv1m86ZnaAQP3iDzu77PsmNIFLDjWpap9+MS/TPN9xAFH6sQwwudatEiY3S3Czb8PuElDPguXWe/dxprHJrPNo+tdD+VbsH8Epi8bVW1+Gzt593NO5+fJlqB9Tabvk64CvnyUIO8poDzv//5voc3pUIJbuopuxBQigAwEaT9N0zqzDpiUx0gqw91Bn6n3uvKOrxVke5nVxR3I1m8uzqvilX8lX91KSbl9Eb+05Eux++lllSELWWpRSOvrJH2u4vaL/uXNd/2pVlWNmcnbS5WzH+eyxU+Ovi9MIaNv73ndmFyReim1n1s4aVWIWgm+1M+KAvJuoGuuY8WAg+PYHvXwZs/x840m8J3q5tnHBzEBhwOqLnzR5mTnVR3TsGNgMMBIIfI/lkV/UCuXoubaBMWv0NdkqeBD4+dckZj6Lv/Rr5CS2TsLTxONJ9Qm6zNm2fAnsR5Tvt6neK0Vr9Fptx5/4y6qd7al8P5V7wJd6qf74GgBJ4H8ADGNpxX/BxOjJv888P62+Kg1y7AsB+e0dMarITmytX8RcJNPqp47JgP61Np+nivT3JLy8+BDklq/3JHqTHfC3UE9bU/qMTfpTkG6lz+UnJXbR9miZy8fRXypdX+bzj/6IvxWb4fnnSULkcz8lkfXNy1RFZg6eB1CmTYaRCD0BGo0iVi9gZ6lKwOj92EOSHvoat0ihAhrbM/PXPky5p4QfwBX9Zp1Vcj4PGEWiqUwSbOe/qrhjm0nE/fbo79LTkrg3eRBT4Ou/xR7NcxQYmHt9kv7N7ych/lEr1ST5B6z98GPA8yShgyPBAEk1ucalkBZ+FE74299LtKw6GfhHDOOP3wa80IeUTez4Yd9lFzdJDRBGUX4a5qqfo8P/9X/5OvtDgjo2AUrqjOcmooBVsEfJXTxtT9MlcAe+5eOu5/naRfE/jEdiHogytl4WsgxzYgo1MFSZvj4APT7xen1T20vIOSAWqwOioHex/ywORM6Psi4G3ccAACAASURBVN4OqQ9pPT5Mz+hrm1i6Dx+v7Ub7H7dq9PcmwIGmnIn0TU/uqHCAh7Z7jPyOTYNOFH8Calr8UtKLTH8dav+x+axwqpT4bS2yCmbDo+fcB8DEmDAYYZziH6Fk1hdVv+Z4IY/+t/+bfxZQN78hz5LrV197gNPPeCD2nc2fpjr9aSpT+V1A1H/8/smjv/4bbbCWAP4srajIk0GsRcHow60lkNBr7B+/OCNnE/GvVLoCgDTnkjFOT6E5XwGI2KmYCRlsJWcZwrYK/u/19wpYBo6uX5e5HBvo4mL2NGCJe/idHrNsEyDuJ6HAfl1gozPYGvjuCiCclbVTVeSKxZ748utQf7tubdHGJQB/AByo78UY7T825hK+Ab0lXvPer6HvzrjCbt41KbFDPsmva5yhiUFndsYtEQmYFfn+T/7lv8nzx17HShLdDVTorGjLn/q000PiWZh7Pg4NNrryjTtxnNoaO0P81NP2I9X9YgvRkz1nFMQc0I+CRXHjgYATK0zS+VI316YUi869nSt8rhs3beJavjH7urYzJhLzVidjr1tgai/d/J3zp8DFPC8wGEawWzzG/jZXwF+3neSNiTWekP+t9R1guvYuA9WwMQecWos/Y3E/8yGeVFak/FbFs98DjTQFELvVeJ3jz579+Ohf/I+TUP4o6521cs40rpsvtv2RVm9C7YnNND8ln3SYs9j4YrSNi+YGBfxrPXNi4hckyFdlm4uTdtd0nSbLi2Vs3oAdmgZqrmv5nOmEAP62sP8wAQyxUSqkk+B4u/hFRJ/FOBd/+4YbCUSdN25v3avU5rjtS9sMq4j7x5W4TTbZy36+M4Yp6wdBvPe9iTszsCbz6yN6HaQFy5zwu+6c3zlRe64lXgTD31Yw5/1VRW4Sm+DMe0t8crx2d78TVDfhDcYcVOLbBPDJeL6r8mtU5n63d53xFIVRpffubK6qdhREC4C92wu5icUzDkERr+sALOG29zrfDcws+HgTvJd+9oFue46MITwkjT37MbgFS67jfuTiOsf9eQKB97vsKs/DkR0KfJuesF9Ho+gO9DR5EMF1/xyNy+Zizz2ZQbNqvhdcmLN8k733Oe/n3006tUpZUsF3u2hToFv7/Tlx7b43yqzd9yaC+/mjLIzXsjpUFixz8C8JZKi3x7V/z1A/a9DfL9HUhOTxoSnOVcqOWncJw/3y3d4AV145+ncvTSnt8PPZoa2Ma4Z85aHPe/bbqU5Fh6P3Qm3EM8Be30EtaGg9oN7ynr1U2jmI2FsBemXEIN8mj6fAejmyZo+X/mzjuwnUNiGPYduEZ5SgpMFN6pRpogEwyZBx4nNa6wR5Rvtv8cWiNf2bIyOAQ5G2SsfeOomPycp6Dfne1WuCV32uOBar5uHQ3QTJZL70Y91/QxKZR3vHXMwJniN+UaJb2/O8VccTGocjOfDca0q/JPDtgWdfMM6aYMx4yRyHgtImY5fCvBVW5vEcUsYzNFlLADsmCS4By1bxZW4YvX2WyJWDTuKztHwnULak0WhdL+MCw+ujgyxr1YCEdsfxUKnj+3PGV008etQZMHOIVhE7wMTZPFSw/xi3PQi39u2/eBDhA1xsDgcOWtJ5NLtkcdRpHOeV9w/sUITgoQl3BhVdXr9uG52O/a0BjfUkbnAb6ERPu8M0QS8zxgu6oTPybIzwe45c8NHVS1fX36ro9kOyaCcBLBBS+mbJtqzNqrNXOVV2jExtq3rzFckpSMJSGTKa4tiPanM9IlFAdk68d5IF+nxJLNonq15aslFg0dyU0iRVSsarymhghJ1jH0HGx7gchfIYEFqJnXtADLuXXiytRMmYPw6UzVx2f+eCKHygGwXimry0D9vvT5BrqPyeA5JQ3bBUi3/T2ZyJARbor+kMQQyJuaE6rVgTS/CKZytxes3X+rLFYet5YEyqGGavTKfffjUS2OQ/aHNrU5TnqnvMDdH+AeVx1pueaq/gyKGguiqnJXy9x0Be31EoW0Z+q7MzzwsO2b+Z5579gvJrJTDa/ulE3//k9FUW+HlIcAsSPZu9c6oA6Asy/SayIPHmvjtT6RGBtTnw1tA+ra0TmSPPV0boFmhv1/0xDoJ5JlOtsETznv84GILobAOO12ErbQJY0HLtDox/52HbAZCs0uTWkKoOLEKZiZ35Zc9Nf83pFEBBWbmE0ipxStWUeaKv17dm6yb5KEgC/FzHJP8/Cp6N/e63Un5HJq3TTTb4xvq/bx3bwzNjRj89kMn6xZQyPXP7JLJNN9rvnfuje3d2GA8nBGAhTlP+Zf3aJxA9bmTc4F6nWkGlFVmyDwVJayfaH5Fh89/1CvrcmAUf2terrwQvQ9cJMc4mEjC0DgXbRJ2X+cGnyFR+Cg4K3NCdZTs4fQetiYAFmZFQFAi951ptjwNqk/RiDwrWcqQb9S/wRz8sqHIVQSopFiiCNC9wJIG1p3kOFVO3UqzBzybCVJJOr6iqce5wji5tElmkt9sDMs//pz+FgvIERn587RybLp5dvqp162z6W9V/6MxXxSmJsR60ziznIwBKex9WFtKPqv3Ft5YvQ9GmenaB1lUOu46kvgk1nt9/lQiHqlVdtARHafhyFrMJHKvGZW7Xh3nOaf2HVhr7GzkRmI7TSY4i6s4NZ5R9JEHafYeGnGPsrKKHKyd5pvxuQSdJXkHi6aclIlTEoK8ebfCvrUhL4qPJ7icN0F5581D6n5vOVeyTGi0Jcl/JkNhI3303hH/lE1Vl9g+w3xIK82XYOd+l159X7Ta6TUIIPD5r/vLr72cPoQLIuo3qcrqJje1ZPnrMKXY23/ENECdo1MRp1/G9BKIWaHzbw7sBidNn7Nil9ovrGiK7qfReWbtW+WQcAqzzz8aO9HVoS99Sg54+jGgeKxdVM2OtQKlrDW4izX5W4WregRQE+2tPWutT8cymhaD/Lsh8VaatMIscqpwSIH725NNU1o7u1pxhuyjQKzeWYG1Qv/sFQ8eC7V6Ci9ZUscir6IT27z6BAuu4hFXOntreaROQ+6+3cNar+iiABjS7B3jszH2MoUOiPMFItIfu+81X1t9cHt+Cj9PgCnkARHEqqBDefJoLQaDbc/h5ABzuU/tOkMvsWLObAB6Sruel748JwRm+AEap3iRh87Ht+0Ukqm9znc+TSOneZFckAPPxk1R3Z45vRUvBHXktGTXwmKpyc2Ht3i8oYX6F/VSmldziT18k4HV8HD/KNkLHSJCrgM6bTRCSh+zrT1NR6/z/LJXl15YzZvtvQ3YGq06NTYQG749Rnv/2CzYEdK3z+/gs/m6GC9BpBdmMGf8/iuaBDeihUgvncq8DWKGP/wirxCeCg6UpTPKEbGU+6UH21VgrAHpCxVjg2MA3fCuAi511uVGB1WNkeZE1XB9459KSkhI/VEb13K+Cx6Fh/DxVkvzbPJczSuAKtemCZmt7Ud846/ZN9hw7AB2teXTfUl+bq5oJklYo7qdjS1GtX2SeGzjn15+dG6OtffaZap7Myc/6pw0w5rPWvoHbyL+z4XWeH9Di+eerItWzky3m/rWv6uujFvX79XGcyC1x3srs6qjLKKMn33rYeu9laA0l2G6M5MY0bhC3JsIJnvrbbBOyPXuCHpUgoUvYnA9JW89BT6Ia/eFtL2VjoweWXA/dZ4AaAHrWQhJQIF4CStX0pSi84Pf9e3vOOFelbU8t/rN4VT2gyhV7GSOBHpbka35qUz7H3zAnfLL5/uaPvmVflmbYs+d3PT/i23g5//x99PHOC4FdQX6AgsVtbkL/tv1wXq/n8c9Jor6Yrs1Z1d7P2T/oGFWp3iDm58+fdx7pUi/0/B6z9msTrT/HbtGznZwtCe8Dr2P/6mVd8rU86qtvkkFLggoQVU/N70/lm0TIaL533swOnP/si8bUnrk9XxcrJAPO0lb8Rr8/zxj5cM46doQEDr/OMwq832Q62S8otewzi1mYX0lUlZwXdFN2neytH9I/UxuentuZX3JgjHqNF2DPf8qZNIYrZ+SqqgCBJeYKdszngEV+yD7+KX2x//J3X7bKVeVfA+iN/wwsIbH7LPYTHVfZQC+ffQ746TPGwf+0129vVPE+lWGvW43M910sq/5a9j6KbnPxxZfPHv23/tvpLR79o/UDDMIzTApVJ7OdfkKxrdAk98YOQGezn9ycTc32F8sAptBm5b0koD4LsFEv3R8DfPM87CC+Mr00kMJshLZqAoBQ/RvZLFFR97P4TfYKXZ8/bEFticpoZaUlIGuHZJ+XXUkrIeCOMXy9yB5ln3wTsN970UcYbiS80Ba/Sc9U9i/Z+uvfq7yOnXR0IvBLwWjZr+hDJaoK0ogeE4P7NHPzcRKhtHbyDJ23sacBDmHiAtL6oYm89pPNs+h6NP/N+obGNXrzxuWwvFk3sUvJtk9D4c7XWfzGGpCl7RWAIIwWjeMBG+d4UK3ceoLc6KMki9jxfJAvnn+e7y9Z7oxJceXs7iT5JAM///y06mjYjLEsliFxuMR4wVW5Vn3z+vUSO3wCPXSBMjcosc03OdsBCN78/GF6/r559DoJuTIR5f3en8/cGdtZV5/BfkzVJhmsXKRCeHEAQMm1iZEEogjHcmTuom8LnmfzBvSA7ebEnFyjPjFdmH3ymH+ZCVpP38Xk2Gp+Twb5eMayvb1zCC0/m9k8qAau2e6V+ak9yiYzV61uD4guOqBMXLEXsVaUVTLnoGrUtr85/qYilQfgA3AZ9qm1cvDnAmGvX88Oor+x6XyfjP16TZsffsN3s11/ia2ZOFAYr3M+Ri/H1om2fvS//F/80ySAFT/kM8f/rc7OHmjBUGJobVMUW6lVqRWuwxCXa/wtlawSt1nh7BHgxcmeuQAQQ+fLLwVKYhd+9DitbCJP05sB1ua4AxTA2gX881OApUACqqYfP8Z8ufjuZe08x93mOff46m9jHRhAXmIUOGVgCjTO64aHaUcPbMBnoM/oYjTwAVfe9TSHLVLZcfr2Nd1yzN38/YcwLom5LYGdOQnAgS1j/mpHZOjWlbxvHx3mzl/GaPPZi8XyvylQcv1nyTbvnn9VkJfWUdELv8WG+L//FzmbHoW2PPa/rafiu6w7J47uL5LYv0R3FVAY6no6TVzgWUDU9K7zawV1PITYjtkvfNfX+jafuPeqUxXUSEwBNmCji44MYwXbpsyPwGVs9rZW274oMC66SCzOwq+XMwBrYqP8MjQD53Xzc6XkPxN9wVUtmKq/Lm9wihSj28fkN7tsfnXO0uxFP9ng9LD2Aubbv+lfjGYA7nTSEsCeTX4httA5jxYjHRU2MH8BKpF5gXt77/X3fy07wr/4Dz6Ljo0NfFhjF/flDww439g1GY3aEHMYoErs+cZGd6bfXArxKmBYbJHPV1cwZ2FV6nyYFSg+CCLdTn0u78bvXMHIZQ2ubfxuBXD7zTGubnDA4egAldRp0uDQz55FeLeadhWFD6iBJSXdk2Leq42W8/alc343GdrkUwTpOm3bPAtG1K5lmKJvbfD1XK+bdw/V654Kvn33VKEphvb9m7w81/WZbsYG1uK8HSV2x31LzH3uBrubXDgODuXYREgPqBmOMzaWXGmi68wJAX/rALt/xuK/9pQ8FSj3mYao3iLdhOfbB85fCEX79DbIvIDATVC7L0W7QNMRNBs4n7lBwVtZ0kq/RruWiG1y4gSqrhDVkavzu2f8B8CAGgyE3/sPVZStKK3QLTC6JB8FdZNOex89y+1Vxyi/676kjuDYDMllTLfm7/Y9Lv30Lb89c1A01AlSG+sNtkwuD03zSWbfnrmtoK5sP1RwXzlmAFjvJTG3Ct18XeclObYhUXDchNz6O91gTYPzXSdoxPM4XY/DDpqfAsmep8lbc3kWvIbZmc/2U8y8LcFqUSZjt6er77xhfDfeQOWPktv0jd5zBj0jQkKpgbAilBYYoiCKGs51S1nNgcz7B2LQz9zAYxOsDUbf4I5DGUiCo0shD4hxn33BgCUH7OcaDUX4D6HZSpNj6LUqq+s5OiPrVNR1/lsCbfJv3RjE2ysPIJGbRLwJ/SWiJ4eXSnOyTK4930PS2vOsn1wcgDzfrQTx3LdP84N+uFrtQb/tcBrab87ZgqTrNXsrnFWjTVZKbXUW+4JjPPPQz0PQXoWz59yH/Y6ztj2DmhyS8QTn+gkJlqH4zatnbb++oj9ZNtZm69dKNnKk8iWBAWf5m5O8rrN78CT0qQA8eR8N64yD9Ttb8NrvWhWRNbpBg7sHnRWMq9uXfL0MBzqobFYfTP+3t5CqyziQnpm83OrH0WvPOCklyKED8b3ptkOpnedvFVCdhxgHrTZd1RfEt++/3T+5twDkUP+jTa8BmbGNcWCVSBvqHCPOqO/73aV07YOc9bGtLA9ZGjPFgABLXtJ3S5qbYkbuQzBoFH5NvPt9LrKzaWstMHfRXJyF0dqqrjNvc36epRKTnAqmMRIqj3XKydxANKMsXqCbDliiaXSwTdBBBaJMyXUupqgghnxHf0bz04R7De3pCih3awqNZx88CXryB3TC5yxo307V17lm+3o0eTQkfg3QJl2GvGwiPte+YIfS2wIonHOvFWztGSWoc4AMGf8q1+jUJVfej83RfZbxeHbrfClu1q94rAitwi2Fm1m20KuwsI4CcaVftu9StWn7jl7TXpzTKZm/HnrTn85b5+uzBKlGt2O89KRP2G/6jK6avwa8xOQNNjgz8nfBLc/NKS1o5vRfK6gg17KnnJX2lHELkDJ8yRLj3h60hgJ/c4RG9/yr3or0S4Ltq1AfYnUG9s5biUXzP/lfELzOSqta9DZE0xjZ8Ax0piRYg3DmZrRCAhkFyeV3ZMN6SJx53V6/7Rt4bMI3cTBQ9fo3p89UzYxc5elo2QfqeXseOxczpurqzGGTF3HgJrPOR7rQOYgGcP13gD1IrHmhH83ZgKu3H/oAbN8niHL1ueC4gH11/Nt2IQ/j6DiPLfdHelBx7tdWAUDHmHf+SV56lR6y+mPsGJdeaAHYKd3pC/v/VPPpt5TXznQVJgBQABgqHldlOKaJBYoeJxrTs6b7YoF7zz5Kv1WuqEhoFXJsgu9erQ9qe8kloMEmqlPapKj1hYRdoNb1BRZVXXCOP85eH1Wtz2ytfUdP1I8+mS363Su9xpIUT8CTs9dzWcUsJOs5j79LIG1U8I8efZkeXwMLHf3Zvptj3/k51Q+uae0kJlZFH2o1DvSxxRfM5cQnCBQ5tyY/hipurBGQ5w/60/MsiWQORsEk0VaAzXEsWy1i38GNHWrQNwV6SJAJWi04WqRz5LRJno7nsMWs7Kt7dqCo6T9zZe2eJQBxExSwbK8T1NRTScVRwS9tJzC6R9+VTBCE2jk0e5mTSKbZRq4lcH4DsihIb2B9noPhDGzQ3o35exNU7UOrX5FqxtDcRWbR2V2blZ6hK0uRWwDDKrq9BMOc1ajkN1fWCPXWbBdU2F4XFHET1JIBbZnSYPPsdQmvmeuztayLoMJTYyrAQrXIkudlbKldtED2TQhfWSg1dO12dtL2FH+TPhkzzfzHa+fxVW+FdkdwFI4KC2tx/V162Zi/TW9aZ40KBwNRsSU4srUdjVd7EZ4o6+jIxu4DVGEA7YFMBwHsqc6x/5O8ASgDChjwaNVhqoDYzvauoHFt6VY5J8EWmRJw95ytINXKIDLy+RehZ44IqhCX7NZ/HZUZWxUbgTWnWyRvizzP2j6JTJNRNoq1bOVpLnKZuKxRQYiJyHm2nwvYGhiNnr4VsWyNjudQn6JOdI61R2nW2rhep8rio9Ch29PfpBpw8z4K9luR6b0L5HYm/xKgl1mRBB0AaNXXBa7FRrBHbuD1gk7mJC1h96lMRG2lkwBJAkqrl+/Sg0xQ6qlg1fHXV5lofVXhReegmZMATiCbLKm88czWddXxAVaEhnY+w2GIacUcIAA7L3tP/+/ouFev0JgnCPbUmYGRIcEk1cL5M/BL9NehNF6bicmP/U0WVCA1GVRdLWOxhDWGGUkCAeQyMR3wReMP9VutyarO6El2hLkoCCPybN8KyN5zqywstTEaVehcm84mF96pGv4x1NfGPKDbWC2m++gXAV72tjWThAVKSDVxPuKZJQb0d2ST8mEBIKwlxgrntwAbrwtt6+Z1IHnrf/eX4CKKf+ANSfbZECemkO8KlEqEknH6TnVRAXZJ3qug/yXJjdFQs9v589Pd9zUbcXGxtg84Pt1tX3Ar4+3/6i1nXp61Fds5z+iX29/NVDor9Kx+75cxdTj7yKjv07cStx+3Jc3WcDGr02aELFc+opeVCmac9SczRAF9y97KzuzBj2J/k5fJgp7L2BUGorOmbT9wYlDXF2uS+gAxtEi6VdBk3V4HyBg440mvy4d0lm2vTi+//IbdM/ucXahK05iNk1zbW/yoT1sdNCCal3PHmdKe7PzDA5ThS7peKbvzXGiE6UpgONfSW9s+fR76V8/1zUvsN+vp7T6vk+TZvhrbjnGrqDT3O9diA0V2LvNO9/Qp7KDb0P+zpYHs2Ptlccj+k6C8AGlrZ/6r51UuB+jTFlI5s8uAI45S3xzD0AWyOyumg7+NvWSZ0OqTd3vZnmAz8+Wtj3jfGIJ2vTc5C9avOvKu2rg01pJm9ERk6LSk2NxFvnoW8HvYYrNNnAvGDDR1ix2eJUn0yWE3sgvsRS/PLCG9dRy479qI7Ume8/CDUMj+3T/N+V7GgujOyDEskeSQuJA5+T0VfmvllbOljE4HCJ7rlgI0Y2zrJP5OvsfksE9XGS4YRq8A4LEB17ancZDM+3xJcu/7s7uY6q3EAujjX9kjkviRRSbI4+jf0jzTufUNYtO3jUx+1x7kSx6pAOarLX7Ax6STDzArVfxfpndqW6LU7l5xE9tarOzbJNkU0JDLp0kyfZyEw+8F+EznrBexxHAS8cCZp3XFKIBXlORz/E/jWcsL/kxsl0wGOcd2BDz1IpTO37wca8XT+ALPUkG92CVJUXFnumIXKxKJfncOrN3PqrO/DjuFuBC248cS+62SjH/aIKVknHN07W20zFCxrc/xx5kP97LWfu967JnLBEOHmS/y80UAG2x7DD/OP7FEtnZtkiQ4ypITsftX/yq6Pa1OcvuMlx+8BL05GWve9vMtYmIv0eVkSvVe1z86lE2zOPiS8aVkvj7ZUfQfFdiM0Wk5gt+ARXI/8Rv+MDAFm+3zL6e3re+7oNn6Nvmudibmib764ovPq1+82Kv05+xn8dlRum/Mszu/D5XxGON2hqk3kLDS5sM1neEAAp6XTmuLBnaIOEsTP2ySgY3oqlYpNzG96xvPBejc9iX0PeDnb3pC52JPn6HOt1czjtCA/wf/fnSSawNFsNsLkHmgeCYPT9vLdj4Y4Ly9/mNsvBV/jImDzvki9M9oc2vI5eOYUMjf7Jr52999C8C32PXvvwd48KfosgDH6VUABcwvXcOM++P4m6WILjudPVQTr9dnE0mi85s/eF8F6apY2TDmjV1nzyl08EhNMmeaGzfK3De+TTflC+JCKnm9bozspBdmKszl6bV/CPiZfdE1jv6QVGazkL3FGcXVFCfNf7DWwA56pzfv5A8mhJzjlwWqrBRHjthrivm/C/Dk51Qm/+dJAP/xRwCSYpriWJkArepeRy9g/eKXm4s/WvAgVrcY15sWhUT/Zl+gSVY9zEb/PiwQ70f3ftwK3cmuM4Q+Xw5lua832LnYgVpGALq3Qn3Mftrm2MMrzFphE53beG+epbojQIQBfdeioGf/Gf8F1bEXyNv9N51W9ok8Y/3u7H2AYzqQPgBwsP78rMZMCmpbXsxeA1xi91kf+5FesK5AiM4cYs7G037r/azZ4oHLoXyYmGb7jeccbWioIN3YbwEp/g//wyePvvjLmaksPZkaPfzsyPqfBbBufbcfB3geExTBfWAgW8vLG4O37/P5FgsYBxvw9EnnQhvFSQC3RVxzBcs5XDblAlveTQC3yfF53crDW937NqGb379La/z2cwLamYEh5B5edcAlJfOfQIFJEsC+tvRD4nT0lDc5DEnZRsg3cUuZNThjg5it9Xi8958RN4TFjNklhe5hafxNYJ1kZkutjzHdw/YkV25C9z7BdfyX0BpK0Ov26r1zcZ/7zsEdx1CxDzRUpfVtNdESKff6N/F7q6V3l6MRz2A2tUPXGW8TE61cHUWPT//jBDAE6L1HUejufwLG7TXXgMKhrYT8bHJtmmsHqQDdHroCTrjeSQjXDTqK7rzdz6jA+v+VADYeSO4l0Ofk7H5DE1mbymsV97l4RlqEw9sK2ofv9UCvMbTedAskjRp0PWbP4dBnmKFwN8HD9d6V/d1z8zwF3s3kTz1sxut6bt5qzTv+BWtHi1KZkcCqUpd8GlDBtbrpz6NRmMaz6soreQ8/O0cMD25BDcPJzqqiFnAY/SAHdz0LHJq3t5h9Y/+Z75sAXs9nCMRVd11nrw/Z92aEwuc+VEhJhq/3l2qGd5OhjA/PVCohTd7PmtwD7lJPE+Em9+OsVab6Y45MqwXP9+yDO64GJlG1lB7hVOYcJ7dJEIGyyuoOz1LInb3lu6WXKRBhFaX77EnQ0VuCNQzIGgiC4/TTepE68Fshr4LtGIftyXw09oLBR7e8s3QP+15CMbqtSKnpgXeTyTf42Ny7fdGezZPFMQzsovbW3WfVoSdh43f2/rtJ5lWpS4CNkoS8NGHXBDCUsFUYneNN1LdqQ5La+ugDfAIC/s0BWAXQxiGAw+HdQT59Ye0v0qh0pjmMPKvgxQyzBSkaGDsHHsfkzoXP3AS999vnLo5I+4wmAA+FPTnf/Wq4Z5wSXAMNuOiZq8wZI/xj1Z0HeCJA1X4uEpw9K35LEFngwkGsL98qPBmN67eaecsaMyYkV2vPZeK3P+mXLYxzpkm3f7Rt74HeqlH9QupEdjarP6bLl5BmlHiWJwk4tIIkfyRznU+rDLqgj4eqbAc5+qQF4YamRSEFBfosiGL30udxtGXHDVf21AAAIABJREFU4IjtdhHxRHzJFKU/B0CRpAiDQ5Lurt9b7Xt0P9EZmGg6Yn0bD8BJYl7f1zzraIG3N0ehxvkerWuTKqVEXVKRU7S+uTOQBEJvv/aBhNaWYlW4ZG/01ubP3Lc/X5NSW7tBMqZPf5dQK2U2yieViUuQTT9On/rOehUai31xk+Z0hHVRJTl9J3DAkW/gT8Ir73GM6Ha6Yy0ODqU/fShBJdl1N3LX/x1mAw6u86hnzAAFBW1UgOi9yfxowMw1B8I57vHnZdh7pRb8NrRjOVddr2fOOWBW2a4ydX1jJc6rA39PcDhJoermrGepzdhNPWnOGXXsnUv5o3+M60gEbC+MFtu8ClqNGhi4CB1TEIvVjZziJX1XTZsKzTiEN5hlmKoKJUrNtdcMYcmT6U+6zF4ZA8OSOe/apBdsZxyrJulV+kc1JSdLn9T3My6y0vu0GnaOnbHoB3cNU45+0dmVMz2vJIAl7nfdf2jnAm0NaDSTTYXgKtftIwnKmwDeGXXskHx4vTZPRfVxiNkDTcbkZnWCa2csyEnGnVeeHSisvQsFWU4iXcVIk+sZB7CIAAUHYYxgaKLWNwm45PMXqZKoLl5vZE62ODcHh5Mqse45IZcFbRY0XHDZ35c8QzOsb+8SKvZ+A7C16QSq0VfNkfo+10c/t+QC9pNjUycYUHHPLVbdF9kJoGK6cftdsHU6gQ68YL2NxbnSBG+ebZX2A/N4rQL8pzqBZEr/a2NfMANJ1BwsTDSe8M3rVCcAXmRA5LG0pSr9agfnidgDJyhhve359jDK+TUQ1oBLAB090wtiW89EtkeR09XZlYIGWY2r1Tj0QB0+1VdxWBP0K3Vs+sYBEgheVd9nbOtxtaTg7NnpDzay4Lv9pDL/vlRWtT8dwWCD9kiYs+oe5NoaNJgZh3YgCdUsqD0ldBfoKCV/1tbebKsbdGHZIhDVa+0xOntGc8cVfb3A0+b3wd8Zs0uH06Wan6LSx/5xNrWXZt7vx/pn1S/+SGKad+skYD0acMAlyW82v4Dhca7z5e+D3veoC0itYnosG6Pr9H16qbTFKpwP0Pj6PtcZl+SXwKvf6oL2bD6LLs91VBG4EftoNp0A5npaQ/yTNzLSvdUKgwVonaNjDBA0W0K6LFaZC7qSnLQ6ufO64FiDrr2e/ZCVje5XCaXPvQqD91RKFYiyYLq1RwdqfVqVpUKu4MnR35Zi8sgTWbdP2YT292jcRynLVvksFbPWAxjMYJ+mEtpi6mEo+Te9KUimkme9Ve9rzB9jEShVYeawSURAEkwLGQ+q5gZdyczbBPBAV3R4d08naT6Vy0gmVjUFka/C1JpMH5PtVapLmJOp20P80wQ2BX5/SfWpPVCWitgDkv+tmnmySnLrtUTUAouqACT2fk3iYi1wBkBs9UD0g0SUvfBDEuuzVfZC+dmEzOnb+FP6Wa7nIJaCyOMzMm1d9eALfXquOwpJL3t1+mpnH+FSqaB1D0Uev0xSsvM2UA/6Vja687rVEmIg/Ld8qoliVyk14FA+ehOakdn0uU4qUC54a8DHA2iig04SaclQth+/YVTj87fmP3kBNxhvKxXL3OI7s+XROaIsp8PQ5gMAqqS7FJc+pwD0deaSTaHFNkryrm8+a1xlEpEAboACoGoxJnZD9QW6yyaAfR5IUu+3VSQDHbEh2S90twSJBOUoC3fGrQBiZ6BnvSDr1wEYjM1j7DeSdT9lbBLmL56vCr0VYhm3c9rZ6Hr01gPT11jfBKYfSQDnJQFMR6nMUv09n09yL3S+gqeZX7pu+nw2NH14A/n2lv6/v2ZMtUvpgMzL05wh5kkCTb/HH9sbeOxMAr038Tr6bMBs1fHPaneVdU/MAGhohmTXEAVzK30zt6UVbuXXWOdK/Z8hfpPktpd4C4abS6lf6unTHsG4tNBpcvuAFfj35m99snfGSobf/VA2Agm2LDeWBv80V1XfGZIKPcFcFbZooD98X4KYHTQWNy9rOSpL1VyUxapzBZNvfPLG8AZUT1uEJEfsy9nuS6ablwIz8owXzNwCE3OmUh3NbF5smZmBZ/9Ff3+WytrLqkM//R561O+T5DKHbKEyy0SWBMityVquDeR37bE+y7XP6NSM5wa9JTBRbq++1ms2CIr6Vj0dv8Q1P//CeZ0EdPbFentK3D/rmXbbO63CnG9Sjdz9Vvre+mM7C5/Ej/wsyc4vvxS/in/F7cq+l0h+EZCy6te38bX6ogNTiT+wOxoryJ9Xhw66c1xgtKC+fpFLJJRaNq0YXn2tyj1J1cwBm8BPdvhsh1Enb67id9uDAd+8LTxR4dlig+hCZ0VBNpnz2EHm4ffQqUoAt7I950/prX0u8wWATP71aZWUmkxLUiQBjAEnIuP33wbkI2zg2T7/AsAsOizvkacvAkb8+FNxNbOdZ2qskQ/nfE4C9qsfSlt/gVct2uHbxk/5PM9K9p2rquJVHgMUOA/JnSSsxGkBJpkMTEio4s3LCjGmwQ20CeTo3pd/GxCfK/xFkptaAv0SH0kFP3YCfUd/+D7zVb0uAcoe0IdZAviX0hZ/EL/LWf1xqhnpVDT/PbuyVs76xqEA2BsrlmhCpb5YAvAjALt+ovoB//kvT9LH/MdH/9W/ji4LLe73oR5G7S1Bq51TmUQyfu/RQ7fIYsBD8jIQReMPTaAvRlI2tJxHkm98cAllPpY9vXN3n7vAIuAwSc9eJ//5TttY1CaZHUY3A1K+AgqMzYYu/t/+25dthyMJPqDlwLx0F0YeCTNMMDdpzVa3hu0Bn4pZ+7htvHI9tjt/BZ2+lwrogkESw9ozbfxedNHNFwwktNZY93UT0tdQqv7nj2SvYKTQ4qIy8US7JsiUyF1AAv/in3/y6C/pEc2EeF3wF3+PzT1wK3vkyTNxK9f7IDIBsJn9BkzbxKwCqsVz9Wh2plNNNd9yf+uPfnn2HMCJIhD5JfHcHyIPWBBWGKGaHFim/Yrt81xLDGwU2hLNx8dwhuYseR0fz1zxX5+nEr7teFJxPP2/+DC6cbEBOoAd0qr1+IFlB8ueaixd/v2oU2tS95/5yu4QB+Jj8HPFigJW49uIEwH0PkkV/bVNVwk/+6bAwKz5s8/EXI9l5VHYdrGRvv1GzHQsLrWxW4gFrIs1QGVwPpNk8//tP+c7xlZgr+babNHX7AOxsHwTYFMM7sPYwwVROE8y2Sr+6baftD7g14qzkPPoItXzj7O/L430laE98/JE1nf2/fJUOx/ui431D1+HjKj70O9U4fIpnDNNAJc9bntQ/I5u9R6/odXu2d9tEXSKIQFrxGw/+2zMIa0orv+wdnZv9X0PhZ2B7A75HDa+fesMoAOAIs3z+omLRbFrVvxwW1IsORw9WbklBP4SvVfGm98e/U//588e/fnvTi91Oo9fnXvfgjA2dOPaB+hiPM3tXFBebWT7+MROjZufm2cpML8khVpaLQH8szgofe4gyVjYfv3KtlcBmOwHdnxzFzcBbOyCzfd1E5k3gVtn+kj7u0nfG4j7x4nQBwUzZ8BrhvRDFeX9TqtaY3BUIQjuCJJkQHPYJjIE8Far3UD6kLYnQrlb9EXRX+rAoUMfHLA+Yz7b0vQTpFqya9d5NwH8brDC77Zwc1bvXN0g5LuJ4l6niPM5Cx2TBFL+akNwbti3NsnGOdTSbfx8D4GbDL7GZOXrGHiX1vne92017Qn63AT4rWyt0ycIf4ILDTQXtSM5NSdaDw5/aUPqGgf6MoyOdUFHY6boNtkN4LnCUXqXvmDPuzW0mYpEO5XRl0e99znytGDN6LB7kOXnW0WRe5GLVf4d477zNqepcnV5LPP3i4T0fhPZhD/Dhd5YUHBOtKNm9AZ7lh2at3J6FMu35+3mfet1ncAlo6DC9j2vt8n/VkxdSr/RCFWBoZ51gEVZjaq5X2sFMDmovNu8PfX2rHfOW/VXw2KVmG4pSNckPsV96YkapN7cMiIakFVV14TqEh5NwEhsnUohxofXkCKbj6UC6d4ZAKWlKC3Z9uKtGt9htwTLULJ37McQyf0v6MD1RtdwKxo3r6NPXWDx6pNx5G/fcgbvXvf59vbLz4sgbpUcJFiRRA7sHfqlRoIE7B5jxEgEzGhrjz97NMMVmL1ou9ImlzJ7Y1VdR2leWbg9Sbc+63fbxLQkc+fm3Qqk7ZHOpzU6CUzXJr/rvbM5vUFt69PxWKMo91Lqmdt8ySHVQC0dyumo0bXv9rk5JfTa2760Gw/EtcOz9GT9HqN9/QYGxFhgGkLMuHLHHhDkB6KpvWvcO8uxiiyGged2P8+2QD7wTmUbxVJBHIKxFwgyKvgxM5CJSsNJAC+Bfh3iBklybUYofSmQbV1qNDZoSH+OKm7I0xk471Kno5CpjDpXjDsOWPurJXi7tZ6O3lws0W6l2iMljmEpO49OWFXSKvuvzrr9+Kyrub2GTiu4Y2SrFGoP0Izf/l//Hte5Z9GOZAHSJtfiHTNoFqRbfxKGqbNMT0R7V9XraIlHGb6kJIXMMObILBH6NBUVZO11HLQZ2gwIe3/JIGeCZx7do4D/2Y9xTopGj+Pu8w3UZZhLzuSMiP1fdOkx6hrsj6FYZBqHurJu7OsPR24EvhghnJnSaJ0AtgTXDMztD45jjebMH4R8A51GefaNdWnVY6psVm2QwNzpX6SqzHwwmBndEurkp8Y6A7GNVqztGASW6EVHvL5wvmsvkdUFJu0ZlW1oflWaZ40rR9CAeljb6DMoDR/yWnLRy5kk6NA2DirzY5RVv9UEO0H9bICCTOjpsw9r3yTJRgd6zo8S2BHYvYkZFdsSrebjs1B8W5OdVx1u11PiyjXueXSDxAOISGRxfPYdjmkrzmLojvro6PuIU8EHAAkS5uaywY7o3cwF1Lc5FRCqzRTdynExF5dVwJWsTSurC9gRGB4KtBTl+e6CWenVFUfEvlhPF1XFqkpQBe0sFLR0PWjUBv/eUkreB99Zxyla78hQ1CaoRUYkH92v/b3zGf3DJLPmXAucsWVC15b+SaXLayJrIBVj0mtSj6bJ5wBBxuS8LgVjE3WjMLqBL3JMr0nacCb8HRJVMlZwUBCmFKQZnypt6y7AC2m85OYq3lqVkTmTcGrvYtVsDfKgEz5IVwDABE88y1C7HE2gkaxr9upah2xsAggNQDYAHjBmENCSAktorj/N90EPc3I4kxKkj5OsYHNLKpnDsSLMvmaTcdpmEwUQEEfas65f1YNtZw70ZXIOvvwq1YIfrk3FXW/zq/pqQc2dd2Ol2ZnOqbFOXycZAlhhX0pQs1CK/C2IE62aflucwwW0rw0lEKj/FWAESuM6/4Q1jm/nrJUmGX8CZ6xZ5wCENbmmH9Eu6/VTQGGrcKPHSsu7PfcmQbwlHCczrUgu5fd6QP8SHUqXPQniO8VCOwNUGmT8/t7KTmjyJJrebzsDWUr9mUcTK8Do+9ZSMOKCLiSevtf3qxl8cjzbnGOqMsA1BxhYv9wb9KEDUGN2tx/7c32wBwKgG1vZ0R5nQF/O11HNusYpKOiz3wD4nGV2aSjJYmffhKqz7FJA0w0cdRRivXEG2x6cfML0eW01ZHt3qZ6nr885yAg6Nm0DWBmDQOG3AbssMPCowb/1TFP971FG2+9lHnwOiKuJ6VQv3JcK+NFLb1+ZF2fkV6FNW5WlZK5EYvr71ViXOFr1evUA1HfkVMDmu8y1wH5BJPmd4N99rf1J9tORZf6NqnGBvyel9st5F1lAx7czfbZie2xFLzqTCpbK+SiaUyBB9NizJELYODsA+Ezp/RcASBP3AV38nOQiW1aw57tDeeo5XgT4weZoUrjzM6pFwf6CUXqWDxj8uv2XyQMa4tC/JQFBTr744su1GiFn0bd6jaHeBVJ6/UMCnxkFuXsaHWPeSi9bAAc9d8Cxb+eQfSJwYbbHWKG9SwNK1S8LxJDTqyt/yHybjw9Kfzefmvy0Sj/65HXnYW0Jfvt9/dJRsy5wkwROqbGTZGxsYIBWDCMS3QNAm//ohlv5GHvj7oHnmb/5s/S8asVDGVp/F9AMXfuofH9GXZ5t+msSqZ5OYHJMTgOFxRpPBU2Ca6HdIwM/4PvMCxPG9+mrqFL7Ie7CF7EuSR6kGhCYk5yOInbXX6LSlA8w/zpzSTkIUldG6ClPd2w192r7mOhWVXZ0VsGeeYYymeQ8kJicTSEZmASA/sSlswVymI4em5GA24AMYxCZDTAgCHtboG4sbqMMHSXzKsT4CavCYLuT88cfA5FhLQgIQc/e2ECSZAJwzhwJlHaFiRxpcdDz3DN2/71qP9n5IMAiEvEPdOHOTGcc8XfuCZw6U1QpOf/auzGB/tmB/Eb20wleZy90L5KwUnqvep7d7PNsFeAs9L90+PepJv/yy+dJMI2C9QZH+d38kg8+lMgG4JNQ2d7/VGVRdNqr719lr/0587besWwyST9zyHa3DvQe6tX2nM4akt3H+ZzqWfc2TuuCIv5pdOjvea7vA7Co787WLDMTJo2xKXg5l9xHK5GdaadIgh1Vf3UxDXO6KtlVUXXNWwU5GnmtAVC50nXsiIEpx57U1jm1hQPyipxL7pM511aBZA4/Es3Pi8/PJ5OULbtIZGrn7NUPKrntxcnkB608pid3bkoiNbGTc9P58iwJIcCWUXkCr2G7QLHIBleNv2BTE4wVscsSoZKTTlxsb/4MH+1J598eAeRtYvjEHy4jlkSuydMyoEwhTdJKRo0xp8wPPVvYQUApqn4BrfmY08vsaZTXd/7NZ6mX+Tj53hIOWyMvsgYMZn9ic6A3JVg/Y/PXDhPcXiFBGZPyvPaStcRIxO/nA939r/UBQKOzwMu5foGCS1KIReUMyDkB7vTv/rv/LOua54l8fBca7uymgrCYFfqDf0z/Zm7JjyA7w1VV8dP0+R7ogHyIY8w2NMZWO2VO6nNH50jOPPpd4nFV3+TrRZJT7Dj+0Adt6bM5di2+NfYX43idc3Htxuw3+huYaMDmgnyCPHGmPfrdXs0Z8oKPcqljyd6SqOxKiQKAdL6Zy5WRAdOIqstWAANYJmaRvf13fw5tduTAn48CQH8Rm02C54+eNxJj4t2HIS3AIAmuFlxKOscfABRrbAGDW+To21RNetbnocSmcwf4nF9l/JLTZdfKWSOR9zwAMbakdZeYW3xfnHTsSXoI/5H7ku0xF7zOnAV8k4S+NiwFBoiJlD1lxR+NazcTNraf+hpauSTxSz9Jfi1hn+eLbBfIwk/LONYmRSx3IMVX39FRdLKgQwCcufe//tf/NhXakffsr+9PDNCcPs9ebuw843/1kr57iPezVVTht2VXY2fiCIzE7uqeU2Tip/QQng87FjT21VuG0uhawD1+2RgIH9gcn7a91Iqq2gohl27iMv8G4LJv2JF3v9QW0rboAAydGWOrHNV/C5My5wM1znZ1LiqkWBut2VCNz9HlGXPHdOwC8aHbuoZu+VMq0MUwxUjouvqnuebVe/xH5yQw1DdpgcBO9O/HsYe+j39eV4m8Z0qtgbjpzz99/+g/+o/yHYxMQiGZSZXkY+k7BSyZ58+yhxfKzv2yP/bMc1bkFNr6kF7VluwRsDR7Y0xH9Q/jE9PlP4bi/XXAMKpCVez++usPqayPvxabscn56Mq//T17ezb/h9lH/NGCVfJvNn5ZdjJSNp45v/mSxgYVmGSPOAcl+G5Ff4sGjj8PVLGclKp2tOBVPZ0fBpV41wPAZEwH5phcfhq9+310kzVeMQdbNK0UokutLV+r9qa9VxzeAGooiMVfxc/I0/rb10iu3ilVNVaPsozRu0AoSLUfPfpP/1NtIwIc4xeeQkERtW8PJbm99xQzaymHB+ht7DDxyPez2GyYRvPY35mH6w99mHOk50r0SNmNWomLYW8xrRXosLn58dMFfZ1k6/5RVdtn/i4yRpeosn/yyae9xqtvX8ZeetEe6AVIZG4Xx1Btm7PztKQpC1LvNYY4cWJAL3sdCwa9C5jXtimR59oVNTkWe7W/GhtrUZgzc3F0+7U5uciLzy7Jm2fNxNKrZb9zvpuDJnQH6BVfMQ9jTHb+K5R4/9H/5H/2eeyY3ONtArrlAsyLMxbX5S/dAsH5EfS5KSzLVkAInXdxx4zDPiymtmaI/a8dn2IXPstyU/xr+vwW3q5t4nTjLTx775vXMxVKtXSshv9/Fb5zxLaITV7mv3+cGL7XusnJLnj+XNSLZMlozHYd/77XKN3luwngHhKrgLTRbpB/fRcnRNdoHT3uebvPJI4zup17rwa0G39Y8uwmAu93L4XcRdLcRGaf4RiExjpH5lSG+d1ZdJ+7iavd027dWOZM6qswx3YUqwscTblsTmZgL5DrnqOD3nN1TzE6TgKkRngXfAnSk4vsZ98GiM/Y9/2bxNyaL7FxepRSFvN9u0Fr1FPWqqSgGD1DEZB7lfq1QrwxUaQPlU73Q3Mo300A+/Bdszuvpb4z/k1X5eXtA5t363bmQBCb4TPaifUlvet7E5g3YFMHgcNpPvvxHbBLJD3I4MPcPiitixipHDchcSanSZRdo1Wafn2G2wT2QYMzhosOb7WivkpRrk1GjRLu5AbrLD30uj0J1CbVTi/MXNseqbOXl/USxLYFHG41zlWuVaPMUWeYr+Jk1aKMlyJJmoQcGKH0qnkOTsN9nha32GdnmTlQXvZlgwyVza35nTNjmzPoYJh8NXFDCfb+S1r1vdzg9n/sNQS0Kh8SfafC6Owz12e03gpxN7h6o8nXs1+sLWeuSehWW4xycMmOJY76voQRxKFDMgao59DjS0LdIWo8DlvbgsNUWT6JJ79z+NMTo99clR/Zu70vG4Ql2z1cOAWMhgVAbl/zoeMOHeulUbavIpzr0z3q51GBDhhwX+thhfJ1TrdD5yKX2kPAGkhIqnzsODb3HFMG6DV6buL4BhrNFdkAihaAQenCSYHcVMF0e3uZDg7L2AqWDF3weI7y1e9sBMMuxZwA5pEHwZL2eCzN0JK7RR7nsz+p6ixY5/agsgYSLjv0KgfH6Z4T4Vk5J6eCJUbBqjwYnXo2HKTcQeBNn+6+9uUqLbefyAtnW4Kh6MQmhiY7o7E056MNuQZNE+VHP3+CiuYs01dJNpSqVrV10f7rS3X7ha2ful7Tk1fX3WaSPBj6jFOjb1dB8JlfaEB7VHyhySHBqfzqVn6MAnpzJECUoqbubQHEDyAg6ekMXVCPUTPDFJUJQ0flzVDpeh8z5hgjP8QZbzVBbYKDlj3JX8Fs1eT02OiLIrP6aGQ/rkcvpxyabijG1zHaRplvvYdWlAAxDrrJS9Ux48XamgevS4lszyz5ux4inLYh2FZByfFH1/o0qHLG4pIdh2qGIVTac48yJGOfKMswoxZif4EYiUxBY7+7VbZL3HZj97uX8uYD6P/sgR/Ri0fHc1rWt86zR4d4JlVxJ1d0GQkekrNkdJTT60lkyHMwLz34+vlM0Y6ZYFXsrQTMZ0dZSlZWmSUw03PvnfPVZ76L0X+BJqPcTWIrTnSBFSorI2NQ6ddoZExzDNoTuAHCzclPmcefVNarVO/5tCAkmk29jFVZXh3v80ukzibBCKLqzEvyWLVTzxxnUed2BjHnuPS1KOrtCrrjnAf2mwqbBXUh7Ee169k5LM4ROkDfo48TOPQ7Mlrauci66tAmtkvdZGHYNx+2uq7AgFwPdW0r1w9Ay361ZTmQT5KkI6OCctaMo6CShawJABpTZTcGucQAvaFXY4N9lfEP3yaAi7I9TAo2c8ee+WoPNSNjS3WuVjmkUB+9Ex1Ff32WxArUa6vngWDYXxH7JSMii9HfHGs259WFreg7VV+vUxmGvlCFH1uCHO3sUyW4pDO0un2qclfCUS8tKnDn2vRCgzhZj08TUKtt5WvHTuPmJE8RcMSq/b766+sTiJ2NfKm3UZx53f7eA2dtPcyntUIhyUG7lNrtzZMhCPSv9x/ADXAI+24VKwNXCPIPnEYmVdW0b+E12NiCkUHP3ARBgyMJItNFrbA5lf+qBsiqiT7y6LxvckGSpYGZJSJmR6BPzKcT0Be85dALthSkFtmW+LYPUSA7KwumUsXnwJOQb5/17dPOZ4PJAoIDYwn63QRo9UOTHCoEAEQC4MnP2mk9mw/rUj6HurJm1zXwOvOqUj5tkk4Qh877LNS39JkE4hLV9lRk8YBpJYVUYhVQx1lthegqdwXdnqjIi97gf62X2PofagOwiqsly41b0LZnTxz+335B1Y0dYJXDS1fR14AKq0JTGXz9BzpYdb5qANf5+isB/a1Fg4k1skd9vwTH7OP2YMu+pPONxR5QiWAjOVNWWTWmEYj0AYMfEsD0AGCA+alubQCdfWEfOItnENx5LlMNpDnKr4yLzAhm0BVNHqiear+5VZGPvldwOH2FVdue91wbnaxzpMwiAkCtVKNjgYAWuECB9/ijVVwW7S+Rng85I9gwwHo9a9qO4vibBUpu7uZ35ow61OLtfZz1/CZ94Fat80XtUGwF7R+t0uhQurandnToi/RhvpByFb0b48Bmkt5ATvS2OVCJoToXa0lBVhlLqe2PLTBwqK2RZKBevU/p1Zwpgv/Z78+jfwRBvEq/HzCcpBYmAwF7iTDJkvXbDCVte1HHjjmVOPSmAGT1KzNPGoMOOvLnXFgAdT3LV/k3kJCEZxMI2ZN8UiAl9nPt2eqcVDUEjGdd//QXVeazNfoSj9F/LtS7XvUXag4uECkR1o/VX51f4d4/JTFRKsWcMexLc+e7KoDt1587B6o9XEwlM/lOpViocKu68/L9glxOMsezXJAq0CtguOD4q+y3mwD68k9f1CY1Nxf4MvaHtVZh+zn77Af70FicpQWA6DcYWTaAJorba/O9Vq198OGRwwBIyvDiOZMYbaA1lWQ/pKoMCMnKsClVotEjAuPO6ALb7fUG9djvAx01ztPzeoDixX3WT7z9+zJ39DQbgB+5FhqbIKZ5E9jRa3QF36XnW6vWlhxThdXWAjGw/TuZAAAgAElEQVSinYP2svOFvgIUsMd+SJDTvSX3jLPtlqon+abOb5gfoIXLNKG6z/SNvep5bAjXKYODIon4Kqiy+Sw9G3JOq7BrQuy0iRBosIf598ZbdgHUwABm+dgSwMCukt7szFUk3jgH/6M9VX0+QdUCgfKS5FohxiLfbJH1scZIttYT5ub6yORYss19BDQbYF5utUmJq2veRA+U8c892OsFZkWmjzEh2fFcb/CMpz1G88G2bDn7U4/DViHlnTLwFOQZXdF2U6vqZ3PpwUceyCt99epV7IcDoiqlZM4T+qX+fcSgtmLWlJw6d0q7necDRCnwtlWjYkHbT55fAtgZ6Dy4rbU8G/BEWU0uS01kYL0PMZ3oGZtEFwruLFArErFhpILusbMxFWM+60w3jrXwqmEw20ZcwbXyTKtA3Tg/yDM7v9qmiF8MwNnKW8DP6PSCPOYbDeCi3cTADmSu9PGROwAJvpszT4IVYO2b2F6Ldw1o7PV5zmIpCHv08yY16YaMLUP9Kkmaj0O7uuQJnRS7ub2i7eM3fa7PAnyp3xibib60vvPVB8r+6MRCaxeUteD99BPNGqbnLLvROowdg90uljzfdes5kJSEp7Pxo1Q18sEwgK3yfQAR678qsicdH90v/PxTqJjfz/eeJJHp1YKJLBHbWAIJjekAzeRcRTHtu76edAW7xt4AUvwy7Rh8ruASPm33e/ZWfk+Kx1yXs6halK+pzcmA8+ZUHFEiacDDMST8/d+/bLU+2/360Kh+UY9GQ2Z+BqJiZ6HRdy2JDX9u7AYAou1UWqGbMydzJxH140/fPPon/ySl3AWik5fZN3yqz8Mi9SpsNWJoYw7T8/hVxpzzNwsvMWw9/N7+cUp5Ki97zJ+2Xcu1W+iRPf/yG/2Qd3758/XfQvv8UnV29Fyu4/tLhhymL4lQekesUUJ6irFnBFuP7vw6VfvepzcarczngJ+t2w98q/bW3XjZDWxN/3WcDYqvGrCAd2dwkoJ6X5ObF7GXMYL9ESryZ6E+Zvd98xKV8frB8x0LWkVnzuY9ZzDfGqiwwI7YUeZVsucmmdhSZJyvNpkbcPomtEoN3ZjIWqgNQB0K7lLSpzJaMvckx/nVK5pa4cWuF+BjPnNzFgWxqDAs0H2+qGrVx+LJ2a8/p/L6u1d/e/R/+j//00cfSIifwjbXumx3/FB7uAlgQjbRfrvWpt67pW7m5+Z8+S20zmJfo16fPYvhrklY7HC5ZsHNZUdM0j+6BWtIz+NUXP717zMnqXhtrD9+Fv0GKM8Wdjbf58ZyIV7X6kn2ZEEQy0fUDs77putN4mlinV6upSevRRuzyZOegU9jU3137DhnJ/vS+Vabv/p0MRtAa+1N+PZimtox0U10DsBsaYHNo+tnzUoxnHGJtzvr25In32W7DyC6sTc+l/VXIHLMvO2ljPRf/svI+oexRQIa/zljqz+UM+BNQUp0cvq5xx/qM+XextL2YFoONX+AVYxPuM/znXruHsHVjsCM8K/J96+Ns7CDBxz03I3r9FMnIEAOanxmNx35Z5/U/4oedI/uuayfM4hcm9e2/zoALXYMMBid6b7ioq7vDHJ+Lt66+xtPWSmyXh+LL54zYJtv/ty7xWljN2HDbk2ckz5TsF1DoatsX6JfTsZY3sQueV45vdTULv0099t7+sA/ffTv/fOc/U8zr7XHMDtNf5at1V0q+2zE7ZerF9eneoAe684e61iq96PFGn5/SAC/aV7Q7wfopv8aW3Kvxhcf8gnNL778PuH+3K3BuJtl7BDc8GHhODarLJyDsgEeJ/fdrGsHrzLh/m6K3uv2DHa4Cnxfnv5L7bYHPwmkE2S5YxAYbGJFENpmPQ+yqrBRh+weq+bzGh3h3r/XWfJi/b7e0tQ1OHQSVrn/Rdfdcd8xXWOV0DUhxxozEWdCWsUquU0RO8hO8HbPNcP7In/ePQD93ia4Dt7+vff294s424gmCEts7d/mxD3Hw35fW+x70N7E7xzEIcz3fUqp1COMmfM43mc4t6G7uFQP6Ye+xqMwOkSc+Z5g/bjebxXtAxJi9AIbFaTQ7SN4x3kTVwKgNcNyvdtnpqMXjDhiJFB8EVQ16PK7dxPA17nt/j7Omo0iUFPqwyLoVRQ/zNPbCctfJjOUwJKuN7nqM7vfFEcT9kXO/sMN2wBHh7zr15A7CV5GeJ1zQdoTZLlAg45VmCcTNRT35LQ+rXVpwu+BznuN3yXplyQ1X/aU5NocrIdnbCV3HeKte5GD56HR3rjBW8q8rn/GkJ9dh3yuSOM8l6SPsTTR2iQco+tBd3i2zhlAB4dXfxT9KVohc/pbCEbmoLlrB7lWBXV0yoNM7G89mI6cThQODVyuX6O1CLmh0RtsaIX0RehYgCHkvIpOhd5WWZuDtYi+AhwWfDY/gvLm7qOTXLaMKqg5aA42Y50cD2nXYDv0u3XrPYYIvclD8nGTNwuaC5QtaSExRV8xAslnK2ckVo6ivjLwrnzeJPDS7UuyLEE6Y4M8jdZ2yZA6lq2o47QxiDa2TjhJvurLbyCp2isqCDXoqgII6LhTVZDPo1edXF8QxwMAp0m16kZJpY1jSasZ4a1G198gB/xNurs22o/A0jt3HPXbK0+gvEEdxhRKlkNPs6DqzhfO8+Rk/Yfq9DbQs7UfgOGaLTvwjeU6yK3ubBDogW75JqUqk9VnS/4XOHHOTz85+NM3S96i4hkN+zUwVKbEGcWdbYxo0jIiyMYbAFNxQpcKODv86VAOmf16E8AM6QZjY3wbQ3sitZoq1UORU/ub88tYeBxj+cPHC7brHYRu6R7P7acmeOf8zT4R3DBnPwSZT7d/mgSqveDZ9H27e8rY6+BD0Jf+aMaXPc0BpDM/7Hmw5O2SoNtHxiuxwH4wn5K/9ou/o9Qp5TP9HoSe/bRE5lg27JtWgjSZPgpBes9+mQwOtf5D0KX2ZpMs6FMg3875zlm8VOgDXS0Zx1i/QIsCuzhOkN5xprtc1r73mM5FbPiWVqpBCKHW7OHQVJGlT0KrVcaFJoWWqK0Dc4y20ZMOhU7vtMrtPEP/wkW3X+qY5XMc/PxtCOWBJmZ7O1/MlxGRz32b8ahfpzVw3rTCJ+vQBHCRxafvLLqgoNTXL0q1Ywz+6MfPXkCuq+AUGFfpuUD3qg/XSwidMIO+jCDn+GwAgU5wHmYMHKBrgwgYNbhmxBxmjkgTWNZ/F6gcABJAeebf5qCJrPycQ7EzVkDaw3IM6IshmFc5aR0laDu/3pVQ8z2Ak+yDymfPCuEYTv+QvptTa2YPxIHEOlBep4cq6lIMHbr7OkBNkLAzlxh0vcnmsfFKvbXgnErnJnScpQ0Qnp6/ZrhV2c6GOGilqxwjyd2bznNy99GhITZHgr56VK2aX0uEVbAOKauCiIO/M+GTJODc05yovhGAtzYfNYCThF4SeMYgXtUkbv5rG4D8G9KfLJRCK++Tkd8S5Bpd54K966U2exbtmvOltNqRF3ume6UCGgrYBMOahCwuY9TWlXgJtgRojbs6NM/KxnA+O2ea5CsK/u7boY3r+MVuULktgcohr70ccRuNuAqjnU/d2+yhIxcSZJKZULJ3N6GPruPls/U/ci0BED7HYQ0o9VrmRBUXu292gIq1Jc4NYNUza2alivGXnHXuUl1DD2UP3YCRHkxspB9+kFxx5ic4ze6LjjW3v4YycZV9p5dixiQ4S5cCZ1h7c3Bf7GJ9Vb2efJIK367rMYIrnB1WgqyhkBRkbIItgc/I1eg22YcV4r5/K2gtlUDG7ds0OZ8NWOBKFdCSZeST/nU+VIayj8Y4YR0GZvwufbUFqCSrOPwFYUUm2oMUKON3QIrRgHm572hFsefsQb6VND+V4pJLEkgSyH73yy/69nHMVS2tPU7nJGcduahOOsAFCR3j8TwCga0INFG1dyrcrfa3ny+1/00AzgEf64tHkIjyepe+1L9LKVa9D0CQf8fWEOygk17/8Lrr7PXi0xd1zp2b1mI2WoJM+fyzIM49u+usRzeduJ65S9oJolsXNuiq0lS8mc/3j73aKrvoAb0cvZr8bQI4c9ag4PT66KjJ8nx99nFpZxMEk7AuQLpAD4mjJAoyHkF0Qdue4/npDLvgKvcpC8SlbZf8zR5uEDVzI+hf+t4E5d5PQPv77wT8E4hSqYRK/dgK0xkBv+V5JbR/baIilR9fpTo7S/w8yWbUlBZEskI1mTXcmai6OmwT+kdnLttH7RVAiXTyqN4vOMlZZ3z2uz7AGCgqP8AIeT72ZoGCrQgc4n7AEzRuOW8ShGoFcPZQk5HdHypUvq1++PxPqjclhdf372mSDD0vTgJlftWCj2WXia5xPvCZjYF/RfcA9sw/2No7y9aCYb7Ob9Fz7Uuaf1b/ZDgYK9hGnrWAq6OHC6aJgDkvWs0L0CABzWfO9cg2u6V2cKn5VgXCrnJ9z+uYq39ZX3I97dy/lben4tuemU4beKfUfTnjJRDZxGO+UfWs0laFIJuC3McmyHsqgBtMjL4A2BEgNUd8lgvwWQJzIDfn9phEzn72G75S3pf4c5ZZJ7JiC1ymMmNiV1rrAoOBFbMvx8oxv7h73frkM+SQ/WJ/qWSZz4OGcv2Pvf+Tvr8APQUPLOHx/WEYQccq0Q9odeNA5t13nzRxF9+58rc4kPl5Ffllu9QOy775DICvDGLQC6MA9xK41lvVeWw/oSB0DgCAeT1NQt5csDMBrJxFDcDXjl2PW1VxwF/mDatEweZYSBrPGMU2vboKp8139Y29cFgB2qMwY7nJuLWJME/R30B92IQyT79G1l2Dj7h2W7O1P00ikuZRlGCOPoz9Sn7eRH9K/lqLrr1zH4jXGUcOe13AK/vjoVqxZ0+eV+J/fcOno5fAG3Dx0sYDQqrM/ylBb3uP/LM5FhdcMQYb+/r2xnL74Pr9GLbGwPYi7BUq2tc2hTwvqDwQPUAjvypJFj2N6adUqWodUDrY7C1n4z1rbuyoc87TA/ymj5vEmcwY4w9vYu+cJG8s6aZV7WN2j76OZT3Kc/PlfvppYIXqPXNgTvM89qj5Bkg0V+QFeOen/GF7feg8yJy25UnOnk8DWn4aOv9VqUY2JAiyhwDsCp4J88EnSQw/y7ns/q1uLcjFhNGlwAu5lfn1R89k9hnGQoCTqqABnJzhv/+GXmX282ytJKpPD8cBXSV6VVcnCUKEU3H46QvtdLLHA0p7FWpVrS98t9V+GeFn0Q8f6gkuqZ4pffUqwIG2sph/oKL7vQDPxnpgguens724EewLe8Caqcb38jsVbP/kL897HYnE2tF0ds6V3+tT8E3IVmLJAnFiXKGg9iHtuOV9ijOrvO73pPb/8//+7oCA+QiLVUpUraXG4ga1C1M5iXZfYurv/81XY9OKTVJ7sf6BSsT1HsaQoUcrm5QeaFK+tvbm4FXAtuxxutE5/mkqG1VeayUghkB/ee/DJM7rU9S+WhGIebmxyvri7m8+co+XWQ8JaHGD/+f/g80aHZHn+DXJwttOx1haaSmxToHn2dhwA+Euhnt99ul9uqNZhNri7v0iyWs6/UftaTDSRH1+GFvkMwwe2XuNgdamWWwOE8Q9c+3DssqYlanb6v+PAywgB98H0CO5ac6BQoz35dfzr83DcimL2dOfPcfzx55/7/3sj+hrfkEBAG21smp3dsl0sEdeH/O1SxqYld/+On7Fztb5D9ZqbTvqCXXfOJ9bddo8BkrpF7kH/ytnXVm08nb0J2A9Hf8ocgOk9Mub7x79H/6Pf5fpUSndsGHlTyyYDkGB22KAj+cT3fnBiuULrRg9rsv3WC+c1y0+EEuPPxjb6HGSl+yS4k0B6Qruc5Yu5vOk/YV799w7oFHdE7IvPMp85/VSF56/cVqP/mV6B3vV7TDuqfvGu7kU9ORkkg8KtE7nxQaPDLsuf68MXo7R+rQAUn7yFek9oJcZCD4j3ikuxDeqnlTJWza83UNM8PvQY8/eXnuvJ6183vdtl4L081ffezfV1jmvHE2BvEmlNN3/ODbvf/afxWb7IOyC0UHfp6r7Amb1DC4bRGJAZI58f1TgykA4ztMP5EfOApm7zmedr5MbaXxzhXS3jciHOUPJkp9/+C7fokCWyQe/mm7Tk9je+OPYqSZ7RQNiqAGlnBY9rUhuvkPugS+gQvgyawEIOyvFGzbRm/PZsM78MY3yl6ODoiw/yh4Zrbv19jwW8BwwvnniOmOqwqQSMH/2X9ujhj2BLLQ4gM0JgJNH/DFnJaDl889edH4LLjxspR9HdlG2U0sS9E8++v3Rf/+fi10uVkfX+q8FdxkKe8fYPaM1Xi/xW5Qw9pW1niLPcgzTo91G7MLsjw9jXwkfjl3n5OrYqDnTuo0sy8KfZ34yHxLAlEEPoxgS/zhRWkHOCNf382RWz3u99z9K/t7P30reW3V2KxzrVGZBXcvPUR6cQE0DNtMMN7m84Y42+m0CmOCfBHCr8ix6H3yViIR3hzQLZgHm/8aLgBRde2kp9r0KzkmkNIl7NsJNbLrOKnIPAqmo6Wl/92ly8wi1hX53/ipukB75fA31fmd/qmxtlmYYVl1z379oxCWVd+9WoF2nujeZAcxYNueXAvs6zneMnvf+vZWRnNokKdyrhlYTHhSuirNJS1EECeqMbgQd7aoaOxf508B6N9TWkZTeatWNeRXGN3nS3mRnzu68Fc3oue77fZYbJF4FsHE5uMnOu31UF5xa8vbSQi9AO4VgPiUxHZC3v+ed2/vzIhlvwrcUjw5mG6kGy5JaS1YvkVrlsPjkebYdBvd15/nOxZBNO3xvAm3Jh8nZfveQQG+F9TEoifua1R+ABMrfbHpBVQfvKl5RyKAXsxRLAM+oGIrljtta/GpPc5beVmmRu+nEjqkyqKKAIw/Zup4JaA3agL1J1lWiXoDEfe5b9bnE15DsrjlHZyi9C26oAW4ec9/SaQNyODAklPIcggwAIw8U84e6Ltd7WgST6u71Q25SPg4Nw+EGQna4rBoYfeyQzHmuGOxVId0vQ44y+hntM7YWsBTYWDBD4HXJxpv0J4ujDpUwHgWu51iP8/VA8Nw/QVa9BVskoImWLtcUoHhIAD8815XFJp4OwOD+vDK1qvrtQc/h+m8rpfPe7c/rYOVoOgg5uq1KKKrdd7MeDlgV6pkfB3ApopsAHgKrOtrGPY5bg93vvO7+ruwdAwE6rPsDBW6T5kleFoAx+grIXcEbTqj544Qbi/tJEK73Mbna/uMIQ0Mz0L0kcNaLcLTJk7EZs9OfDmiozyB3z35xKHp2z2hNR2+8pJXXBbe0j3jvuUpse+lbVVORR4fzTV74juqXaxQ5O1Vajulg+7FJ8Abr11tQAoksrpfj9BlnyRlItgRLPLsEomQumbUXBHcgZxmL62e14AyDEI7F+65firo8Dvob59DiAKMWuZThvrvkvKr3VVhLAPdecdAY4QxWhgsHxz5acI1hx1DPuhWRtiQsg7g9m53OuVgrrCOzKLF6Xudev4S+rmuSsXFIbs9uDopAgoe070oFUwNYAGiJh6LiSqsnuT6GCXqIvIzCZYare40yfD27O98qSWP8lEqTkVUZlehWDb/kaPd59dgcScEZ6yDoMnT/wDUflf55+uhYndU1J59cp7H0k5CImY9VkUpW6vs0lPKlUV/CYBSmdJyES+nII8+XspUefKCrHjisDnrW6/Zq5Ixeah3BglHoARegDJockq2uvSB91qx9bnreMzpS1RCUss/p8/TTmx8OwIMFKpkv8A9csCQRBCnKzcNeXR1tzHXkBaOz/q1Y1WDuyHeTrnWuFoSh7wQMrklGL0B51u6rvhuVln4zgku1HTJuiUHXsWZFpWb4KJHIZR2p6Dho9wUZ2GgCUapxoLCvfUm2lxDQi3HJxdsmAcBwNPqqE1rZLgAHkBCZfh1H8OfI0/NUKHg5M75JVWqrjJsoZKvMYCcHoyBPwP7QT5MnqOJRMg6Bu76oKLTz/Ln3go8YKYAJPioF1+PsRwF8n+FMbp9dloiAaqBlI/fkRVCRfq3dI0ErmZjrrGeOwGUSafkuOqrf0NNnDn5hsNR+uTYsJ1bymGEqASwYmSR6EsCXSpjeJrMLCK2PbXstRl44SILTtZOAXfQTr0O73o/2bAGH7Nj6AulTlx5rxiAJZP86v8nsWj30kD4266GQ1FM779JPvydo9iT9R60TCjOO/8AdA7cYX1tnZD7WA1KgM99j06JFb8Aw6w7x3+oEQfbo2Iz3shPQS/YItPsvZZGA9F7vPXLX9cuAlgBGaT5fhB5lRxVtn/cEZZqwb+WZ5KtEw6o4BKvRoREB2+cDvUJbeb8AbUNGuQbaZ9fwmdujqIEkT5rndWYKhlTHfzSADXDQMzom8zB6dBXnS4h6z/hvRdfbBLp+jw1QCJRZE0n1JQ7vH0lTKOlVlevDhYIe1WgqIkIxSGdbU9972wO756BegfqRjTLM5JUeMLrmpx/1X0VnyN4GjlPFuXN3bW92f3t9+/CjkwCe0/xbnHWvVoGeSguBDpV6xWLU7h1Q2Ly/TB9Msi9x/0kSpvWbDhVtAVDB07eXZuax9Lyc7eiWp6lAnd27qn06fa1MVGgIii8R94n+x+Q5tqdqkvWyxwQEtMG2eFmd8zwBYufGTwnibCvSIwlQNpFebdrrOadGRb/gp8Cr/bTWBNNn9MOT0K7b3ypErQ3gAT3wpz//udcp/TAQcaqhAB0E5dgDAtkDfi15TueTE++xd96Cns+epBOM/xc2Lt+s/iQk/wOlNPn5UTUJuQVUOjaAcayqI3a5XufRy9pRND4A9IVSLXrLuYLxwAy8/Orrnh/0YCmIT4L2i1Ds0i1D/Gs7seT8AlWrCnwaQA7bBWBlrTRi5/+jBDDbgD6lzyR1LmD+T+nleM8xFZ6XNrQ2ymEjWOX6w1zS5e8BCcSmUAVsHl58seSqPeD1WFsUCSt7Pzdo4gzVen66LvpACURg0c+SvFe9VN1WnxqocoDi+SvsbAdA7I3ojcqHPvQCfu0nSFanN2+Mwxjm065lUANc1Wv2qfYPEuajjiQzZERgq6Ch7Hv7ooCjJtrt8wOKIIrAQUk0jip+/SjdB6vBZQcBgFQ5eul/nSWAlM6wZ58tmK/CrjR8eb/6PPM6Zgz0szknAijBPlJwNpswP7VaIO+YIFbhTEc9JIAbrDz+Rit9CvzDTjAbg37hm34WYEETmjnHJT8Xt7Rexw48PkUTnWW0WXWxe6rsUo9D33wXNh731ONWdbi/O4c++zS96tDfoz5M+wQyYBxN4tEfkv05054leE+3GBs/SOuKJvUaAk5vTtTcfJnTYmbah/RLtJCn0Vku8BoddmIrKkTRfrI7l9hjI41imp3ZKtTo+BefRw7j1wEZdcxZbPvPOpjrUsvmHF4McX6p7af3K52mCADAdMnYzdP8JPZ+EvGqjZsoXMWcxIlEGZ1Gn7Bjfsi+E5MyPx9m3PbJz5Gfz0MXSWYbE+t5igL6sBGVpnHVxqMDZqM6f8d6oi8reCeaU5Vl868FTVWYj63L/Nnz9qlk9fXrJ1O3Ku+HJkntSfTHN/Fkzj2PuRIwtp8/DvjrmySCPkzisUDwPGcB/Blbk1cZwnpSjyLddBq3JTN/pXl09vS8Y49kL1gP+hlgqXss/kZ96YBPvn5ZfeXR6q/Qr1hPkih6r2CzXCvrXFv5FBDcGMgYhsbgIsG7IhVztN7MBUXmvNSqgt0qAfLFF2ja6RUJzAGU6RIJ4MdNoM3GUbX+e1ofvf9ezjhxWMnfVLNzRdG6jmVdeihzwUa1HpHTgvGzXmRyLEhZ3ySmctUmWCTqXVsy0NmORh874cc5d7EJFEie+7z4Yrb9m9gcKJaNkZ3oe9zbm4woU0WOfn7Er3pKdq1UbkbWgWMzADasPcl2ZE82BlfxGKCpWAb7N/veefkiNjZ73brRuQXYaFFTIKAA/QABrXRumxqbfb4OgHRxqpIIBaKt/+t3aXvQytd875fQ5GqNAUTvEl9/jZ54lNKjzl2bqqeRcwn0Vt/newBJbCfMGj7/SeT/C/19S1N+iiZ65gz0+96pOv86jBpsHFXCO/sl8sISE0CDeIRk3dp0oDBfgthrMdWwJUTP1iXd29krASt+9euj//q//mt08QehhP1zVFvOrfZ59SH2unu8rj5cvJcPET2kCrOgjlThhrGksfrmB3599Je//CX9yL95u2+w2LxJckeve7rmj/hT2IxQjP8cm4HOWG/q+FkBKzjnAKzpFLbL2B7FAZZ7+DyV3R88nq7/5c1Ypoy3bB35/XSba4qBLg56AcqeoXHMxMd+/+PHnj//X7b+7mfTa1sTu8rfrnLZVbbX3rujoETASYQC3eqOQCLd4QAOEP8t4QSiiIijCA6REogghyHpvZeXXWW7/G1z/a5rzvetvbofr1r18T7P/dz3nGOOj2uMcY3nn3zes1E2hPqWY30hXMU/syfk81X02Gw6enNrefyXFpYMy8Wa8XaD2LAZ+nEFLB9HFj4JAwF88FWY7Iql5ddHkTf29Y8UGr1J7PhJ4rn/7f8uCVpxC1nNU8I472itP0LHvrFA25M2BITBQzL148gDRqdjfsrIBKR+Glvv/HNX+YCS5+KWjmCK3Hz+xSri4VV8u1uQ0EL5nA/XQU1eNtPImoLQ4Uzr2m5hRs6LopTCmXOnD37yiAdvvu/oyp1PdsMM50IanqWfWaL47ZfmAfqws4HhR0cH8CNLYUxeGy+s6KTMNOQ99/F1zuZC1TFeKaLpKKX82/PIHPsDA+RfVYeLL8WUCkCaNjEuIMnHJoAzuiE+xv/9/5FoI/ri3fgDEsA3L/JhZKasUrnId99/W1/pk6dhncjl0CVLtDwtGxaWWwV8CSZ7KN0ssVvha8djdITA/KCnGdvWPFX0XAsC5E36fALjJb6rx/P29yOvfid/8Fm6VLw0hhTY+ftP/pL50+5h+bth084Qv0qRFL9WwWUbxPpEdCUAACAASURBVFKwgwWKWhAbi9fJ3Gyr4uWxHtEDG2XqngmA3EINy0PeSc5i9v6H6CQ+pZjXSK6bAK7A1Vazld/F95k/tCIueIKXiPyn4Gl01Mcf5Tqanj7+/ck//1++iI7la096wCzksU0EfEk5EzZPp+/Jv7UQQo7iNC2WjSINUURGwe0SwFnHUtevAY1eGpvg8JZnimPtx4504356rBTQl15582FPZ59AOP+9PQv4Uim/PSv47aTwPRACuFUmneq3I/hVRMc5tGBNdBQw27/fhJ+P3msM1Jiz83an8O0AtjiUyUCXsyhNVi5pfT//4JS+9W9vJ26XyFjV0O04vJ8phQJVTqhPgpRwNUFSqplpExvS6vp+x5JR1nNzh+cU9+f7Y186p+51mjjLz9d1OyeCrr+c/gPizwzM5lCX6Zc8faBertPqvtzrFJ/P3YKLCvRJQLZL2yy0aLe7Tvf+OCadkUoG+r0TnMd9OAl3j37W9NJQrzv5HAQfBEYBb06i2Hdd+lWzXHoQTnFBq02c+8rOqXDtus2Ad53z+Zvgm5M+Q0OJLfkm2aCKcGCIVzv+SiMD+Lv72V3tOg5YGugiwH5M8p+qopN8HRC/pGI/ne/sYXvr3m5AvW8eQOTfNk9gcrTgZ8kma2OZyO+KEs4nm0QauLd9YAH2ns7eiJpp0uecnTqCJyH7try/LedvJxIrP87XAZfu2vbbswlLkowyC7jQhHKB/nVqXYPWGbv57/4bxeJ9mzu7goe3KdbNqHUm1gVwZgt1j04XbHXQpec+Z6uexKlEqlEQqA4AsZ7rJJyzsQ7QJQK8rq5ZItvMhCU6u7LtnPceiWSO3YpCuk7OtUAg636T2pVdRrw0zZvF20St5+h1JqtNuDpDp0jj0t73mRNkeM+q43vTO/f5cKufKW5OYuTGDMIl91dt7Hq3C+Am0i7bgqO0ebIYFqafxkowQNR92rsClacApY7qZRJQBR7ZEhwC/dyaa13KbhXmOnMEpds3Ts2pls57G8BxHAoGKkTY7O5W8zbxP9CRGKPZYQQFnxx4++ffl0AcRYsk/eaUWltJ/dkBzhNgGdjl7NSRyH3XActFnN/ue7shyfJmqwLU6MaetXPWbyFLaVjyapfNSRheubnJkQL6AqgyLSywugUr5H/zJxVKjH7tdtFwoHqOJPwLQGRP508FjEQbVMvR73/5OSBkAMBm9sRpTQWitbMW5MO+UGv2EYDW/UFrbihEzoY5PXcGM+qi91qpN7pkjmoBu1I9j3r4zfejHRaAWvvSheVzuth+ToAOUCW3AFnHghPJbnkADvLOmjvS3Sx5uk5YSV37X3qWgHSAm3aP5P6dD4CS5wMcNSF/nMJ2YtHJAEdJkLxfJ5Z73PncPrkeQJI9AxoC0jp/i304AdMtcAH4rrsBOLFCDp1CTcjoZIosXUpDN7iKes5e9BQHVYKWfk6gqPuGHHHyR32j08GzAevIqLVc0PZjqb5HSdWOpsMs8PrVAGBy8mkCZPsLyOTgVhqOzwQotg6dWxO9YV1U2dq328nLUVdUA4ASvHEmry+1orDRMnpxau3bD5UFsqPjMwFvZygOYCxjQYHdPHc+3/n0umObtIm80kf5uTlio41GHSRZOFpyL/dpPTvnRyHHsTH0kvsEugp0AL7OwWiy3jsUyWErMOePDGW/Z+MzLyYgC70i+YaWUKIP8LFOIn8Heh2Dn2t6tnYdR8fbHwDydKXuR4EWarsAU7n/6XwA8KopS6H12/wE15UAnq/Vf5rezst5WLfxEk+j/tOpiibKmd0syq3JKB3J3OZPj76zJiA/b0K5AUBOYgIGa1ZdUZsSS+oM5zk/VriR9zfJlb13D6UmzP3SJfToxiPMZ17hz/Fb8kEFH55PMoI+cCbJ250B11k09cuWLAOC0F8q+V8FvCn9tW7K6Jv6MD2SS7KTFZTOQC6dv95LX7LTno+O6ZomWVw62rxUhpd+Mj/zrA1Ycg7aiVVqVglAQeI6qEfBJPgc5dQAkqxfknn1dbKHPnN99fq2pwhgQWH8gALdmREUcJAH5NwA0n2/mWGjxVr1PrlvwVZ0lL3VUfNZwDN6kf/XLtLcfXUAH69rnFnPANNJy/ERLng6GQK6vJ/AmV5uUUWB6Ni26Kf3352+Q8X5Dhr/yg9fMjpQwizdM50p2NdiNuv3KyDwFZDRWVhhHLnfHO8BjWROkcastUr3daED2nXkAHOuH6Eza8mhxQibMTnbOjruk3BNt4iZVKWhjX1h5xT+tDK5NOOjp8cwAPAXt+nCvHajc6yyfu6JHSUPS8gAaZMQyf21468JTQCajtZ1YtK7QOH5/uuU+fyLZ9nn2CegRnx8awWAt4+dD6UY094FQBxNslnVOt8n7/ucji3UfecFWG2C58yBL91q1idLUEaNFC8BoQD6EjNk8+Mg4XTkYji+FaA+fg22jgMWs1tjsnEupzevn/2uzs4TI21Eho5giaUpovkF60pwvpz1UnQmAcwufN95pOIb9NVhSzjFOaM+VZW7QmPJ/I6IyK1s/MM6mnWRfRJ5lFxgd5y1gT57CYNehqK2tdZzZbuG1d26IqL7ltC2pkugzweWWJxNBqSUirRgaPYqesF5bEFdkiQSaa5rTQDPi711KwN75iOh7wb2DuDUObsiu65p7DM8QYKCrmN7buGFOPPlS8ljdiwUch07Mj1mje7aux4ZkohVvAV8ItP26lJ3b/brGCDcf0PaAGWoi/9gS/IdL17Ovy3Nce+PjRt1nUToJ6GSJCfOGV30mY5tCc2cGx2rwEQ64NN0HUhm/5T18t7FWYkL86XWQ0x2Q6CLAZALvqLuhjvu6zKkdSxN/fLZDfLPbgKX2ZIyUAHET4Iag8GNVYwzmTcbavBSm84+sgtjY5n+fxqdjgr8MuKMylwRZPQgI5b1kdySMJcUwSIAx9FJRp5u0b+1Lc1fKfgUai1em/8zu/zN19+cM7KuY9dm8y67m3vn3+39ZGaALDv36tXXXbvOYgyNcwtJ60vMLxqAO/vIJnRWeAVUl2DA1ugmNoWdAsbT7T9HP/KVW1RVn2xr9Dz7LW5qHGYMjURVdbUuzI3FWcc0P+eHPW/OFBCX7K3wnjz4+7pq/XwUqMqZFisP3+F/TH9/9hmZ39lfEoO9kwATL0is041s43zgF59Lom8eeeOefO+rV3/pdcZGlARBbqWzXKO7MRo1Tsln/2DD8sC6qF4l+cJElwK+YzA2W16n8UbmSCJubrhfpdhvTKx4CRX/cIMb34u/1l28pPqlsr1FLc63Z1GQqrjFnr9M4rBsRpFnLAoogRUHBcftWaJTnz17WdvZLmSA7InRPv/8ZdfNWkn4l/o9L89MHxQ/c1bO4eM7KiphTxsftkABcL1CIz6s80+He97SoesYtkgtsDAuSHHzT6VqtR8dZ8S/jix8mjMFDO+s3mO3XYctI3/TBWKF2J08v+KXns9sI53PB+VHAs0HFkvIK6ycHlEsoniU7/Ay8+3vuiskUxj1W+7vm8xdlUz89Y9vnvyP/t0v1+2Vs/lJfOyn/PgsYYsE8/3vdgTEmKA+7IiCzDJ/MzaQjz4W8/0U3WOsBowlzC5kjs9Y+XXd+czYnhSSX0pNerEjc3KI2cEXKfiqgpVMy96NWWMjPcB/zl/ZyDpuZF2HLSzIZfk0CvDYcMVtkn3fxqd9mgTZBx+nM0wnHiBddZCu1MbQ/NfsW/yvssbknuunZX9HiXq62TozEh42G9kxLLnYz+mqVGzlGr5ZkbiiUcyKOhu/TXGdDlhFCu1yjQjTQ+wx+WgnbMSLfwRbUUDRMUYt7CDXKTDhu+fvnu+Lz/nU/VGX6fsUeYprS/tOEvm7KN17Vulp9LWPWN2rFPa0aMw5z3X+9X8fSvl88k9/yuzOYDPmtnZuZvEes4m9D56zbulf092rs65dv3SERFAxtfjXCqHfef7k//1fve66s0NPdVBj78uavsm5lBDmU30feXZUFPuyQGYVi2PJ78sXZsCvYPD7+LiSkuhaJV89+tgK6NXIWOJ6etP1X8aXaIFT/sW87o0qiF+exKXO0yaYkoh+/XqFruRRcUp9L3vy3roXjb+5oyHdw8XDrAcfjp1vjJL/NjJLg826GY1EoMPefMfH/DUzb42IcNZSrMMuN25cUS7Zv4xi9ujzz40eGMZchrQU7dDvjanik7dITldk9NW7HRuCxSv3H5/mE6PiTmMTPeJZf/jx2xQspGM9vsyb3OeH2Yf/5F/FbqFgP3F9iy0VEL2bQsrIHQhuiWwY3Ye57+lVhUYtDMljwYfZPBgef5UgOhc/5Ox3bnWZARazfPrZih7ghRis4Li3sIkvqYgV9lPWG4XJSVZrtPn55ySzow/Ymo7qy7U6NlHglj8r2HXmWggEyxQ/K6CJz2tv6AV6xTMdMq/Y8hVyiJU2fnBFXjfe9ByYZ+AZZKgNAZG1si/BUqKL4TDSSj5nhFlZwNjLMGbReXwxVNGcZ3bD+xX/XfYVMTP78YfRH7Cu+ExPWjTz+smn8cFQQL//UUawRH+8ia7GDPFuvvBF7LWXfMW38VV+Lzf3GjyqCyJTmjTq07RgdeMVsY5YJzqjo1k6IuraxUHlK8w4SiV/b9FTbFTjICxlbPrcs6zHkrL01tgbZ3fKAJFrfP1N9EkWh81Z0Yhzzi6TL/pohTcKIsigAme+djHb5p+Wz/Fa9zL5ufHy7BObM5aai/8ce5yDSzdYBxiDEXbk0Di9xrLBnz8Q4+a7SscuZo8MwhKKW85Bqh7CGMFXViBV3OmTX5/8T/+Dj/NcsP7FT03e536dZbbR+eT73QK5B9xaEj3PUiYDhXmYH+A6mKVS9ADPtbyg7F91pktui8DMB8bgsFD9IUFMXt959eaPP/46aeZNN5FZo3uSEzcROsqoCcu/bf7vfjZQgmBwiN9O4N45nk1oREG/TS19v/t2EPdaqg5OAvgfdeS2euAfJ4C9fx1kC3rv6ybBHv7h3P99Ds/ydgL47QTaZnYuOXznm7heu/COobiJctdzuCz9KCaXlKlhv4EZYO4cBJWYpTezsaUCXDKpid7IjM18OwFcWuBa7iVebhL47lepAQ813E3sbD7RlI2Pup/7/n9bAhjtF6oYhsh33Nfdz/v3Uiucn18aaT9D89xZi/nwXceub7vrRgF9O8JvAniytI5D30+UPcvj3CPKf47JQ1di9/rQXh2QeYd9AJU9uVUTNwFcMOvSojVxu0rbt+dfM6773u25U/X2Otznb9K4PDVHRgv+ryCgM43dR65xk+G3U9m13KaA0+/r2F0C+MrsNSbDTtYJ2kR39091+LoN0F8Jngt8kKl84IH2pPfz2El9E7ZVhxetOWfr0g3fs0Ze2w3JAJSCYoaRUtvMiceKpluMQd4HuIwWZZ1mC2ZKP3teEndNfLfyZ2e0yexs8OYGWweyqgJ2cuGlCmZyNFm+3dI9DycR2TW3FPnFKVjCH+XeOtBaHd/5bpsZtXUYuNQuynZRLCleUKUCfqjNrOd5BkUEO7f3fNYCdo26DfkrvXG2r3pjRS4n6K4iP12Nzgk9cKqnL8UtmfUc+9wS4hJbQHE6AgDkdeky293WCq0jk5WvGb9fmlCUVFhH57UGt9KrgT6jli/cfNUVfmzdljy+oPoKW7YQM/z7s9+vjnFW/WxAx4AgzqR7EfwxSKNtZJB0ZQH2UOyNxgyQPRoQzsGhWz2VM57B+0oZc2S+sm2fur4Dn7zqmCmMiEgClXrmbDFg5O6/e2gFJ5sx/XipMnZmJh9LqNPjkqhATA7lntP+vkmZsPeZwzPar9GOLfl7CnJyDc5/dWnu49t0hnQdTyCgOl0A1+SVTuCclTk8j+BndWU+047YQ7P7DiA1f25yPgHYo+xZoCX2JDzvcz2uBaaHwzpQB2ogc+deYIhQEY3yJg8J8PDzjwDoPXPu39wwermr3feOynpJxkvZ7j2XDhOQSM8NkBXA6PyRPDgJkiYdl/hZMn3grIDlje6q7gmAYJWW9BSnqLOR2cf8quzpSGmRlrNtkSXf0biQrXULcfCsL3C3NH+ohfNhMgiI8/3s6ZtUV7+hP3RYRU5rZzlsZSwA7iQwqn5W8T7/aMVU859afVpge+e4CeBWdJMXAMEqRQvuH8fa+zzXOgRWVCaYmg0HDHJSV9l/i4fINdAKeLJ51pNfycMlp6fb/N4EcPZJ96+16l7lSwFim42Z9x75vp16v8VxbkFo1vRlZgqy9RJBnfuX/zjoBMP+rMtqyqE073l9kPuX3G3BRgCCFRPOyJaCEb149nRJz35Nz6zLCMZW6LP5kDryfbzzViVG28U2neuaklGAuRcJ8hZUAtJWOcuGCNLW8Xfp3OejOTvtvADuRHDqv1aPXhs2/226VpGCZMCK/WqTGwzP7l+aznXrbA9vMtY1AX5eb/tW9Q9OQUiD4tYi2Yj2A9Ru3B//0MryJcQWEPAbFd7MnwUEturzGC5PAAztPO7I7ShGFUGsyvQ+4opejv98uorch3NjvYEYwEv2w4gHCZHSMOXmVfd3PMhydb0/eykA3r6s481+ucZmCtK96JR1Ty5JqfgJkLK5jNOzQHTrPgBk62ldyOqrdADPnxiocn3PjZvZAmBa4H822RH9YSbSCgxUzw64MRtv1M9kbZTq5F/izvP8GBDlt3ZNmnP7cQFHPtgnAXoHtM9nUFSBBnr3seKBdboDxMm3ADszq6PTgBIF1/N6/sJ8VH4F0GRzom6RzQpVAaZb3Bub+FzPftZS9XxlOKMA7JV/oxN9BmjYAjk6sXoR+AP8NJ8wAW8r1unnVpieBJj7n0F9jKPWsftx5oIBYHQ47v4X6I8xhg1UmCKxu7MjkC+Fd2zMugP3fhRYAuXR96lO/66zFwXnLQrLho25pFvQq9VfRiWYgP12lK0DLh0L6ZjrDLM8A/CbfEtseyZ6mx1XxKJLZaxCoze3PqWGzr8Dwzpf+76gvrU9ZG1dg+5GNXzlg324DknWq93UAS7rt9VWjz3J3PgfdTlWHp1RoLjk6wpnRzW7gsbio/VRVyhNPl8kYXkLOek03Yr2gIyj//O8K0j7ITZLZ1L+PYlE9nTx0Slw8cdzLlz7oYDzFAW2gBhgnvUalevYIhRj1R/Nx18mweXl2PU2K+PWaGw66yxaUQAmgelGABAbsHNVqm7zytu9vSIyvh3bwG40wXNm8m2eq5+PCeXrv4wq/LMkC7/OTMrLtoS94rPQO7aYLufIWXJP6yI/jCe8KLhC7hs4Kol0NfwSMEm8pnvCiz2lq+indsXleXetnQkAdJkiJJfrs0qwGO4K4JFk2tn/5LN1FRbAsfy5wKWP9Zz2D4PCLZAGQ+tScl75BqiGyXw7zSR1Ii+dyd62i8fZaqOVX3yyHdfZNnldgcHRjweL2NieFDwkme912dRWcCjpTz9LOA5UloDsPNt2gy2OsXfziZe0LBh47I57VPTDv9pIJP5Duo1yjXZxtUCPrV/XDvBY1zeQd6xBADfPOP8ekK0QqgB7FplfKCaqDRaDH42zRCqbQCZPY4IHzD3q7BnrxkBaL7Fi57I3yTZQ7rPPXhR3kIyT5K+fkWRVX/Hh+DHX1tw59C1wSGIPeMyH+Tjyg/K589EjR+7Fqx1hLdxREABYnH9nv4CTfc6jLwHBo9h0nlbMcG6ifpPzWXa13hddaR2nPxoTtTFjoK7EbXE3MVC+j50gty1SjH1AsjKacjKjA0tC7dioXFvBmQIJ60NuJQ/eTgBf1q/3qxQkltCvK9jbOrt/32vvN84DM8zmJxccf0vt9h7yIBLAt0itj+iMiu9b8LsCWbZ77HzHz8tnxZeSivaYvL1MMnszs9EHJ/mZrxcTfPKZPVCUyA9QkCHOhretqcNLAth9j3rWei9x6x5Hnf6PE8AXiytIXHmdHEnIsR8Sp+5p8xzFiEksRAewzV7tns36OF8SwO6JTVyhS/ygyLwED3YAerkzUPNiK+tbEm/7FblT2HlZ/eyJxLSCj2/DQlVQOc/IVkuUWMOB62IrRdgD/8mN1+J6NjSze9Ot9SyJsc+/BHbHL6M648tJAOvEJdf8xl+wMijkO8UkP6c7/ONSLCv2w4wy/5nPLl4mDx9kzdhNupX/KMm5Qk+GMToiPuLYD8kYf32sTQ8vNjqy03yPuBn0kWeThFQ0PDB9asp1xSbYehX7LsurO3AdiXy9jz6JHuP38tH9OHp8o5DSIR4qWl3AZVxKoUWTX9HR7ajPcxX/VQyU86SAemfALx3rSRIlFv7LX1KYlT3727/9vPfMvisqm71YMgyVumTY9b8VhTqzkmYYxazV3/xtdCdq/FPov+LIjd+RJJMLeUgA59IKnOcawBHmazduvjO/dZrzZ/LZxZtjuSqunQ+8Sjyr8FmhCHiVzrY+ZNVZVMTVRCz2Id22p3Fi8bWziI1uDS9vck7//n/ANmAuupmkpwks9+mZ3+TAfvnFFz0zv5/z97FN4w+kGOGBGt9pPgXzt9DJPWBxKlU8vyx+J1n4wSxXHZPRC+yCgkJJMUkzye7mKUJPq6CBj/xLVKP9qU8QoVye5M4eZt/YksNOx1+wUo0DhnHYoybUD6Zpn+GVbgquZySTc2e9vMRCFweyL7fA23vgHjPyK67DhvKQAE78QH+UVSo+nGQeuwEP8ftvCnbyc3HGZiXDKJYInV6jZwbmYZf8DUNaChb/F/8hueXv2p1hCx7vvXf4Sdj9HLuxN8JpMO3AIN8h73l+iXY+07thBDAvu/o+n5doxHJU3Q5rOSW07wUrhBnuHFWpLVGW4iK+aQsJs0d0wPOwDxXXyb9Th/STe5BA9UIdXCQ3+kMRjO/4JsUR9MgKhTUJ8UP4p2saKdWxsxd9BR+5dNB3nXuWwy5QzATeE1v58ScS2yfr5ovzlRK3ZGkJxs103/nBMuggRp8pEsp8Ywlgo4jEN3wl9z/fgd+rexdV1GnOU3iS9fr5l8xRj/z+H//Tf50EcGIPTA2S+/nMs9jG0ibb0cjkdym8+1B8wz60wWjdyeTsype4c4lcdII39sQeuJjwd4nnvha77iVIo2M3I9eZ6miAxJ/zQ04DjXNNhzb3tQLN+71fp9Che9WimDUJ+T4xNmYs4n6ZOfy8bkb+r4xR+cwK2L5dnsLdwfPKDLTRYR8akVOGtmEazWHQ9y2QViywwhy62rnkD72X9e44jo6x09iEBcPojzMCR9HUiU9/a4yguXKd+h+cfInvfvrJT0/+w3/2SX5PjiXLpuBWPsG5uxhLWSMiJxLla0QZnshO/tGY7bGon75tb2B1dvwLZ6Q00DdfcpLNepbynrKqNieZdfvm+5ipOu8n4XKswk0Q3gTN2x26F4C9lMnbfjc5wKQiYCEaQ815ulTPndEraepm65DOsWqH4Pmsvz90AN+LPXzHrn2rkNepeR/sdOOd7+j3SjRlVT3jY2JkC+N1A6GbzH6bAvoRzFk36k0Qr1NmVSQApT3PDpBXk3f5pcp83UgDKkZn1wfa/zdZMerte80LDnZF81x2ZgmYKf3bAVz9ddaYsZnBNadgHcWjiVZptSBcRxiw9oG6ulXc60YeeHkSb+10XbfI7Uy+a3UdBo95E7EM6QKvJba2pvtdtfz9rL+vc3aJQ458AYezHOtOcF3VEMeJNWvwJHKLm1WeKMwlgb1co+DPEfYlgVTzLtAvCEk5ua65D00ILvgg9qqI3947Sk5VpGDT/vgaxuw6iQ+gaK7pe/37ugJ1HI/ScDMY929+b3Vn7ntUz0sA3PPlHpu4O3t5K0dXwX3oxWfvDmXro6LtHOqTgF6VNy24tR+FwE3Ebn6p5xUkUP7uq91GnOETwAt+7wzJOZtzyAZkX4fgDiWnAHeOJW6dMXvpflYBPTqj7vWpzO18qHNOeh7rca6aVWWi5EjXmUHQsXlojpfQBnosAfdRjI/3AYcG2AN1d/6WNFYFNApYr9sROhqWBd3Ajjpkvf91MgkelgzbfbaAI8aLse9+FVw+rzpq61T0fBew8QWuu0KMx0Tp/ViDhjwfZ+XOS3Y+p8c2O+kWCnR2Wg2JpPWSZT6/WUurBPZS5dUEM9CVITk5kNLVNhpTxboCE3qGQUGd17XrrIJR+32U4O/DyEkrirPvTehniXxudL06bxPsn7Ouw4QeuJRY1TknQc155sheld6O1tNp1xkYrcLdGUaNWnqi01Xknm4X7ORlevrOT+cscpw5Ywv2VuV+CwW8f2tL96NfHDgwB4FzuG6cdjWdAghrvAIVFbeoXH3p0eVNMIzGt07CAXIBix+2kn1dLiq56bVPkwCmX1CBAdbtL+qcW2nP8dvsPICL2V6YC1YhXrkrPWeq087sac5Iz3YV6woqfi8VLsrFo1dV0+W53kfhnHN3CwGsi/f7rnXckI85GrWjtRELXMisqtMFpZvpgZqRTvk4wbkEsmfiuEvAWZ/vzDZptek69z6O4+yFvravyJ5nAbAIBgG0K/pKxV+uwaaWltD6NPGji2oz5zaDa90+m2EWEC0gkPveGILZXUmsdVmZJbuuCPuuivO9OFWSRuR/IE3uJ0HsrTwcILDCI50pwt+NRmAHct3c5wp94gg3GcjwomTlsMURVMWXX8Dt0g/lWpzZ6nGFB3VOx6Yg2G1xRy7xurS3m9kOvG6nzJHlAvWeK2tJr2229BgFqturh/bsn4auxzOQv1I7Kg6SuC4d4LoH2nGXDbduTcRWl48Sd/TIbwF8te0D64Efcjr12Wpf+HLkZTSUdw702/tdYDL3fTsxjmvZamlyCOC073QgWXLdJh7PC2i+hOAc+skQR3wzCQUVumOfno49OkFABpgfBXUovXIOyWO7XDPXyIsu7Iy54/egOW4XEXsVUGa2UidI9huLXu6rnej5Lk4+122V8AIPlLnO6ZL1C0CmB0eLNH3Z+aFZ69FTji6dPm/BlgRImUH+KCDpHkgoOWA3WPSh1AAAIABJREFUf4BK2uUyXQwN5dj/LAGQRf0YjSxZw9CQexx7DJskKb65PcDQW4jWpHHuhd4RJJNtSf4VCXrv817nJtpuIMbG+Oz2KcUapztQsIK2zbmQ9LBX1t6Z/CX6vPonoJaH6j1ED7C/A3slXHT9m0ka2kTn+Ow/sMXL3iw5HKA12ZNnOAXzagFI1p4OAq6R3frpEVRV3IshHu1159d1TAA7Jvi2TjufZmJJtANxm7xtoKla2yyi+TY+Y740fdBq5OPc/uXM8hr4oRseaL0CR3q8eya50qQo8GJnF0B4k2AN+CSDcs0fs653xEHnCKeC3RoqmlKYsoTT9IfCBX//1vw1tPfRoZ3h1mST4g2AqUSM5JD5aRsLc4sNah+zrpJibBg50bFVXwgTQfXC2JToOkARYN4brm9fndbKYv7/Zr4XDG11yLpyURVuDq9lW1e5zrxbwe0sPwANWUMsB/Rz6ZKb8HpWWrIVINFd9kEiS+JdokQFOcBIFy+/aQUhjekKtK2oZPO2A7KkW4Sck8NLyddxMjpodW9jPUmA35nknSsfeumwM5C/Xu+Ax3nq6hzA4U14Ss6ZZ+u1WdZiznReA7m69ZNJ9tg+AzYbS0R/0DOf5Dy0CKKMB3zu0YOznYrdNvtxNlWH+vQMH0dn3KXDNg85Sa2851Uq6PuK/Pd+yuoRILudzboL1iH7JACatXWGb/Fq1W6L4YCeY7FR1DYfWCw/G1NGpgOs26O509OFzg3wR6efPShoqvO5cfi+uqxPBUMxcNANgMYxqEyuQ+2nMLBzeS3ir+2A+fjj57PVjc/IXIDvJJIGXXvkrE2+52n8fLKyTvr9zH7dBGiBw/hdBRLzY3TBfONHHGJ03qWJLMsEUF9cIK4/cWf+TkeSlc9iixVm9TNN/seW5FnZWV2sYkqsCIvF1rmoC15SkT6kp8T53+h+yHXZ7Z+iI8eOMQCd/upzSDfk/oG3Cjj4bGKI6rjGM+nmyflxjkaDN4BpTEYDirwGXAPARsFXBpIWjc1vuYlI11mRw2IunWtjitmLj7KEZO5f53R/IAn1adeu/hXq7uiwjTZhI0Y53M5Fs12x2Bz54OPXluf7nAM2s0UOxSeGiejyuwlcnY38prFPrZBCh4d7agHzibkvk5P7dGYxljhHOqzbhRi5VkgwPGg6y/xOMu0ZyTS9KknQfYgcoIZe8cfYQMjHqJGjl04xoE5gfq315auteHjAozEao/zeaAD3CqisjopsW0P+LNn9h3/4qqAuW0w+rl0ZPfJoOIt3nMT+i8/n//CPUImz4z63Au75knxTuksRhgKAFZqsoGoJ4CTaXuy+mlBpMeHvoWn8JomYz3t9Po8ipmcdu6Ej8TEp7not4qovuQScv3g+3ej2/EU62jvKKbrWvr8XAJwuKbCfe3GmJdn4b2zGJzmTZanoyIeMUzhr+GnO8AqXjz8XQSJXr19Zz1Gkog4Wj5CBV19v5vSzdCc/e872Py0Y/+vPo1RfQeHYeUalToaXwGpBLPsYHSOJunUwMuCz+lV+7tnHdjY9PL/83Sdf/Tnrres8tru6omweK0K/VLtLdgzvKZ6U31+9ToKwcrciXzMeL8bp3miG+p7xNSUNxOhA7DvG4mIbn8SfAvazP/STYh16Az1w2V0iF+wN9q0yIBWrScIrZ+w2IxQPDFUtO/gi8vFZZup+GL/WK7SSuUfU5Yq3dXuOpUVi97vI6gol/njyt19+EZ0oqfLLEzTCw1OTaI4cNi7In3X8eTUhlpmh7aB/z/leoWOZQ/IWz3OZM3oP9ElkZwtG18wX0VkYMpDI0yPwX3wh//1dEqfshbi2TUyOUvZJfKo44O/+3SVApaaG5cB6dVfBMHT6+74k+H+endX1OnagMQxsHa3TGM3s98uXo3cdW9MKP8oaYGyd4j9FpmdM353zioHAqKTa+q+Navq9RRr/kFnzXn/6G6wcEtfkcgkeRVGfZjazNaiJl4iLbpQoAxNBUqjmUxNTPftD2XmGm/HHyYZ33tjsMhSi5VW4tuKKLbnXEkhjQeps9/hO7vnXnFe29pecU3Zbsv/HFsp/8OT/+9+iH4ZjjKmvI4+yLsUR8zufoh21+R5FJfbO3/mu8AEjNqzx3jNd2XFpeYifYisVPjgHP2SkhwKC0vtLvp7GDxjE9QmfpYiiHbbx6Yc5wQMwaomnlvMonhafaCw1m+HNfxsV8yjIh88No51NGL7MH4VNefFLWqypQ1iHe9aZToUT+DWfDca2rskycrk3/mkN7uzp5+KUowdaGEwCIsh02O9ZI4Uk1uSydvle+gpORZeu0H+MRmK3NcfEh8nnsWQ9jy/2r/7jzJc1+/qMZeuX5Fl1SYq/v/jT4jUNA/z84YDscnY/Os36dYRV7vPFS2NeJi9ozDWD9HLFoIehvpN4SH6jo8fKljNMZude5/9woxdfzP66PhwNZuX1PInYbxIfes4xSsF32OHlVF59g0J736lwtWxD5q8fRjHx5e6jkPmD3/NdqNnpTj+obOfM1MdIMfGHOaNfZH62zx33sz/fsy3xeP2dO7rktx9XQPdb9CrZ/jVFMmyAmPB+v5iHvYk0ln3ID+BR7PKnKTBUK/Kf/p++evLuh2EfyXdo6pGQlAD+pexEOcuHAUqz3Rqucn6KXX5W/XObDDeSDqa2QniAsOR4GR9K3z+GKvvQwrzIq9hdYfOP2cfGujkjtq0zrRWnl/5g+QX+dLHsFvJuRBgb4LNi01HaFwLqdWCrFyu/DV1rUrp+KfwJJsY/X/d7cwLxh/mrRlh4Fkw1tQU5y2UebQf2sF1+8Aqru7SV8Sb9s7D+7tnX2wWPwZaV50PxHcEwUqPnJc9SnDPX4G99DPfzCfr13cTtH/725H/2T19G9jci8mmT3w3XZiezx/BwckJ3DffXMKHLnr0Zy8txpZoPaR6wgrZzYc1afFu8l16ZLRxr0omHvvr21+jPGdh1oN2LHEE9CP5N5N6OX2/0n1cfNAtQuPMEDv8mNfRAy+uI30TXQyJWYHluqsnWBysiubEE8nX2b0Wj7/7rBDBhfrt6YaD/nusGnj7XyoO3/8Hd5U2cAMHDEpID/h+e6SSBtzK362ZzBG+y+CZ/l4gdxUSpow8wsSQgDXIqcIExByW9FNCdh3uqLQzU9v1vc/ffuQE3aepykhw3CXW7YPY+jti6Xtv8ctahXcrzZBq0TDg3f+nSRzWx86DqlnTxutfo8l2Fxlc7vtZdn1tVe/fj0mHYCB8FXPFv394G126Fwukyn8w8Jj0Zfdd7KEyos7/q2drAc3/OwZ276hFU3Jltav1Hj7i9HSjzWBDAKbtJeNvAcQZ23AqyhwcGaHYOxhJ3MyiTb/LTQDT/UUTrdpuxW8XLY3LXdS8N5F+J4w57k6zjay+dbwG1JWYZ1CtXd//us/h9HbW7/q6zpPd9ZjQOHD4KqHNzyOtd26Og+zwq/lXyd4NHvzHlaPOWQO2Zcp+Mcit8VNw8UrlWBjhq5zzdDuJbpGAd1zG/512Sc8mqzbYYMOglmLSOna+ZB+psZZVXZwHvtR/2RTdXFfljIvN2eDPcAp9V71qPdQdwfHTw9BEFyk3IH+SKQy3BSCs7AnnDus1HV1vnjlFu8KIrc4qaPJQKiBFwBs456Gcpe3uWffY8nTFQWRk9mM+pGGwxS4PEJWZvon6g54oMLnCzToTJoKCHkeXwcHDs+9Vz65RJJ8qnkRNGsQ+1LgAOgGsz5BzVzi88FXQ+p0LdPUjaSv7M4WeMB1iXfuysx8Pc7lIooza+M3o2Q89+rQpx863ogcqt22nVMMBVlfEijBYznEKCzsuWZOte6yiOU+zfck+dr3C62DZjki7QQWCGIfvliclAHKrz3CdEqnyzP0266IJxLeBRgm3dGD+VusOc4wE0K9SZfhdAu/TzgBKq0AHrc6wlgOcUjw6v3lOBsnZ8RQeZWdhq7VzKOfLezlDOupRWPD9qAjh+xSepfnV+f8IVxa7k38iQCu4P3v94ifz8fAnY3d9HwIiu1c5sO0ZycwIKSTH0J/bgh87q2pkTAAC258hN1wK5VkiwWYFXh12gmcOnS9X9v3nzXdfRTOfO/gIac5ryMzRb4iLLQR/pngBGlTI871miZUCTF//A/barqjZy90PHP8zlpk9K9SaoFiAOLOHAkjFBWiuKzb6yv+YQioQfXub+jhqa/umMZtWHrRSVtOZcb648W1A7KgnT4pWdwxUmjQ1kVXquP0Cqyfw81PM4lI9JgiUY7SfAlC0fUCCY3XPaL0GV81XanOqKBfv2TtXq/Kp1nQmur86ZDlvCbCCMjQQerHP3H/7ylzrLA5TpoQVJBYX3ySatOzOOk3l02C1EIpNvU1ALtu2VBPCc0wHXC8TWxeIeva7vqZu4CdjOS1KpT47RXgXQlsgtZR46cjL0aQP/3xKMCFBKK5j1Qwdl1tDv7NjxYezRvc9STLNHkXGdLtPX9CNaqvl8kj8AsTG6DGgCyOhsp18AKkter8gReLwHoa90r40SnpyPxnFd/S0yOSDAfMux1vi5tQMC/6jEPK+B/zrfI6M6RFqUkaRKZG22f8U/63yTrOPnzYbRG9dkSQh5xnbPpVievv4uYNovoeDzkvxAkXspqhokR3eXNh6Q2flJAbFL67aOdqBlbYfPB9j2O5AOFi5BgtJP4obsbfbfQD/38fSpa2UPUeJHRgBb/v0mgEuT3SqV+Uqo2y5jw3wYgduC5L6yz7ofrJWXytsC8E2Eo1E9/mZ9rxVv0mPfR6fxE1FxDthdMEi26BUFFH3+/Pfyi9Cw1Va8G7DSuk0nPH12/f8lqCXSbyL6+sedDZz/fvxeQE1POwdJaqiWp4fz30+ooFo06Z2h1cw+o/3bXFZFM/YpermFImzcm9OximpZ0lHMkWf6dh3QT97ROcTZ2PgOiV500PPzV6RKP3/xeUCwvJ2v6Lrofqtf2aSshXO6s/7oq68zPiBHfKTppfkX7BeQx+d19AAJnG/dvTcBTL5bjMNfeiso1UnBFgDz3eul3gbAdQRBKuHp7HUvPW9gTadLADu39v7OTWKnvL7P8/JHr69mHSTyVng1m7ek2ajFq28bS0ngbiRPATHUZAGhXqQb0KzBJwEoATiNR/yKfdDN9m6+d9RhS7ArKFnCb/ThfIwl2Qf60d/kkF9X//T8u7Pm2hW37Purb77uH8jbBeZGsfzuZp/nWZo4iUy1o6Xz7PlggBfghw6qb2sf6Bv2u9RsuR+y3g7P6JCO/CjjATtpXukSZGxw7Vq77WaTrZkZuo8+KB8EkIpuOh1IZqi1a/gWVOZ6ijqBigoF4wP5nusD0Vtl7YlvUJruyLNOrPm00Izo1OjBDz94OnaSPAjQyFxOvo736TL1WuLQCJVV/d8OVTJl7x/ivnbH7borIhi9ouLlJkfZt9xr59JH5h7olKNnAUc+O8A0oFh04E9Zq9mryH8p7UZ7Tp7IMH3oWfgc7Ujgp+Y5du3N4fRdkjfGSHybZKRz57OeZ/PL7GuS/Z/lPdGTksBA8Qvy0i98dMVUCjj57YuF8jwSIidmdZ12qxlXk3v4NJ0zrQfS+XDiCeeaH7tCckmLxS9iHQn2G+sA3iXIFDOg77vFmOR97C30gcT52Bx6ZnKeyBZfUYKAzA8zWJfF1f0F8FqAts7LJdv4PmfuLb2KHhFgnYIUr86vzP3x38yodYbWpLCCAS/XkyR3NtD8tdAkB06n4RJLK7xUXNDkTfzINT/8/uSLLy/VtfnOsTuYT8SJ+bzreQ72R/zBP3hRwHF01qWuzwXpqI0yEkwLHiTvdj7pDudLkbUE9KW2xkxAIPiETeRmXa2hQh/39fkpeHuVZ5D4e/F5ErT288iwVbCGF19pzBTduS58VPkA6xWL65qVsPP6LKwUpSaPjzBfcjLyxZcv+/Oeg6z5s3QdtYOzo1qGE/SB2t2HfWH03WR5yV/sI5kTmmdUOOFVG67bjM4spTT9vwIIRa7kBCCOycRzw2cwRdFNz+NXWMpfT+KTPfQM635VuBA5f6FYaniijlIzinVcPftkhQ3spWRVY14jtkbDEB9ktMLWrIVph3GIHN5xBv5d3CIu6ygA83Gzz5I24o7bVcou6dgqm0dn3KdTLYUT1gXtOPm2/+34yX+A78r1KaDjv9GT36c4rcBwZODL7AV7Wn8rMwLHIAaQd3aaKagesL9sFdsjadoxKsZbVP/NZ2sSUkFx4/qBzWLvX3WDdUa3buhP82/mvD5LgZACkxSiYOtSIECRRF8rtKS/MI9jkxC7fJPOrJ6/yD6/82mKYpyb19/oxEyxX3y6l1+smOQPuF3nPI6q88NQA4tr+K0fSQDneVdwp0PyacdZjCI31NotBna0UNMb77BkxJPMKP3qz4ndM/t3s2mX7JpfsS737zMmpd2HnX2b5Fn+7vXyT+sMzDcvxjo42d//w5/byWyeMbk3+gfWoHmE7mqBJzGq3c3fFfYd++1cfPElH5WdZWvYI74+fASWQKaW7PmJ/53rfP6FmZj8r9j1zBDlL3/xp6dZQ1iZRP6SjNjubve89bmFJCJnBR/ffPOX2synfDJxNkEctNj7/SEU6W+i/xePrXjXD2/C8QIBEsCKcJ7HXzCvtOw5nQc/9jOU0H90fu9mtD57Tr/qTswc7hRDwzt+CF3vf/Pf/Pzkz3+v3U6htoIpPl3w4Oinn+Lvo7KVDK3+EfvnemyMZ5UgnI+0bOLs+XT+xQv+8uc/dz8a7yQ+a0wfP2gUswWD+pz8RL6mBHAZc04yp52NEs1mPnfvJYyWJB0rR3ChzLvVRPHZi0vHfTtqxYrDpm5BRot4ohPF2c4r/0chqUZNfpt43UxdFN1jMFCsLmm/4jY6yP3SBcRxtnUsGPwIvsgtJpMo/g0Fee6i5y56yz6VCUxCNX92zmF69MQKU8JIkqI7+uvX0Ip/8F6YHNKA85/8yxed1/7HYUi03mTig+gKhRk3faOZApvP3/6TF5WHJnXz35//Xufk/Ehy/3f/ZH7bd8FULq1vu9fP3ikmFWtIXvEXbjEOn1FzQueiRj+kjqi+xFd/FhMoaFtBCrs5Bpj4DbXV/MoVsfZ7X2/msPvT3coMqNsY5sin2HiU+ZF7hq43s51/J9/rQoZxB1fSZR92pKW0+C/HDB54ybf+FHvEd3fOynaU9Xz/dAB/8qnEnTgdpb3CMcXVdAc7ESxFIp0Oys8/TwGJkLIhCowpv/6z/zzdr+8/f/LnP79q9+8n5Cw67ufoSjb0VwVaB8R7YK/NjdBhcJJhJuzWzsM6/6OXItsKWyVBxd8bbZhCWfMT8vomBdyjcl63OZyDfmO/xIuN36wIkJKfEXugcIm/3Q7t3Ly45IHR7bB7lOkQtmktOwd+Y2qMixiDxo/FW+CdEsCUped6fRh8fCf/wOf4FQr47JXRBBvvQG6gWzfxOpa45gW6r7DR4bd8uZzC6gR2U178WXxNRSPvy3lkzX6GK8hbRL5b2Bw9hFnm9z+SuP+dDSOr7zz5p//8ZTrWN07J3rHS5EEMvWKDyRmxs3bsGd+4ow9PoQ3b/+vP89noxMnaCq5W4Ddflx+x/IFk8Bhy3/nz618yBnRda63m4eiexMb9ew24yssD3rz93oICs40VhhtovJ2064bfRAoARmAloVtYbYt/kzf+LEBsx3GdmVErbNbuvufB+OTPd26xw82B8f4Bwgs6304A73t2jfu6i1QQ+3Df3w7UVqs24GHMHhN97QS2SQf8uk7VQ1LnfEmTgoxHHfbH9btU2vd+6qhZ+Lzu2g9uJcdzElvB1J+fRC3FlP3a8y85ADjx6nyvE6jcdV0XCYflVApIRFmfBgBXWKbgboJySbHHBev6/NX6vY2XV5efXwClmwC+CebziHOqe6EIxQFPSld53tBK8XbqbK+beDwUDEtwDtCprNUxXbLtrmdpHhfjPVzTn1WZu0FV7fdnnk+l+RyIUTDvencm0Oj0OF0cv5vY8/k+30OF5jrg7n1c0H7JvTmLDuhmgWwRS5uR30eVvH356yT6zuOcGa9W5XtuSFleU05LYpea/cj8DZ79OzDgyolCgar2girbgh9Rc7gfNyDAoUHOS8fbOrkXuM2wu/8ppuqGgow6EweejuJhlEfWY9VPOwNbh7dnU68T0vcWoD6zCO4+dE6aRHUEilPFCNVZz2uUdJuFOcP8j1/tmAFeerYmUR4D357Zk1i6VNR1T6xjnb1V6r9XeRv1SFXoobwY5eqozJfwHhjsPQDUqyMFUavAoQNnSCr0+Vyp5I4srPtilTsCwjtT8q7x5vtsBmylRxLqnPH+2zFiftbOMs/nm04yULLAi1EhOtvXgPJHHucUBwiwD9aLnqCjm/jes9p7euQxWb2qMT9nlDeTcx3hDbzy3+M8+HNA3Xqe06xOXUruoVX1pcNdJ1MBkbwK8kUePsr+Nwmbh+h3AzFQSkVPcJateTvZWuV7qeNH8e3VmTOnihjtKaDbNrSyOfJEdoBZF5isbsm3rFLN+cjn48gsSDwzsQXDko0tTBrrAAD2djN6fkF0kw358+ZFriPTy7kY2GJTrJ/EgCTJqVA8ivRSxi5ZZb0fi2OcU/fpvgQF1StZDuAHB2wysOdoQp3jpwM3jpjk1bpdzmmuvdQpMFAOFZhb+z4Jq8p5fYJV4AEcLxCpWk8y5cq/x1tC7jGp1zmQ+YVCsN+WvRbUtYJNQY7OWZ3ACgwBz/b/2hnJkNxYOyR8V6kNH2XZsbz6D91yz/r5DJ21EQWTl9vp7ixKXo0+W/dTwOO8a4Hf9L7P8CEqn3HmyOEn6fBRyfetjuJgVaqU3fdsu6B7PkJg/Oy3QosEZj3vAVx067VraYwb7exNcH2Bt6fpVtYxr0N7hQOHTrs65b6290CtJgRzJoCqmwW+7i4gl2CXXEsGAkK6fqcDdsChjtPJ5YOvBxw2swf436T85oR+CMTILFH3qftzYNWhxsWYkF+jFVqHd89O9aWkewKJA7K26rczEicXC0ozc/TMYyZsY60YENXkUNaSPHDuyfpTXaD8igQoS5LTzZvZqEvOXOCdt8zuCzjumvYSZgZEepqAzPgBRQ6qs6tjdONJOBdkViyou28z6s3/HIOIS81pZkeAgwBF9y9hpKOUw16/M99NJ42BZWfSuaJPO7u3iZTRxdNnncmZexw9/nRjv6/UuPn7AfxvNemHJyEMoHCfqH4uC421ufbCd9b2Zj9fZ0atzqMVTwBVBFFkbTTg9qrJzlatoiOig1d9Px22bppnAcvReLUASQI4QeVNoN2ZvJutuS46ICsd/3HeN3r8yaGXTsXNcEJ5uE4uIN+ofJ1LM3skrtYZ49+tte9jYzwTWVsn1tYeAHW7ovi1krGel12mBubWjGaQqrBWv+oI9q/tzFxydDSJ84EkkF5nVtL8TmuG/o+RnH0FUpUCGCECitHflhQRdHXmcf22VN1/4XmT3PlhRXFV+/nc83TOXDYP13cP05d8KucuoOkBNzz3gC+FWcDLFbeyPWVAafCXZEYS+wWOkkT2bGRSYmaJr3UktkOrHUhGEtATY1JyXhePHGqx+iVmfm/tnIfjetaWOXPbo9lsgB7KQmvwqYKyvF9CwPXoDtRetfNmQLk3z5j1YB+9VuQ33ddvzLN9F7C6NrZA3Jm56RtynSszL1++KDjG1isg4ssAT1ATsqlXz61Iadff2A26OXSD0bn05adJ1M9XWpfmTz8AoL8LVZrk4pKXnhVwAYDYzN3NAJXU26w44Ae/Jom3nhsdKEBGFLCLW1ZgsPmkLUY89u5rFJD5FMCmiZJs+mhnNwairCUkQAI1668Ijd6UQHw/IELlN39nC9qpStazNQNe6C8dFGQZ8PJRgIsxfCjG9Tt9wTYA1urP0nm5pjUDlgwgA5rOCPNAdEBIWP3w05vKPdYFcWu7lpMYrGzQf3kmlHv2lyAuobk9boFo72/y104ZzDaTksaoAFa21u+bazf/ZWOgFs/Qe/xfjCqLlVbQvfM22npxGqDJOTdzdbZrtIOLN4dLSOA4M0BQXTx+TlcVYBEjVh+M5rB4R2SBLUErvw740R2ymz8FIPd8ZMXar+MauJgYJfqWPLZDp8KnS+dF40VU8ytAWeGdfVAoUUroUvqlAzX+ixig1LEo3JOkwywwvSdWdn87L5I9P3wfKj1yV/rJ+Xx8OH+mY9eVu7nsnn/dTSt0vF3cCv56/WwlP317OdYnnxv+sv0QN+sgzbAxkp33DBPxnG/ShUWvSUJ2DZJcUkh9x+sQi4LEraQZbb2Eq+cQc7QA+Mx/ZWs+io336qzeMnbkfMcutFOpens0gfbNbNN2TeafL77C5/k21Ih8t/nso9i++u36wXe9W5z41v3dTun6fEZWBJhz33+8g43keTsEnc0PDhWjwjXzq8lvWXBK96+4RtI+xarVmyskqI9Dgcc2fp1OUF3j1t8aevbFEjuPHA6g8ocdFXBxo3XpVdbzb2yI/XVO+dZsxB3bIE7l07wO1f3OBL9u40JGe7y4+BbR2B7nwTrr0n+W+EJi7mlw4Wcf6SoaZaNOLnrN+oqpbjfp7czuzN8yZ82vthe/1eePzuxojnwnTCD2A9j8ThOr6VItXhPa5naSS5wv2SzpiAGI/fJMpXr+dMxC5jK/n+vwi1r8+hM7o5jtxZOvv8KqsOaN6rmDZ6AebuMCGevoAPZAPOOcr6BFkdbtHLPeY86af9q4qWejm7WYL78+/+JFC0VukWgxrFNcQ0988aXCo/mI/n2JnehIGORhv/ssiWP6jnz8mjEcCht/TzLiSWSP/dAp57vuaLgyQygOTuLj+3TMtZs5/sz1G9mMzXiODESers57kwKzX6PvP03Hr8TOJ+3E9TTk1/fzFxQ4x65LwEV3mcPpPp+mKMWZgcE1sdrZvGJMZ3Y6XwLz0+fmrbJNw3EVb9wiR7r5x+hjyVltzIVsAAAgAElEQVTjjoAWCgR04CqsfWCrFFNEPiTovvgytuzdMQB+m2LU71+7Lnlad+1zHeqKAhK72c/ffiQP0Zv5mCQSHcIfNWOdXSjtdjrza4/Z/twPHBENtLoY1PyKxnRQu583iRnYSFSfZod6JtSfxMuesUveP6avdSf/mF9jcaM/NyPT2dYhSZ5qx/v+sWZwoTrahQ08lM70Q/23+iuYjCa7pYMH9hxq6cq4PYwP9V7Wofo2P37Wjm9FUmP1aIwQHfz0UK3XT8zzWSt4nPto8Xh9CDTK2ctQun//2pzl6eDP06X5rOFZArPoO/7Kjz9/+OT/89/+9OS/+/8NUxWD0mmN0/MZ52hFIWdMW/MCeW9umi5ox18Sl3xA+rKsdeywmDv3pwvy6hR75yUZfWd9+pzX11+/ql2DT3ccSf2KBQstgobrmKWtgBtFcZ7vk/i57RiUkYlM/ZBxVuKdJnaMXVDEaRRMnkvsXiwv5/snuFeuadQB3dsiCFTAsKHI/u5pHa+jfheXhvHAqAjjJaqXRo3PB3d/o/weVgRX8/Pi7w0nMkP4m2+apFbAcOc93xm17fQsnvmI3ZABmqrFcNYgf/4ghRT/h//933Qu9RNnpom5w5BX3yV4VPEGDQfu5tf6wM5zr501ev0qhWsp4GkSEitDKK/7nI3TMVRN04m1+ZQtnslrjFSzIeT1j3cwwmlUU3hysOb8/pe/KBb9KR24L5qIfZM9ocfW5Uxe5Jf2HfYUxTuzNpybHuyWVy/R6651/ZlSoWN9SPENWW+hdEZMSSA3ttSp+mKYfkek1ZtcrAa7YPecCd+LpphcliZYnqFYfvTBaVpMe2Z1JNtmHd0zuYSxid1hXWbav8pefBjMRuLaOPL/4v/258h/CgTo9cZidFXWvz6y4pPlij6JspJ4VizT9T3+52zPmNisdZsxdJ63mMo524ikizsr9P/m1TctnDAGQJLdMy92YGejU/N5sqq5Az7peTcSI7gCxqDGU/zj4ePrFtbhHR0TPb380uIve8m/KDuK/FXuBS6p8IkveVMYsCnnvbhUcx7DRDVT+cwSwotx7dOYiNcIyu4Wm8XmmcTybLmC9cTsKZTqiz+t2DDfae77+0ZHdSTcCkrpdoU312b7CF++YymzHh9k1vf/6l++DGX/GVOQn2PqVZFdXKLb4E+YRObH+2xho5oKeIzmln1+Yz22dn7acaFtHDt6rD7NGtaaf/oqCWCH4t/2WtAw5/FS7t73Mci9uR6SXZCzNIdQIDWFWqf0rdcEfCCM10MyuAH+/cxNSLvAWq/fzu9sg1a5teSdNdpC3CBuQM826e2E6+1AbHL2dLSOcnA0bT5yqXNHPbnAZgHqXqt+1l3j+R6r6qokj8DfZOaSDI8JYJ9vRb17FgfXWC/JfOeSNnGSB+6a57tuAnXPuSD1Auw3kefvDHSftxVRM/J3rUeFcRO96wxuojfrdOeIdZ9PonrrM8PfB83rzgR+oH/OfXCI7IPD2aRRAaPcY/byOvWbTbpr+I47O7hz1raKuQcK2aEbve9NgNdenH28yd9d57Fz9ybLbodmD14uuz2blvdHDnv3h2NWU9afHCd4nYCXqvwmgFfUsAowd2XvVwAwusBbAei8zWBPkXhVTifmfV0q8Csbey60k0ce3nqzK1xQQy7lbRqzW73BU/ARys463dm/vku1TY1tzk9nCJ1z8kh/prp5efLOOwLIoPmNvNbx6V6uqIPT515Wabazdvf5BikUp6Ri5zt1b9aF6Ix5zNEXDM4ZhdoNIH0H2myc96vQuo5a1wcQfLqn7R+1Akj36ozR7B/AXbVRZ3DMSnQfl1wajfhNFF1Zur83YVMjEElk/CUxsye/oR2rM3wSiSfRd+nRG3ydjomC/u0YXsHEKMcGoK6CzHPpBLnnaYGO81qWgILxgo+9KPiuYUEm+mVrOOdbhRL6bXPxpsw7o1D36vk8ObjUGqOPGOh45a6Go3ouhj/P7p7XTagjNtcEJAO3zjO3sCB/7mxsAHzPwopzum75z2zSFpKUInf3W/1Cto5edHt3Rregi6PFQdwsVp9D3SuAOno4DrzK2c4tVMV0rtvZuKVKjOMkUZnnKcjbGV/We5Wv7SDrukngTh6aiM8v1CdALs/Keb4zPO9smHcFHZEpQDLqNzJyZ2NcsLBnPDfWjv+skevc+ymQWRYAyozOSII8lDBAFdfTlcEwXypGssSxavWqe87erAhqm7oE8M7dZs9DIaeLbLx19dzsUguY8p30boPS2vCbfJ6dc+Y3k3dncjNMHhPAF4C3Pu7r0tAqyBAASxR5oYZ0w+RCh/O6bKf79lpVHT2gcm10sAuIOLDtUG/nzpLhZLL28Xz82lPnpdQyJziZQ5fn0LGn0i4fNi9KkCJpeBlEAADOPiqc6x84c5sdHNBNV3LWTAW0ANnn2M+rh3QQLnAQMCUpVrpI/o51HXAtSQwUU0ZTxo44ggKizjDWGZ57+tUcwDPDZTO2JP2mK4B9ggYAOSofgG4Buejbq8e2lugC4+iX5ldX/uiCOXzV/dGVgi6yoMOVM/7A0lAqLbM+UTeiLVy3hU6KVwlm24V7gBkObP43xxetcZxd5wIttHNVMPA8t7Ve1+WSiZzwlwkWdMeVKrnzsnVHjTJxlbjTdNbneamuZoOaID6FTrqp+sSV2wCFWUPJ7oER65Kv46tSMu/7PFRLrtpZ15FD1NheZOOHACnVFaGB6sykyDOwjO2iR/gjGxehWnN0groNAagYD2brzBYbzXJnpAZgsz/r6ELrdVkS1jFJl07PSiRs7x1Z12yiSqIzMix4cR+CSS/Jk28CQvx1ArgzE/MzFdc/5BnMlOlsOAnbBDmfiFgVLDTwHlii69RMMbr5ReZhbgaqinVd0usKmwwPYF23r2TT1q4UgHmGMqDk7wPOnfMlQ4DHgCjU8iqZB748C5C9Od0rotJ5mu6hc6C911rocuk8w7zW6anjKLx8Nd8YBUY3d30knagdKRE5lYRGu+k+S9tblouAfwmmPav7Er+Wirb0kfO9AI2AYi9gjH//hX6I4IxCbEHxlQd//vJLAOgqb92cvV/R3woRnYUCdKlEbtAoweYUSwB/HVkH5GYv0PMJcP/4DeiaAo4Ahp1ZlUpqGtJ3SjTdrmg0zygUFZkMGAWQjhnlD0BygJdPQltpFlHB+nat0+0fF5jhU737HmB/XWb0pRnkBb5zRm7Hkudo8Q4bm6Xx51ai5y/AvOv8f2tmeXSToqHOctI9EqCfHm0B0ilMVICyIu8llummzmrL2TE3dHOgc64tC7k7fsnnSYJ07c9sIuCfBDr/rgUhuiezbkB9OpNO6RzGgAB+pqCjtPIBGJwLcgicoQuxD5TiOuu8GcPzf2oXTyEyu2VtCojnh4v71k1rBlc7PQDFuslJEr3SghbX3Az578zR/D2diKrtIwD0M7DqmVlPuVYTQmVVsY6jJGO/2TydE3T113/5pvv4YfwgBRffhfaaffr8i5c9C369SldoCy/4JKnYX1FO1kOBF988z/VjbIg5yK7VTrQC85578u+ercWBeaqLnK0WMxbcWXFd47D6D5sL75w2+RUQpOfnAJNki9xIfjTmzN4CTMwov0km6/cMDVueyTm0b5fG2n7u184W4EyRE0qaxcWR7YCnjUHyntevvzn0/sMT7qszlMsM5ExHBqN7votu3VgfMr1ODraictTk9HwG9vWhkFBitjTjFMn8qwHHwzYkX/lC1owMWeMPshffoqjPf58YpxJZ9T3s4k/x+VYkaE74YuOBf+LvFWd3NE+fn+5OAjj7LpnVQqp2vEpeB0SMPEpK7h4yfzt6k+yzLXwinRDAJcmbn1uENJpKBfXctm8DvqKc09XRQgXns3G/MzmKa3vsHN0Eh+e+ReSdH5bDc0dlrHNjO/Ai8xXNhKfHCrwf/5PaLS1yEorOtpnOfDNFTHRru9rjg9KLCuHsl7PMDrIhEmqdn9pzF/0mr4VlIvIkXqDTSnt/XtZEJ8hYmd558tVXo8611rpp+CUKhO6oimEnAW6z7k326H6PrCkq8jpu59Gnm0HMZponuddinbIY5JnHoIEpYp+XWGsyPfZIApjv3URZ9AVfrZTpAcQV/BS0T6Ky652lrq2Ovu8olcNs8F1pv0OLrHsre/ynv9WJm5nm5qRirMl+lD5eR2x+cgue2/GlEIkNTpe5L9DNZsakGGvrgJ2BTC7xMIxu3Xw6AMvQkI5dr9EwMnFDVDrii2+ea9DN7+j2q++3GelNAudvdJvz4L0tHBcr5Xf/Vh8zb6IbdM3oKu3oLsxDXTadqGbdR/fnjEmgfOh7s/66gstUBCjPqB0Fc/wRerwJYDPX031INlFck4VRHksSoNhnt553xuJjcfbWrwXLLVDCfpLvbOMEvREK7dDwYoZgyz9KsZCOHs+wed6KgMKclc/3jMEmgWXuIcVlZEVhyflhz3bHi0nWldns91D6am27Y7NCIX3keQwMG6mxuGnKDRA+/0pWIx2knR8cgLxnVUwdZplTBDW6b76emZXzp8SnfJLPUkipc/Dn6FTUse+Yk2rff/7zk3/v33uZ5O9jRz+jfuN99wQHRtkr3kPlb6k+zjo8Nbop/8xP+HN93TEhtSo7vzzvy3S8Wi9+TjHW9UY94J4SjM7ai8w79VPJG4Q7/PnCRmyl/xRZxkd5+QWfRay5cRs//0TvJ1n5fIV8ag5nRhYHkefKTDuodybRyYpDrOPryKXOLon7wgxuP9dwDxLAPd6sg2LkPNMonXMv0WX84pJFwe16rxe/iw8Yv++br1GjOw+nSyv3YGal4jRrM1nrCufe7bkEcfQV9g/nt4nGjQu7jE8dYdRRALM1uu0nW/bnXO3YX9S3e8Vu1H/Xcbd/4Rd8xw84BZvvdmZ5+4lbUPNRzm5tRs91/MgPJQQTh3yF9ntd1To2P5eQ/4M/wb59+OT/+V99Fb8gtiPJrn27uCnzwDNz2/7/FPm7lP/GZ1RvRHcqUPsgjCASHGUDaNycos1vXzVGlACSeIdnKaq6WORseTYcE1l0Ghvi7z/HbpXyOhvTeOcU4FrPzfB2X2F3yB5Ye4mpzz6DMSpQoFeWpC9jCLrt+C13tJzrWyt2gLvB1pUtK19ttrhCxzIfRq+ggB5mLsvJ5kt4hQkhgnW7Qf1UYlLsJW60lxcv8W9Xr/hOhYgYYLAK8C3exBcVP0Hv3KsRNk2gtcnmYPgHg7H+nWMNn8l7Y22f/Mv/9Z+cuhyhCEYxYawdH4WBYv61Tm06EMZhPRX/l0GpTqgP0FG+m/7E4DG2LInQjv9wfs6ZEj9jGKhcHL+9EMJhhWmTYLrL3WDdtYNjwUrgaxqI3NNGtkR3i1nhgc45uW3xDkxxhcTum7121iR12+V58iJ9TnqpAeaK7FegwP5fRjq213zYO3pkBfTLX/Bj9iB3r5YU/yPjFDB9TJ8fsXvyVeYXky3xKTvJ/j8Ue+V9P5xiSb7tT7mHpynu/i7r+n/+v/x3iQdyDsM88/mLl41/bwKYTJPvNrOUiSD2PywO9NXYJFYU3oLm3JfPtSAx1xC/wwmKWTd2mp6QiPV+zBId6RI5U4TfGKs2j/4ca5Y8w8ZCrmnGer5OoRe/5b13hyVd9PAuxsYNjd7bPpMXfszGF41J0r3Sa2Lhy9haH7jfdxLeaSLwnBvjRQZG2bziIkUnmCIOxtR84hruPg6Dlet7Bjg4Pd28wWkEe/80rn0kZsoW/hBfYrmjsZ29n/uWo2jmic+f73Vfchq61v/V/yb2+5nOYUxMj2zHfwDI+xpe4dfixtmrySj/yZmDR5wEdnM0mL6GS7epr77BCmXvOXnn1ZuhcTcgPt/2j347eF3/7SZal4l/fDXZlTcKunzRDcoeEr0xNjcZ1Mc5MRvZ75wKSZQRaz9kp1XPLoG5JPOSTQ74aCPfivsebgQQO+D/MUn6CEYvkL3XGDiyZ7/Uv55hlLOX73/JrGqQvN7u4Hy4l3yfIKNzJ2+kkB9eCuiHGaENiAS+KN8u2HErZad8SrGd/00IOBBzPrf2E/JSiBy5uHRG3exbxXsD13zmDikfhcXjnl3gv656A+w93+0ALqCe/bh739sqEPD4Hu+/lVXnBh+SfJyom6y+naCdt9eDlrXxnflPvqjJE6DSwzNOkc8xmiD3u1rWcfdhSnmJ6slN940xIIfunxXJfbSqsLI/Z9LFmyRosLLESZMEPfCnqvV2XHemzpGbJqg2y9EtNYEEEJHci4ICEvl7k432Km+6IJe1p/j67KUHHV1wn+0URNw5VX2WXKgdQ02kTxYoqc7gyf2Tf928SwBPPh4pin3/Zo7qrpsBEWyiSD3z3UqdskQELT7ayDnPDLDfAWy9Pwo8ny8tlxAn1760PJWTgLV3VsO6Bc8ZdS7wUjRZqrps69+5bG8d3j5bPsQR2excVamrrOdUN4lyjLWP9exzRs68XnoF2LbO4sltO1wA0Nkbicmuz/Frt9co+Qby3XMFtJJEAkBYqyvzBany/snK5LZdt7nv28VL73EGpnR1ma47kBygmhHMATBvpzKQTeJoM3b2fEuYrtL+UqGtCgrYotvuUHXnmS4tk+caSD5AsH/PdSR/ZhiXFLkVji10yguQVB2EGut87l3dRBzZfGhzKqcvSunMuPhEW1WOE9c/LXk8Sl10qSfJr4ryyDe5ZOz3PfTXKKUKauvysM89j5sVRVbRozx0Fwv+EzRaI8BP1yZnDcDbOdS56oo3JIT2/ZsdYa9WqcYB9cw6JjwGquBSPx5A0/d2Nks+57t+LU2jql7g+GaGXH3muTjrBSXiRBcIznMPVB3luzXffk1/OyPACmuu8vfX3wBkm+fn9wEznO8rBz5n3iFHY3tUwMT5zHdyUq0fHUJXoFNs8j3Pu9/HjnHZBTqzKsAhkAcwJNDerNqNO3B/zANnnVNyWSTM2WzByWFoEMxyGlUy6pC4Dqt7lcAje6r/asfIV9aB03gT8DqAfJ+AWBfMXg7bxGoVjgsqX4USzZxVBTKCOCCJ82PGjLdvtvdAmM7QJY0FHA54Vl115pucikeAOUDgOkHAFjrp41K/5ZwlSHij8wctXkTIGprn9C7HSbdvbrz0Q6fb3/eNSibPnrPxYWRSknHUN9NlZII5MUdkOgU4o/tEQmYOmRlE7dyog/iYGHHO6cImc9mvzl9Ca6dLZGtFyEZ3FVowVeaRM0EtvXOLlDrvJ9/zeRz549A8+D7Wsmo+z+uaQCLydp1/dD/s6qtvFCVwJOcHNrkOrHn5vOCyV3H0cz1ALZkucJ2kunMiePWSCPKcXyQxRlqt39Vf9lQRTH2/+hsLEr0eAerNbrEOZOXTBOFeXyfpttlMu8e47Hk49im06qmUnVg++lM/BAgozR7Za0KKzttIgBZanMrw+6z245sEZYLy0pubM40CXKLIrCr6UBVs5wnSiQFlk4C6BW2bo7Wu7KtP3NGd79kKcZSepbRLN1VkscVN2ZenOmXzrM7xLXZik8nQhwHPAe8/CVazL3eunIS7BIQADvBSBpCshUr3FahN3oDv67yb7V6CnFzgxRi9VnXrMSD2+3mCN8t1bUyZFCLTEuzWYj70KqHplQZX+UuTkeZZ1fcbQHLZQTrXKkGW5JGkpA7c0Zkl2aWjLnukU8YcrlEbr6ByBXJsvDPa8tDe/7u1gYBTxZQByugmurydBAngchN8f8+/bpjpfTbcfbNV9owPL5Cqb3PPaM3jZHNdkORogWoLwdqhzdYGRAu9Krl6/Y2E/QB/a/1cx2nk1PqohFYhbS3o9+eh0mND3oSKc7NO7yw+gODmojrrgNRv0xEtYff06fMmgH2/TqfaMlXs6Dkjkys+EMQDZFEzB5DNnqH7dA8oG2/x6fOA9MBFvovETWdMWw8z7FEgZIEknXQz/Ki4RIdMAEHADlkBYt1zZd7aHYXzudmEse8XbLKKZMNabqREOlqTvPSSnKDH2gF7fOC+H1AkyXL0jn/zXd99FyAhZwbw5zNs/p25psjCnnqOgoOo2dspediRqpsF7+ZPzZH/LPoJOA5YtvMf57oDznUbSe7cmCpfrrDMfNDoQz76isD4pBhIdHptVEIBnHxecmUgVs5DklX03ZskBVv8lYM1mr+NVaiUiW1yUQVC5NQaSCh6tRjRfkYfAaoBMWTA+SFrEgXWZCw/177kui1cAYbMb+qZyRkDcvDZ35eoVoiUa6PelfCm31xXAsQMQf6h5yognWvbVwV2Xjrw1t1qtmcoeQsghbot57D0rLGTbzBweN7DfNMiltJ3xs/OOVAo2HmfEWRnhP0HRH6WLorOhMu5os868zKAIvluR2v2AM3u6PkBOwP8en/tXhg1nn1d0czmCpIHSSRArULL+YljQyAzYopRJ+/Muq8WSseXX/dvChV01HctlmxTsDNqvMVQ1kliekVW8xM8M9nt7OJ8D58AVWhtSgAjNKb8VdJgjRqjdVwGW23fRvVK+9Ff9bmT8bWfCvUKeOZ932fO3oc6p1KQqCPf68sUGCi0mi+lU2wJlCYBTkKYT7DihVHpXWrn2Y8VmvDzyOdAs40+IBd09sAntlnBqiTaSbDTa0f8bsGs5+CbAfPEFkBCerSjTnIWJXFc91JnFyLI2b204HS7JJeFubZ13WkS8CvocqYVhnQvvsvc5Vyg1IT5U5mHol+wP+hWRYHsdfGsykM7snamrb+9bSEUqmzrn9/HEvVrCom0vN0ztgQgcFmgeeladYl/n2tKdkt20BESnWhBF4eTE2wO5Ev3M/aC6EsUi7EvdNf7Wfd2qJ05xnon70thyuY0T1fyQ+0jObPG/JiHefNZf/KzAqthOWR5CTZdJhuJQc94SfQVC2jMMjaHFqhlndqdGJthXb8Nze+wNu+Yje6ruvfx7/Taunrouumkj7DkRGbra0lMK2Lt96WoKmuvwOYd7CP5HnELPTt6SPGWBO9sLgaU0jcG9P/yT0mc6FzNd7TzO/EGULoUrZH9jr6JPXBrvucm9K2f8yxh+n0SOW8yC/LJHyuiMpv1w4y/8JlvvrYGkXfU0ykSK/1/vte5WJHtztiSL4oOHwuMuL3zf0Pv/CeFaG8WM5X9a+wRdncjTzZrvRTC0VffppOQQbqdwxffk/gqZb2YJ34N6vh2ACep1/MgpmrScgyN4l/3SN/+zZ8kgD0fec5ZFi/F9/g0BU7wb65yCzbNLSUTGiXabCFuzXujm73v3eNTU5mvv/52xR+nmKHN5fnuz78kz/HpjlwoGOL7tyQJVnCwiZoZBcX53Hevg/2WmWI09ctMcWjNVDVTdvElGnzT2yp2rg9TOmJIr7I3nt2+TVfDk52ZMb1JVEjekdkvkwAmU46n5KXOUHJhrql4rWMRw+r0y09nhEILghXn7bvpOEW5Y8Gj6xTJhHHkA8neJVkkwRWRka0Vmq4paT/3vJlpGT/F95GtjmmJfH+ZrnHuBfvXxIVRVTkT4jvy/VmK5t7kntlfcTY/kC641Ob1w6Ivvwjd9NWvCgt0RBr6aE3esImVmTEIOYe1B429zZVfjLSZ3PH9D+7HL7XKwnIzf7/7KWNIklDVifg68ZU4kU+jY7yJGoxW5g/neb7PWfPUnyTByt/DJvTrBfeIg6I/tPynkNXW8vcr91YLLlvIDP4rYaOYcsVE/KE3+eyaWG6D0mRJUbHCHGv+XSmZJWvpXpiSwoLE/0lG06HkE22x4m7FUHyKYSUXX7Z+wz1aUBUZpr/oOs0RK57UGENvGQfwyHzomhdHxCqg0Ild48Pw880gv9TPw6R05KKXDmZVpkaxiXtSZMgPQyU8O8FXbodniyHFqafRyn5WzmMzfvzmyb/4Zy/j08QfyHt+bAHjSW5Hz5tPPZjwYIX5rCJMcmLMnD0kT2++3xgQLz4+fWY+u49x677/NjY673ues+us2GJ3ScfwvVrAGB3DP/8558sN/ulv5g/D2C6TSM948YCd9crDSYDaAMXcZgbDZ0YRPZ+T7cEQsaJ6WD5GVzOO49/ET+ADf5Q4zLW/CytCsf8zXqLnpd/H51k02gLL/FsZ4BKj01P8JbrGufHsZxsecJSvOj5EHmhFWbprDwHm4oLzXL7rp3RLKwj/PfjQ//W/+Pt8W+yNZzp+ef3+jibRib3i2bFOKYRUeGXcVDpd8+/wU77uL4nH/J19WdxKv6xhYU1N1goz4p5Q0R4Z4fdImtJzZXxlBbJ2N8m80aTzLSVxfZZfPz92RTLL92zNNCz4XTH6RkiMyc3LNa5+8fPijWUbjG3KaKfmh/JdCi5fvvyi9+f717R6E/PsynyQi7N2RIVmwty38V5wUN9zR06uy3fjEz9o3gFjnhhdbiH21OiV+IYKn+EQzecd/52YdLa5/Ebs0pdfvvPkf/4vFPgtR6YAqbj+0WsaGstM4FGOPBfidi7yHnZLM4x44mIs60Deeta32hZ1beEAxXokgHtOqabjf93DsgV5/Jm/D0z3FDtJ12l723m7HcCX/nNdX4D1xwTkvW7BowLlqzy+ryWTXV8yhkPiRh5B+HZ65SI3sfH2IfdgnWnU1u493L2/W3VxE7xTBrdDYApO8EhJCsoaNAksThJW4DfjcDsYF0xL2NJ6D0lc35n7cA8X3Lo/u52QDagiXJuDeBIZJ9nX6/vuA3Dc7i/3uw6uKTQ0GEuS7jkbvOdAXJrqvWcHsgJYzbRkap2ItxNg+fl19r3ndn09bEr+cJMLQKvKwam82HczartGt+us+67zONe17z0XtWwOo2fqLMMGB1vzXWD789f7uI7nJbzurOINKd+ec0B6UPNFnJ2yeLRSTz/aaDLJ212XO0O2M0vd/1mn++z7fmuXpKrOunwWgAMwV+3f4oY6jZPVgs/5DAW4BIsEnX0SRCsYmKw/zrc+FJMN9C7l0IofOBoLpCROH53Wdq7n++8ztMvbOp7FBcxdOpy7nmVw5fkAACAASURBVE6ua1rT2zk34Pt0E3aP99Q+v8STszt6ismNdRhdYZN6wHDrVp/QxQd+rIJ2F/P9DwUezssplqCcR0d5EsDt9Fjisp9up6w5g+Ov30yaXW9dYJP524VZsCCgeCm/+r3kYA6E19WpjNISjG/phqoYCeqdey9r3Ap87zvnFJC5xDpwcd3D5BFopvPPvZYWtes0ZELgN4BYEnnf6bMfSUjlngfi0IHu/yTnJEePHD7Msz7PdAtwVl0siBvFVmWOvPU8qcCT1OTkDBSWsPL7ZvnGmuT2NuuI4xC5O91eTf6043cVj78WAL2vR1BhBRFmyG1Ozz2nnD3PdWP8zn9QiSkxHTqNVdYBEzYnwZ7dfRJUtjKwjtMBjI5nBGi3JJIeAOZ2blTnBOyS1Efrd+yTbpfSXDKAZxZSHT4dG5dO+1C4r1NGoK8CMMByz537nR551PeTPUA9p+aPHPBLISZooQJvMncB5LGTqeS83aB0BeeAc6XavPajAQqnZfsjiWFdXoQ6bzN6dw6ch3aK5iYE+mN20MkRcKb0qrO1paJUzFDq5VWbChbawWUmrApeybOepSWCvCThqmsONdoHT3U4LRBYQD260VUUPo4EsCYSwARq3RxXga+6+03o7TjAKufov38jAXxEy9kowFVHalWal05TBfQC8AFLApR7Dpxn3UYLDefwmNkMYOZl0YkDJVfNfQt1ahiqEK1BbFTwlR/QcAvUA150HhZQIPL2K7rwAHL8mmeSup7xKFsBfH4aB01HZKrn8xlVoqV3NFs4d9UK6FNA0YRPquHfz+wxYKPkAPqn+RuAyFGkTV+t0tRsHT8DNIyO88h2ncB1cFmf0kfFkeSICoRaqVyn+o65OEwE3n/slkCkYUrnhe8sjDoSbWUCj6z1t68lIj3Jiqw6MzRnlC/2RTolq1/nXgQUC9Afeeh+qjROYE22Nj/8spX80TlidDeQth5Mz+MALjs5v21Vk876HcMAfFyxxzqoFFTQRT9mHe/+t4I1c1A3eypUSZ1z7HWC3egL863ueZnd5/sleZVkK5DiugH1Gvio0fkAGutAz6scB+DTB9ZNsQKHv/NgmlQ0ozOAS4u/0FtJ6khqTo/cxPClJRMkWTf3dAssWgwBQFeU0wrYMWpcWsgmcbMfZmQ5V+5HcMpOAg900jlTS7B4dp1K1mXd1fMHFCgF/ExX6VXaW/pVAUsQgsk2y3pRZzvc7vFpbDDgw/UF1ApXxhBwaIc7w2ozNnUr3JdrKAiQaNrMyB+qC+2fJI/nZ887KzX3Lxj/6s/myB07FBnsPNPKGbAhBRstJuUs8as2gmE0lnRQ3hd7JiFYt9m+R/+aqbnxI7Mh88HHKKHwQ3cbKrL5R7577B5mTll3M4g7LzXfxafpPMF8Qe1UA37dGxgOdCWs4+yDrIVrKmYANgOW1gU/KkkjC9DPdnRE/CwviRAdhoBB9kbx23fpipiuCYiXP9OxzzNHyvl0X0zROqnq4ixwV6xUGipMA0/SVZSZlWO967Pr3H7yDqBdJ1P2I0n3FmkFIAGEteO4STxzT4GW9kAX82YWv59OEj45uVv3/BL+7dxTrKKw7AAmC06xVywB/Ke/+ZuJR/RB7Wj0wTc6X0/RJj35IkUND3HCESZBPnCIT1Lmm7cYVuiZ0YJvjpSzuMSegid2gT0bE8fsSnyrJFZGv4fe2znTnQfQFFyvGPDGCirr/0iRAVpywM+Dnx3dpGPpp9KTpVs4+tkaA+t67pMQ+9PnX1Zef48glXFCq1teTcY58JXFOti1PzcBDPjzapIyX4gy7sM8SxP9iqKy7sALCcjKcX2jFS05R79EX5YGPv/doi36T5EU+65AePNYF/tZq+4be5Oz9XuADkmEzhpsos85zn7XjwEAS8JLwniO3HfsjHv7ND6rNb5z72rzor8bW/ezA0efpmCMjq2/HDHojPkCL7N3XyRxCZQx57U0semcLoBSFaULCRvE8yarFLlKHjnjzr1n+PQk0Lfnkz+FDO1mcu/xg27hK510O4mXEFPBv1Ek26Osl3vuzGVn67D85LlQ0g4APn7UcYzZFLrr+8xWU9gDkFZwwtbRg+90hITzTqYUUq5Djk6UtBnN4+xbGdikSHyFzrl89D1zlG8MpwtakQEqu5yrj9MBvM6JFauXmST3/0P0yUPSNHEEfUUOnYNRHOtKGivW3/wTs9RmI6rH/5KO9VxTYaNESIHOfBeQdmNenKvIpDn08U2bEO9MRxs2n7FMYLlYk8yKJPKi10Y73odrMUILffLXzm2ma/O6vrcEsC5TPyvQmbUo9SO8Ix1MzoKOW2B7i6pz6W8yu3gJ+nW+3vm9bLq5lj3PpeEd1tJO7p/JsITkWLL8jF9af9B+FBL5JXIa/6gJ4Cq67mGpK+tTjPZZUdObJGpapJm96fOYNxmb8NuvwAvZM9/DTzuze7NmpW4+ibpRbyYWOAWPLYLNe+3hmLT2kuRxboYNPe4/naSTyVl/noSHzkMvz974Kp2TXfeDb8zfE5tnPmpGZlymm63hLXgPEBtwm5579ZcVxpQ5QyJzK3n+3xna3+3HQGYdWs5XfHDJhdge/u/PJ1Yiz/SLdWxnElrf6LrRTC/26Ox1zANJbpEpxVPD+RbbyRPZy3XrbuyDZ1SAdZ9T7FoGrl9HVWpvS7cceuWFoJgFhmFJ3vC/5zeN7pVd/TT2lLyYN11/yzx39JbGr/Df2um/2OWxg5PeTeFLEs3k+E3o2+vvRQYqz1mXddtv3NWwTwD9/Lh1BW9Ez/C/7blzckc3KOoVT4itxSKL4W/8tpgSrtE9/uLJk3//3/80flZmt35lIzNuJUkd8057OvP2i700lpFwjTxx1RdPT4e1yD+yS0b8EgcYHcEtMraAnJcB5cjrZwHyPcf7LUS2X/MfbwL4u3S/0YU9pzmjnkX833nbeb/kyk8/YwKR2MjsU7PQi+nsl9Nmtqb7N3fW+ZNMebeMGbO71kWSroVnp9CGjMJa6LJ//a91WNoXFKgr0GsCOLN8fw5FJ4ylnf86735R6LfxJ+wzH82Lz2L5UdaKmYq3p9P1b/7W8y8paX0l04cBW/UwhHyJyj43n2Qz/+v7dKBhrymDQIqKxMd88ffC5jScaCOoLm7suRS2YVRSeH39rN9j316mGPQzM4iLpSokV9wuFhvrnyIx8uH7fzqjEl4YSXEYPuB0L14uSVqYoZ3t0+T/r//6zZPX32WNycO7P0SmIrs5R4owOgYusuJ+FJY8zbn8mK1MYpBPr9uxMgb/a2PLpT6Fnw2Day9YnvVHcRDWBNKR93UEYZXze+kiD2NVkk/iC36aBPDOgE71JeHdyyc5g2J2NoRM0xco7a0NGyj5347szvZ2Hp11M17FkylIRP19cPpiLj27WBHg6PucQ6T482nYqsgtf8qzDCu0B4+dmeTFdzxLhyFfZPgRPfzZg0+KBYCO+yg2zp+dW/mNdrq2+HN4jIK9mxytUu7xf8T52nHN7ORnibKf/Ef/UTovo8N/My89tu5Gc2yaApuP2epb8BQ50bUuJvi7fycymO9WgEHG12W6Yj0sOsZN0YE/JDksJoKvTEfOXwM5+DOfhp9Fr7m2TmOn2NgZeyn2/Nu/+6xxj1evlVtqI0l9w8cC7HXwbp7rinqm+1xxth2Gsn+D+36Y+7EnigunRzczfM12sGo6zyfI/GbgYqKhW9gVSeOJwewbtpvnCsaTOG9o7Wyc53zTxqboAe9XQJcfzt+xvkPX+RLO5U9Zz/oSKcL9L//LJI7fSXFudKqk/2WHNVLmA2OZ6hdh7VKwHZ/CtaWBxUC56kPhQHSgQj/+jKLcst3BHuQ88l5yX7/iBGIKMMU0zuXwO7HSYRZqAnhNEMNJV8gir0Evswn/RpPo6VrtdYMpSOyK38mLOGA+5dZg/Y2jgH4TliEvTCXNA508BF+5WBkqnGNHJgvzzWZbVvSj8F5DRRmC6Kz8h7mhzAA5/2KhWyChU7exZr9VjujMDcdkFnuhcJ9E8S/ci8arMStigYxuz2zg5+nN+Kf//JPE3cES4KV8Q8+VvRdzGivnC960wGdNIWxpc6TNd46Fdj4AzHiFFJ5rzY3Wfv5F8wPUze0AvoF09Z5HOMjX21TOfnaDzy3ecdwEbzqPBPn57AMtcwX5JOQKwu/avaVu2v58E8CXAtq/LTBaENzE3gHq7+ebSMlFytn91nXvzx/u03cdUNUXLpEKnBhFUw+lCgsKroJxXA7P5Nrn98fg+CaV//GXqpwpyCrYm+++IPU+ZP5+KxtGMTeAaVSSgl9reQJ0tukExFcHN9fKcPWZpyAGBuy+b2J7wNO6Lt5+Cco29+sK+AAFASLw18+3L4+O32axPCrLOpARIsnTSx2iM/LOQfX+GpMDLlwZIrwNynN9AKH7b3Wj++dYqcLIHgmQTz5nRuGth3j88+6vFe+nDbrgjUPQRNyC0VsxIaKl/Lfnk6fOitCdmufXWF6qrQOc+MqBA3tuh/mvE8KcfN8p8L9UBhIW3k583t5zD60SkozeymprUGrWA8iUBkTH6AlEr/zfhNj2ft7qOn9nwCXnbudrz51kat7g38nKpa4s9YN7O4lbMuWavtcNX5BMRb/7bWdtg9et6YnSer+Uxs7FwAwADuU8EH0O2H6+PQIA+LP1uc/Xf6eQBMtR1pT+7mcJOAkHu+yeOZijd959rhp99z8g5/DZV9dMZjgG1kOyrOflrS4Ra2spL8h7miVr+Nx3u4IZ+VMg4d7Jc5X16exp8FcjMR2xgGrBkFcpFc1QRFmdz1/K91K+Nkk6Zayii7HyKd3hLTrpMy6xNtYD+zFQGDguaLi6b+dbomAdZes63czq2xU/nTZwSKzgfnWB21tdjJtj5r5G49buKE5m9mfzfgfePc5gfbQN6/w9Z+o4BrdQhmxwDABm9pIOLzB7ut91Ca3jfXNMR222Qha3AgwpLTxj1gKRdcJzdJxjPwNCc4HWWT5KVAHfqEqPfYndcI8FAwDM7dpfkQaAu3eQ5+bktVMm6yH44KhYT+tzK8i67sdJuKMEAKS3W3JJ7FGKuNdRRT8q4jqE9utQWm+e6yrOVPaOat29xqmOs24tGgwkcJjO2/d3hkPWBW2KZ23SpFR6CwqvM3ULhZbQS/VrgLVRBidZrlMmDsy7h1pldnvU0NP5614RYAhQPU9n9gLODk2T90m6jdFAoLnKVO9rkQxllQuTeTrCz56nCt55FAyQS2v2TcBb+pneIi8AtNL657MSuJsrLgBDUzfHa8Uo0U/t9h2tow7I6oTci4pGYN6SvboHpxvdZ4u4st6usQ6HfFUpsgRHA+5XFJNnC96jMlQwz3xw7FG7cux1vlLIS2rYH3OH0J0KMAVwCjo4bkAj67b5y+34isNPHv1ZEmWznUZrO0p7QNwc24KXCdTGWKLiFXh3nKcGsmNKacVu1tR9CppcG9jLN2tlf87KEly68bPemT/yTn5tRpTnPoUD6ItNMs5+DkxfQCC4AxYN4Lm08jufAqer+74Jtd5mtWNTYBdHL9z5zbVfKLWdq/cCiiV4jdzrurzFV2zhgqnF6M6fzsJLb94OgOrdjbtwRjpTsWjQOnhWCMMm3Jn07+e8P85W5x+2azvv82zrJFsn7nSdLt7N5vO6YwIkZckJKmDO9rouyF7Oa4sSUJQusWH/JPHcZytWM5vxs3T2FNzLeruGpL6AtQUI/I4DrN5u6E9D7eUc0euAPrpPEEd3lpou3432sIclMvn8E7PiZqddD7tOadUjG87knmdBtsTda3P0nOus+e3G9rz2eDMH18kqEG5nGz1dedtXjrFg9rRzC+PPkgXyZTZhZy1n/8mdhMXs802qnM5iXa7ZP5SUAz5n45ZAWgLOTGrA1odPNzcZQP063aGKLrxU+mLPj4Vox+zPAVpHtxVQJn7Jl6FY+0EH/gnknR9ds/XVck74HM6h8yIQFstsBMKSWEDFX3O2XwRcod++yRksJbJEc85HbfOh2bMO5ADA9lH0K7s/+kEdkwHBs+atbs5aKJSyrsAb6wJUaoFWZE/4807kUIcGHdMuZQUCAYI/jt5cJ2muLwGcgNEZQW956a3aHZpn+/qrUGNjoJDojXyNHlZ1dhVf5fmXn9jfUxCZNaT/0FayD87d69d8Rcn7ATxuX1JcFyfZfkhol1UmYGvuSdev6wA/yo6TA8EOSJa7N/HInSXrvJObb0PdZxdRbNKbdCL/w/tHKR9gPkG9rvqXn4f+MWuo4nudhaMQ/f77PO9hGVHQoPiO3fVecobyVqfVs4C8aKYX/5nvig50xRYFu2rH6JmxXngtnFvnWbvmsu/tBs1zjcUkdip06+N4WuD9TmamuW+zE50XfkfvBXBfG7REBHmaujHWYHOkBmAvIXA7y+dX6IgJIHqo9RUJ8K+a4ND1EQaBhU8r+qndO/4Gv3sdiPm3+gE7Q5c2jc5F0e4RMCSMCnlnYv5PKNvSEa6I74P30cdGVk9sZd7mGDw23/L76qyNUmlRUdZBZ9K+MDSuEoMNcrc/1vJ2aEoUugfsBWw5EFvMcgt/JamdMboHJfw6BVeQ0wLTUzhFjvl72BDIOpml7/jnRr5YoxWZmmc/oFpHSgvZCuKh7l+CUbff5gqa+xZdI4aqv3Aq/MUGObPPsgbs201kSrxI4pSJwNPyRfLf9uK9+RQBgSXGsGExR+0i6JiHgFg6hOPDmR+pw7lxbue0zt+n28mw7qybYMPcAexDM9vwsXu8hMbGxujeC/VjdJ41VEhKnxkV4Ox6fkUSHY2R+31Y+zxvKf5SEAPYtnZ8qRZxRdeXVre0/it4Y/c383jsNIpqjGNAa9x4I3rFs1zoxZlzBnSTSEjcwqWONaqN9yR8itEJjzp8CQrPdfEkFNnPotfXMTfsgZxI7viMJPItdGCv+SD0zPvvfdyz+WtAXp9Bb95z34K3xbNlLdNRH39R0rSxa55FkgAQSTe2uCrPJSaQ3G8XDTYb81Ebt4qNYD+JgwH0qJsV6UWuyaL18zyrB1pR9K+/o34eAxkbrmhrc+Odr8OUcPAgcnabGPgNAzZXXEEmph30CM8WeW9tkHmt+dnz+C46W8QZqK57PxH3Flvr4Cnsz2/kx6ZAyizjMn59GHn+dvsduedjO4P8AGB92QaSOCkALlHZdeDrDT+Yvs6ayGnpto/9dJafB9x3PlBr/qBrsbHP6dBvMwCnZxhGqcHNgDbvEPuFYqqs+XehiXWWy3KTz3TURJJ19NfmxW9ermf6PPbFs1b2FaTlGyQJysQATwHOHt/4sTFk89g9CzrKFrm0U5De19UsDtj8UPECe6O4wTqW8UiXZhs4osNa4C9ZsELdxpmRA3reQ4ppPs7zV696XzGbUddORugxcqcoJs91Zojb94uFwf6Mg/gw9qJxFhFvh/xkRRxVQDuJ23ff//nJ//h/8qw68vVXMBnFG+vMlFBwrhWCeX1IR9bncV85q2Kf2DQxu3iRjvgZE0ML/OkSFKKkMQmO+MRou1vAA5vLcykoqUwEBH/9tTgmlL6fx66dzJOit45e+UTcTT4UUo2en2/meTf25CSO2TKxPUwdNpfiSbG8hCxfkDmuPpq6LhVrY9nOH8VipfBa/GvNVxj2Kj7JqPqNpIB9kJHYptcwGDjJ9J2YunPa89k915Mn/8N/n+tnnb7402H0aKcv32zz5F0PU8A75hj/8fGTP/99ZCHjRMw1loT8u39ns7k7O90RzPo0nkiyTjHAH7/AfbD8RV+VYYTcYfqQCH6vM1PpaZ/fqLH5rVIaYk9Fa/zrxvkpZPsuhQ1/pAj2lyaAYn+S1HoWWf5Lzr1v/dPffNa9/DHJWvNen2EAiK9g5vrXfzEm5IMn//DV6/gHvk9ncuxXYk7U6+9LIrbTccXCivrYO/6ZvUT9vg74NVnAxH5JQr0ForEDv5orHD3lMx8riuxMYIWQ7NNwuosnO/fOH3/FbFJnc4WDY6egl9iuy6zVIvTcHwyks3eDCzyPj8mv0aXYomQsBLDSjr9bHPxDkm3oaNfVmD04sf7XXS+4wsbelDEyOlQik4y1gDe/1ojDb14Rs+Iwz6VoVVxIVug51/8sI5icWzbq1euvJ6/tFofHrmh0zULzG+44rxU/HVzhJB7WDToK6Hbj58fPn/3x5F/+x8ZVif2vT7xz8vrrxaJPq9fElc6+Nbz5Eeu/Ihbn3egmL/HUy89V4gDugrFEZkapzVdSNOLL+eRwv+COJ8fSDcpHvoo+YmvNnKZ3ur/FD4a/8RXIx8uX7GViUXYgdMBw+I0jWwzBj2Pj342dGeZC929N6K73PvDAw88wan0bn76YBgrenHW4pJe17T2/BdMwe4roi+coqsdE0bE+fPTFVN5eTD1y1Pgr/yZe6mid2KI1VcVHjPIRvyAAuAngn6Njuza59n/2n3+d55Ckj+wf/HZj7zaXlg5eF/4KssgP16r+R1mv2PIVpim6t1eN8WBE+fcWQRys4hZtKgQVX/EoOtIMFTTmnrLVrNTd6ogH74zcncM1ln1alpoVV9UzUbwVrGj6FhOHGIeMY4rMaJcUdF2a/N9DJ+++fcNGhUwwFZCvaGL5Dvfi+zqKBT5UvFmSWyw6Jst2xEfQl49g68Xtk/PcUf1Rsq9Ax+hF+/ZL45LDkBfZWaMN/2Md/Mt1zDdsnGPkR8cXWevIYeWcbfz1yT/7F+LQeIApGnovun3xk7O0BTTmZzmh4cdLAO88eQbvs4Tk0pIIUeA3VxiL9+RN7V7/h1eRrLyanKyDOMDrUt3489v/duf83hl7q7KdE1nQ5K3Erc/eLtybFLuAy0NyNd95K9LqoJ4D+9cJ4HbE5L/bEffXCeC/TraWLuSAd8t6bwP7Xa2gHuB9Be4x4T3H5/79AoA3wTpgcVRGbyco/zoBPDpUBvu0X981Vq2kK+n8/aGDyXsPOPX2LORfWrG9hEU/UwPCYKxqZnu2JNVdEwlHibN9x03aTUntKpSV9SDcQIrTLXkT5ZWzKAKVlZKFl466WdEFFd1bg6pvwlUy6FDtDiTZdyzQXIfgnPwze/m8x236Dp8R4LXzrUHK4/PMEM8AXNrm0gNzeA84gvqI7FnzGrlcTxBgpunospZAdF3JkCWic3By0c1ZHO3DA+X6uf9LjXbPxhLu64pdx90SfqMNeCxK8O+b57ADWcWekyiQ6fzWHNwpmil49/eo4CengsWHtTgKsZTQ6EUlS4DBpW0c/UaD6dzDTYRPhjnAoyScCAFFc1p1MAsca1A3/5PMeEu7CSRYKrurOH/QAccj7p5wnhO8EZ+WgAj+cr2rgPY8gMkltyV4HqiMcz+uP+f8sbp/SbFZd/dIpm6FtbVqICvBDbw6le0LbNe94cWY3v2YbK86/R93OewcV3P13ubctroyMo1CfDpr3dFLsACNRptFmTNEtV9WOUsNWH2Qlwayq8hTnd4ZVnkvp5qjWXkr6LfPbvbC7r+zWw8bArBHN8KoZAeqXLChYBwwp0k3zvwKLdqFZI/JRA3H6cZuUivPKKjKdeoEdo/3DNdAuwuVkJW9/Edul3x3/d0/OSpN6unMtS73rLte954Mt1ptxREczQFCm623c8dZHAi3JIugl45LcBsH0q1JLBaMrSwsKaqbYzSaOsNUrm4OL5AcQHfphQumm4GQ9VxRxIplJCSanMn15aE55O7RenjOnaFQdXXewijDLr21Nbm01/K7AAv7RP4AkuseV5WKOnyOz4L30XYJRMlDaeOtZBPAaMB4GVvXVrRWxx8mCoctb76FJvaRA7Y5iKsc92r1exyPOqX52ZLTo8zqDN5W1OvOXEcxSpF1zY+aWWCFmYyt+DYBTuWoYMSCV7p8emy6z76t8OQEjigd8pJwFPi0IyMByrXbLwQnJzl1hW7O2Tpg7txcgPtmRw8I83z2i5O0mdGPM+w7wzlr9nYC+N0EA7Ott1p41YWuVScVhWxeQJSyG2T9W9GX23/xUgfH9IF5uNbKPplnpAJfgFLbmDegk+qMY3Pf2hWcfeHMtUof2DkZFgRX3zovLRRZd7P9VABxv/vOgyc0mxMqQeD5blEIoHUzoEblMhvhzxJCZtEs8TZ6aTKoK8R1yW8760OJjLHz2SfRFdHPVOQvcTYFGe4NoK+o8xG8ng3fPL/NPB4V9BRHu/9xsB358/tk4pyDdqUofEHnFFrbCFfnwSRI+OzTJHHqoK8IzCWdihUOLnDwb7oX+Qadn51zsc6t+TZeqtKXyBx9G33w1KxbnUs84OqrFRjMxqVKOLJq1vCS4+c6AczaHdvA3UxvoJ3AmT7crNXOvYu/265sNJOn8EcVPHC3AaLZ1E1wDeT1bPwOyYzKVcRI5e3PAZ5cZ9WkKOFHAXh9xA+aSFhhHNYAuujnfFgAuOKSAI2h9CzlUQLXL7/8IiCrpNb2o4kjoCJKc75P9qHASLvbxq4j+VAfBl3f3dOs3/+frXv71ezatoNedrnKl7qXfXYSpIB4iJDICyDEeUgkFCmKFEUgwR8Jj4gnFK4RvMNLUAjiAYHCSTjbrnvZLpdt2q+1OdaqHfLtU6fKa33f/OYco49+ab331tmt0TOvsnRnHUCxYgfr7FzWh76K77aKx2fI/iYZ5r9/S9HBZqm77jXmIbJ96MwEcoJG4Gnd9lNMlX9L9EYrZ1+AXe+zRo+rI9mPdwnc+f6+g7w9ekIgxlqxdR8oqviGniTjZKpJxNJK0a+6CXTHKjzgh69YZP6xToIVxrBDp+CpFOalU8uq5Dnsc8GZ7EmT/ToI0RA3obIE+uYhs02bW9uZgLl19yp5IqHHZ/AdXwcsro7nM5SOeGdcR0ZnMLfoAh1zAI0AnboiJHmBK2RbcLgRLtPPfIPquTwHvSIBXH8ogMkf/xiwIDrhm2904aAUnc9EL32ZhFOT+UneYzyZDl7B2pmNzg63oAzlqy6knI130ZObdbOvIgAAIABJREFUIQpg28xgya/R2a3zz/UPK5TiAKDI8NnJoTXkX+oAVSzhen7uTA7IpbMkq1KhHltHZpyfgZi6ROcH2VNMK+IB/r31md40SzYUr9kLa4sC8dh6fAjbW7p6FMTzP62pTgR7nntgM2NrdOltn6KvyYGqfbbrt8whC1WhzoG32SO+PgDGVcUqCs4AQb737ZvsWTp0vGpb8vvT2ThWjckkOQa0G7Vgxuf87RU3m2OpgA+FmDPpTAx0nA+iC8hzkKEPWSNsIqNHvgCO2i02a35h5wfz1Ut7vETX08wUe52OcDpGYkDisAlgeu0qgnBe2jWa2VtmR1r7Uhznz7NvlyDxeh3A92bsRb5bocezAoFsEV9tPu46j1cUV4aS2DbgJx+X7wUc8lndu2TqVOcvubJX7UDP0c4zut62XFSS9lLgUVaLnOl2UgLGgDeo6mJz1kW8OebWraBo5J1vhemh8UaWG1W4/S1uUH/RG8Xx84mLQYixnIPQRgKnydnNXHn0ofRK7F5jkuwdW0EnAOd6tvMJfiM5JF90yZskQpxHRYOAaR3hi6X3fA3hswbs9fskIQBPYik+I/01f3sJ4EPZT1bEqwW0WrS5a3T2t0JH9jDXZ9N13gP4nFudIKMITHIi58d3e684sEW+0VXDe7If/M1Sb4oHsCJcxbh5fuDsOtfFvXuQMXSs2HJdJZxKRcVuzoYOM/A5+gHTjr0XF1hj+hrlr+eih/n/p6hOl75Yxn1b31KbYgHKd7eAMreMPcJ68Ekkw73oHaBtY/qrI63J+NzbxplsrIWCSHH3KZQWo0lU/BS9dABce88/L5NPknMn0foLOy/xWIaAMc8pktkeLoHbGMe68B3rn6BNXYfhWKrmQ5OLsocdVx4WcCUU6Z9SK17JfWwLtYctMlixHXC180id0ySadAoOLzMmY4mN7RXqVB1uGdHxgy7Lj0l0YQa5mOsu2fReiRoulPtHxflZdJekp/vJEjWG/MUosdzXEsBjz6o3ryPRfrXQOLpA4r2dcbF3KbxroWC7k0ZvXQyveMiKCt68wpKk2GOzVldkMFDXOpXSt5jT7L1YtrF67ewZiTJ94H7JE7tEXzBXkp6ni/10GIlvgNmngOTI6/xpMrzCJr6Dc784ix5WnBvbWixuxRMwsRYLVk8PtCfrZGDUz5mZe82sfoMONrLoenRsk+WJY+jVdgk7S7Fr8Ry29gGmnz6z3mLH4GeSv3aQvYvdN9t9cpZ9l5Srb0Gf8+XN3CS2bIri2M1/5C+Ll1f8fWF+iIAvv6gjHzA+RFbHdEGHfrjz8nsx5WjPT+E4fbHk8gqPnAeNA6UJjl2989vDUvR+bmZpE9zX+LhiIvY5uieXr6z2jPNZ82xZD7Oir7C2Pz9+xK9JOvj9MBKMctPnfMlHmVlKXsTxrzL2AzPNYj7+zL3ONLXGtc2RuVcpRrSHz2P7pj/oU77v64424KMWmk+hRZ409jdyLgysDlWkGDscGmMJ3RbT/LLrHraIee8oybN/ClzLAOOaOinNyYabYihSQJU5xD8oymV/olfaaTm97PVTYkyd7RL7v/wuQbM1odNLT3ux7njeH3NdY0/4TU86h/luChLT+fu//vHOF0ZL5GnevJ0CeBYa6/qi7aCdfVnB6cb48THItdEJurtb6J89kJSRTMdYwO5oHniVGKhj10prS9/bJY0X69Bs/Mp/Z5MShx38pgUAmHgu7GNj8raWTd7wyXP9jgGq3U+3cgv65oOROUXgp5imvmxkrMW7YujOCs3ohR9eNa5vuGWNE5+VXSosYAqFn8dHaudivtfs3hV9oIoNUwy/LDqNvm9xf0daKFK8YowU2R88nN/QBhGxVouQFW5g3nrSZ/yl3c3ww2E2xy/pl+XeP0aXeBbrwq+09o8yq/Tv//3vClx+vHCUvV8CeHYF7mvNYkXy34sRVwQqVuBLT0d+i5WrPpRNmQ/qpUamRXFWWaFFOxvla2BoCm+vL1wIXFyGTC5RvLzAaRrs+htFRRdGFpz1ynqYAM7+u5oCdzdhnz/PuWhR8IXf99vcn5nq0YqKklYMNKyi3wfPyCzug/cPt9h9wk1bbPqLM5q5vM8wIMQnT3J5/gnZ9dwrcuRmeW5jP6wODOrgw71gPuz3WFy6frCJ6ANu+E/RQ//j/xQ9/Hn8VYWpMHVvjm04M3r5GZ9nNM0X9Fz2UPzl+jA7xVLszq9N/K7gjZ0qgwM6ZLOwm+/bZh3/4TDidKla5EemKSRnZjHPuvThuPGp5CXyM8UMMB1YzEZMZD3haHJ1ijQjvxK25FQRJJ9Lsbj1b6NE/aHpWnK1QpEjIGKyFcKPTWY46uPHKwiT/O/oNXFBvtOzHTzv5zQKSkqvcA2DjWema4NfXLmR4vTb+t5v5Ues2wI+hW4YGTRSnJzf8NzOAS/6vPzRBXe0MOHrsK78+d962k7gwb4U+bD7bv0l8137q3t+o7z2+/P32ZufNUDWf3a96035d5lv/vLlSQCvyrhfYOH7MHudRKp/j2ZoHz500Dcdttdnm4y6SAEG4m5hGASvUadIFO2Q3r7HDd4mAHuo2np9ew+no/gk2wp+5s+nP1/iZgm/Mx/15mHyD90VZ/bZSXyf+b2nSvIkF08C7tBCdz1itOvkXYtZZ6+Jy1X5c2wEBb3HLvp2bkDtQJkbKohco4GiIJuCa5fSNqn0sgxIE9hTmO5jzzcwwKXnBO1FqUhmUSAnKa3SozdSh2B/TnJWAvTMwT33eNZvQ+8X1HsqeGMBJR1f1jGi89tVldKEyFVpfnMvTWzdJoB98QC3M+B+wux+Wl16HZLOYpOkuRLlZz3OXtizTxP2vZ7H81xRfn3uax1vZCPf4x6XQJMAZthHQXRkSTVw18A6OtCXA9U9J9OSKleiy8+otM0S4OhuX9cdvP048wlb1+hMtaNkHdSnQ8E1z56QS+8rbXM7y67yw2tBTxf6ud/t99UFfwWU28NRpZ1u6CPT9u/I0xmcjlplMjugcYHMzn+TTWd96qDf6gXBQ9erBQTWDFXHtW6MVxU4ObztVq5jeznmp1Bknbd7wM29XXW115KOOsr3M4mnUzhy5P/MZzkyN/0xp2ud6qMhnOxPt6yYY876700s6lacgz3K51X7njNKyVuvUXUNTDnU8DV+l07duWG4l6AeveCMZrvYOCf2LNe4lendedcq799MxBUYnED1zMJdInMdh9675J7nWnKugAxn7jofR9+c72KWmgTL9zG0gCMsLatmlsTaXtzqiD2PxNGKHCaTAKYz26vGy3ty//7mZ0z+nDNUVBKwkqgM5fSy7f0QR8d5GLC0zjQJjlI8xyHRZaJSf0a6FRLVgdvDnry8b5XRgPMCYJ7jxtYM8BtV8GYv+1N65zyjjp3J0joJBAtep7ObHHk/SinrM/BRl5JOyIGjNV9MlAo6czQaq6zC+SRkzz3dzG6qvAA3BDcLektf3bl3q8LdrEn6z/qt+KDP2VnESzC4dwkcDqMOsQUSs+GtnM1N11m6EkECaDPFOR3Au3ehU2nA0Lloowurs5HrNPEgMDLX8jqTpei5OiEEYQPkVv3sXjhz67C+5oY7v85V9qXJebrtOn+AmdM5SWicoQa3PXMq1gCQ15CmK7EtgBnwb61Htdr3Xx+0hu3kJEedz3eqTLPPAaklHskm16PPpQCB6o6D2477y5Fnx5+GLkwC3HcFei3Y0G7lVEz/9quKUZXWV6FAbrjV/7nOTYfktuLG5rrPzdBc0QwAbNSc5sHOUSUnHQPR+1uXU217KwlT4FAKeQmEsR7Q5ECuAXWHltesFMnOBC8PRulom7q+dsu14zSjoRMofP1Qt1J+n4IL3cmKMjwnoKoM9uShhnXOZXUf17b6ecHY7Gul58bxnM9w7MnOJAdc58VXutuzt4Ie/sWXzlMTv/w8oPgc9tsz5llHUe5sHJCYnD84xRafOL7Vwa5V25NK2fg+knXrbN+cFp/9MRRBnHDAZPW55+v6JLkS8Ns6OOu6iLrc9bUGIC8RtWTY2AGO70cXQNiTDOiMqCRs2+G/a1lH9D2nkKEFgrXb5j+l81iwngC1zAlNNK0Bwb013zV13Ndxz51nsrUOjwQ/qWo+rCDedxJwlvVtuiqcmwYg5pjmuj8nkLUft+f59ktOsqAFTPmM86N4orqxxU7rqC21nMR0WSBW6HDeP0A8z5Lvf4PK8ugNe3T5g+eZXFfw1qK5OgVjHZD8KwW1JPHdUfg+SRLK/b3VvXYFN36/Thtg5Ki3vIDlC1J134RyLWeAzwOcpadt4TfRD/Rx77+zuK05YHS0/p5VAL/Akk8hgB0NOT26gqBU5Kdy/w3K79qD2Fdnp/6f513hXufc5/sV/NCFb5KIOj4QXaz7Fb3u1n82pa9cq/MvAxD92oSnSmbymWu9Zd35SpKbAO4poCWZ6Hiz1KcLeqkeq3U4W8+XPwBbrg6AOAXWnz41rw+dlgKikyByXcl8oHLXAOVk/ifpNDkf3T36ebGHuXPm4ALvAQ1j30gS8FKS9Aqfp9XMjanECK1A6d6WiqujLMRTxiLompnBAPijbmXT1llkbvJmmJ5iwo5ciQyc+FYBDT1PvoAx80GuRGFtlHO3wubOmczCOW/17+tTKqoBtmV9sRW0MEUXtWzPCk/LhNRYI2uUJbEu6FPpcWfnchULsKLUpgtLsX+H3VtC61mSkdM3kmYS6ea1zfc4hYafCfZuXhJ7WImAcCuIKI2tcy4REqBl4ywutpjo5G+/fVY5OOvZ7tqCIethXrfxQArnUHGEnz8NZWeB3voTKzaT2GyxrZi170qC/W1m8+a9qvVd11HtbG8+R773XWgT2TXyLwmhG6JFg6lO3zosJpPkOgng+eM6fQbctOggAPDkfvbUsojVWrhCjzIrMyXVp9ubADORk7cpvmALzPjbvtwyd73KjNyNc5l/TmYl0yafuXbWGIsP2dpIoBVjuobnP7FXr3od6I0e4ruvOHN+1AobzST2mUM72MIpljHX5TeMPWGdQlMLi3NaWJt4fInvdfMCSrm1wwGGH1CJ1lsBx6HKblf9dR4Vm5bNosxNii1C5dk4MPt7dZc1JZ8N8106ar2OXtd9dHQkynb0lIDlnqnsl/Wp35942bmTJPFvvgf71IK3zn7fbF7P12JR4PrPAeEqqwrJVtCxednze8vqhFmqcWrelGetL3zpUJiNZ2bzXPnDL2/alU3PdYRIzvA6TCQqYovy7O6p8lPgcsXFzlFtUZHenT/rYcZru5fFIVcCTfx7xkOsSWIYiAKN7t6lb+5ZD7NyMdI0LjjFbztH/b5s3oegvIDOBynWabds7htjwTo21y1/bMmJPze7b7Sv/u1M03f7e7MjD1ORTk5xtvNwmCTcJzzreZIGJ2ktUVO7Xp+W/KZDN4kQvmQTd0lU2+sWseR8rBBH4YmERNhYkrybjWYjhwFuXqZxQ+s4y63VppmDaa3v3WerXHtxeM8jpy2vMSgsFpPknc82jMz5+koXY/4YU/MjtpEwq5zYo3Yvb1sx2j53ivL4Ze6F/uSbPU4HoPng1hPVKr1obejj4g6VrBV2eSm2UgBW37PFEBv5sIKb+brbu3WI2mvr3nOfZ7uxO9HH9kSi1RM5e/apulYMkGuuA0onotnZFxta7OFschIQmJaOr7Tb6/eRI7a7THqJlZoMzb1hDME4ci/n9GESqWppNmIpe9gWvLZP9Nr8JI9uXxQ7AL7F5bo6qemPKVKzbxicmkBXmBiZsH5f63h3DvhZFBS12qLrgXDWZ13X/Lacp9fpqlanFplbR9ovKSpK0ivdeb9l3EsX9UqMSuQobnv/LowNSQD/mg56hWeeWVJO5/0aacyCtXexzS1WG6ZsBvvwjsmXwssWH8K1ihkpQsNS5dnpIbpJIVKupTAi66gr8kcxpKSYwtHEfObqTqfQ+5Mh921cDaaa4lFiqwtvwtJwWDj4/B90N6eQvjuY9bIGzsvTZ/EdcyZf/DHFPWEygM/a22/Egrmlt5H9+zrBs7QnockHhocooqXj+cE6XGsHq0jXJVimwmIcech0H5c56vN3OUuKZBViYA2SoCPf8wPupPDTEWynXc7xqzDJ/NN/8kOed52sD57G73mFiSydqzlbmzE6GzZ/h45dc0qTqy2yo3NX2IbKtSxpCooiD5o3+GLup7JdHaAz8rCfDbAjf2UoaWHMYfFasWTpWy8cTSf7WEbt9Qq43qbgVke7ZHMZFzUTtYOEzh6esLEnEi8nnpqdWBHNbODua6wvlcH8/s1rviRmit/uPHmmSAZrDSYdycgzmm52cfpCoZoCuDH9aVwRB9ob9/Hl5UeLheliGJOZproOsSh0hnML6MkjjEEi8EqU5dp8SGM2rPvrMOvYi4dffbzzH/3Hf2h3vtEEjg0a/Xb6KvLNHq7TcnvgRS9i3qx9bHzRH9eX14lYtdQ4eu/mhioi5bsscb9RWT4Hy/maf9hr0D/xRXK+FL8djPVJaLkxAGDnOFix6yy+uph28ixv7CXq+34xnePcKbp3n8e/VKh67d9n861/TNECzGRNQIuzvEdRyvHtu0VUUfGQ3++8ePEq8pCYKj//7g/Gz+TnWG0wXMXn6CiQnM8lDsUlwaKejR1C0cUp0N+53Pg8DE1NaqOvvu8cZp9zA//tf/d9Ciziu0UHtNGtOaZg9VkTersNSWmeaYNXinn4cWJfNrzd+HIAEsfVj+R2hXAnTqor6866kRvLxEffyEF6LQUZSbLeO4DwdWb5BJjXdLtXP4gV2yg1DIXKr59Kp/n7+lP2DH6FPECLEhTSDBcbtjv91IKqMuic4qbhzy9evMgzKOQYDv00o/VWYDqfQSRjX9pcdjX7YIXgJxzmxuGGKUZvAcOYIb+M3sIWsHN9nXdMVJrhrAxmkY4/IdY7r17flPp/n/OqTY/dbfwUnZbHvfMf/p3nwfGGKa2c0QXFnDs754NHvzY+LU6/XxHpDykwOPmU3dDth8vw+/2bi2c0v/sURD8J4AJUFwBxugF7nXzLunCW9PyX3zPAY87ubuaWrrkBrJ/392vPvkm4tnOXAruSTZeDfWb9nirNk8z5l6mZb5JjWezTwXgW4xxMDvQc6gmYaxDGk3BcVdyqSA74cp7ldN5+mgB2fZvUa10J4NMp3QNCcC/EjhLz/OdeKjhXVe35vKRC6VxxrTMwlMOV4Ph0BrHPnkTdofk6z1rlcjnHozRcB+bN7yOHpXyhRysxW/NWvjkREdTOQs15ocyb5qkRXELYoW8HZr3oVXV8eg+ez/c3eZSDchxPCcgCY13bS4YZ+Cth7icHPCztQY3R5MfrZt/rPAJZBr5dMl+FUODnOgXmYi0ZuASWuoR2LNjzyuBtMvkkJQYWjGL0vM6eMdwnAdMl6VvmIDV5m//ezCgB5pToqZS5cSQYjEteXOPcm89vhtxFT90E36kuyj1d+/lpkcDpmPZ9o8LaHS9gjvN9JZx9jxVE2XLWsxW0l0ygnLAuh77dmh1qVe9f4L4/O8ubccHZrAEtYKgbdd2VA2lunZ516XQjG2yvu+F0Xg3wqkOk+/H6/dEdozSavC15K/hbZ+eSspTmgu7bc2tv3MM6P3fvt8COZ7DfOvg4nYAyAKL9K+0s2b5kbrK9zmN7QGz2b8DHdNyZ3VmAPZWogGsfV418w8ev2v+SjSPL7q3mp1XJqxoGGMxJ3XxX+7oOYVXp6wQZkLFquyMjAzsUaFzVT1UyZG1V6ihAuh4AnKtAAvVt7w+Vk+rwnouBek0kX/ppxmXnzb20Crb87Zz9nf/T2WkNqTvrKljsM7SjeV2PfnfmiR3gXNBh7zhs7ZLJxcxS6homOBHs9qQ1MDwz3iaLm2U03TCAYvfpWT+USnHrNHlXZHPdA4chx2GdQptFfQAm+6v6TBA76tlRA91FdTVTvFeWAF0c4BSwOcXOGTSDcx3+Xu3wyFpN75s3GQqS2CjnCgB2OrMEDbpxT3e/RIPvUBzi+zm/o2tZVycZldSY03QV2LSjH9gckF4pZV6SehyOX1VH5n8onJxDdhVVYO+KPHdmm33lhK8je8lmFcO6MDmCF+V5HEkBfUFdwEbOzzrlprPdI92vkISTtyTw9E+TxqU629yRqqFrrUaxuwTw6WJHcUa+zIkpfdulG1mmnfklgG860kuhdelP4FQS+a0izaOZ9zLwc2eUw2g+2JJxo5+X1LAPKq4lgK3Jl6qjmzwE4CdIcF6i6q0buZ3+uLx+jxNH81Qimu+7iMX9sgkrRjiyVDrfq2jm9et0F5LrJE4U2dAzwMlRL7ObqYAM0Oq/gVZN1NTPkABGsxkAONXg7cDOR8rUcTnY3Z88v/v4OrNu7iepjarPM61CMsnKrPFhLKjdvSql5+CvGGRUY9OrDzvP8dae+wg8Y1Wl1iEFD0lI14fLV/c60Q2cegUInApnGuXl7Mu6hoAgRHEFL6PPb0BV2q/pMt3KswcS5lv7BSeTf+AXm+R8neIhf799+7qAGt3kcz21ed/oHBVUoPZSgjnHvuBY3gfA1BFl/SaPq+R0/wLudoukgMU+CIQBQkAZ6yOB2OKWLAP6ps6E7Iyx6cp36crIjiY5G6BPErA/190/ff1p0SCfsImM3NubJFEksh9kzz07uZ8/NcaM6sHoJ0liZ61B3PH7cs5LmReAyZw057sd0Je/6o0Slvfzx7XNiiO7o1Dd/DsJ4Oqbi/WBrl8CPt2P0Ve1KflvM7JWoDNf+U8SwK3ano4mf+vwnJ/ps6jhCuh+Mb3w9MmzPt+rdHFtdiQ5nd8F7HnwkF0S4NLXu3evJoBLiTXf74AKqILZbcmGAkhsTN7//Pko+ujldoKU7j1AQta6spVOi9LP0kHZEPqJT9J5W9mDRwn0vNptmCtuBrTAdXbp/QdJVN894PJREhL26K3ZsH4CyDFf1fkC1LUjJknesz7tTkApt7X6PICcc7UEVQCOANBkQWKg42+mmnuGrE/9/4DPZo1Vh3au+nzZUjAnCAbmt8uz+t1ZMjNr1Oo6ynQJKGjsrHM+Q27lTYA+8g9s1eH6xT22Lt8HDNYkCbwrqLCiE77kT0nwuJcWSEWn0b8SMB2NkHt7Esr96kv3dwVQGDacK7LENo7mfMkkz03WrbmE9SkIeJtz9oXK9Lx0qCsaOLK4BGjur53MFwhc/2C0YIr5Xr8OkBPb+SgdcCj+6UR6YXShoR17YlTBfGP0qb//nvVLYQYavM9+101hpmr8t+inewDwBPuSjGi2S91PSUoK8EGyZicBPErEenSVsQKXNU1Xt1UpvZegItf8dzaejlCFTu+QJe8//jew88xetR6lo8/1Tzx2fHC/6wiK33ViZS5gu3STEHYG0cjnXqw10NYLsK0L0DgVdnZYAZ9AAhg9+nx/SXN0nwCjdZjq/MaUgAnhNgG8c+t9KMUfVPZ+jC7y/Pxm57fzw+qTXnbjmsu1It25NbUFV5yxAqa7d14nYbJiv0P5/0kCODNtyU+7nyKXkprAK9RvHeuAPp0fZb5Zrl92qBOERbeXVcGOtVUYcOc+oFyz1zuMwG7nByOPG02XVDsOjC1QgDh93iKzdLLrYJeUWlHQMJQV60VOs97ret6sTaxa7OA6NwLyRkYBzAdHWQfeOiytqTN7GDAsmjPIvgPdyFVtIllowaLCowvbaTJE8Rj5WMxqrR4/xnixOFBiqQVRuoNTgNj4JsedPwHAHGua+WljU7E/vscYgBc/vKzc8BHIxfPnzxvfSrDxn3X4bhzRNTPbKYoOb2eaLthLX/Q8xXwvWZGYJ3bYe8RcTfpE/nxvk3R5BjTRgEP6UCee84C67xQrXztY+4d9YHSaVxF4ziL60vl883vLlid+VkiBRjHvd2uA+3tGn0gI8CmBuxe4Oh9xyUzFK56R7lm3ys7ZmMvWQf5NbAhd5bx0VmIyQ2L7yec62wGbfr+ORvIy22n0z4oovM8c7MU0r9P5JQEsNnaeNuePv2FUgG4ahf7xe5LAAFzfC1vOYRsa7fqSxfSeTuEvSq0PfHd/5n2ueLisHvHF2RtdfT+2g9bz665awkUiEYtGY9IWeSlOXaczGtYTz58161lIB6DCu58jPycB3DnbZV1aQpCZRfu90QQpZikl8orSMAw0odn1m//3NN20ZIS+6piqvHd05YvL7M06b30Hv8vsWXgp1gR+wmLFJYBnD53hs+YrXKQrFB5/Ux30UbFMrr0iRqMzNm5FkZViZfcjGcn+8eH4uGaPlhkn//0DP6qvg23xA6wf+76C0VLuxlBLzHz77dd3niQ+vJv1UxIkFuZHfpfOvdqiYgVzrtgrdblk4lXOje/lZ3g+I44ag0vWRW75P4rY0KQbPdKilMgqvA9O8d13T+crFm9ZjCk5a2zNrx++isyvEHF79/OdZ99F/9+PbnuzhMX9r9iOFfLd/XxU7WwgHIRO8xziyC/qH+76nuJ+OmktDZPR5F1Z8ejRxXePa3vWRFKq8LxR4lRnX+eBogROd6+rFZvK3rx9Hd8+7B+/x17S6ScBbK2cS7jZ3XRYs/tLVK8R4Gko1esXGfHxet1tG2uyQgjrcmK2u/cUKCiMpJ9zDl9+qL+NGv9Zugi/Mnc0nzHC4H7k8OXLl9Vna+KABZMZ8seH+e3OH/7qlSCJvL7KWt811iOy+dtnLzPzOeNU0pFoe+5LlOX1849bw4+//tgkmO59MdnHDxKLo7//4//78c5f/PN3d/6ff4ZNhl2Iv/sU+0PkJYVixkORw+Ib8CiJKPhTdKdE7RoKxvzR+DPr/Ta4irMgCcbvexMGlDUQjHHgafTkixRx2ZuvvnxwjdNi53J2MuZhu455STHHGML4oT6sW/7MzpzJ1hHrfBgHpzpl2IN4/iQ16cIy+0QfvkkcT769vn3+Z5X/E/+8rl1QbE6HzD9h+t+8UiT8dgngzFSvzi5WbJ2vgoBmgIZViS+TudPyAAAgAElEQVT9+8RH30QmVyAPo7vXZ/C9bGvHvRWfTJFB5KA5AsUuuef7CmJjRH6+6Kab5M9DK57H4PLD9y+Dleaz8SMehmb9H/yD5y0OQLd9cFJ+A39FN+6b0Okfm7KzAD+CJy7+W0czGX9crEH3rjUQF/sHlflex36TicO/5rOIxVME+mgsZn01ATya6fmM7lmBE3s53BAbGGcVjsePeJBiIIVgZcPD0FCgjj22zh9TUMKPRXXuDG22sG+P9e8ZNqO4HfL1b2HlKZJ5TCbnavhzsL/bBHD84d/Z2t/ufPtnGT/nPXBSxTwXo0V9urzed2RE/GljfnKBqJtiE410GwsuWS4BrFHkvk53jQxZo+/DzvPf/Df/IjGM4r2cqdgkyW/f+yoMHF787/k47IIYNoVKWQfQ8dNnDxur0S0rmp0//CnbGRzAzUiR8Fv4Kvx4+mPuXux18ISyHTk7LXASN8Yu9V+fjM6LzPrcKXrz6bJp8ZNyXbrq+bdP60djyiILG5WwpHnuoKMpyqwVv4KcjYFl933w4Rc/YHtafKJTe6xU8kNjjpOvEi+VOVb+JLEvZhwFahqaWvjfh7nsXa4j/hUP7GxieljhuaJUMo92f8Uzp6Fln4WLPoQNdC9XaPtzsADr8nlixK/tzd2f7vz538789Yw6cNaG/ywunG9YgaweHlPbGDD5/TWdBXSXWD+vjnfMmkxm8x0nAXwobov3sXu56/NGyZ4jzJ8K9kkA7xDcdkVt9sttYs2XezCCMXBQoubmnq5/rMLxVDgXaOBcRNktuTCA8fKjbxzpK7aokB0qnkN5dRSTL2giExB6BQK9J4Dv9WA3lZnX3dwu2d43kBFYMbrgJQuWtOg+qBy5upfP+wcobw6U+75JEA+n3Ota796XBOtZ/zz/wNAzx+Umhqkyb1B9um8JcEH0ARYq9viNZ68Yu63Bdd/5d5/Xs1xdu2c/VslLxjmZAzklMs+r93cJoX/3LFzGq+twKb8mvBucCgiu4MJz58WQbP1z/U/X9tqbMx/Xe876TuVtD/x+1dTnu5fMb8LZ7L0rIbCk8RK5BXBq06jCzT1sR1qrLEc11oT3BWSeRNopmDj70k5xFcxNzs2pJthk62MHzS9xXlm9Ai6JD7dKZm6op3MNiqxmx740QbZu8Hbndh1HN+x5ATUCm814XIKPY9ROU/ef+xol0hwxxpyT21kEVyJKZZCKY0lxlYGUV5OOV9drg9Pco/dXPN1/7kFCnrgzwO1sz/edIfCeUyd4cQt7W6DnUpD5JQNm33TVVMRzIUGy88L5XOLgVqGRYWvcQgc6INdq5+vVVU1BL5hdcLPZ2dML6yBzn7v+lH8A1axtKSjqCN0m1fv9ij3yO0DGgEj3t+79o2Qr53UORjvM4TrU7ZWnfOepVmonrbmqpcq8KPskNXWrSvK2I2NGcVX9M1IqDVVG+66BiYxcAi9n8JMEBbldEnX3cnS0NfCsRw93TcjQZRyWPE/ypgn20Wp4js6Ys3mRWx2eAxxXICG50apAlcb0yo3cbV9aUXXJr+DobvQfGd0skZ7w6t1TeOK6ziPgoDMyc43J9mb6ko/NGZMUjWNaZ1BxxZnBbIbCOo6Bp0fOyObp7jn7Yk6mYHzXXMLQ2vguXVdsonlpp6DG7BjPMEqPAaSjgRsdc21QzlLpBdsFPXq2LxKUnUr5MTigWB4FkP07bACdzZYNAf5eS7MOFInqJqHMAjXLaeuM7miAyN4OuPQ9qmQFSAWbk6xsB7YzVHO0xOLkdgdSNy1wAhXLV0lOeL1rp/GS0Z9Hng41tOdctdgcdsHjmTHXeYeXDQXWNUFg1rZ1lKwlH6hLdbTWf8hl8jfb18RYPnso81G+kKcmufIejlurUFWVVy8LRs3JlORagrjd6mQtbxEc31DkZn/M0ZlDwxkD1K4SW1Wze6Pjvk5gbl1/fK9DMcAWxy33dZMwzv1KatAbAx+l9bLOBVa3B18kGGoFkaRgHrAJxDj+k7Gdx3WwjYXC+yTA6FPAotfRKSf4sEg1e/Ty1UXQ74ostuAgIFGpghMkoIrrGtldvkL+Z7/I8BxM+saZvBJUgsGr29lXANnpE0VSzp1K2Dt5JsAcncMJlwQ7z7+ndm+6nrOWWTtnCCUrOyOAXnIp8+FQEVrrPGuBKsBBkt6bgXc3YJkACmgM5FjHPSAMKNcufHbOnDFda6Hy5GO0iyv32oQc28WeSGqrvs/zlxK1S4eme91tDgJ/p/7UZVs8wmatTobNzH0LOKttGY0znbQ5vWMNcCbJC1tQqm4J4HZ7BNBJwuA4cMBMRRb0C0pE+9ZupiYFJYyWAOYrKCRwLYHygGyvJY3Z1Y+xi6W2LJgxeXmT7kYvAHcpjLWmk4/IuQIEMgbsk2AidwDxvZz/URN2Cy/avRVsep7ZXL7EzznPAP52RN/Y2enyzg0vyBNgwmxdgHKqx9EiA4QAnHTu8bnnwh2fSidawKdS6pkl+L5g76Hgk2xAn+Z1KOXZP+Bg6WMj86rPyT87Bfd4lrX87epYrO27KouP3tCpI4CXDGfTPvw02V4APBvv9TAzgyUXDuuJGWud95QzYI4puUY7dWjvfMw96BA/89AK+iQh9iI0mPaFPillVJ9/37MOL3O7kzSsT0GGE5QHwPBydnXDt5o464TCkW17m7l8tZ+RG7pPsKjTlXLsjLLOlXTepv/LIBH5cNbc9+no0o2z5CZ5WAEK8wCkp+M2zymdUQF+JHwVygAC3gfwf5iEhk7kFVACOAG0KON1EI7JRnLmVMGfURnWtYUoOlQCej7O2QcIAh997rePm9Ha4OEq8H2kWjzBu/18AzANkNfRJf5Xf95zB0DPeZRIet45svSsczW2m8aP1ZtLop8RIf5NTpdAHYsCYMhzWwt6FcA4kG2B9aU+EjMMsGqyMI8jYUs22MYWfZivSI4kdIGnLfjghwnIJebXGeuc+bfZYSfmAxx+mZ+Tp85K08lh5loAjSYgMv/qUeQEQIFyjk4tu4iYCUDBL7vsQGUuZ32sOfyrMYpsDh0/gn3eWAaxAp/YelMzrZw/HTOVjSXlCrwB6ctiM9rkH9/OV3S+AEjk8WU6G47PZy7zFjBynbNolvW/6vUCDyQ/+qISZa9v6HWjz+59ESA4frM131iNFU7Nx81a5KHok99jV21bZyTm5zqIJRs+0l3OWudrX6CTuCZK5GMSqqjTqz+zHT98/6pr6rXRDpKzOhLzax1Hnjd+G2rPQw2rUMzsTNm6wy4x/35JXy9nC8W3pNmx1+ITgJ0kkc6lqmdrnr8kVo7/i7qPvD5+vsKQdeqL1TJ/M8Byu5LzQtPH9vJfGZsW7eZcK+gpABV5KniX9wMUrY9ilIuMKOBSgLXayRWeLiEhsSGpPPDU7/kF7OdG06yTFhsHG2NvngcwRVV5Cn1PUTua8hXK5My9P6D301Ioe291UdaJ/RIjssEbP7T98Hmvxiy1Iytg9J2K1oCOOrDJnzhFHFXbJJEdHaIggQ4/iTuJVXbHPQGCR224c/foYUYLXKjyZ93DyFi6JiXvRt+7vVhi+E3XCdDnxb/n14qf2v1bv3qzp9n0NTBcXXH5u8l2yVSyGl+y+IREVK/vvWNMKIORYoMW/8DDFGxkffK1HUGRwgE6FPMLPei8o0LlNyoc2DgKrABLtL558/ryI/cs1rHzj1OsV0G89PEVVocOV+KSzG0uMD9qs/E+6xgBtOfrCkrCI92yZowqQNq80iUrP2tRJbmhD3XnWYfp4dF3r5tP0Y/z1+RlbVbWQAyR5Joz9fjpFYMkYcS/8tnHpZc+zFTrppLg2+fFnosdVojRk3QTyztPKBc3a/LgEYoT3neOpvvDBtN9FjO2Q43s8YfFEKP7ZMp0bm2OuLhgxeR0AX+poHieX1HwgHPX8Bc8a34g2XI9yW8uEl9BVxtRoP++NoMz50K8WGwinyl1LZykGJTv5eOyRxIfGyfkvJDRjR5SMLHi8vphrhFflM3onuV/4s12LKVzF0Twr/+bjxs30CP8g+xAddmDyAWaTkkuZ+dZuhWNK/ntow7WxG98vcxWhoWIg6vnriI/t9tO76w7PeLZJB3rv0ryRX89fy4xFvnJ9/EZ3sb3ZKe/emB+9hd3vv9jihda8Je9SCf/d3/I9+c5FM7AUe6FRlOBm9m7iuP4HHTrg0c7h/5tTe4777nO69B/E/CHz4ZTd4RYYheFKt53N2tg3NTn9xI7o739yN4k9hcc5vP0rzhU8Zf4SNe3zlu+izNx/LHjF87X/KW63LmgV/nCQhj7dPdzoz0+RD/Dlug2ccW6DCvIllNyPfs0uYQhum+/zjp8n073PNLdJMiLXfb05snjjz1r9zG7Hp8HO1E6Ben090mgabq5G5/nr/xVBagFACe/rt/5pktiv05SWNPId38VxasRUaG5D9Vz6xGjYx8+TtFE9lhf66+/KcC/f+d/+Z//RX6Z+CbfB6stdXGuR38rovi88nEVxuTsYymyhnQ/3SJmpAsVz3+R/VCs9kaMme+nXb7u3Nz4wk0UDjeC87RR4sLnH0Vn3fhzOcft0M8ZkOQcG+mYBq0iHLbjD+r7jDGQvLZLOPcM172yXdX9Laa/iqHFxvTIifefPQt1c14KeHqOi7NIVPJjT6EI3aigBtPA5htbQzNo3f+w+ctOZP2embmeggjy8FP1d3R1zujL+Py+QyxQPZbv4t+zqR2RkXV9mUIQs9Q9x/zT5R7oB9+l0KHMPllAOA0d+UPijzJM/Pb2zt/5OxnV0+LoFfeeOLO04jrD87P3OXfF0BTOpyCosUqB4iWoKo8X/vnD91hYvsneFuXpyKwWNSlOSQHpT20CyfnLjzqy5wG9PoYXYwjyk64dH8qmtziK7F46+fm3V1zWZNytX+MMPk2ifbgrf2L+3rMUuDhL74MViNcVY/CBxEBs/Zf3H1Wv8GFgxk+e7FzaVueUz+dV6vZcvKMyYK3x7Z05BUmud7/d44vTLc3Gf04/tZu5DDZYhugio5AOzmtpGLjl5rpq9S3zkYjOf/lf/OWdd4puov/4zA/aIT+/kK0Sxzx7+qyxNJ0vuQwrYrM962FjfPDAWKDLLywDBhxiTE53kqi8ey80+5V5WJ0YX9ESu67bGm4Pj1nhxFiDVyjmjA3zWxb/YL9rQtzYxDZillVwHcJizRbJX/gM/L5MS1kb+JRiUm4x3BgGu2LEWzkTZytUEbc7XwolYEkr6HQdse3GUK1Ygw8hlg1zRu6fv3j0x646jETsx2fDuMP+82eHUst1+Xt2Dm378OkVRY3Bb82eKwIZ+1FHy+hCzlo9yCzgv/E3Ewc8puMVJcfHyCNgrtAgcdbOGVy+6YoVeiaHebR5rSpxzbofGr+OteCzl+/yqF30Bb41FnnzTVXXJz+/YqSbL22VsC+4Enzn90CykzTuz1yTj3Jde4mv0XnuOwWp3jitUPC1N+E+Lmt3va/0uDmZJ5nct13K5CSAD0i6RVmlhE0RqJ/KcdeYc7rP3ySAr4f4NLHifaf78HRnnuTxuY8NWb59netvZuwt0HGuezrmziearHGQOZRWIsbrVMB5nrO2nvd0LwkkC6R2/baWJ1FzDA8ldpIcft/1uNZSEo88NolW4bm+lzyojLjW+rSQn8Q20KHP54/9ovgk2Chz91DABmAymkg6rSBE3udPA+Ldbh2t3veVeHbNOrhZ2JPcO3JznKd27PR+FwwCPvzdOUM3MnXRxRYUcR9LAOdYCb+KPTXxe9HLqGziXDE6rdjMSzD5aQKYUVv34dVR3FvfxlH8FIELN+FBRu1lPrOq5CWAS2XUjsglKKosc883lNS5X0mJ+vQ1KOO2lxBybux1KbVyvc4YUwJvrfPH/Xdd8kcVZUGNyi6FvP28sNOuF+qZKt4A1uXPdyp1+l1JhtERjyqY8a78MDKS1D3znmrzObxaLXc5mgdo3fzXAa03L5tPAZb+ZODDbTC4fSuocinR0idfsxhKBZP1RP+r+wvA7p5Ox22LALKmpUptsvxUCe3bJVLIc/cQXXeMiECkLNF9v6Bl+/qpfuJQrvt1ncTdH+vVJO+SMWTJC05geWpU8t7NLD3nc8rwzG88a0JeVBhT6psdNArJMyf6vG9yP91Q0Jlyv4xIg9TqtaPTdvZtMoC/wElnJq2SsjMNKmf5TaiVVO/VqHWWyM7uAQBPIp4zcV66am6C7MgebAgQfbpoJARLi19dsepFFXgCmgVYpOUCP3I/qug2O24JZwa/zAG5P8UMrfa6ZL1doC1smcO0c7Xu8dGgOIdxUNoRtGKkXqMgWXSBIDTPyamcUz8KLcuCwkjln+uPEiQdu5yCemg5LxJFcSaAQq0+lHyrztuc4lPtJaj/GoUoGQUm8tf4H66RZ9xzzqEDVLZKs7p1TuOxa0fv0EsSwICyOrY3CXhJAt9Nxui02c2BmrraIn8cGEBYvvxHc/1uZresAEFHWTucqqN2hjjkox1OQFcgep0f7wtq05eXA0LHocHK+0bNYsadDtBD6Tdgh3ywRz/pRmylXYKofA+KI46RfTIHhJwAKds93Bk8O3tNAOpCrm2c3P50dTaceZRL1K1Yo/PZckYAYr+nG5HD1WRX6So3K/Dzi6WACis9cj7TztvmWdNd2dlMGCaqcQsGCZwVdHAwv7xmDFpD4BOQrjO0ro6fUtJGT0msvUwH4brAl7g9INXRc6VAanX3nOVRYoYOrvNMJdyXAB6jwXRuOwoue0g4T5EFCk3y+csFllHL5LBzr3UM9FwQX6DiVTSkKwaoL7GiQxro0X25145xtGOd6ZcKS3+IF1ojlehzmDdTFxDl/nQBSBwBsH6tr0J+AGajybr7xdYT8CABrHKc3tw8WDc3ukqzWs8IDHvQ2aFXUZK9BNKxJwWudWVJqEUGVJQPaLt0f67ld7aSf+o+6nOynamgtY4thgqwcKpRNxNqFLBd7zzXm4Kh7Kmgh/45AAHdwU6jV/eBz655lrONZPTM2Ju9W+C2BGrkUQdl5KQsRZe5fB3A1rt0kgL8TgK4yZP8jw1sR7KoQDDXGx2FmfMhUTxbdkAHZ2O0cKMfzxnqXGUA24oi5oevMrjXSKDtbL96CeS4Vx1kXX1VO6ITVJ6CqcUO9QK7XqM2XdGRa1nPJRyuTSnoc6pS54zTc2P4cH+Z5/XqdeXBXT1Jgqldq2fxrpjBD0/XjUvr0PBsknwC1pNwLJ1SwbJVVteK1/0FOOR9eaj6NnSNTpEWs66YqwUACSydIZ11Xq7/Jt0ZTTCa7RYglU0bKBL9c7F0nJnm7lGi/Ws01Vb6Nrzpf+vwKWATmff6PesjHlIAYFm5TkBe/h0K6dcplHkWUGaUdgJ7hQGpiI78lDXkEtyTBFbQAqx/FIDOc7+OngV+lZpTAjobWxrZzs3FcDBfm6w5i2xb7bsetqyHTi5/S9J7X2frllJznStmrj16osgCEEhfAVWsde4hVdgSxZXPrFmLjNKtYy3pLvdxfH4gBGC/8zoDrj1/DjjDZKH76qIquxLAEl2nEKyL2MIIgPQq1YlmdXHk23mpL/JJnHl8v4roVXiMVpnuESrZZ8no10l4PXg8GlD2HXgvFnmS+V6oKoEvZSMRD8fhX8EEMJJsLIFur/gMjXsKDABkNo/PmXRe6DaFMxJum6mq+9z6xObmLIsvrEWvmdgB4K7SnnJR6FOvIPeHVQFY1URqkzbiD/OE408HRAHk1idWRX/5eacQ5cyzfBu6RnrmbnSCBNCXuR+FPoftpLEqG4/mX6fhsyDYfV2+wsKV2I0kgPN9Ev7uGxi2YqAlB341agEjRYraDhOTdWpnAAnOdcxH/M15ilzoqFPU80s+0wKIdporVNtajj4TIAMgy/p13aOr4z8ArVZeRqctNtif6Ik8jHtiv+lMQi790hEU7HiuTb+MtUXh7IoH+QDOjFiteET94PMdKwCd3uspL8B0e7b4YwAldHwroB1dLP84xSTRhzfyetnd+5kT+yjAHSS8RRrt0DVLbqwZ98laOy03Q/xiiO+8y6cBiZ3Vly9f5Dsf1l7z7Tv/NBd8kuvy0yQ2dGDQyfb7TWaz+0LPN1sykBNgtyJs+ErizMgjQFzycExKZG12uu+r7644wdmXRGX8rjFOvq1gFfD6mpmYZ7b+QMsC3bHdjWNRlJoZHv+jifw8uDVtAZBzFaFo0if3wT+gP0vbfcWv5IYNBCKLh8lCY/P4P+zszyiTdbjnu+hWSYvH6Ubz4mOjF1684tzFnucMLdls3ZfsnE1b/DcsaDaIXdBZJunT0SliSAWX0QWHzUEiQKKlYHGAf352u0Xz+XelsiTnozptYjjnVHe+uMIe0CXk/XTENHGU97fwpHp4yQXOB7n3Ymc6C1pzA3lWmFI/fzpzcaGE+4cWUnz+WcBm6xjQnk09vsRh5+Bjj7Fo/tPQrttzt5EGih5XtPEx8v77b4q4zeeWfBR/Jz6L7PGxeSujKF9M4JxIbrbTvMmo3fe6RecjnST3/GUyMDlqEXM+R7+Sp7In5Lx8FR7Gdf1enUn910bJ1NeJrdNx5MzZYz6/vSGD889vfanDbtaOtvrYdAJ9sM5U9tPekSXnFxit8OQ0KtyMvsl12XuFMK6z1zqQKaxSceb5yCDguUUg2Ue2cbbC29FChwYd7bwEWWNpM17f1Tf/w589vPPsDymgMUpIYYgO9SxqdWVVGUwVM8C7MkJ8Gf34Icn6v/iLFJjkvH6FDjh2v7Na6bvGNmxlzn66BOmYxoHYD65ON76F7rQyYShoThJD4RS5L5vHgzl+ErPiXxIgHuvszeydYqR1YW89dIexnaih7fO3fxZdkf+R4erlBssnAZzihWfBmvikxSdyvcQw7M6TFKh9kcTox3SzNt75ZX7O3bK9rQhAMUTpj7P+ijmHSVmoNQyceN6d8aXov1PEf+wB34G8oUEnX19+Mzxj8Ty2Fb7XdSZzhqZDnOM1SQ07wJjzvgktZyzIRuWs98VvzRxliRK+VBMlKehU1CDZ1bnPed5H6WbsHl848HTWJa8p2mrHXYo5Hj0doOG7f0zHJiaZ+syow6MrykCRIr3/+/98EzubOCaxwz2NBmKH2pgOMu73F7u4npXfR48/SDKU77axLGLJ6JbYmo+J0ej2UqXHV9BI9OipMSfxMy/dWhuZfdls0iXkWkyT9yrA3diDnZzThbtRVte8VX7iq5fVF7dMdcPFijmLC66u7LcpJOlc7lzfPZ5C4uEobM5twSdsY6wUMKh0FV7niV5nT8akufjpRXxMmAVZI7dnTGRZgUjWVWz2U3yfc66XZJWYDDNGClLh7br6YaUPcjbuaYyQqOx8ezoEtTl8PH5Nzjn9fb/2kR7go36VgovMXc4+P8n93f3sxzv/7r8jAWWurmKjxb9evoNd9Rn4ENXE3LPn3eeLpWZhCZZXIwySYHO+gzc9fjx/9dULe5bfd53XOCU+w0Qn3mgB6yXvHY2TAknnkv0lc2PcIPO+/OOdb7/D5sWmim/mo7X7sz4KX2sFEHSN+3qcDmL4rUQne8X3wXRFr0g2ws/ev1sCWIH04ySA3ff71HOcYvzFNYDlMTaIZ4qnKK5MfLAE8H73aePOJNLtYw3I32VAwOwQTDj3Owxob2HSur75bwngVxkjcy8+xj/6R+/C3hQ2DYWuMM34VuSwOBXcEUYKK7183RWZ5HznIminscwIoRVK3ySAsYBFB/xS2qHFeF/cjw7IuhwMa3jM2CfEIo/TWQ9TU/jFl4Epsa8HE/iTfBj/uTOH1/R0xjvC/L1g92zp8o6NapY8j84yJqKF+1nTMaBYl9mzSlru59ME8MOwWujwPXi088k/nZ68mlezVm8SX7OV9xNXs50dYVDw4Sooy3tfpXiIn6d42sixxjPVZ+KUYQErmjwj9YavdP+qv6toK4cKvU+RV4vxYYm/v7vz7/0H38anUgAxn03jTtmuun+LqdigYaMDm0ubDlfPepMbWIN1/TnnaI1DVwL4XGA3dLtg/tUFd+X8fFXBJ4hZAsoHlsxcoOTjqh0+TSif666DaPSinR9wJf1KB5a76+DwbdfNxp2Fugko8iWjjJyD54EpnzNr8Ibq1xVyPwfcJwuSE+c73fOhLD5dlH+akN5CnGDQ724SR626mNPeJ85fTdgKDq8/A/Vs8oDR05E4Z2Br2PW6AuLqKXHR5af6vQNqI08C2KE/NLatdCotwm33W9f5BF5dn9vO7c3GORQUt4cDwNPuynyv67erlNLNoTrXqpMvQeHL+M+978sY2Q9goKDodN5c67ak5hwkz0UlNwy6jMVZg235DsKZnVWH/JPCgjrklxE/yWfrd2YsjOZxB2tJuXVYatkveCexgVJSZazkwJV4tS9eEsAObyt4rgqhA4LsTHDud7jJdo9Bg5hVQQG2Obadb3JV1gMTm8y81t7zkREdiDdJqTo8kzWBn+szUn7U+wT256b87vD437/m0XIi2xEtoXydv1EGXcLlrvOdTZg2UEYhtPm296M4W3HPoAXYl1Dz8p7OxLRXVwKYsuXMnSTwzu8FNDjrdeCOQrs9u026X8mkGwro0i7OWNMHgqReq7J8myS2L6PnZBxvu3E9RykB89nORM1e3MwAJP/XzTEa5EGiwzk/lz5UyofGlPxzLj+aZQGISPC2BtYlwW67WXdtxqwJ1FZtnnsDJEoO7/BW4UbOBILOsFlknSFeqz3qC/phVFsLMku5fQOO3OqRJgY0Kvioy/tE3m+/zowGAf2ZN02+vuEg1/GVyNCFtsorCVJnYfK9e/21XWK6PuKopnKqsxzj4JwOEDrTeh850zlxCjp+CgVK56xdDtnmEycwDeAyfU2mZ6gafMQRdYY7c1mH65UwXjenQHEV3qXyzjNunVbl1cSHxJB1iszY882EnqFdxeNA9RpalfjA/sitStJ269MJLU5Cs+FcLBnobCsUGCZGHDYAACAASURBVN3+5mWs0+nYo1RhxznlbNWg97gu2GbcVXUqYKEXNmNvCb4lLFWlbiZy9Wn+Q+GF4GwdSmT7UH1fzkVB0R1jf6smPhWjj66ZpILn6mvPWHDsmped/x5A77X5sF6drZxzZObZyyRyyNVeuy/eARsk2LXevk/yqJT6KtHyOcFGE8AJFJu0DshTX6OOxxw+oIUXh12S3AuNSm0hnRYbX5A1/zuUlpu7ua6CMgtctDr26hRcFRDKYugSKP16Had8X551c4cVqiypeebBjTpYB1qoOunqPW6culAissMRNt1X9rW2NfcnKPV6dCVogPot/sg96j4kn68DPgkggYG6ws+LjuFEr7P/Yu+ITOseIp+HqlQVaAHJq5hoowfsOds7Jod14AQMRS+Vl4pIHUvmjx1faDs8unO6S0A7yqM8q5lQOiESrAtiqstQZQZAr2NYm5i9bwENwGidEZ6PrrDenYGqYjjOsRk0OmedaUmEzVnZLNAlALcKKHOPrUZzBVziWJeuM/pR2lIA3/mEoUYVTMAA2KlHjzfLsfKksFlHfb7P7NjR+jn3VyIRpXlpY1HiAjWBywuM0O+SD7KPRp5MCPoUJFhPskgm6aP6cXVQNodrnRLoewUTuyYwSyd9AY3c70Dwrb1DsyQwn2q6yXcDVdfxvwRs6cZ0aRjUldfRqxaLfv7ii4BzulZzyXbesnt5n/mUZOFJEosSNe7Xtex1gc+sO2Crvg5f/WK4qH3M/jc5lTfRCT2rEqWSstUXKCoH6Eu4rVtkBXkrQFzRjgQwEEbFswpwOuL4rsXPsuiv0il1G8wMKLb+gAf3uQ7E2bxRDc6uKGJ0zZPQGKiTbpPsDwCI//46Fe0A+C9zj+y07padAdXpkoKhn0rClKyeGANAyB7T29ODG0/xLhG6fW8SACU8GcsfgI0gbl3p6SbJM1q3rY9E78Bj8rRknmB+57b0UXk+ge+CRAm7zef7OQkNuq4d3BfjA5q+dXqtCM3fLVYJqvajmZMk5vLrCy4midNZrS0cmX/FDjURFD9CIg6u1Y6ya+baOomXAFbR7VxIECyxnCrnBKv8FJ1y1qkd3Hm+RwFfvY/fzB4DYMjYKdS87SJa/HSKHenN6b0lGhV+sHHOXqk7A54y80uU0heq7K/iBUVJkW1nkFw6g4uRdE4HUSmete65zXv7qsmf7cHsGHsl+W7/Fi/dFlCR0TdvUqiSVe/84Kwjfec+loTAvoCK8tENsEJ3+U60ru2QkzSLvNR3qT+mQ2sU2u3IrowP/NrzDnSm8zZXdKNINqN1Zx5lJywByEeG2sHVLs3cl3jlAng3ZkUX1mbNAy8kPDv/im7J2WzcluvTL2wvmutR0o9thT5t0jegOkrvzT+nL0c/d+bck2eysY5+Sv2qZRdLm7eczp+yxVSv0ufZs8u/exs/6EfFOMCMyOWjR5lTyifImpTuLC/2SWK4AKhYLXtOn97N/EYUzGUdwa6S+669DIB25nHypcbWoAN4DrG/+SnOj4SwjvtnKRKR0KDPu/Y53+0y8pxYB5JoLhMGOlhV+VIa4uwAZz/GdniVKj/78Sh6ByPBTaHyZefMFGtiT0Gx5KgusYJRi4usA5l07wWaFbU3vt75/UJX5OXHdJ2jPyTr4n11/b5IV4JunkEF+ewF8mzG+rp7T/fmmJIih+bZFvyiT+bf/pSu246rCPVdC0cum/ceUpkXar2jT1Dtocls4VjW6V3OpO4ItrpsCgXMJDkkQfl3zvz8RTrYPbX7P7J3/IGNgOPjssUBxuMTiouxICwWGwWy9bVP8+vzfNmfMj+Zs503WDd+PGXQTtP8t0Id15YgbUI6us1zK2AAyq7TRIFhQG6dJ9GJT9Px7EVX8QfqZ6uCz9/t9Mv30UUdb8BXzdopkLENAMQW6upEaVJiCWF2thhP/leGqFxLgchs2U/tYj4jbKzdAd8kmQFyHWuT/V9H9dhG+EgrRD7xNACYXRl20e4nsRVbHH/yxYvsp0LF+Cr0it+56VfZ0yXZgffs7Lq8mmgU/0cuSyFdt/FuaJ5H8c72Yzb5vT5q1jJ78Sbnqx3d18iRxhmRC3LKLzPmpN2R+d4nAdCPr39PcV31LJrIJW465iN+ZdnAqg/n02/m4G2C8k18zjsSwClufZyta3NIfNofA9aT78/IkqLMK+Ypi1txND8f44PYoh2ZSVYM66TH+WWKmiTOsQQpOAnFeYpFz3gTv6eX4SzrnNXpJeG/xAX5WUKWD0CGxjDFrz1jdYwA6BmKPNxiZOzVYuTJzRITBOf5t49biMrH+SZjU848atq4HadJ9EjqLsE7nKCxUTuLLswua+T8KODlM3f2ZO7XOo0pZrElfVMMAQtX9OOKihVJoyh9nGLOzf71QiMvd85euVP30iJ1BbSxKRImmAd+/jl6+8UpCEzxbfRRcbTK0VXwUN1hVnGS74CzfF6MRD90MYobcK3jM5hdn9hV/ME5Zvta3JA9qE8bWSgbXGLRQ428AoNRO5+u6hZAp0hGXNSYuEne6Pwmeo0nWZGjbtUmzso6EV3DL0ki5jvMMxBMRSE5Zz/8EWNI4piTbMakVJ/u+rtrdHCxNRtRDcd/UyClA+2MJyCPzuSjJMBaJBo3TaG1TsFfPua8Zp2dO+dUZ+lh02Jfnz57VHzB2rHpTKs8m8IX90+XK5izjmtEYK/oybFd0Lt8F13Wk+Hpz8rJpciXIF1MKxlZ2uZQzf6eTn/sLvxijV/v3yQxxm7Y81zrZQrG/tn/lSTmh+i4fFYHoaBuTRSjYv4yZ6PnJ68XKUI6BaGbd5/5pLr+jCHMfbLR7uXnC2f4Mrb/txSE/B6c7evEjxgLFOifhLtEF78B/kF/sy+lQ88atLgienZ0/hIrsGwd7M61Dv+vVux72Se+YIuCFALC1p2LfK+9c54ldsuOZNRCvmfFusP7H0RvYsiAGTe2yT2R07FJwU42km7xIt9khc/iQDZzeQhMJ+K+5T/Evs5lu/7kGSWegutI5BrtBqjre8tUmXuhF8Qx+T+dp3xH9vGtuBJDWYTmsbFMbEoe+t27sEVgo4qcv0xn/b3YbP7exw/f3/m7f/evpDsR1jI5QbN9E//l3lB5l2FskU59KM9gxrQHmRvEn13RwGe/8wcnA2a1U8/mCeu+lOyGzxmHxjdZYQ7dN5ythYhmbueFbp0t+DQPswRwkpSev/jmCsjaqNB1m755/RJOQuiN5FjB3ylEV5w1v3FF7HTG29cr+PH+rx/Qt5Gdd4c5ZXbzMJzyJZY+WQIXYw0B+iy2Yl3vi3fm7/WIVBUeP2q5G3jhNQe6WNqtd2AXJIBf5BkkgP+H/z6yFswIw0V9nOgseuUhHLM+qyJYvsHVzJcF8DM69PFTMaAEcHCHJ7MXB3f3vC0Ghhflvr8MZb5xDW6Wb8Q3Y99912EUYz/XXEGfpShIgU9kXTcvHehz4nQ2qxXOueHlRKylc4jRyriGFa/BCJ03XfdlNEscLkFejBtNv5nkCmizx7ppl3fZ+b/tANblTAcn9simkrHDYnbYo24K63MnT+M7sRnyJ9bXev9Sp+mL4ImRN/GnApQWZBRJq364KfNXlJL/hk3BaB58E52dv1cwuGIShV5lq4q/6r2eRUE3avuvss5/49++Hyp5rI7x/xofXk2Yc7nahNl8mOtdccrnLQRZw2CZ1+AJxU5XnPnZq/dZaoJ0BSanc/EIHoF0o70jQnYFHjZk1LNLOJ2fc2g7C+xcYB/r50ejsv8s4NrZkxz4q/6W0F/fcz528/E66vuvT68xKkwVFZtBdgtC3V5hwKDZpAPGF1zvILrWEua3SZfzydtE7b64ybxPktZ+djqTTufqkr02dF2Lx0lrxWez8rvWSZ6fmTAF1K6AsG+xUSoaGrzOqbVmm0kwwGZJgSQdLtq+3eO26lTO34DFNv1K0lEuB7j7DS1kQbAlHU7nN8W1680Z559+aAm/6q7RwHgLR8PfS7C7wD53KKZ9Z2lQrItfCXh8H3qs2Y69rjinXYIM8iVTflVhpXQCFh6Hqd2RN1Szfdd1v7uXrRWD+IliBXa3BXZ7aaFuEseRAcFD6YSIe3+3JNJ5/6rsBkpvxrMqJMZA0kjUsUpTSUQv7znVmUCZkwQ7NNBV4ICbKwns512bfLzOqCR1riMxSBksoeG+lsQ6yfLTGTzDqsMl91GqrqxFFlnwY1/bcaerAmjSIEjyg3FWKX4BE03AjM6hZ6bV7PudQO90m7kHwcVJrBYDt2ZXNeopnOAwbX7hgM7tEwO82RlAqpPo59C3Eznv44i5T38fGfD3OudQlY7a2v0w+AKZitFxWC9nYrM1gb+3HcWex8/UF+TpWk3KiQRa2k9/3KOKs9E4nyDczwU+Ks0VTqBs3D2cOWtAuXU2L7nNKB0wvzeY86paWnBCH94mi1bYcpM8zAUK7OS+6/zQqUAPz30l6FztzLMWYHufNewK3xTYXHNYdUJz+jjdl860FygqnAU0T/fjPNu/UcEqiFiH8OkCduZHh2TN0QUJOpxl67nz4/47YzWC8Q3ncf5e6QCBIKPcUGSQSsTOKFuV/oLoFU+sa1wyjoFfsH4z89UadK7zCkRca/pudDC+q1TlDTBUtAGnFuQBKD9mfXQpftmKvIEIAj7OoD0bvfDV3VVwP2BqAMoWDEX+uXzW+VTa2gOgpgrpUjdfZ7USxDQWjABAozASxFwzt3pWJsfbxyV3KMLRfAsEA3xkrZcAnlP7OEGIF7VENo4eUhG5GaXs3OZpeEl0NABnX1x+auHG8e2/c7FfFRvl2UqBr9sp9wcUEEipqrO/vr+Updf8x9GIckIu+j2zutnhywFvYlKyrUwK61zY3J05SUvCbCwBuViX12YUnrOwTq4lrQBkmwc5kKzvjYAJLrwm/+v+FCiOHeHqMKSHoq+/zDO9TFfv76lKlvhtF0UClTnngut1A5gRQ84A+L7/fRPBm5ksxHdtDu6P1a2rni+IeQE5ukhL65r7oGca6CRJ5p0SQAo4Stma+xFk2ZrRDU+vW6sbOuK8p2BnZWlg6NHJHF+6wbqY9+O8Ts2OQYBeE9g32dkAaEUJ1qolWex66UJHa7pimQMyT8cVlOR051iYdyW5IQHAmVf0BPg7ev8kgHufotKseVk1cg9NCqDEBupGD3HI28EdgI8d+jqggwQOf4zOaYd9btAcPsAFijQyBYgmpwLpjkiInpIcr3tDbzgDl760/t8EoPg5NES6i3oG6fgs0hI3F8AVgEFAIrhoJ2SLj9bl8WkhA900hpDZMQ68IgU+5qFb3Ry5BSCThyVuyOLzC4DmK5XCL3ICDFcQZU7yTzq3OmtxnW7tzrNNeS56DUgmaaqQo9+fdRyVMQpqwL11HXWqZBK9Tv90xnXnDuqi24gJ1d+jpVrF+U11tqQf1X75M8CiFhxGTiRc3evp+Jep/Ma+XPTx7AY7Op/QrGUB4cYC6OwASn1ajEgen3S24nymURav0wCAqyCt9sk25c9PP+kIUGE8PQaw3UzczfKmp9aVvIC7o1ryQlHomXvusj7WUbB7fBJz1xQS0Gkqmk/inG4RCKrqJ5tfZNaaDqRXLzYbst2uV1BfKv34aeseXxDvS1+/flmwyfl5lz1/lhlL76+iqs0C/KLzhRWrFE9QmZtzZS1RAAM+CvIE7PR37znrBnD6Pf9+lDXgS0nOfHVvSUwgIf14r501K7b13Gbm+pJvv3tcmwMnaiEhvy0y8DDPWYDeDDYz0PN4TeIHWOoaAKQi/3wEQJFnns9Kh0sQbuYl0Ai44Fw8eqLjOvo7hTNszQGDOkc2tIrm+P2cLh1+9Jff8NMGLjirm4cuyW3+rztH2TeqT3PY6sPmkST/yAgAHZgOsCqwAu+qjhNUn46tdLg8fDo6ztyrsykRgXZyVP3m+o3Sk3+xuGPxoiQqOjv3hBLdfraQIN8J6CdDnX0VsFRH0Ma2bHzNQqoxGAAm2tmYm38RevAx3ixxNLpufihKM8Vv2dt0/+kAQvmIZtIzscMYLI6PveIjRRGjWecP2FZ0nOzYKO2B86OAdgbMy3a+MFnSR2QFc4JnQmk5GxZAqGNJ2LrN3kLr3Wr/2GTyNl2tyj4JYN8deZGIfRW/ZxTnK87z92FIcXbuZzRFGTN+102pW0WyQaX8qvyBwIA1AOMYCozHACbbt/hE+S6uv45Akn036w4QdzIHhsx20eOvQ3FcXLRd7Yd5aZ3+gOI/Lfi13oCUFfM0vsNa1hge1esKANH1i0dWQLEYULyru6C+Tv5bVw87+g44dvkqo6YdmN3ObVoELqHTQ2I062C22gqM+bOj+ix1dEcZzC/y0HwLduID0Do61jkF0IkNvsl7u+5XXIntweskgJ8lMVDAPZdqcQyg/ibcGbuR+POLJOg/phCFjgLu8t/pdXrWup/Z52wVkOv40HxHL7a28heBBITTTdbvjMxwhsuylufvfF5Uzp1xe+Ljxa98FYmrFmLkzN0P8Htia2wtEhMdYxGbpVDtQyj/FGjSf6XSveTUf2MS4INuLvYVOygkuOYzOgMKjzrCIzcIcCyVb+6LDZIA9uwSi6fQ0nVsCwyjc2ElW+hRwPlVFHqKjpwn3cYt3otfD/jjV4oJCv51Tu6SLmV9QZmbmfPFLj4zn/dit8p3OquHjnsJ4Nk9tudgVE+eYHrYqAzYhvPkdy9ztu7EprnHb1OUUy2lwzr3TydXR1Z/8QPIduynGKqsRYmfqldyvuLfjkp+e4CCd5T8SbxJTuY+2+1VARvoa3+b+I3fyW9g06yH0RHk/R27HNf78yTu2BHfzyjp+EEj/lV8PzHpipoVo0ymXrxIMcNF3Wzdyyx1FeV5jtJD1o+RYMTqEQryfFHng3PYJZphXbnmYQEpVXJ0486kQgfFVCQA/rNYuHNws6dAcVpfoQAbIpZb4n6sA8eH12Gv8KUjSaIHyKjZlb6b2KwpZlTy7uXnnK2yFxltlS1bJ3wKejuTfDM2gfQ62lqUJCkQutclgL++pcUUk8Y3UxBSXxg7UtiGvotf8G26YIVd2E6+CtUqMLlFnu3goKuA1Zsr/YWCwcQaT2KTFMPoAOab8cHRBd8vBXRiiMrx4hb+06+R41L108OlAVZ8oLCr4pcngAGih5bsNrt47EnOIj/P+fb9uvboiQdJVH/2uYIKsVySkAHlC+znuyX40FqPAeMa9YYSXHOCBFjsdBmA4i/AIz5m9MLofMOkke9gf3Qyd0SPuDvn8I9/3Iz2JehTbPuQr7NYovOCjS9qU4bAGUuKZAbKbAVUChN1oGGG27it6QTFV8ZGJeZJQloRQJmakmR98JC9iGz9rCiOP3YxsdXu0DfZJMlbTBUod1MgAodkAtk+YkpfnAKuhyk25S91lIXixRRa8AOtweZorrim8iExKmZqrRw5zzl9LUEZ/dexQukW/ytJTLpefLnXSYxJwv6WuO4f/+PYwbfxK41ouPdTi4jNnXU/J5ZVjIslqxS1FYDprvmWFw7ZGCfFR4nL66uGavx9/NmnSVjyM3/KufgituDXyNPPCq8SU1mYD1n0dfZZG9cTG5rXfcag8aOThFLkUvukOP9N/S4+muLj4jhZl4cpvq/PLalS26zYy0icjAeIvPB9/HuUy2ORWmenqH/sIO3Ig5PkftrBX9xyCeD6uNFzisB+iD7nc32bWfcK5lY8IQbWtfxbizo6EurCwozCsJ4SwHfjI7z6IX5z9naxQgo+w37zi5nriqEix8U3co7YlLf2REIvz/AQy0kSmnQXH3bYiwR6kvuYEmKfUmp15z/5T//6mquK/wzHfpVil8XFm8necWCZz42i+3WKBcgnjGdzf8ltg8z6GK9DH35sh2IydbsKap39Fpy5as7BYdV4G8YL41/4Y+3ATdKyDFj2L37xmq/Ia+4nz/H8uxX/eIljy4phHEoTIfMJnY02hCnUTvHLNyk2ab4h9/0mnbXiyQcPrzE9Ocbv0gGMFv7O5+JxjSaKiNCKw8+uzuXrS+fjwuvGIKRAqDEy/6ZJzGG/fua+h3Psd850GTfy3oMln0ZKcWCb7PJcTQCn+Aaryz/8r19kzNDTnAf4QWIIBaSwz/hcnptNM1KoWCO/NbpqzVaeHQNFikyyZU+fKl5cYx78doUgMB8xOHxo8Qx/1taf2fNsj2KjMgOYvZ5riVMUtp2GCLbKmZ7f57pioGvMRlWAdYHHiPGHufCl6CdxFB9bQpzP6KzIg8CWxO+uS7+22IJ/n/ez8wqPXPdZYgTxfBss5May/mdUYFmX8l2vX7/q3nudBPDbFF0b+/NVzvCb6ILmQFFhi5tiA6OBegLQoCtsbdNkXvdTgEnPbebw/HZx0fJZuZ/nGL625/ALsiDOvFe2zOiLxK73v/7tzr//53y7sRsOJ57femL84SLRJyc5DNc5gq+wr8dzuZibBHCNchNH64D69HUcc0/1aUK0WXWHrAHRuKVP9+3mhFroveawbn7Izb305/tDgfSwXq9DJVvDqFfnSiIAAU8H8q67mRjnvv70O3faT1Xhp6Cpn58O4L7nCnhu6JptYA/jSVrd3tunCeDRCGwm8Ohl+Dmr/PBaYLLPDsBZe3bpqCT+gKR1IPdqIFZhvL33JaoHbp5u5waMnUewBPCSoT2X1zNzQnYvq6S43Ttvancf41XQP7+rEidMu892aDZxe7svS/DOgRsNBYWcz1y3f/bv5vt6DHQq7L42pHp79Znvd9SvIOXTveewHoBgs284wfveI29nbU9BAYXuNu63GvHyUS7Z8t5igNfa9HoORQ5PZ782UbQkQWdx8uHyWffRBK4DPBsx5XzJdWWza+D9AhL7u//2XJ5JkHXeXwoRAWnudVVFO3PHEVoSbkDSoSCgxFpxLPHEKDQBvKQweVvSfonim5f7mkboeQSsq6h2TQCHZ22V8nlf13dneI7oSXJvFm+d/NLIbaMXeF/02tUBf7q2qrPOuSEfC1xPR9ycMEYBeEB+yR0DcrrpT2XjOiYuY4g1wD4yPhG4zjTmlGYZ7V8px65DfBLN7mGd0Ssu4dgzDhcefMk9VbnkR9lA43hVv1zOlj10tDefeXtvT1v5al8KYGzlAR8zIAOdz/2UUlpSvWu2ZNu6KyeUS1S4t33H6Y5aFdK+a9+9e+8cXpVIOtSujjfP32RogoVRGt92rnpC+unrUpstePdMo8qN3FZ/OyNz8t1fu+2apF3xh6Sxa0rs6SBsB3KTIKpsR8vFeJl3ah/P7I91jW4P2xmsozH7MKO1AHXg7AJiTg5QYq8dWODbaKwv54iBdVatg/UqhffOLzkWaNXcfGpo8r4le5fYrFxIsnl2Ae0VVPoIAKDrne+zjx9ybYaeHRL0Oms/x5v5BhB8BXyjvQ6tUjsGj0HebOwxNpyZtbMBA4P3Pg5Kk+7OZMEQ9sH8EonAa6audbCvHKULnROM9D4Ze56fqlhJ9gB409s7r98UsJjuqv6iSzme/fXVaey5mwgYJXWZJ/wWQG1t6qxv7vKSu0tQznnx/ZI+ujGnr46qpd8WsG8W82ZHDqg5FZoSOKMEnuMneO5eAl/oQ44xnZQ/EsDsZkG2XBBYrrpVAUgTgZeeEvi2GKGVOnvuUTapODb/Md47+slcBlDTRGYd/VXVAu44jPyVE3zoZgMAtgvwoqFCAXQo4Zs9rtO1YOLMKHaNT7sP2RgVip4fMGHdyKL3o3t+oMO717IH1njA8wIZu7LO+hMke6+ztZlkQNZuXeVhxnCzbYD7XQMUPJ4rSTtO/IcCy/NfWnRwcGWFZpXVXmy/R2fKViboQblWIAyNfG4V3XO7B3IDwODpUQC6ggHJbgmJL5LsW7Wo4L3d4vQ/quuCdIB1YjB79FUAm+nI+Q7YBzqzL3qkPleBNz9f5TQZK9VQgsBDky+gqZ7sebjm810+q4rusm3kN/SSudO+rx2gV2Wz+5wOXiDfn/OPLsf94UVJ6vLsNZuAEsh6nW4//pSA17rs+MYm5P4VdrBs1aXmaAW44oPfC7iFxaEJlc4WHPuBV7vOksSROCxFFB9S101+LxGsoAHlV5Ns+fEKWza/k50DoPQOsj3+23fX9ucegY9bPzprBSGKmNz3KVRZIhjYO8pIP9chVrlrcR1ZYp+2h/b03dtR9AosBWC+c4UI67jyv8P+U2pNSJkV52e2UylnKMBdEy9Zp5fWt4D1/GjfuyTF/Nj6SNYfhalO2IIOTwrcO59AOPsFlJIwqo0LELIRIoBSsrTqckCOFz0oGCb/5sWWnrZ7sgTLGDzSORLmAOte+lRFClkbs1xdD/MCOXqQRFeDXnSVWb/N+B4ofmaFOveft0vUzK7NWW+hEVz08uVKeUockyhUVFLawTv2UPJyPgA95vUsoAsb0rlo2fsl45cEOfrY+9i0dd1dY0Pys1N0yidYp9QSH5J+BUDrL41ZZIwJjvA6cMQakoXWAKB5Yq2B/J5tHWw/hT6QzAp62TSyIaEpiNaJ/8iMQjFQAvb3SejwC4B8o7g81OihX04xQX2n2F7yrZPP+SPD/g2EIDf197J/9l5imCx4brTNdAo74G/J3xWbjD6aDgL4OsNvQ/2tAIifS86tjy4jwKWzXXrCK7Zcl9LYdTrn/PjQvj83Ifnj5XNeo/ayRr43dHxJhLjndqgHhGr1ep4PI8hJgN3EYLUfdkgBJxqzJJawL+T+nYEVkzk3SzCLLyQoVpG+LrzpHRTAx5daHCqZ0fuP2Hc+3cUcBKixjgpaADCjUgygm3U0i1hG4XTGLC6dTbmbn28G3ZhMdGXTZ871uuN9//x/HVBle7gKQ6wT+wU0brFXXoC1dfbP/r9NMm/nekVafBczgD+/fJd1jEumLNG9GH7+ZG0Pitg8Q89TPlsKahS5usElWMTMTezMv5+fPl3VQqrGCoqoRivXgoAWZw70xcR0EkqSXtYeGO9PfakrwHZP3q84Stnr+wAAIABJREFUaYnqPW9WrX9LctKrZaEI+PowPpciiCfm2+UtKJ/JolDRPr9PZ7D7eaYgiazlSmXESYLhnPcTQ5EXPpLOcfv+MLNyPb9npZdGxYy5ZAUx7OD08pI/K55xy9iWxFvRdwHhO0JDMvXHzcH0SOwUnVHGkyt5TaaOz//2zXyZjkHiiyWRUUo8oX++bx3czqlu4c2em34dna5iz8qNIt7cE1mp7xq7BHxzDcBi6WY7O/haZTEdzCZy0y4NHcCR/RZv5X+nYFmxmETTYZoq20b8mwMwnuYAV62PDkDOi+96dKj/tselelQMlf+RQfE/etjGvvH52yWZS7xGu9rZwAMv1tiwhMG9YA7za8NM0Pn0+97F1mtoIDdCRjYHK8PB1X5qoadPDJMgbQpG1sUW/y//I8fk1HX4Hy2+zd93Ots75yUjwcnsYVrzHGyqdWazTne3/Rml9IBiOnQJcPHkCim+id7brNj5OwNAF234Xs++uGfJYcUjKzrYrL7J6UYFbR0WZ/hEMbGGOQeHORjHkp9kmQ1xzWElClLRqu5aLVixrlchW+MW6xN85oD7h82nH+hdDgejK91Li7f5lvFtWqiYoikx+O1os1GctmMqdoEub1FOluTME2xHWp9ITMjH22zo2a7EOlfThN1kq/l6fML7AfJ1jv61v7bYBHDXGdKF1PIcSbj/WNtuvdcBqSDzl1L1JMHX8VGSK7Fl8fU/b3wj+T18x99N0Fz+Kn+r3eV5XgC/VzG0BQCRZ1To/Gb0lffu/It/nmSFkQ15A52xs2lGs6KMJEjTOStp+flnZtLqNB9u4j756tbQOtQ+RJc5l0T64095byivn6ZAUIb74wdFJ4oJxXHDQ0etfIsNSBJ+/5c6Q9ewAfR/8nzxAR8enTdd3U7K6EP4pL3ujNHo6cUY2T9J1nyb9218UPy7rDv7psjNc3cmqJmVSXDfu68YBvXqugytq24u1zOe50USWKhKJd6/eWiHcz3f0FEUiwU2S9mMZLpvPjbfgi2vMavczieiu3/DZvHT2+qOp5mLumRyZgz/gLYp+inf9Xn8Ib+7K3mURHqywHe+j2/0T/63t3d++Oej3n38PPo6Cbz38TkVhfbUZp/4J/wPOEBZC/o8RUgmw9eLztgYAAnryO5LcdmSVfXfo7vNKJaw55bfS9LEF7NdZV3rmR/DkY46jDTOBPzQ+Ybt6Cpm/54+j+8ZG8DHJA89AQrYYZkXpj4Ma3j99CJ7tGQYn5osL06fnT7x45hBx9rlNX/0SgCn25JeeZvOX3qS7uJLLa7a62CrL7/HrhX2ozOSrbnay2/JAijMchZhPRtLNP9yccHWFr4u6cunauFj7eniSmecjpdYx96lC5MvR4/f/f3Nnb/39/617Heu+auixDDlpPsa6+FGNTkrDe3v/JpksuIEY3LmA/ELNh/7cZ6XPiPrOvzJNhuEWU7OF14xXHINNsXV811G9r1KovPXFJvQk+1AT4GE+/4mxQ/CR8s7f8a4k/w+cVTxlJydzrm+8iXFYSLTmAV++H42CE7wJDJQkal/rgFgPmD9/LsKMKN7c50v7ru+8Wrkgf5IYjBd45hj4GV8xI5Vgvuyt3JYWPbMBua3NFbGsOW96+5tcbzZ7BmHM5wDs4/E/rBNfzSU1Eetf2hdY0uiHyUi7yWm+q/+YQqg0mXKf/i8WIRivZyhXIOt4EOd1/II7FBsG187er9j9HL2xVOLV7Z+w1GSyBcftOlleYIWgV0yPWamJIDL6DCsuLY6j8J/pleHnzjviWsiE/zeMruksMMLZjY2uI09uQxD8QYJ9OYCIlvFvnJOMagp4HJd50Z81Dtt0eTwXvftXLJVy0kaRXpbpMGWrlh9xWjiCn5PCz2jo7zev+M324fZ2eakagcU77BjF3aac6CQsE0w9YMVCS7/MgzT2V8jWuOq2Hm6gI+C6Ylx+ibFVy3Siax9eRWO/f7bmzt//ref5plg8vns1fTk3lZ4riFhxcoWoP6NpPNEua9SkF/5k3YAj1P7OKE3ctF/1BeIkS+Fbqu8zwPO8fpXvU43iN+dGYqciFMlea57MPoFTrtSg3yJM//OGwDvXgRv9KFXkuZPvhhwfCUzr4seyuVWxbB0lNK/pMAFLM3v8Tp9V/78/66Tz5/knCe20Weu8IY3nyTxArHb4HELXWV4JcE6iwjAx7BeHWrNyF+vkzje+tjMGfd11rnOAWO2WOvkI9yjKayTcq3jlVv8kyRw13cR9U333c3P+ruTYFe3ejqWbxODlFeVMqD7+r5WxFUpTbxuHOomErlGe9VIZ7F7YHILKDgZ4x2EHQbXcPjOXIxDp3o+92kCuInIzko4FT3rWjyDsU8CtzEWPanqQWAuCa+KFB1dDz8AG6htI87Bthb28xyZOUqns6PPU5mZ4V4C2EGbkjuJ7RZCCBbyvya4dIbmutaryRyJ/CbTr3Z+BvNah82z88k5xQKcVhBfGUzn4gC3p+t1Z3QCdUOLnOfq5/K/rc/mV53k85G9Qv3XHpKnM8/Z1XSLrXNj9NHWHtjZvfvk7LrWMQLuo5QOeamGdn3r3M+WwldwPmU7usVKzw2Q027ofHmL/a7Zzq2AbyfrlZhssLnk7wFs5tzM8S9l6A3lPMMwmWwlVteSL73O6uEV61a/LtGKwLsXADNnb12bDF9nxl6UyraE/qojlb8PhcTpNlOVvIT2kj5+LihWKXbowNpx1GBjskCOP1z0y02WFiCgU+a82fue/6sQxN87O0De28KPs78DQFcJegDDBixXYvU6pb0HC3A6XE/C0XtPQQODulmjm3VlvU4gvmccDdpoqDaPh55lUK1PdWj+u0U4kYVD/90kdisadw+tbsw/Of8r0tjzAyHXBZ3nbEICyGsuiHM4cHY00wMUOncv67XuytvudqAIhoUa4eii42gWaBUcOCf5/nZE5apNukYGOcIqY9E/LTlpbZaU79zh6ABLXSrZ2qWAtirOey7nWG1dE+CWcn1gKaDLPXyRrhjgdxkMVOPqiHa2on+BISvUmB28l/uu49kuUOu+ji8AWhOpzgyZKkC2I44FYXrbmdx5WdHKqo69b9Xj60459IcSlE0+xJnxQvnUM1XdqINEEnCfdb4OTR8ZcK8q3jauYclD6wBQ7xyaXmudlOS7Sdqu+eb02A8O4joCBcCAtlT/NvFNPi6a+pzJ0zXVM6Ug5QKJOr8sgWILDvLcnOPHCfyP7ar+v84xgNLeAfMe5OzYRskIAYhOJffDaafbFtTtfNIfrOe6HHffAMB2ISRBQxdYs84lknxtYcE6W3/5JTSj1a2j12wglv3ULbrgQ1IaS4X5U5PtFZTcyt6Z635AvgFI7t0aJ7kO+GD/r67sXwpqTm/35/RIZAUwb9l0zd8WU1yzUfKEAJgBmABpXTZLGHQGdKl7+UZJNudZ26H9O2rT+W8Dxtdt5j74N9ajwDF/S1CHojTrQF8qOvDM7hHgptv0BCIFTHIGzA+W+HybqvSCcpYv97+OZoUvAOfRurUQIdewzt47IBMV1puCEQLrwyYz5oEb01g5ayLhAie+DW0s5eA9nX94FVGYq+W/rQkKXp1K7MSLH3QOTA9JDpLfzsUr2Fq0rTPRlgCO7tHNKqK9EsClDstsJp1bh5Ko7r2gP4GWbiTXRi3mGdcBDbhZ5+vTdOV5WRuz0Ta7FWXg5kN7H5u6DrNLh6N8rN1BlZdimMgGmVxxgopm678KbGdTt4X1tGcfozM+JlDnywnUgXjv0u2CMhUwYU10v27GaijOQhtLLpxvSdHap7znaQoHGjDr7kzH+a8JvmsjynCAgWAzGX2/CnPyJAHsmVZBP99O5S+wXwfXk8w6inQWHBwN/4DqJhyuxErXp8GqexvttvtvAvi8eiurklZQ0vONAjrrykeVHGfD3uQMlg6T74A+WfIytqkdPKUBJ4/zQyVK+D1kBC0guStlovlTeY4T1NbeJYnwMInn6V0AxGjlvI5ukxAxb/ZUH/8U+2KNj32vvXb2YzMFyJWXKxFfKs3KN+YS4KgOVwDnfMBWhec3uq7qP2Xt0Ka+egWkEBjTYQprVlh2wDNAj44Mcv+uz0Y/8KEF6WgNAaYoulIEcNHhkkNBrnNPV0oufhmZf5NOYc98mwBegUNluYkzgMQq/l9nfXy+/k90MhkBpk++07EavX7mZLpvZ8ZjtQAuoPdnqfj3vLoWUAoX7M35GdPFWFha3HgVU/P5reWh72vixWzWvDDxnH1qJ0S6KMgv2/JL5BDQj4nj7Wu+Jd8QA9PmkwJGvgsn2OJROmDzyYAQ/AY25IMEsM7r+CNASn6nulr+wo8pjDjdbY8zy/jMrFxxkkKbnIP65f4f+k0FRivM9DnnwF4+SUHTy3TEtxCjI1du4xC5IAWomz+2AikdnAu5A67k2QA61u9dzqRzo3scAIT21ed0jD4Nu8VkEm3bT3f+yh/+0Nv6MWtNRjw/cKlgmzW6CjM2P9D5v1fZ6Axqcn/NeG1navTHuxT5jXKYTmL7BtL+HJ+FLSCPZuR+91042Jpcm85/je44D9MOTvNrc/36vLn3dUtIRpiRbO1THIQGMi/yoSiFb8ZX4htJiHoOnelsWXWSTjJFLWVL2ugIa7iC0TrEvR790vn2XhKbOimiF0Z5npMR0NT59Tln4X2SHqgunz0NtfxUe5Ok/FZFAHQi3xZ1ZQtby8xknqEuwlEer1BZ4ZRuETGeblcMAgpEpn+WSF13Fxvl+a1zuzfbOYvR4XZ8wABY9oi8ZR5avlfh6ArL0imZJFRnuDdeIkQrLl7Xxua8efGp+C/eQldLOngPWbP28zXQgCpIkxhBD2ieH7BvcaL74LuU0hAjUjuQN7Pcd5d1JbzEZa4qfWy+LI/pe5zjxXwb6TGK3cWqp7hjWNJVcEqGsERcFP8SyXzjMlyh8hZv0ftdB2dprCK/CZAv8NZGtpMvNrcAZdbG/h9b3g7UzmjX/Rl9ydfyWQXmF6UmW+51Yo3Zj9sEMNB+XeuTmcM05Nr8usM68z5JJWvxRQp62PkxNY0Fh60mE2h2dfB7vfjhRb/HeRwWhAHGLE0sJeymIr/saXWq36/7a5jesIXf+7xfdzTCZuny2xV3KwTJnD40su0o4quIQRUI7T6LQ5jnWtxKof46BJ1BVKzsgO+nP7s+nW0qSWMv6MJRqm/muzO6QoMCvsWAdmbdT2deS5T5ee2nJAcdlNiuxSPOIJ2TmZP5uvnGl79RUyvpMUp3QD69w6/WcdWuTd954YuutaTZRg2dF8r7jr34OcnUBxKMH+789X8jBW5J9PZcSewHgFcwCmOUnJEAbqI5Z3nztjUYXOPwct/WzotNdH1+FIUoHlhxy7BQiZMmRS0KesvoDP9+8T16cAnl7GPYQXSWtggkHVYSulhCmEvPugLqycnv2I7yto4HuEZCvHuzJgc6rUnggPT00gNjIvJMfS661yxb/mjp5Vcw4u8DvrfT+ooflwBxDNl+yVp62akLTfy3ZoL62Wg8dTXr5rUkbDK7wP9ZMt+z0zUK/FDuiknsuYIzyTD+g263FWNIxj5Nh6MiqRVSXPEvSn/nPPckyfbihxShBzsopbaEWD53N9jBqxejNPwqXY0SJV+mmDLZotznRsNIbrGPLSJtgeBm5JahS5wQmtQ/+0PGKsATru9vQb5zIASEpyqKorfz7D+nu/t//z9+vPM6uuj1izG0iNE+y/ehT3VuUPv6TnFS48bcNoxqIxkkRYYRnNcP0Q/k9/GjJ8UZftX0k1+vWDMyr1sy9/AB5go/a2J+MT59LBX/vkxuuV+FFc0jiOM2ooKuaQF91vHp88Xf4iMFR9a7surOKuO3hf2nwWcJ4HUU9oxf/sdJyuow37qq4FyMS9+dBDKft7o1/xOr83Hgi2KOT1++H3WvzC5bXDUP76HX65f0UPW8s8tfxn8qZqVITvXoMfZ9HM8/fTNHHrPX2GV8P4aGFnJERnRRrpgvPvxn7+787b/1PH8r8JjOoRMkUbs+uYViNvkDXvoQuX9jHTtuzg2j4v7xznd/JpFlNnf8nxTTK1RwDnQAS6rCLlooB78qy+AanuiiV9f54x/AIhQC9KvzfWX1i9yTK/v5ONjAIAEY9ikMtRYbE1BmmQj693/cKCuFLyiji+1fr41y0YQhbmJHNsP54aMk6rJFxSPooxZiwU/2wasOrgxVjo5tv8n5yB/kZ7/kft/G5ysjbuVivrEzsNEJw5EehGZac805F2RHMeMKpyTmsw4YDuIK/Wf/+V+EDeZxsSeuF3/iYC69Lza2eHP0fxtbxuTBN8JAdvJPj+M/8EH+5QTwq3So8xv4C/z7M5q0+Yna08V8OyvLK5FXBT1v3mRUS56bD9DzWL0SRo3o4V9/ce4Tx2GHYufzXC/SqXyPL3XFIgpkJMSrr1tAENalzBrmg5Fz2N2xvycOXhJWQ0ewmMjVy/ghYj/A3jDGYUDd3zyP5x3z7vTD48QfXr8GQxNTwB77/sYRw6TbUayBJc9KpoalrMmjoxec/5ylY8vpjOUD+bNrvNQpbcyHwmPFdgq1W2TEXue+FOQ8e/7lnX/rb6bI8xHtdRUxNy4Ya8w5B7thIwSMdPLP23zTTQL4xduQJmTxP+3+Pc7dEf7OYryM4GlhrtNyORQ28wZIuHTJ6R1ZAmyGv5lnQIz3XI5Rhfv62fm+05VhMwp0N1Bf0sNDVmC0w+fv00nlnk9yutdpx0rTZ1WqbtVhJDCn43MO+q5bMBLl4+WAH9Dz/P6859zjcXZuf36bAN57thFH336aGDufLZXFFcic79vfc2zPwReMbI0XePfxHH4gA6D2Aus+XccToA4IPgmybY5DKsHkPdfl+n2CCopToocj0LW7aG1UrVw6rt9/9rTZ3D8JBm7vT0KmDkpvmJLcWp99LMVTnd11VnqdLq5DLX6e9Xyu71HRkWeeUR6FJeVZIOb6+YDxdYeQ2VFebt3OerSLUOXlJxTnBzD7dD983/ku17A1ruGwb17jurAOfURni1R5bH27bpHYT2VVgF+AsF3iyyDeyPC1nk30FCAYtdvue7OSKhsMIkC6Z3MKwKV06By6qW5Pg4wZFYF1k8BXlfuncn3mB86Zuarv+z1nZuGo8JZIU7k/mfCMmxk4cPLQmvtSjlb3qF1JoyU9s1q3e/VDLuMnCbIZje6BjDZZ22Bm1WAMovefooojfIdqpZX+VfYCp91P95181+AL/lZRXSesa7g50arB1wm4MzJ5pBMG2BzKeI5Fnc4mJFDzrMN3tnuVpTezurJ4nVtgHyOOgtl2BEtWNkkyb4nTC6x0TYbfHjkvo4NwXleB1Srly2C2K+DSYeRj11yXOJ3RApfr+NGEjIr3b2blNTtZ999UTl+lOVIIcslKwdZTuEEjOEvX+XPe6NTKcD7boP9SeOvuBsQsEWsNgU7mNXSOyxXEs0xNAANkP7Ex7rOUmvQ2EDHvsT6AlNvzmM82oByYal3anU1+4nBvP0d9Uqqy0r1dYwhywwJnhhGwJtAm16p7BWAe43TLCswYaYnA4yuTn9ERSx6bxzeqNvesorez0OLQHL1xqJudF4l499Oq7M5Y2RmyDk1moJBt0IglQKVvaFMk8OOECg4OYKDzDqjR9Uvg0QKCJOTWrbRzr0NmIMntOSBH7nm0nbvvnuksNuePHVyC2XqMDvPYL/vCkWuQEGBtFY7bX/fmGs4D0K3Oj4S9pGbpdjhMo/e7zFz37ehTjlxnZdMhlyMsePsKQItyr12u6Cl1eF0FAdm4Au6Si62kk7hfIYYA6kM71Uexs8Kr6/xUL5gRPco9AJHXqKXNFAxFToAkgaHu+U9t+TkvfcbS/Dr/kieXzLTCb+Aafd3iiPy7e38S9ZeNLwMCipqcs9JhX7YcOL95zNtjFEzTF2dWNtu14Kz6KnqxM6zRqpdVYACuPXD/bC0adokir5dJELrH0sldNoyGpNuc//vRN5z7V0m2be7yCeqmX63vyxdZM/oNFWBtzodQsCYZkCRK6RmdhdzDigw259P900MLvtIBagTAVfzyNiCae3HOn4QOy3xxCZ/N/76c7MqdmWyjlFryMrQ/CT51I7Ax69JYotf68QGAjqMc3xxViT3rucT9qACbLA1QVeD4coLnD/hDRwsS1lG0jpPMugvtcilpu27zNz1bKQa9v107Kt0l87KeSXYCGpy/nn2sJblXyT3V9Q8fLUljff335lORZecxhSSpZHbuFEKcWbh0hN+3014gCGjE1hKZKs14QXb7vYp1SVBZAh0RBdycj+jZx48zY8wZbaJ+3QdmpwKinC2gDdAL+AjQ8dKx1zmHCU5Ryjpnm1012TVH6pcPs4FfP5jvMCD6mlWZPXuV+YVjntlngG5N/uf5XwXEUAj0JEl0gSFRAObbVpRp61RmI1Jgkmfdc88u2Qtdu16jUw9VYSrqdTyUDiuJyRUnbezBmUs6mszI/AW00X/2FpUr3Yjm6sztXteWeUnmQY7mtMBSExnTUbo+KsO6XYIWOM/kjs/0Y2yEM2/uqgCywX18bnbf/vAl0UA38Zbukvrllx+9IkX+A/vUVQjlqWRG7j+yfILQdVdNd3x9zQBEdz6KzJXCH6B0dPRbSzrY2SczP2TmqTWg+9Gtb8a79yzYdRtAcFTL9MGjJMx00coD3c/8ovrd7V5ZtzigszNkBb2YSQIsAfVLmd8E4gqS6OUxmsxJkch2vv03XQrk8rKHEgrr/ENRpvCArtqsTEkIegLYa68BAe7z9Zs/1k48DF1aaY5baGMm4cOCCeSR/T1AOxn/KnLM93rzKomkUrYuqXbO7Snu8swtbmmHheTo1omfrXOJ3n6eRLkzegoO2u2WdUY/2ARGznaLEuIPqAxvMjvYyGQ2VN6hvP5RgivV5hLEZccI8Pv8uyeRq8RA+Vk7fOLTtBs7+oqs0C/O+ZvOQdVhcHVhlfJS4knHEv9GPOjsoFXMXLeso/0qDfsVS5WCVWdQO0jQnIUeUoLJTkTOnZtT3GwXgS/OZ+eEN44AChvFYkY7/R2Q2jgAoh09dQBI16NnO9Km+kInk/1e3DpfMjOGQ8X42MBQ+imgL33vOZ5EF3SMQdbbvgLWyZT9a7FF/Kb3fL+yKSyGakdF7o8NVUhyEoPukQ36MWefLjeryzkXB1pn8zv5lO63fmaBvCVT7O+jgE5ed4HGkQ37TuYKOKHJjz/X+X3en3Umi2R7Pu3GC3SmYTbyq8gy+vFRrEoAmnc6m/0F/96ap2OGz6Qg5WnmWZpx6D7YjQJnKSpa7PFVztGo+9g16zD53XMB3+onZi2a7G8xGgaQV9m3JKxyPR35kpDWqMwRvf/D6rAkH2r3yodVEcPyzyiG7Edn4+a7WogVn4JJ7fiiPPMKsV1SLLKOphWqgPhPR5a541tfa+UaZYnKWj15EiYI+w1sRd3d2AXFI/9y8ZikjPd4v+LRY9s7mqMMRLP9BaRrd7IWufcWE3R8DeNz2Ud2N89nj8SZzu8AuuEXZUdhX7Bp5BoS0sVELtzAd7fomO+btX6a5+ILA42tAb+F3DpjXqN2ZE8lgZZgd/YaI7UYdJ2akqQWFkajkJWfdTCCs24HA+h1s17WmTyWujD/G23yio34sDpgOr88yY92dXVGtAIadnPU7+bmin8Apnykju3JQUetWqC/9kwBlFhvXZ6+98yu7c3Xr1qsurh4/qh1//a7L++8eBXa63xHix9qNszVOwWKm9vquQ9LDN285z/d++abvmqsyc/qCKQyZ7FPwFw0rxtXxY47swpIFhevK7djMHRXXnqe3eXav489s84P4gdsDvniQN9NL7VRIHpRF6ECgBYdZN18v8LWg2/p1FQkzF55r3PxTa5ZmVCwnGueQuMT965hYv40ZoNRzosNfg6gnGKUdLN9/DkyLQkoSVm2tXPmFNlZb3oMZoaJQ1LBeVgnbNci7++YnGJO5QcrTqTY6xRIsEXima+iz4yZIkuonF+FsQDdJZpQal3CshiDbmE6GcuD57P2XQ/2bPTq7knRHLnZf+cnl1yJKbEWdCxfrtcRMkkus+sAcsnhnzoyZAmndgCm4BCbS+MA/mT9zIu9L0ke36WbdswTv935s79mjAAGgsXx1kEia9SpEvL09kZ5YUPxHUZuGZNALq5wo7JB333/l55F0ZbzEL81RYBGsbBHhYbhBY2RrX90Tr771ZtgNUl4fZV1udcZvksWvXklOcrH5wdisjFvUyJu+s36ujexDd+kzQ3V2/QbJigzVDFfSGKzJa+brPR8G9kTmbo6fX589+udf/pPU7ypwDt38EtmokoAfnYxchxf9o/fv+jnliilhyTdM2s24zAUWx0crnhW7oH/S/7ufb5iagl88dM3scvWrF2TKc55X6ar+F2SZ7AINk5HYJNRxpzp3ORb8yHGMEA/NslibSMPX6UgojOQ46t+//3r+mIPUzhwM/ISxgezy5+x4cE94Fpj5qjI5LotdihulWKAFHO0GLnDejGX+n5FCRvnZ4a1c/D/NXYnvXZl2XaYGQWDDJLBKjOeCv8CtywDtgy4IeC54dfRvxXUEiC7ZXUkddyyAAFuqsggGawiyKg8vjH2uvcqpYZPJJPFPWefvdeaa5Zjjkm/+uwpRA1YdUWf9Yd8fF2OncceXfE6+h7t/5vEUacWQKY6v7f25tzLofO+cudAMD03J57N2YrvUfadawSTuEFuHkW3OePyWu/e/Id7f/d3/+De4wezg+xmRwzlOV5EtsjFkWfFzgKNc75+z/MuH2tGOtp28apciesa4yGH7H7Zrshj5K7FvfqsklSUvL1OEfwV1iwLwndlJ8ZGgp2MPNgv+wM4QmU90QEsfkzH/49hr1o9ark/Z1FHvos70+yU+1tH585jj9qVE/yQ90hhfBFQO5kymoBP3RyJty306+tnM+zzehyd5nZbBPZzL4Xz3Ecx/+1DAAAgAElEQVTHzsU3I9+nNjH5OqM5V+vxYlcWz/DLgW0OOFyRUAdw3pTn/Wf/7D9FP6wBUQ7mvNQOFHzpDTFw52rLi9XuJK+WjRDDVeLyQOIX8gP47TWa6OVQ6p0fQJaH6oOfUa+T/Z7B1hyWF7T9fHIx88CiG7dFzwMH/vH71pQ+AJDh1y/OA4x9cfk733YkzPQ8Bgk2TD5zeRs+SPNt8y57T/Q0udZJS6Y+BOzvs75bc85AgRuFaS2ceTGiM6l4vsaU1QFmV28bLp1feUlAGf5KRyM11lsOkC/m84055ADLArT8PntQ/ym5oTb65CzolncdMsUWen26GjG+jh51tr/88ud7/+M/fhabv5rFyYPJNZ3cb89gazPzl9dpvXykbasf+sO7crVdibAbObk5wP6FUFQLXa+bQm7+7RQz/cj+n4N/++79ycFvEfcqbJ6C3lGk/Tz0W37eLiqJGbryFCauhFuLvlcy8nzH3e88BZ8TcA4gdYuQvqH1zYeHDNvieXX2JLu4ety6Ua4g97xnz7l5nTevejtXAdhmXM+4Obm3hbTzfmelgnB1EB/6Vz9fMDRHft+zQ3zWtrOi8ncBGodoji8jvKRzEYwO1LVGN47FpQP6XEV+7LBeZ/Zme/2dsynRdPaE0jgzZds5dimt01p+EK0rJu4eKnuS+b33BWZzsG+pMw7duMDuJPzbfl+kzw7bKTycdRewOmBXfaByuQ6oQ/F77UOV9ij9+r2Xdj4UHtvvJbs4s6dz+24B+BwaCaKhDrdv7rWFyhacR0NBP3cfuuArhK3z7cj/Prfi2wLXUtZe1L9nxqsv8fyQUV4CGefvhtr4uuCo0c9hZ8w84xB5nmfggGNpJsvndZKUHsa/tnNY0dKwdor56ko8ioQeFQAyGFOqe3UvLgoCRfidpUvhXgWnJnSvTvtTSDwycBtwLaF1AhZBebsBG3D3VNQYlYLFr3ZwVas1SFzClRPpPZexzqfOHCpX8PN23Qg4ruKYuX8K4ZKQkkDtnvPfdabsoWtviP0c480AtWYrNrbonb+vM29Goq/844ozB7CwIFXyTIC2dTmd/dC4S/bbM3JjluCh/O58IYGUYe4Xym9n/aJtjuwrDhZtXMdzil6weje4aLBWgz3HdRSlZHV04kdWb4AxWetIdp/hnAu/r1N3AAe/PqD0itfBob0Bt+gozLpKGAq6JPgkyBhEaELzPu2hzoUho+c4S8bQm67DIPbF98v3SGz5jPW+QVhLhF6d6aXTRZkRZ/yc08lpkG0tih/a9OlPDqOj6jOdJZaz/FvmirwLeni16NyTe8nPIc5KgyfPSQ9UplZ8XQJ3TAyVsYsamoHvPJC8DlXsJRpdiyK2OEAt9numUdk12ZtAzjO4N86e75SclFzgtOla+hSqrXUVXJa+jASoDC8K3mvt/KY4e2jYGggpwnJuLtrmgSA2x/l0QxVEI4ffLlE6TiKQU5Liem7MXnSfImf2r3Sd1R2bGTgHc1u4TjiJQx1bAn9O+0739n4JkAPAYjv6uZw37z86oAU7f7sc7J/iNEvukeHOdEnAwgG0JIAUOoDtA9v+VSh1msTK3hcxDoiANqoz665OjOqJFeBs8rrHADju+jZX99ixkbVvs0MSYo9Qn9NJ1/y0PkjP0Ip6o0ikryWXUejuLLXr6mII0BFpXQWOmxcLfeqA7MHb7cfmX9HELchr6+CzulrM5RIol5Y0hYLvOjsWMGBJ5ybhFYAn0EnkpkM1r/tx9AckUHCIDsy9NQBrkLNC+psgy613k9KKeke/NtE9P01KTwKuXSyC7iQMjlM+9O321qtJ5ei4FaMgeBUvN0fZxZrgzfOuALykrzV2NiQP2u2RhKNgbj6IfVkQQIcOfb2Z02SPLJ7AShJFILECML23e1qi+cwp59OscErOvQCcfsr9TO95Nuw1Cabq7I/+3xlzTwrAOi8ljD2rZy+rQD5m1pTC1OPkLL9KEuyXoOh/ERD2PkK5nWJnHfZ0/0k+fR2qu7eZg/R7CkSdQRYZYk/IiYAGJbcEehGx0RG6hrzIAVs66iR+wp5zM6h02LAh022HBlnBb117CEefJDEn4B2g6iNKTojh3CO0qkRbk2gxsvS4NX7/dt1rj4OWrttcB3uKQYHPPXsNWCD5Jlk3Oux3QUa7t0cBEtFz5on9nGLFgxQVX7w0M/QqDmYNWwD+LEE2Vpc+b5HCm+9Z2x+5/RhKaj6VLonGGU3iZI+SpB1yfF3xpXLN7z/nTFtHSOHOQE+BiY00c1tHluLv1lZ3zGS05yly9Cl+nk5Y3Q2CPDJJB0Cik0kFGomGdWWcGbX8w+kKtlMxabb9YprJQwwctWLIXpAt6Vh4S58p7gAeDEW9AskZTTP/W6FIJ68OP2sAHCIob6dW5Pan6AYy/UjXXNbkVWaOeT4FCnIoUaL7VrG9ALcYD4lNCUHzv+j+FQoCkkhSyOv3yDTbNnDBCsbQ9tLE9GHnmwJpXTStzp1ujzNz2/N+99TcX6iwdHSYIX4xkfAp7LXEAT9WQcds4T+saZ6dvbT2H8MiYX+cX3rxm4cKTJgG+HgrAKEuq/4Su9Bh+Z3uZEO/MQ8wYAdB/PvMumMfJeZLo6loJM65RPy43/T9GWcgsXeKFQXzka929y17dPysJiAiM+p39njAE5SEoZ2NPmZ/ychX0T/O2KhAZUAk9wJAiczoHpa0k6yyHmTzaYpbo2DbCCAMD415URzmDzoVNht0RUcFFtSaHVWShG2TidcM3AN6HHuE86xjf4WDY4+ePn1Wf8VrBbvNZ7MO9buyl/wyQJLat+yVPaaHli+Yv2j9vax/7f1VYLPebFhBvOxO5E9B5BSAK3eNVxngra/OtGfpeFbkaddvac+tkz3m764boIlk/ke+n50beHM2xdkqy0C7AJfYaVeiRD9weugunydJvk7YE6/OvpMdhUgvBWD3vfjXOl+zyLM21oF6w3zSERfxVQBYxBotSsWuvI8dHICM1AEQpWMXCKOsYZFh+YR732RmZTquIuf25hQA3gbQAzComNVuvTyEERTWm13wvL/Qp5WPxfCL3cgOwJRiTUBc8ac+hBoPW4pChzl/7Ci/psmp/PdTipZefK9df4CU3feSVC2O6vDPXySrxHl01I8pCkiw8desbf3yS8dG9OtX3IBhLrvdTlcFLPX2iCbfoD6l+Cp7xxZ3XM7VPerzrgOYUh8YMCavjnfpCCXApLFV2YeNMZjs0nPOKztYys4mJhezNochZsgZ2JngK/TS+ez2yPcCpozGFyX7NRqhHWXWIUn3APba6ZR7Qz0MiAXEJW4VLypAe93O9lOg1XGzxLaOa/urQ3H6fw7uOmUHVjj3XL+qs2dv0lqNxcn7j2/GsuGzuinZAOv7LAXo3zLHm/5VOPHLGrVAFn0EoMBH2aw+Z33+9pMwfpxu7uVXsNp5xs0YlOMgT2zEXtWuO2uX7SsjnYJ67uPxU7HERpGcUU5kUtGxXb2xEWPCuGXn2/cubm6WHjiubAMA/ljA2AdxnHO9Lkf+Ax2hMLLubkXtQ9M59h/nxZxdevIxxy4y8QGITgyVPR7bgDW+fFRA9/waPfmoIW+6qiWRC3K5RrNE/9Unzz6UOrpdk+yuwiH7D3w04cdWdeySfIfzpXC2kU0p7oW+908vE6MDRqZATzae8IPj7/+Rn1vfL+JvAlEKeQ6FZdkU3h/2ujG+ffm1cwGoNQBkRzYzS/VZ2KYwcGSEB98TI8ZhywNmPPT/5ARY8HF8enuqgMRnc3afZfTMihSA0aNZThTdwqT3eZUC8wIoumf2d8CHdeQDtm52Ze69+aKv2n3cmaJor/PM3kOHdQ3zAuLxZh2rHghlLdajAnKj/x88NiotIJV8fHJm6empjX3TvTwGj1Hpo8F17+t0xbqyYtMAgF/ce/UXhXwxYvYgjCPxyHbf9HC+81ugo9wb3drGgsj3j/HF7xcADmTDucjPIi/vfpTnie7+Omv2zZPof2NJfBvWgjx/dAnQuXjx6+ydwiGAZud2ttgaoFoonL1+fP1HAFyvM/M33YUpSK8LO7IY4Dx/5N/+6x8zgzeyl4KkzmxFqc8d73HlM2pPB75yRn7KGkoDGCPG76DLNgcz+ZHqz+V7yI4z9sWvCtFYUAA2B7yrSqhc5lw6Q2Qt57YxmUJfroNatUV5rDvxH8x07czuFqCBUmeHC/Z67IY8PFBXgJK5JzHVCsDTZ81zyyf5fBXIcv2LZVOgTDGWTgFoaz0g38Wv/PKrAOw7BoSOVOwBbrH3azo445gW2647vePBGi8p1y6u0ZFYsMyVq/y945OwFw2o8Onzx4CxBzI5RY3dn78TNHqAG31rf/kfb3Pfrstul5IbgLINOWzvQNjvXv+He3/7ty/vvQBKKDjyt3Sff0zxN7pcA7qcYAtW9mUMFnwQNqG+b/b++7+38XADUET3ZDuQKOwEixcxWn2MPwqwM5/7y68nM/T529Cdd+xO5EI8fD/nW8PPF19iUTDaxJ5h8hoDoBFRnsf3vA1w84wuOLOIH0ffYCP45RPQO4BDgKbxv8vsee2t8+re+Kk/hUXKPO6NFnRmzojH6cvH2L1yr2/N/M4fXgRQMpc1nyOTVfwooLcG1oivUWajrPFmuK+xrOProsOa07rYEp4+NfqMjZk8AJl8kfV1PRHPv/yXb1Mclj2IPe0BIVsKf+y9Rgn7saYz9rdj6Jo321iYfcIN01kr5lbvGdtV+egb+v5TC1uNx2fWBAZIt8aSxTYTvGtMQPaEXDsGm7f+uLL+a0bYeS8bQt/xJ06daLW00eV/DKDAgpI/z6Mrvmwn/PPW0K7g7fIR7CN/9lk66tn2D2GdkX/jX7Kz7HuZBC+n4nHos1ubyXvYU36c52tRu/WGA+Sjm3T3YxdEO72GhI1Skqs89crFM+yR/PT87it3bc2Tz5APKlsJuvR87zcBWJTRyP5iwWwti06LbAVgabTSf/+Pvg1jwcY1emTH/dQv64M0tzp/mS8pP9y8/R5tBeAW+LbjN07V/jYBK1XkteOnYHu6cldc28aca5zrjOpi/96DK6Bzvati3S9w7uqM7U2jclxx65LtfvZ0XJxu2CtuqEgdOq9973a8BBDWqsHfEnQniLnbjXs3sJEY7C3Rkb3f09W4AiunsYWmOHR3C9+HPrFBeQSkc16u77steubCV1KBo1VD4h4dyqsYa4ldy7WXmFwy+vx881UIIgq4UW1ZI0b8zNhdUlk72/avm5zfa2SvP3v/nfL12errA5uPY7aE+3BPdaZPAvyigT4zTlE5z7AMPdYOzxj4KbPc61UE372scH4KRxwX63ySsN6zosi+1/pvNuY+uxm9e7A1DM/Ynr1CH9e83xGcruAppF+zCXLNUxhs0Sub7bvs2wL5HZgj55X73OMpePmuG+rvPBvl1dnILcCPnq53lkDmJMZG6zMUTzuc82eBphs/BXuIRt/VoFInWO5tRdEV9s8a9zuuHTsFhBUIc/hTwOyz5DNHYfEnz0zgUiZlbTqrWxDjmSmpKmm0zKfLbInrcya3/qNFuikkXwnczlDKnpwOwyNMd5FMp0Db/cljN5nU+9g56hnMf1uDna/SIpC/az1twmRlFLpNDBW5vMIwBS+R4/mL3IekywfO3J3udWeDTXFbw9ElbzUFO5ylgwg/+qbBct7TxFVBGYwwSqsF9KXd7fpIEBzZHIWZuO5q8u93mnciwCuFdJ5RYs2NCMqajI/et5YCoBp/+9H5l7vHBZhHjv3dGVki7yaRcj2//eIcu45Pd43oV4vYgHPy+DuOviuoXlf31o3DPD0peY5Ka4U0F+sZbqF1AV31UgEAQ3Q6c97qmSVGJfqcEYnpzkvI3xULnG3o/KGl1jU7XX5m61BYOoMvVHEpMoJ4vuYbNlS/sT1kdkGoOF4QMZlMsFTaw236R7Nu8mpHJNrVOlzON7RtikjpGhLYzS5txvApjp9EovvfnDndCp9LO+u5zQUZ+mudy9Zd4rJ2L7/sq0SGAPXM8LilPNuMHi/BmPW09+suupJRRZlIQE3vmym0mdkSvqHdLR0Mp2822cusYlvewmO7CRVmzGu+KMnjn6LNQkdMdwnAyGULZNf1O7cwa9H9is4we7cUzpGJ0Zuv07pBW/W74pXgciCFA1qwZtCFnD0FvnVmX4ndJC84uh3/UKCHjq7MiMnzcMA4aRw9z4oipfPR8uif2gE9VG279kX01eGCvQRtWcNfzWxuQsPstnXzbfZfzkeeDW2e+b6c4lvHFgpwyeFSgF3+kbPWZGyTQAproQSN7HJIoc85rNCr6w7R5ce2jPZvQKch6s/c66IX6bFc/yR1rYH3mJPj54oTEPKd39mk5uhs1mV9Eqn/5fzw0lpeM190PFg3oIsLSBq5n56kxsn3Nw1u7iXxAOl5BQz5U2cIZq/t1f0ENa6D7Ou9IEq3U8/n5qq8CVXP5ij6O+pIHVS2Zt1kkuXtopEYyR4dRKZtK4VQB0+MArOJkwtJjyrzJJ4FOq5bWtVrdtEBEjlxZBvlLN3UDsDLvkjirguU3hSM6+ZfEfR02aL2XpfMZh1L+hQNH+XwNsWCMXXMRrTbJ7Lxw1/ethgwGmudGisGHjpPOlFw0YRqiho+J6XxK8qyrMHTzvL+Mk5/OoWytmbdttiR5IOAXDKnNEvRedZpNsb6C9j4W+akbTYWuUH9LNHwMcHUaHQvBHLk/7zol86bif47s/P4mBKCrl//pFSywEi6WFAQDlgBFVtq54uyeYmUU2jdPE3rwuc5tJAKZc7Dd89mIyWBgTF+TBDPDxrF8BhVILebIJH4y96YWzuKXX7CilkoQyG6H6Xre/MBs59mXgalfD8Ud4qyb1OwbiBanyo0tSlM+/uHdCh4oX72vL8n2ddkBb2cL3XmW7Bod2voll6EIjWv0q5dryUE0n1Serb5Y6N/zew1SR5FsmYWzZeTWNxsreTA0w2B0hv1lH3cHOQnZrryLciv85L/ChDK8w6BzRcg8+aL6WYbNbAC/6HkU/RagL81qR5trDKAx/Ziz35AJB03EFlWtPAzn5s9kWRZwICO2HUAADYr1oy82Se6GTq61IvRV4pAgnB27tWrNzcx4/MkhhRASqOWM9sYho/QBMT8cx2arqEI0meOyaMjrcNGh6CKXxHGurHv9F8ZA9DTsnmlCL9i1voT8cFjV3RbAIwVvd05lSixxqSg87rPG5tDf7m2Qj+dT26sB/trXz6aoXwvdJFJBjo7H9Jxg+PuFIDFLWwin7oxTcF6iyfZJAWtsJ/lH8iV+ZdkBJAmuuWSrccZmtnREeYKXvRr9IT7nv3KbMv6VEBXEjIbn+DVBGl0Bvv9KPfcGZqR68717nPo8L9my+bGNqJiX4zxAQCAb6J7VPysOPxVzvKTJHLEdmZ5b4SD8z5gp1jWAaiOk5Az0xpVWZ5Noe3bznHfmAKd+2ceJhlyps2wEhPVxpVaTeKNbeMbbu6pBEvHq+S/Z+ledVIku5ziizG9a9gO5OzNkhy3SS97SuYw0IxpxtgKAM2NYHGOBoJKoe2aD07my1TSnMRYPuihJet0Qo7VgOEeC4sk/ew9KlpJQbazFKUpvFojSWsy4wxIKrOV/NfFNtfc8otJwhxF17d3S7pt1j1hEjehuGQD36DS3BW6zi9ePt28P4wiCRDivVQ//vAXowckq42wMDsb3fjbJlPZP50zCoE6/OnZDwEXsRPOlbiYX338v8Xd/l1csLESQIoSrB/fLyagA1pAym05V844+Ttx5UZ5DYhEDsnPI+wC1/iIjvgw6439zroO0MFf2wzoUSOilE7XhYJarq0A+82DxSG//QoEtJgAMOVPf9Jpr8AfG1E64YxoAKi4utsl1AEA2hkMoBD7ts6wgW/GfKPDV6w7m+pFl7Q4qAiCerD5rsRe8T3dfyG0fEb+fCvBY5Ii15v9NiYM3ZSj2FecIpNZH8VUO8uORC4lhq29ffiiXQRf3Hv5fZgWzKqMvrEGYknsDufFFip42mNr+kVsiGLs8kgb/bICMAFdF757mM2VG6gD1zVQrHqbfSCPOnL5pq9fZW+vc+87rU9nDwPItXNywNA2dkTeT7fxGBVS9M416Yna8Twb34Kd6bz7grPpucVQXuwS3+xFfEKv2qXIgzPpIDwNHX0LI155nsbdsTu69bGDtGCexP4NYDLPtpySPcB+tOLX6BvZj3T7Ahln/ayR57OeAFP2nsy6R/pruSPnbpSZBSxHb7JfDzsb3rpv5IO4u/Sb8XcUEMd0tm5na6ObfgBjdJZyYrGL7QYim8uzKfqScTJcucl9twu2scye83S3L3Zf4b9sdIkVdev9/cz8rb+eblvFg1c/RI9G5l7+6Vl1V8FLzSU8Sl5psvcxa9OO3/gan1MIaXgU/aGrdkCzsC2kuOuFtYIu5498V4Bh5MHs4Rwh+qNzGMWWWb8msMXPV14E4MEL8Pl1Zp7SZ3/+fh2zXS+NEYSYfvjRWi+XqrD7NCNJ2AvPIL/w+gcAnuVwjCLhP7rnb7JmnwOkxpAgKf/8T5uj+Sm6z5xR58cz0Q3WBYUxgKh7Ypcq8/Y7eskeDaSVQvWL2eiOIJOj0cWf7ycf8xGXB9OZTr5eRm8rhrCpissDAwN1Lf+iMItW+o/mGf+496cwh7ifYr6yo69/CAgMWIckt6HBOloPdmRzWn0OC4v5vXJJz16MrUDxvcz2kSddxnRPOyqjRsQpAJfYM0qVH6CqEtOLMD09jA2x/O+TJ3j34et7/8+/e5v8yqjLf+lsW0X2jKRRWAyweGBTftfGOyjqcpOqQ1LEN4MUgMm9OguANQNyhunE6JrICh3ZnEqAuLVBmYusW1Px93MAhgDf9KacT7zNvufTTwCNOq43CsT58cy6dsmd+I0v4GW9MRYA2dS/YOfNXb+sLFvy86d3ZVFajnjU2Tc1DYXjfK6MA84JMETO8vs0FZD3++m2PzHlkvRjkejYGFS6LYiuOclLfPYu4wTo+40KBIblnw1YwKfp+vz5ebErb8PY9SnPd8D8T8V9cxDqg/u+xsLRZx3Bl72w5q7Pzrx6tREVX/JbRKrN31iH+GmYmXJe3r/5T/f+7n//m3svnyVfVhA/PzTxZPROY5KcjzLz+M789HnAblho2MiR+QQsnIIumvXmaFP0eheQsLReqeyJWradv8m285ue5TwDHR9QLsB0mw2iQn7M2f711829f/qC3gOS8FmMBnzHwwR5AXMv8NDA9ruf588345VP3S5KedPchJylc/sgtlWOjT6p3xJ1IPals9jB+t45d/PF2T/xWXRFnu9j6K0x2gD5ysG2CQLIqwCC7XfHRUVX8hPYnMeZ4X2KdH5eG0aP5jkp3N/++NSxSFeZp+v1KeDoghfzHf/H//nu3gcsIYDZqJrrhy+mcmbttRzbxmIl/xCfYSO6AhItyCb7EVtCV62pD+AowIlSt99Wj8jjRqdsZm5fV+frd81tkJ+xRKwepwi62b0aSloLkkuO7nVf9qqxV+4DLfe+yg3vd/fZcxNZEpu7d36fszaGnPlrpw64uDJ+Yhiszqx5oK5fCwxKHj46SBHYZxoP0df5ruOrnjjavnrOk+f0e+18m8Ly723CGpNIl0BOC/NQngX4u2CH+DHGMzWWjc6RIz0stWS7TEQFVW0EkTgL2Jbd4/ew6+v/uJL6+aonT3+9949Dx/7kSe7F+nLXnLur8Lv7EvNF17PTbuyqyTU2ffMh7vLlL3mo0wJ9CmB3C7zb3R2M0srkwpy/Mx/4XGfvUZj8r2mam+Cwn1eR7nTq+oz3U/gW9abofBWabgtgOzB9mAZyQ6v89c9PAbjJk3bKni7gOZDdJIWn3IyA/W63701BOu85juc6j/ddLeS1y3bHb/Qwa3OXlLu7difZUkqI3LPrUNAEvgmbGpGrKFZluhb62yL5ukSt2ag8JzQtRMVIrJuFgwEZuOcqtXIdjP296+X5bTz3j9N7Ocl3121/ZnyjPPNHToLD1oSJ5xM/7ha3h/mv63zJj+T4SV73Vryp3bxL+B5aWcu2wtWSEXOUlrCy3iu2uuiSp16nk9TnOqNIMv0q8Ox+Nm9ts2zW9dtXg4AlGRzOreE1i7gPseJFqd6umcQzafs/YqrLZMm1UR/0eofmpvJ1AR16H1vzUbJSEvvuW/TI/nza8l13TmY3qdc+r3UZb5bFzRm9zk5X5wJXQH1VJqHecl9yd39cSaHThe4qK4hCdE0Zl4rgrF3lWQF9HQz+vfpAkTCfY7C8/8yAJhc9G0WI7ZlaKLs6kS9Rvp5rssu4WPI54tC0W5uh1JZEOue0tZwWzifrh2rJVzaxWWdmdEY7GyvSn3U+BdG7c0Qovq5Bg5RrTmwWYh0Jin6jWqZXfi9F2ITd95fi+sKnrcC3IkFlqclVj0DfSbhMprd36852qerLXIzDX1Tdte8HaEL5W1NOqkCFwVjS1o6Mpsb1FcX9PqrhUVcMCLHi6QEMcEwsk44YHYUcg0ZrTXSPbvZ0YXIABay6vUovh2LVVfP5JXh3ng57QBPS19m1d5OVdarQ4/QdIIg9F7CNdpXjPlnWobJ5zFeHfr5IzCDhP3DHHGMODCdaEeTINucVqpn8TO/G+SN/RTVxKK+5O1lD3ezt3IUMzT1CeXF6GFWFPwFV53519qBA1D2MQkQQCadBtlacXPdK55xmbalH66FgpdjkRZbphu5bLfGKsfaqAWDeIwlyADmCoffpfvF+enuUV2yrfYMEg8hbx/XtLKJ1bElgdeYvhO6frsKSjoF8yYcUgsia5y91mVkrumVbcB3FTotjQWZ65iZQcnejUxkFqfv1fEtWjgryJJLJ2ObwXt2W2UdFZIEjB68dgKXcgjwmcgPwHBCBwMY6H/rub5ogUYBdQplt8cxW1fvoDHJIv3L2OHOdJ0tSqI87oJ9eu7R8uTdBRwRCB6GLdd4n0GpMJ94AACAASURBVM+VXFF4GT3MZrzNhA5ssu7tFQIO9bzgsSAfaHBylGeS0CircRNnaHpHX2l+UDuPXEMBJOvnmaBRXftQyyo6rQi2AOIUajbfaHT17rvU5tE99y/quFFdzXEWDJI7n4ekvDznUiy3yzb3aw3N5PX65QImsM9NMBXwA5E9ymz3rINpiQqzgDMjUeKs4XneF5mt/VGUzD0BGhwUps/TceTn4dXVUsrlrLnCtKKCc8dmbQ5M5L106gAcmAR0hK1jw3o+z5zmUiRdgBF7/fzZ8zIsNM9w2eYCDlJkxeRgHTyvbsTRma/TTgHNOpdKttRR01nAnro1O9YhclD5vujEyPL2RGFbgWHAMXpNN0Opl9kvCdzL7QA4qI8DsBJZ7Oyi6KZnL5/XjpQJrH70ABPvS7FkhunjJit19wtydDxITizBuY5Un6FHS1eeYFVRdSCqA0SbjWQjRr15AF2zDWf262g1yb+StHUbUMYa6QoQNCpsdPZ3BBrNZAEdWUwFcevd0Qq5pv3wMq9T90cDG/KZhJKiR4uwLxZA66T8BdVgnm+J9fnCiqhL4I4pQyK7yYx83zrBnfnD2jMw1lsVtZyRddgwb+vqlchgj1+kgOmCnQWe/96/X0LpqyRqFID1WNMXCoVoKOmu+jDZE/ek83qgkukkfpsLOoOC1VMIlSC2n2UdcB5LsRpNGyFAG6xDXbeEw6MArGPDtczN4t+/NwfT3tqrFkfWrXJ8fevEB1uCeHO5W+C5kEb0ujmpFI9ZZwPq6MKDTh5gknwrGHop9JBpIJZS7uZczkb2x31ZD8l4emb0+xcQTIAdPW9tzP2VxMdwIalmzSXIURzT5c6d+bLr9hNf0omjnDNjzHUH4NgsbnqCjlM8aaJKQvVKikHZ66R3FPknACB0p4JW57EHfOH7e45yzvoCGogMK4w0YR8ZKltFKGh9z5kdandXtCYLScDke8wK5sMpiJLBn0Id+dUDicQkzZOI2UxmCURdCuKL2SYIb8kQZ+rGZtcvEd/srI6GPRKVf0NnVtnIv3//5xdlFPga5R0fux02C+KbyL0Sotv3L+/9kMInW6ZobU1+i0wqvqGB5HN8yH77d/TNiiuSOKXRzVpbX9/pfp4HBNBO8fyZzuRPtSPXWZB8znd8eDfAo2QleV5HxM5D2YHEjLnHjyht8zgDKGCVkMAUZ88/P4wlbOdDMWyeRezq2l/zV6x1dNBYEjaCQeD5KjrnaeZ2S3i/M36gxe4xmXy+OsHn919g3LxzM913Jj+8j65o3DzQGnlZ3Lfkn3s71MTrELcOzo7k3uykPeze5r0tuPEjYpcU8titjqZI4ZOszo/XNbnEGN2eHE7zBc5+WVhqfwZS6QzmvJ/dZysKmsr13HTpLlMANvscQ007e/MsX0QPlVmlVLzmz+aa2RYUd4AXXwIMB4j2Q4Bd9K3PoOGUDHcuPv+kUKXQsQJzwQp5v46eAhpDFaoTmS4HZrmZsZuktliBDPs8Pa9b7fd0aNV3CiCFn1SgW571xBEHzEo3ADiIq+iK+brrDq4t1emedbCGuj2dNc/x2x8AV0nGXh2Gr0Ilyh66VuUlswCt18/pOmvCOeup+99xuVsAJnN0C50u32JNRps7e3iA13Tu8cnWWTpmksW7Y2XyvU9if6zNdKjTpZhyjSQBftUBGP8YUKs06tY+z6xr8wC+u9/oUrE35DnY4lKAspNYVICQr1zDd9G3LZDk/snvxndhQVmy++QRju8DaGVOOj3sHH5xzagVn/H316n9e3Tgq65f46prJn1j5uyTs0ROX6cj+9uHAfpkb16/cs0BEpvnKRPF4q7NniWL7/sco13/raAidlqRddTm5vau8MCnaXd9/v2AaRSUTj5HToRMsV9eYoN2vNJo7uPq2CyrQmInXUhAYbpLFUfPWBDyqJjh/faRfpVc3jMC3K3obP0kwyk3BTU1Sz63ooX8GvtDtwDctdib2AqgyvPfArg3S/yA4wo/672YVzo9udjnAvUVCJUO6shD2d/ypjV8nLEv82H7K+rhAIB8rz20Prr83Z+z884YF4Wggp78/U3u+/d7/90/4Ivyo3LPiY/oUUCEUWl/Vzkik67BvisAv44u55sB2HvG5pMDuvwudMmb803/sk2L8z+he2bjyVSOJmazX41sC/BkIIQUol88n97xSVTcuU6BZR2PtL3Y2BWgqIs6OwxZBQgGDNzO3tIJU4iopRe7U97v4ws9+Ab9+oAurkFu11mVZy+j0OcWzsxx7+eYvdwrdoH6Q7lsQSxdoVqKay0HpDBq4cG3ALaADAFKpjPw5ffi9cVHtfMREiNqrA69uZwCwBE79ynx+2j37afYe/5egAZ57jJQXUDbQroAFvK+MhXxbXWsR/23y725W0HRmDiMWABsvW2cyR5mVjAdp3Os3bi5FkYX+u/5c2BwORhd85H/5BeAAApQSpF1YyayZykAGy+rQPHmzf17/+7fR1ZzH/Ky32Tx3kTGLNOA2yjTAU7JFput0eBifIisi6F0kQI4Gk/w5s3r6gr+wGkYehnbqVDX1WSfXps/m/g7gJ/7D+Rz40NjZMkeP87M18fsQDqQ+Yrv3tDn7HfAADo1cwbmx/A9prvKpgUg0bDFSACFJjK8wlfBCt3J+H8p5J3iZWmNfTeGBa8myFFNr9jcvF2eCwsS0KJ7lfsrMJPebqJ0gE82HDjHi898XgcwYn8eZLQZkDEgac+anF/2+U8BRvyhMzl64iPfyYiO+ggr1gE80o+KcuYsz95m7YwXy9nubed6r68C8PPEYX4uflmhWt6QVfPPn+/9k3/y6N6T2PziHPej1Rxif16H8Qig0OfoZ/IlD+OcHiA3pjRgNZ2LRsexxZVlflVicz4X/7MAtuz7VykCj01QYjj5vPyMrTZnWzrm1Q/kmd7MjxXfChSKPv0ZnTYAuw7KBeeLN+QNd4/03KN0AA+EvAKw818Gv+hDvqizyH9zn7UZuYaibNnkmmPdHp68vu8pENNImqwtee0s9MjldMhstHqh9QMSG0gJcFNH53TQKQfI7/wEPPtr7GyrgNHxmZN7PZGU3r3PKTS7f4/5z//5f4z7k/xAwC4KwPWL+8V0Utv2YpftDR1sH8fwI+54Fh3gWX6KD/WnAIHc68YYjUIcWI7+KCMOwM7FAOUMnXEJAEmANyfuGvBz+lA+Ycx6K86yD2I87xdP8WO8f/HiGC8GNACik0NvMB75ed59XGy6zv7GIZHZk7sXW5dtgy5ujgE4OvriYgY0gquA38ZT4rNbUN9y49st5/UUgBXw+Vn0CCA2EAi/jT2qMFbG1BUGjgKe4W8UdF8At0I73+jy1fLdbUZBEZ/ns9bqg24JKqsjKwqSXfG+92XPSpH8Kf757/f+l//1b8p+wiYUoH6dWxUIIJfVPfJsfIYjCu7z7c8uqcAh6XLRFVyH5BSPTodvn8ySdGMkAUaDcGaSnp/7/cx0vVtAPsmxXWPvPv821KXumCFOeihaxLotiN29/m0Ve0fgXOsUkK5C/BKYgqjrbadT8RRpj0I6hcEWEiGIcwN3O58VzZrQaRfPEKHn2UYvurZ5f765diO0ZVQkxqevi6vhDs15yjpI7o5WhcLmpK0geATw0EBbM+9dEnrdgpLsvu9QQPtcC8j5rtP9sWtxyjfXjbIR4Pc+s0AOzCka6eDyXoHFoU12BrBZKpKQ7+4dh8RT3C7/zT13jdqtBEmzTtNTSB997JBxh+rZB+++568L8O0qRt9H7rOc68a8BOiSjw5B7xkejeqec6ic22BoskQpWAPhisPCYRYUcYbuJsBcp8m8i8rXNdeNcLj5J789lNUVt4EXRVUE6Q1V3+lmvuQ51vI4ZSvs3Up3VV1uZEHPqJ3P6xRWz781WL4cW0iOrxWRdFBfSbPJ4m3Ht/efM7fi4AoxnKAbymif8TgNJuZ0Qcttj1aMPzJX2bLmDaiWaL+7Jvar6PT876BjhrTeWe/8zHbuLgF0F707NM9mOvR9svR1ZJZQ6L3fSfys0/ma632nAt1uA4ksBSOFB4n3/NdO3gvMJLHjWTfHecjaFT23D0tcbW7dmYvg2Y8+sS7timSIUTJde1bDEeVelGuD+Z07wVydlHzgdDxxOBhWP3OdIaeXKFpAPodrSbwrIdXCBDFZENvZQ9eXj5JSYSIGVocnWc2v+0mgPMx5mv7ax4cwihw0cB3yzYuhbkdIUdKXrPdhr+51VPRFPqnCKZoJHqa3PdfmmG6d1lE6Bw3KlAE9qLDOXSuFLt2xREDnarfYpkgL3ADd1h1JEDm57GyGHZgWetmm0TC1D7ayBWm2xMjADQKqFs8lU/JZDrklm/FXvEoiMjfdWWHsYnSFYp2D7jk3b2JdakP9CVgHApB8PAlT33dm/5INs1qOLpJ4PmvfYlmNO2CRQNycmoGWhpAmEwtSyKTfocdLSx7OnSc6ThWj8wwKGrnLUF3qKKSSRvf87U2hUABsFs3Qxfcyx8R6bf6ZxOW6DNwP/0ICRIeTvToo8s2HW4JW0DvAko7G7Tv6anN/3L4ClcTlumh2NqczyA0ql4+XbcrsuRTXNq9mTlipPvsMaBDjQEcOFTGKcG/iNjLRYokzu3Nlzd6j+eQEwR7HOWsgnKBteIvRt0BbCrydB7qPPB757v01QF/XdM1d7fUcUjfUWeplP1C0gNwg/2YShs4maDxr+OMbs2Jm072sr8Ijx5cjKBBrISc64iAxCWi7jIHK4gRKcrcTIMhj6zz6rHXkWktO8w2wK/fc4lpt2xxeDq79B8zyIIeulrdSCscEgJIMZ0aSAid7MD8klNlJxIxKOLoh5+Z99IJOBOh7F/SeFuVqj2d7t450fmShyNY5rl/mfQ8TbOpussD0ksCaXGwW6ny/0eN6yy62MzOqfpHOgyT020F0ndn5Yw7j/Ai6vDNdfgltbxKzK6QPyHUATb5DoYNcq6nYb7bGL691Y6xgL1Bkr5yNQwl39Pv7FL1WVJteeHJRbLsGXWZe37GHArenCXobwAnUsq9kDN2uAF2hot1v5ka+H2VcnqiBJNspyPj6qyU+UT8fat0bVB6LfZ2vJQjnF9JzZYXJd6zT5gDqroS/61FeF1iuRTf5hQKZlpB7mk5J67S5ZwO3DaThHG7GsBf74YEluSTNvksyRjKe5n0a6jn3TaZf/WVz69g0+t38S3t0ELc3ndN0Wote0/Vmj5UFpF09oYzKvUhgA5CQZUG5eUGW4cwGKiVt9r6Fm191bZClFYCXVI1Ozf3RBwL+/XzdcpLVTWzm1SLmbqU2zawe83a9BsxaZ3W7Lfxb1NeDyFiT1fx+uhhDRRT1h3RSsRuPsq66782L37yv2dVDedlz5LsL0siZRMeb95EFuq5nw77lu8wVHUXlvLfFTrPLB48ElGGu94pxK6K3AMG3zf2tWLLY59WrFFf24F2n082EulHiWwHWerVTTkeeAlDPz4W4r25bt3wBV+lWAJY453Zd63UQ+/3OQmex5zrt9r0SAgBsZV+JHVR4BATgSwBeeX4JTr5/u/GuGcTijq5dvkxxnE5wPr/hQ0VGflE87siAa6n8Zo/ELZe/OYaF0bPawz+i/x+ni/0PxfkAGHR12EtFt29jU+27LjKI8AOyGCiXnzMdBg2vaKlDsGADssRHiXwqDCpAWBAjd+pTXWwJaFDLDqPlwatdDNl/nSMozbIPGhO/Dn08W3b/vnVN4iZ2ZkDgzSMkc+LA2sp8np3R3fAkeoe++xxdxvdRVHeWrLsjLXGgI6io9oByJHH5K2XDSCGlYGgx8OWjAaC6385QVcxrB7eEZ/xAwK8kgfz9UYo9x19doRvl7WZseTU5md/FOGb8PUlnVcFv6eR/8MBMXxSSOXO5152ULk6flz7weS/28n061Bt/+nX5vxPv25xDGZZaDNvVxnA1G6RQqfuRv4HqvuA/hdfcN3+uCaYwdeiY0i3STrbYK3MhfR6N4e8BDrTQl+d5GRCAYsjb0pLTF2P3IM+/xpeSGP+lcQiqXB1XiaXjtwAMfpn9L+A18rGiI92xcQ985XUi5vvKNJWkcNZLF9T8JMXexT8fQhnPb3sUH/KbdGXR06WvTJJdAdU9YS9oB7a8wKVzNhPY+VVsepKwS5FAAnKfO4lkm1eawAJ2d8b8WoFjsgx4Wle0ia1DCw3ggpViM14VShRxvnk4Gl8y7G43p5qPs+7IfYn47as8hzErPr4Y7m5nSGWuwK51wZLp++3wXPKxa5pn7L6ncHH+fhKLNzF5LiOe8Cw781c3fORI/PAo8icWNzeQRAFr8YfbJVPw1BWfZz3oM8Uf9rDJ3TwXEBTf43kKAmzdz7VP8zWsy2a6DShywDQbnbFuW1TK7m9sO5sDrKDahKcVy960M1iXetZEcpPtpgt63d6jb1rxa7YBsCIFwasgvX09s+AXQ7wNjSY6cfHo/Es+4OYn278nYTqoryYZS481QaxbG9Al4Jt8fmDoh2OokARu44PzcIHP87069QbM2t6fWcgKUQWfNh+B7Ql4Vey0jn4yA3i/OJMe2yid0VUSxgGwahOqw8eGYlan7xfj6PJ7mO7AG3CsuZ7OXUHty6fQZ/JLv8YXrI0u3SvwgTEQAyWXlcz4lAJ9N4qpuRczfjvOa8/WM3Q5nssHjEWpQMWc/6cBQTQmwZbSOIyuUHTjH5shC2zm2T7HV0ieKHLW6+b3R7r/8/3kxTl6HoYKgCb3WBaMJNG5RG8jx2+TlwBI2HxHhfEAswq8cD05hYFtq7ez7grovd88GztRFp+OwvH8nzryY/nU0WfWj7Cf7LD8ZPdDUn8sOEDLv3xW8Ev8GD95I2Lmv071K8ai91Sg3d7x8J6/MLd9MSowCJn4NsXhxbbpMg6Y7dtv17nMpjurDS09SH51TjHGgcii+NsZaLEpa/8ohZYByCMvKeI8Sd1kvtnAUyfvc5pT6g9E//z4aj6LrrsWgK8kzYkZgTyc3/uXH95CsDNQ85Q1qauHSpjfGR8reYqyz1y6cA1G64xevhf70IBY3z7ya6OYPBtAuwKVbt1oquqnr+SXrR4Af/Zso+h+u/f93wTUGFf6bZiI/v3/+/Hex1/iL7CdForOiFwDZzrjxh24Fln0zDpO+RQomZu/zv3rwCYTaIvfBOhVlsvYF+DJyc2A6679a+zAu7AHfXUfxX1kO6C8Uvu+xU2VImfmQutOvvdFzkXW5P2PmGcaNfcZ22VcG+RZpt8GXolcRCaAfsYEMv3c11VAdQ9f5L6nnxVXxMAPCx7sq/IS/7XMTWzJ8gJAsM5843eF1cbPwCRsgbh9vsmJ3w7AZYXwT6FbThctvyfxBp0IuMDnq3Sbux1/7wEmh16fULrvsWTJ5bWDODpWDoGfSaY9+7OX2LWIi7OYOazptO8JC/2sXEXBMApI+YBuYPoR7P5v/7fETo3NrM1iNKA1BWP5AfL5JuMClp/VgIBZAYDTXrOnK67XJ873/yq/kfOK1clYLzazapffL9coJqvJWjamc5KjV0bDvVGLT1+sGRHY6l1Y+dZkt7xzQVuRHQXZAbDkjtf45Yx/fXUX91SxO2ZA5989O2Arm8hnxLDVQi5Ar/dKZRSQGj1cEPsYw9bsI6ZHUSxWWIGQbGrGET8WiHiJl/ukF9+HeWWjD7BGYdNaDoQew7zw+RdU3O77t84/r77MPXxMN/IfmlAwn+Ri/+Jf/CUpKV3+83+PHLs2nSIGOrHl/DprFxuQ53r4LVsLnIJVZJ8H6PNFdK1/w+5yGsDEgvuOFcHXtBdZPLWkXH/6bOwg1ePZS2uz2bob4SDH6v5q/69RZGyoHWcPjv4XN27fLh8437uO/b1cx8+96nfnfgHm2mV9AZPPs7u4MSb328jiTPD3UvwuyPNq7BPHAqteQGCAmI4AyVcAmNFhfAEAj2O3Tv5rIMEBl/nnbLXcn/0+c4WtZ4HlVGfWCusHoLRnH2AQiHs1iNPAACjSmP23n9uV/Q//4cN7/+h//i7nZ7HeAn4AgwHVvNCVsxI9QVXT0dav3v3WDuBSvHIQryhqxmJG424B+PI/qjS99tnbJI3rKP7edJze+fx574Rlv06F34NDZJ9CQwvS7VbaATgGdN+5YuoptJ57Otf1+39xsLIxp4NtNK6XMezv130UATT6v5tZok3obPFuDfhtAHOE6G6imrN4AlqfW0JIxyJa5quQdN17N6XzxuaIuR5n/wzH3grvdRKrnMHTxr8PTYPc7Rz96wJwHQAJJI5OHkdC5a8LwKfgqAPHFX+5nN8TsH3ZgkiSNAlQmrQuBepFwXX3RvPnQ61bauEozTPX8ATWSxI6AAtCRm19Wxy7uz9+rluxsWF+dQ5Jrc7k4iCcpjTXgVeAXB700DL4vnaXV9Gtw/h29u4SEkWCX7OVNoMUxc0Sw4eG2vNaj1MA3vfvrHVOdl7t/Mz7dFZsL+eo+1z3jQPlXJUKdnRRf138PR1gZ3bW1miJ6RXHbz/TIkUN+jrMW+CLMrt/FezO1lx1zptzt8DjKnz13gb+GOXTivfkYAg8aBNyI8CRSFqRsbJhTb1fYHfRFVYss1ejeRhlebv5LmCHM7jE0a5T6rzINaXae+JoSHZGH2x+3ZlRvuJQnTcc+kUqnrOzc3AjDw0qjw67PhN5K9gi99okkJzBpccsF7v1cyiNFrr0uF4Onc/PqeZAj5psK3ujP9rR5b4SRDdwmzwwUhLkFLpg7szVtDbk06/OMQhisMW+XJBTuXk0C0YLIriExPNLqt3Vh7uPJTrvFoAlwPmXuggUGW7kQwFUbjEPsU6nxik13HNgRslXyvCYDM7P0S+jm16gJiB1rtZtJLGrSLGifCk/clHPxum+KQCn8GJ5a/yDNmPUNw8Mvee6iP2ZLKGg27pLWEVWTnKRUSud8UVPn989j8R4O2jjXELXnu5I3XMnccPhXvJye4eChfMDSUxPQXba2yXEmWzPhBokiZMEDuvm3h4pxK+za7OB7WnZE8wRul6jQVnXR1HRl+BUd549ZQeLBkcVPMpGDvLo5AS2mADsCad2J1nXlS69AyRQdPxdMrDWJk/VY6EYmi6uJK8f9KwpAAo4Uxh7CoAg2ZrO3s55syDoinQFms+BEt+s34EX+FO+2nZwZM3BnB3QRRWEtSBXAkDXRR5/FG5mTujgVNyhf3fY+t6suXuH0La+kvocNcmlooXjpEpUOade7xPskOfNEFtXYA+vhFYSRMcRLp3VGRtQ/Oi6qlGsNNaiJ5PctN+SbQ+DfIf4PK/j1wicWtjL9V+EfupmJt4l/4LTzp9y3hPYFTiSQK/OXpq7nBzI43U5jiZ/848VXUerq4ClMGKO2BJTKzA7b30/mcx+SYKyL/QVm7GZyboFFAziHDYw44Si1UNtBQB2PVN+awG43Eu3BeCv83P7Jg94UwAudeU105N3K9DKgiiwuRf0Xp91hiYJVt3p/brdsAVcnWmPQ/18fAYO6E8XteES4AnmzYumVQAMIh+KJfTbJ6jlyNQoRnXpMb5kdolBL+jGL76O7Mbptk8FDWVNJfKq6xM0uWedanyqUysBkui4g9IdSmzoBhtq/Lvv6CCFzSW+OPReEo6c9dMJKvDVuSno8jo+590CsADhsU5z6xz9087f3KMEuTmwX6cgoIvaOVcwN9tQ8OA5vk0B07lsF0fuzx4KoN1zdZ9CVs7du7dkXiC5meQkbX7owGmHgkrnnMKVs3YomtzXSYKPJlAxbdSnEsGlrm3gkBl8pdxkg1Bqh8YtCpZt7Ozly0QKpkfNnERsiq6SI89RtQlRe9aXoP70E9n/3ALwb78tOHyTDrNRITE+A1S6rrmUTbbk5ArMBCeSJc68JKfOSYXxdz9uLqNA2TrQmwMzsKkQuisAF9gWvfhV5J19+6lxompLikkpANcYRS9/GR+RryFZYi2sPznr8/03CsADmgh2L7+svkauliJlO1iS1FM8/ipCyHagAWOfNDOaq/s5iUg6oAXgJBqBJNYpzocYO4OianV0KV1sse4i3UIQ2gpLkiuThxWgjHl4W9rddRDTdWMfGWVqaF9TVBowYAnWdjjVV/EFOqZiKwAmIpOvkhDdydtPx8AwG+Eel1waUwj5s/72CuDK3unc5PPoXOu8y1ylc8gj4+RIQqXA1fzXLhfJmzITXKwf6J35C/R4zt/7D7pdQxMeBQskJUkgse16NQd1XYGpAqgAFvTJC/R6HmJ+Tta5vnn0LJlne7NO80evmAT1cOxCO1jfOEe5y8jpk9Am4k/6SULP7O8kuyVRv86es9XkQULQGbanPU9NfMxePXwcqrKHT0ZLqJiYf32ZGYwDmjnfbwfYSiG+n0kBroXFdNEppD5J1/RmvmKYeF9avo4JiG7Q9f7y6YuCkFB8NiFunmY6/4D0GnNF36LnVyD5EJq+Jbu+vSkAf+psdff0tIk0e6abZQXgdTGTt19zjqUTvHTPk2kU/zpSMRHpUKV/+FSSmQrX9ITvY1fpuvPvgI5NduS5p4dXXKQTNi/3cWeam/97P8kps77/yCxTtnFgh+g9XW/RPWNKGICx+jj35aWA6XvaSSfRGr9Thyx5nC25iks9J5e/lt+/rf6YjnuTopS4o0wtuT/uG4YCnfK6Np7ku2pbkkD6JeAjHSNl3jgF4NhNhVh2xcajsXX7zp95dwUixx/ofOB8pyR0R5ZEaHXhssPvdeBlTZ6W0t4cuNjRfOfO0QrAKMILLsoaY+Do7L0UZn+MziwgAT3iH0YFxOZ8XGKT30u/iExXAN7nvFoOz+c2jxzrySi1JfSdOwXiBw/n/1Xc81k0o3xBRXDAuZN/ObOA6Qf+s2uvgwToccWmFV7TuRaKyT9QaurIMu++3S1hIsn6AwK9if3sGAnAgoudqYqqz6sIPVDZAeHTMZJ7LVhnQxWIFZWxEf2Uov3v6abgm30beuNSP+dZ+CMfIpMbTQNsDTEXzAAABTFJREFUOKCLfS7YpTFO9j562X0rzttfckYvLJYK64W14s8Dc2Yfgc+6toomLRDxmTEJbX9evuQzKwD/VNv3LEAqoyvQA9KJ1p1cHipJ7ATsl++onu66AuqtSF6GsPgS7U7P/a4APLsPvKoznZ4tm0Hum23jS+iSpYc2g1tuC6BUjAgUgMFn8Tf/3WetB9+i42Byf2aA7/sHULBw4me0qGf/G2NczFXzN+/f+yGd3WI2Z0S+pXMQL7YIOrsNGXmdxK9cwIvQ4s6/GcDtFAUVQ8kD2Vxs45yZf7uORUCfJaHpthUavsnPl4fiG5IN+8y3X+Jf/IelBlAC2EOSX6zTIv01+7hJ6qvT+rfItlt+2C5tvuWAyo0brGzOnjjZ+T3dZ6UOLxj06nx0D843H9Ze1D+f/rA2wJvWnDnH6vRLfNDFdcthlo4yceL3f07xPnu0AnDuO/vyKLrVXGCsF2TkGSaWFhvHBqXjTpGabkdFyq/X+UhG7fujFkzkMqYzmmvLzf1+5fXkJIE03LPCi45bAN3PmVVKb/+3CsDWCZ09lhTdnCiQm5/6LUWUULtutu1Axve+RN9t3rE5yIAOWGtS8Lo/v0gdA+Xzxi6IWTBaZM2xA6WY8jzMEm/fvs45UMyQb/iyxUh/rr8kF5LvevdGbLp8IdDhOooTD7lFQBNdsImnv7yv63ndoYfNDeCQb+QcrNiQwu0bndEruBVMXH8K2GCFF+eArnwWm82v/P9fAO7H10GZF4YDgmtvP7xbrBlXoraiLAzJOVT+8vf3AdvIP7CRhxqYXC0ndFsA1lH/f/+bV5lmEn8A+9QfCrLxma+GFnJpBrYOO+caLTCQGr+67NnmS2f9xQLyRsAUiiv+XR4FxeuZxR6Lkw/81wXgdtTm1y/5/I8pRst70sWnAKwojiQInS0ZAo6qrq7+Hh0tC1f8K7mNfDi/xk956crs6xSAL0A+CuOCAn83+ger0aiY/ft0+hjFxCds0grAA/KT6TW6ja2zOic69v2HjUrwosPPOWK3vo2PdbcA/DB+7auwL7Tc02Jh4v/P7+99Z+yE837plTevA5Dh/6PMff6yz7P59VdDTSnCczYjz9bgba5pJU4BeB2Wa/N9/TYMLOmS/ypy8U//aRh2NGhcEUJ9SR4h/R7BehQbcbcA/H3sWfOMV1riL/9RHWGxsnP51f3ojsS5AP3i9o+hMwYQwWDSXPPVLWmN17E6UIvcAZ/q2fPYpIDDWkiMLXtn7BBwQewtFcwmeY1h4kEAMPfu/ef/LAd9sW9GNthC9lIM8efvc7/OaD5T7Hzjhuit+NLW++/9/bAW5Idyfs6sNeSDr6ucXRo7X0crJR+kAQcAr8wz2f/6aYmjvsAI1DWR88XAJq8jhsBqAuw43a/Jg5l6FcAIBrFvwthCjk/e692r+NCRxXvsXN7/r/6v5Aqj9FBhnzVzHX5x8+zX2h8Zo4sehXu7ZtMc9yzah6whVbqxiWMCcp/Lfw9Iddg+Tj2gzTLZgJtmzsr5yVEsF2G95F6wvw0kOUDWKQDzT37MOs/fWP5NLOXn9vxRQDrWFcC8QDcMIvEFz7nhB50GVCxTCqgyCvJtn/neeY3a+hRV4wdmL8+ZOCNJjy/RuuBVAC4TU+QHMI89KrtC1vIzULFG0yuBWNuX5SmIrHF17iFy0caZjnS5WAclBPjxZkprSELf36YlbFYAORdIvX8DQlp89qBj+Mh4QF4BJchjv/z+m3v/w/+UfCw2myv/InVxCtNst0Z8eLI2REX//X9mi7JJgioVOQ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63240" y="1188720"/>
            <a:ext cx="11439144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8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Analytics Trainer — бэкенд для отработки навыков аналитика</a:t>
            </a:r>
            <a:endParaRPr lang="en-US" sz="6800" dirty="0"/>
          </a:p>
        </p:txBody>
      </p:sp>
      <p:pic>
        <p:nvPicPr>
          <p:cNvPr id="5" name="Image 2" descr="data:image/png;base64,iVBORw0KGgoAAAANSUhEUgAAA94AAAGnCAYAAABB348LAAAgAElEQVR4Xuy955JlSZIedrOyqlr39OxysQvgCUhIw38CBhIkaDTy/V+ARoC7Mz0tpnUJhn/C3SPOOVdUVrWYydudlXmPCOnqc/eIuPuX/+H/fn3Kz93pyd2TU1x4fTd+4vfpCe7G9/jc3emPeon3X7MY/15un17h/t3p1avxe/z9+vUr/bT34l4U//ol6sZzp1csKu7FVfzfmozi4p/xHN5j2XhKv0930Yv2Dgpkv56M/sTP/d396e7J3dQ/9xVP9io1Nr2P0a/Xp5doPt7DON6P1t/h9939e6cnz56dnjx9erq/f3Z6ev/09OTJk9P90/vx/R5/Rzs4xk9Qhvv1+tXLrArl61vUOUYU47R+1nmK8vnh78085v1oerTfNXFM8KPpYf/i/3u05pUaFO037fQ68C7Gmu1k3dFHt4nXOmW9jnuN1u70bg2E2hBtbR+WGWVV2dVrPsh7470n6pDef60OugwX63777btBK+aO6k+Uxf55HqtZcz/jusfMz4jKOfd9JED3/RNliRdyLKvu+dmYt3kc+v3Xm7KXqtrXlb/jO3gavFw8HH+vMsDXkqfxjPh45/3eil5HlxlxnfztkVvHqOhiotv22JNBO/fgu/EzfneeMM37cfCnnol7Mcd8Zrw3yjE/W27yeT7D92YaiHv9U3X3/oS8PJ1eDv5/CXkpWsh3R5kx9Sp71Kgii4LwBvhS70I0zTTBukOW7MvItZ1oORSC5CXep8x90885On3TMv/S3yP9X+bZv/RxuKV/q9y95V1prbOv7NGxefvIhvJ96N3QTjv8ibplL4Ss+eyTT0//8Pf/cPrbv/n96W9//8npow+HXfHk1ZBLL4ZWfgnL4/7+7vTsvaen52FfDCF4N4TJU9g6496QJU9HofdDFEBvj7pR75On6F/aPtLLkPfj/dchkKItk7aeh2TWl1tdd8uYp6i59aWd56kz+JM2CQUono6+vRw/r16+GD/DlouOjGdfDPn708vX4+duyOEY2SdDf4flNb5DPp9OL8bfL8IGfD3svrAP7p6evvvhxemf/vGPp//nv/230//73/9w+uLLr0/ff//96fufXo53rbuoy9ku2XzRmEU3v14Id2Nna17YbetGDQLMA2oA0yCf0nfdzyFb6vZ8ugmuu5pke3uW/7RfWbc/NBnac7hfutA2WD0/l7narUd4403I5VJZR/J2z97h4O6Mhxu2md9Zlu+W2TrV77OqPsa2ywa/yj6CrTf4PucueBmPxe9Bd2oPeDzLG3gqbTvhtaDx4JHBE8A8oYMGgeC9wTODQUTL8Xy8L3o0ThFNuCvkopI3KXdkM3UbKjDV3ZPASvs4Lbpw1qSVzZJ1b7DsbFubl6J/5M+Fdtt8FC6zfBSDhdy1XdTI4e7nBd5DKAGgijAaaMQEG3iP62ZaEg6fl7V+DLwlwMbs5+ST88fkot7tpwRwKJ4BkJs9nAoxCKPLivHMWhYJNhSfiYICOH7uhqIk8H4PQPvp/fMC20FgUnqPwLvm5xF4ayx+pcAb4tRCmV/SqDkC3n6HsljPx58yGs6B9njlFZTE4G0I/AD++8A7FAlEhobwHPAGMBaA7AbvLvAWyPY9O5ri+30ohGHF3oUlm+WV02oL7LdAX1ZKMgHGY1g3oeRedsVKTYV66GTi9zBg+K0UU0i9CWg/Au8dLfDbvPQIvG+ft98k8C5LcXLOf/je+6fPfvfJ6fe///T0d3/7u9PvPv3w9N57T07vPRuAe6DqAN5Px99Ph2walshp4PLx9/gZMuBpAPP4LeA9CiYYDRsI4sROAMkXGdAQNXZdbwxXNvS3ArybLxL6KGy4+Hnx8if8BoCN7+Pnp4GuB14+vRjA++XQGPHzYjzyKkBLBFmGwyJe+f7HF6c/f/Pt6c9ff3v6p8+/OP3TP/3h9Mc/fXn65rsfTj/88BNAfAB3aic7Kx+Bt0n8EXhzJG4B3rSNdoC3cVTionLIEDTr+6BhBjhGORPwJthme1qgdLxr4B00DEQXZckL5XL5DmA8HQDCeLwuWSHg3SV5BvoU2AigDdtM8mnFabZ39kIHk4YYTrG1nlmD+H5zgsC4Yj+uA97sbwaK6cagjXYMvKNvEc2jJ4yvvJ2IN4mjR3n2vHLusDqqCbcVDa/djhcJHsy853I16fDGDO+lBCteH0B8moC4FPg8QbPvzpFeX/XY5PeMPIzRMpFEjD3GcoDu+6cDdOPnOSLez56OyPdQcPGhslMELUA4r1b0LYh0iXinAyX6/QtEvKORdFjMEe8jz/5xxLvoAep98npcGfGe3imDgW2rT2e5x4g3x+WWiDeeX3jP9NvvreDZ39OL2ni4vKmUSATTs0srDJ/V6+pot5VB8aHkAyIH6iNkA/9eveXpXTUf9gyLNfI0yHOOeAd9ss0deD8Z0SUoCES6W7aIsljc1iOv7RrBZxSE6q3kT/AK5USXFQbe6TBUJLwyWFTCbrT9OOIdDgbPi3n5MeI9iZdf5Msj8L592H9rwNuR7t5Ty8OQR8+GvHn2/P70wfvPT5988uHps88+Ov3udx+ePvn4g9P7Hzw/vf/e8wHER4ZdyK8hS0MPPh/8Hz9PlQkY0XDLNjsfQxQCYMsmoW0U0fGRVzMEkkXIKlMhlcKWag1+yJhDL/TCrpzydLrqeeuf1E+I48iYjjoAuunMBaiA3TVyGAG6R8T7xen044jmAXQPu+7ViGi/jJ/RuJ9ejGj4T68AuP/0xZenP/7xT6fP/xQ/X5y+/e6708vxXti+UX7lLj4Cbyr9oJea4EfgXXbLHs93W2ePFTqdA/COQAWGGQbRHPF2xDown/ni1QDPaatNwH0G3rDV5JwKuQB+CeCtjObgoco8JvBGGwYv0cFFDnXEe+3XDL7DiUi7akQ2NtmJGTBRluyeTOIgOFjB2rbP7US8Ee2284Hygu8uo58yj8678MJ5zEHjy+N3/+Lf/19l0UHYRgc1+eCLAJD6LmHs+2n7YWJVcgizPYrAM3MyI9K/3SLONmpEaF8TQ1EVUlL3JTBromT82rOC+3zH0fIgAg8ECYsDWIM3IuJE5PsRbzUzjfnNKNZEEnhDXSJt6y7Syp9/AOB9PwD3XaSaI7JOw30lMBJIKDgqvkihnwCPxwjDQWN5Ty+tRHU51bwRJbUuxsOGvf5q3vBoO8EtFWuPsvFVGuksi++PcdagM51+hsMTMSNdq3q2STWX5u/9xNMBdlBbAW/Mxlx4mBS0EFoTIPSjnUpXN40t7Kp+W3G636RbjYRfzchBlqV2HKWah2EzseluxBujrnH1XGWyetXNScjvmz8WXjp+kHcmOmy06/cyS+XAOYbREfAGO7dIt8vfc6wZ9AGERzaLvLXF4/LUGtQvwJuuSg4F21CAuc/tETB3/xDVVobKHn85HZ3RI0a0/dx9RMPb9873LN+yZ041R/Q++VHz0Hiz3mPkvvOh+esc8GZR8e8KvM3x5GMoZjyqCFgwToxppsU+pppf4p+3ff8ReN8+og8BgdTqZ+Qp+GO7tOfIIe3Wp06UTptTzemUD4cerg8+fDmMV/PjfcgaGAtjQdv4/ez509P779+fPhrA+3e/+2hEwz87/e6Tj04fjej4eyPb7v1hg7w3ZNHA6iPizcVwtsNCvkFOwZlYy/AgCfTdf9PlPttL2R/ZS+7XQ8Yc4vr8kE9EQDNxtkDjdUf0PG7Q3gDaYzwBtsPmDJ0k8B3W4/j7xYuXpx9HaPvHYTe+GB15gWj3/fh9j9Tzb7//6fTVn789ffXVn09fjMj2FwN4f/FlRLgH4B7vwpCDvqHzkvXLzs1lUkr7jfptPUMNVD9+s6nmQSeLDWPQBdWDoagJvgS8qa7a88tc3y4R6g1HZ4/K2As8YJZ27J3EK62w6bm3mGre29vpn4GJI+DtiDdxD0wk8AGIkPwSqenGYS6LFSRQR91KYQ/gjczivO+IOXmJ2Yoje2/wBUE7asaPx5GX+b0HLnK5XqaalyTGEmHIosBcziRsy+s0QLD5c73P3iyfTzXPcQENFh2Shk0H6nM4FzAOgT05Jrac0O9/+e/+zyalovGRlMT2GUYA2u1FSVyj+7B4FCaCELDtNLqCqST8aT2vexVMOjNcTTB6zQZDsNFAjwskJHpi8F8OSI+ek2CIUxahTXcOysq2r8BMhjGwdK4DfXp6Guu3n30wfgboHj9IOUekW5GwHhELQgMDzPWDFHKtRLyas4z2rGr+CDzUdb5RAJhjSvt+NtwxIM3QSPBq8Ix12rXGe667QAeN9Uh5JUVUPWdSPwDqo1F+p8ZlBTBJZ+oD2bBFvBfFfRTx9tyvwHtmUfIIiU3CAx0L+qEQ6+vLO4P2cT8E3kx8nqucvs3CgesCrcjjwXlMCeT3P0zVvuKTQoXCZTUUz5WwRhhAa6JxGyJdkO8pMV+zfCjDpZUFPrfQd+oVHXheY0YRUU69FPAH473hRfG214T315ImG+j2fMe9rkSCRqhIBGQTkNc8Yl4tT/lgkXn+XbzMOSlwbx5DG2CYm5EYud9+qu5yUh3TDnmg0+kj8L6Ck97qI4/A+/bhvBUExjYg/bONkqz3j3lmdaCtOhglham1WeNNvg5QbAOvy+HoU5VFPfRkNPz9D56ePv10pKL/7tMBwj85ffrxx6fPPvzo9CGi4AOkD7nAXWgGlBzlPxt5509jbwpxNsVG6LuIcFOrIbBAUyls3EnbpDNRY2bp8HpxHN46a9cC7026bavIgNoANsYslu+8VFQ7nBkRmQ4dgYgcrMiRTj7AxI/DlIw13gG8fxi/vx/R7W+/f3n6cqSTf/6nr06fj5Tyr7/+M6LbP43Q+ItYIz6tuQ7VxIi318R2+wE6UZHC0nVx8RhgbkDgVF9F6TAEIAlpzSaybefTpKzMsI3jQvN9aY23h3sOFLHu/pkB6NxPjnw9v2lL04Po2lsF3uftoUt1rf0uwMDe/2qAt7PoNHZFcwTaabMNQD05rOCZYpatU9WnfpF5BDS1VGNcizJevXoB2r8bPy9eBH9wjfiaHRN1x/N3sTy4zXUu1QPwjsAlrWT8OFNYa8B35SoaOuOZFdNSmnVbmszDNHnySJLmYqIX/xJ3Rr+4J0b0czgcIhug0cDdv/i3/0cTk/QamCHZVhp0s/Cjp3Nj018E3qOcxigPAd6dyVGmflL4QtDQw4LpCYKAZ4YMEJHvVwPQYpJBTBpwpKEv0CcjbKp1Bd6hoUJhjUVTjKQOhTbSu549ez7WWEWkO0D3cwBvG6sgnCVqGylcGwYFsYsAQgAKeBuEBAhoJnm3z9kPg+QkYhIfv9b9Drw9tgbex2CedVfEu96sslVXDJFt/wT4ZaRsDBpvkpYOH47N2p9N2/B8zMKcau6xZq9V7xJcfhfAO+rrG2kdRQEs8sPs+bmANwRsU3J99ta/N2npzdg7917Ss0Bvry4FvARS/77yN1lgC+4SxCMaXs60vllIsExXLvS4S+xJmFKuisZUeTfkyC4S9gDS8zzdgfdTikzAmjQwg2QaqTZsKTP4ocLhNykKRdk9Jj17BRInvbwG8wbg/E7GU4mQ24vWyAlk/68D3gvzbBTWJaqY7z9urnbbeJGvHmYo3l7jb+uN2dxn268FcclrSyHXAu+9ule+uwV4z3zJ1vl9LAcEi0sGYcOjEZsdl58GmB62yHsDbH/04Qen3wcQ//TT09+MaPinH4109BH6jpTziH4/DSAeYHro3lj/jb/DrpGcipT0uB52SmhXgHA2JOUGZJctyniPDT+jZY5kUdHa5TljhQzOOUBiW4qgNngl0saddRlWIVwOWLs97kVEGwCBz0dZkUY+sshPP0U6+Xjhx/Hl2x9+PH3x1benP/zxy9M/jZTyL7/65vTtSDEPMBHgfdIt7oJ0HxzNCPBY/xT/boA3btXY7DmkRdH81XVajEKXDajyGHjH2v8OEveAd+ed1LnZvFkv3wS8Y2yaGFN4LCf/EXhrls85L4pVRAqm/Yo483V/Jw7jflv6yBa0DcZxZ7ZtbXDLMgI813O0m9K+GgyEIKZsNZSCYGdgMTr5sIRD/BLvWV6QfWWTtgAoRRuEEPeggO3k/D7bUDBseD2BOOWh2SgDbu7yRvQcAW/2LxyOnR6nvwGyQ+6Kt5FBE+/JCbdgyLt//m//a449khVHp/DqaBR/2/hTK4HQWmf7pJ8B3hzT3tNm/Obc69pexBvP7HuT7bGDh6ERaK4BFShHJDyj10wpCmBOgojZDQkweybs6ZgcBukTjndivse4jeg2DeKhvEY6+dMA3WNN99OR2nU/fp8G8I71Cf0zA++YWDOMiA/MMSS+hKbN5+6woJFe4zobBiRQdG3xFDoi5vtvBLxZ8OGO92lYdNChd9jqNp+iqRyfoD/1bW46nQVHXq1k0BXAaojMiHwOvqmqchAS65o3vpomDc4Kt9sRbxdup80yz60DBluryZw7w/+MwHvu1/ytg9hzz91yr4P3NEIlzLI+SaMCyvLAQoDsAG+B7RT+WV48H/ZI7O8A4SMFUYqC75QSWYF2T4mbGXddurCNUuUeDgqZ1caJpJXiDSmRlT/zGYLy2LQt3pl3YKdE4B4Rc7Q7no11UainR7x3ZME6hyvwhk5YFP8lAHILXXA8zkQKby3sr+T5R+B9PNG2YR5KCm8S8a5swUVzpEON1x8KvO1yj8298jQPyBHKyYgaheyINPUwPeAqHMLww7H2O8D3//DZ2JBtrAv/aHz/8P1nYz34AOjPuGtwaLAA3rGGHJHtKGdci0j6/ZCZ2KxNOtsbyiJNvVkj2El9R96sWQfeR+jN5qo0aS5J6naU5D7XWUeEmxgVa65H67hx2ohmB/hGQC+sxEgLjx3M707fjzTz78amaN+OH0S4v/xqAO4vRqT7y9N33/6AVHSidZZ/tG8Kon7NMUzr+m0Ab+nENXW5y+tLwBtNSRiwkfXrvNwCvK17exmzjX4MZuKdS3pnvf9mNMS3HipPV4dDd2Zs+vKWU827PoZdo/70zdEMpMNmYPC65jzalxmIORYdYFeZcTrCuu45gTgAJ91a/oCnRsQb46HfXMZRmSEz4N9iw+qf7KAMHkSgQoBbNpBPlInlppBHsvWPgHeNwj7wxrhFdD7GpQFo2I64Bm8dcWR5MogvvVRYzggP+d0//Jv/vY0+1xN1pYU0JiJtgZQOfATC7VW4ALyj4HmqlwGmy2MArvmpemvjosjJxZ0oH5EvUE79xgBB2nKApJg42cNLGWsT0DaviSgALOt94iHFvdKofR1eYa/9HFHtiHQ/R6R7HBk21ngzxTyi3XP6cyreUE74MTgQYWsy2XSm+GIWGkjNVOIGLDsT7gNvA9cCsATeq/Hr7wYLs1ibQHvc2gH3k3HR7jNS3+YTYLrKt8NHPJNlZyyQg3DgUHBfbAY4smvajbFWFsfcBDpSALyPRHgH5aSTHO/MltA8d8Ct4gw4NxQOJ0AYRz2DYXWYkEr46XWbj3R/6tPsmDnqVQrJ9sAlRXSprPU+vJsak6JLAWH3SgoJSsHeVvWViqKNHHhW/3m9eH9/PO01S+R7yQUbSdRO2uyDm+pIBNEpsyjHHCNJz+Izbk7UP8xygKjGzzbaJY+taPgIyEZKN3ZLV/mIMsWGjVqyAmrVOk+Cbx9jZgUFq1l0ysjYJdBMOQPKxk9MGbtcY/+2gfLbLu9W2vwtPn+JP9+mUfpbG58j8Lv249ii4JOrKXLEO+YMOKkOCrUd5TaAu1Ie1kvB7/1TTvJ6RpypRtLhP8mjkAvReDnswvSA3TuislH80xG6fv/5swG4n48U9A9On3368UhH//j06Scfj7Xg4wiy2AR2PBg/sXYca8kVGR+HaYX2HBFybiaLIxlR5lhaB73OKJaBt1VWtxdSlkKqtMy3mwlNgRKI8rLbvKSQmY2MZA98jd9x7NdPsKkIruP6i9g4DZHuSAknKP9hgOqvvvnu9McvvhpR7q9P//0f/3D6w0gr//7H2PXcol12pepPnkNbFOmHLcoouuCLeil9Bjt0XEIEUn04e3yYnpduoeGLwvOzAaxRtmyMPsSw+/B6jzzOZa1TgjbG/yqv8rzUhAboeraZGzgB7xi3Sc+6b6x1q3eKBzb2wM20M79wSV7edF+2xTTWHehuHCXMxm0T2Kdz6wyZsp3KdiYZaH6AJ3og0YFJOdLbsxzrCnKwrwUcPQ+0y4xPbLsF2EYJtLewj1YFSegIUEQYa54DqCoS3rNR9HfNax+QPpKyz+HYY98d9KT9IzwWwDtsmZYROM24sW4OfLetNYYaB2/e7SUk7JOfUWa1wLknDlF+8FXHdWzBArylCBYGBQ2hTXMkkJ126N+G5g53W8w0yuK0OjRPE48i23U1GtR4bPD4DqOV50UdxLsSd7EpCYzrIip4ZugCFeH1s+u0M18IwT0aUDQJKeQA3iNta0S4nz2PFPMR6R6g+x5HicVGYaH5qGDizEyOJqgdqRvxYQS+p3LYk1KVW7lye/2t4p7W9MZ9KeQJjIcSlVFtIDd5zNA8z2cN8tYAWOhBRoQNj9VIARMYjC6guRshrFHA3HO/Gij2Yi3Ogt0oQvSmI2mBfmL3GluuRdPYNONpblv0Yc8wavTaUnm7c+GobRMZa87yWjfiluMQMEsHHoIptd592uGXfunW9Y8Xisvb3kQt29sdEgftBx+3/Ri6SLRTzcqBfFRKgPKQQpHHY5QiwjUIwsqOidSoeC7SDbnBCLNhyKyzIcBLjR/XkJh63Z1qfZz2aMAe2XU84zoi3MP4zdT2uAYgPozcAN+aWzwLI7ltAKfMHNMCgLmWxVwC3+DAY++TeKAT57XUsP/cI/B+2Pht36Y+O/pcMiLfdmveZnl7tLtnN1xT57rG8NI7e+PW6z7HV9afrsMOrlk3bbNnSmYszr3kz9LDXbODh5EbLmeAnXxDCBIcj5bHmd7j7/dGtPuTjz4cEfBPTh9/PHZF/2BsyPbhh6cPP3yPAHxsi/50/IyAODdkGwOH1PPRJADvODN81BNrxOOM8ICuiJKHPgNol960jdAGes6EPC93JOrrbQVVitQlywdojtTykOmQ59HjSBmPn/E90sYDgAfwjsDJy6FbX42fWKP97XcvTt999/3pT199dfrDHz4//ePnfxobqP359MM4KgxndVMt0GYMYzsMeI1l1w9eT47n4zm8RNvTFi/t1Vj/GmWuoLJ10x3UiTxdp646aaNHpBvP0fYEhhe5kanAat4G1C9iZrrPjqHfDqgZtOB7kGDr95plttY1fz8v4y7x8q33L8nMud8mkp05FD30+tf9ds72u2GGtQ+kTU7IrqyagDjfrg3UVuCt7wLE4aHh3PEdA2RjLphZ3sjawHs8z0wUA2/ZYs0Gi/e90/ldBELzjHATlvmmuJ91S64g48+2e8jPwKR1atT9CHpG1o9LKXlLjLMdJ3QkMyVBu96kztktfZyRNc3MZAuHAuaqNfEl+3T39//6vzS2aZ6TZlNRsbCRWzAVAMmCv4HvRhF75hmmAkJEDWEptwPvCSBxJzsSBW9QzosQlSIRnojh+pVBTmMbwgXv+QzwIBgDbxWxCBholfgJ4D0mOkD30+FFDuD9JP5+Mo4Ni4i3UtANZpWtz4nKOkmYPD4pxoWg2w4Beo2rs/2YD/ZT/VWkjV95jTutt7QLzQ13A5zTojFaCXbpSfdnazjsA1C+b1qq33M5oZCbpxsAoj5OQy8A6fnMxsnxsN+GPdC/9gOb4bU6E3gvgMMGEh+9DXhj/BtQvwR4dtt9Bny/TeB9bZSoDdl1f0pYdzr1i/sbffFuOtFWAGHhr9RzSB0ZF+WFpGKAQoM8lKLwcxD8Ymhcc2REx8kAhFvRSFnsRcCXowm3AzIrQc/XCmpX3iKpUd7ag8v1lmFEhxeXPB3p5JVmTpCe4Dv26wjDJvmR7+WPUrNM12vbLwPv/sbDQPgj8L6Ola5/6hF4XzNWfxnAu+yyTXBCwBdOekV+qM9oEHLtL52MzwI0jzXhH7z33kg/HynoA3h//HEA8PcGKH8fv98fKelx9vfdHSPnEQnHWeDj/TwjPEyi0ZBYM26ZVac80KbI5MiQT7hSn67TJtXXdIL1A3/jXxSAGAo2Souf2Ik8DPmwprgjeZy9HbuR/xD34piwAOejMbg+wuDffPv96csvvzn94zh/O6Lb33z77en7sa471oHHGlLUYqCdxrTabl1gfUfVQz0T/Uw9RuDNoyIZHeQzZcscAq9d4G3ncDdQVwN+NV5n7vjFgDcmrdqSvgldegTeHIjVmeFg3TyLjd7Wd3I8ewS8lZ2mkPCTGAvSwcDbdAo+g9GUvJd0LuBNw0Op2ADWI9XcEWHzcfJPs7W09JfH+jHFmyDWWLERC9ooIx5QzA4+AnFvAEsZNIB33m+G/3g/x9brs8GrwbwAhexn8ih5GcEb2ZRY8w4hU7YebUdmMVTE2+MF4P2/FkeGcN7zSFqs9fTgyc6y4PfFBQwlCIPU4myPX/SEsPqoNjbEwpXFhjuKoPK9+eHyvkicWxhiUDiQXAtugB2bAcg4F+D1IfJIPcUZ4MTAc01MYUD0OtLII9odKebj2I6nzyK1fHiJYyfzcdajBXYashLE9PTEjndjrQMmj+vNo20Q0ppQE4YjY9GLvllTHweDvB7xjGe53rOcJOVFL89QMji8RzG2l4D3MiKmncTGAsuOAEuxlJPgDPC2IyHnl/OZ8z21scRP9Wu/bX6SHngRXl3UJM8Opg0YXjM/Gg2CmlvE23Njt8KvCXivbdmsvVsA7x6v1cjPfx06BBZ+PXq/Xz/yNPM692cIHl1Bdt+hszyQyiwRD7oegvRQOj4GIqIldXRZKhqi+K2wVkGr4Us5o2M6mrzac2CyCC01aPTfjxOCnMSiy0olDz69HxGnJ+HoU4ScRxYWD3THHCNQbU34QSrW7HC6NL+r+XzNzHa+nXXGbW8/Pr0dgUfgvRcfZggAACAASURBVJfyvUkdD8PoBvLZjSKN97uNci7VfM2AogpqLTB/tzbt67RFRzUddtQfOuu6TteeJkrZDMMxDORYqx2R6wgkPB/Hk8WmbB+PjdgiFT3OCv8gzgfXmvDncXLLqDCA9vMA4qMdsQY8NmyLdPb48VFAjIAzS4dL26LR3LQox6HZoOhSmx9HxrxPD0B2aACI5NAFMCoV6R42ldZuvxjXIzmeAPvJ6UeA7xG9HvI+jgr7dkS3vxrrt78c6eSff/4lfn/99TcDcMeGaSz5Vc9yi/YnIOmAtoEaG9zRBYGUdXfvSGvn0khFwN8k4m0gvujqDuKF/s9S+Tngvb648sBW57UxUd8xQ3rQurh/zzqW7NJH4M2ReZfAu8/vtIZZ9eZeWQKaFZBgu0I+5TXgGZ1W32gTRzorCKIeCdc2cK0U9gqC0IHmEwkgKxr4L/Ro+QGEkHtPJN5B0LHbSxC6kDkI0Ca5gmnJLnASCPilcyyeb4EcTgzwI8ZIyx0B1LtTTlhuOkbvn/2r/5zVQg4K0EjmdfEPwdaVxP4xEVsDKletQtJ6bS89BvVp4L2PhbUI2jVHRfHuasjLgC5NSEOZ1rJ7xWgyAXh4KuTVEPC2gHfqNygE0tftpTcFR4OFEYt08rGh2vAUP3v+HjczCWM4zu3O86hJEOIi/gojH57ZkWokkJ8Hz6Nd7cxiYOEWRfZGJg087iloQG2kgnlJAH/TCWCEPK9pzuOH5E2qcpe1WN2wX+eiz1cCb/SAoD7+aQAVNDLZH+05egE03W7z8h31x/9zCn6nL/89jVO3UgzmVV9S22TJMP23fzaAFJkE2SD8xTdmGp8K0Zd8z9/xYm/A+brXPmYzdgAv6anK7oKMnNL5c9/JtdcHksI0aPnYJcfDUXl716mMtIFPel8pHB3t5s6d1Y/puIxWKDfCkHdVQtNeV3t8p5SsqFleTYyU26KqbAexLTy3Et7PJN827lJeUh+eMo5h8Go4zrC0hPzPM33Nz8yoII8zparWOImHwO/j/ajHgB1l6QdAHipr1GHgb3rdn8stbzR5csskms4fN1d7g1E798oj8P61AW/t6jDJQqrvWVb6XNoUBNQcsxrI9/q7BJ+Twy35q67bga9SJVdCrzDbJ8SlbbZYDvg0Us1HMOHDD95D6vlHH78PAB5HlH080tM/GFl+AcDjnPDnseZ7lBGnXQfoHq9pfTjXgj8dgQjUb/w//rwXSC3ZONN1pjo3gxbrtgW8X44HYn12JQrSaRr2f+xKDuA9bJk4f/unOBJspKF/9+OPp2++/+709Ugh/3ycvf3HP4x08i+/RsQ7UsqZMRmAIkC3/oZSDABZ6akzYGVULgMlqQvCfqy1ntSt8Q/P9qZtOuqAmTnrXI9EReUE7m3kJ7jJUtHuKXqFKvbL3ZTvPp4RLTcB7ygn2oruNcfE+K546Nw02Nm98ooSqmkePTxkvXumuW/l1pHzf2ppH+OdMZ9oZcme+/lTzTu9VC8qcEkaTZtIdOo14/Pu/UonV+AicAu65wiyy4GHjD8Yi3D4KSpMcB33HBSlHRfY6MVwjjmAgefBKMGH4pfgLfFNiBWazOTZyOjlEjsFGkKyOdAQj6xZjDr5iszIqDV5WuehK4BLSIh/gNMYJCUvs4t1FBuFSC1tRPP+2f/0H8GRFOxNiC9RO04NIyU5ZXi8GBoCdWcdql5lHW0jDZdZZbP+TcQ706c9eEUo6199Z77tUx6Y8FJUKjmPcqgUb0eocpdKTKyZnEItDF/sXByTiJ3LR4r5iHY/GWu7MbGIKsWkh4dXKhfjy7rQz1FubKv/6kVs1sH095cBtqMt4elRVL73I87bNGCq83nLwMYstXkEISIKFm2Rw0AGd5YrA59YWBDRhKt87ARpjURW4MZ5FgugSQEOdgyLFUQnbS0GSPZDtLkaKDvlsO+z8UGhP0fXc5w2/WEfEliYHvEcH8acts9sOBEcbSOaVRE8hDt0jrI5u1U6Cuu13Q68y9CaOYIRzXnM/cRe+64FzfaArrQ4185v15bZ391TgjjCIj9K8wkhuKPgGIGYW5PAG3KhQLhPSthGz62UKHDzRIVWNpVLA/ST0pmNtw29cHAwOyFPcmmJQDgcaRo/A+3IuuHabz0vPvd+EBFZ8tFj5hMCdoL6LpsNyuuosi3t9PnL0y/2JvmKa4+p5lcM0k2PPALvtwG8ezRP1sNmFrqshOyTSN1E16WbXADlbxf1/HaV07LpmC5v1/fz2J1FV/ZsNssCnuqCEmb5KBWELcfGM0/HEWQffvj+6dNxJNknIxX94/H3xyMt/ZPx88E4tuz9Abifj7zzZwNRRyScm7lFKnqkfNKJiM0nYSMF8PbZIo4ytTFha/CBM9VnbQuijtzAAaxjV3KmlHPJYGyWNtLIA3jHGdyIdt8P4P1kbIz28vTFOHP78y8H2P7TH09ffPnF6c8DfH/zzdihfLwQG6t5E9yOAVH3MvPbKHEzrifgRT3kI73cl5S3MAnjflED9z+qCi8C73MbtExt2REiwEClEAVtDqXNJeC9vljguOzezjO9vFmPB16ZFfV+BHwr664ByjeJU9Hf1e/sjPmvBnhjiUMXPDNlV3q3MY9/1zhXX2RrqcDYzLADVgJRVsZzuxUNhpiJv8tZheeMxWSgBS6K3c9fvPxR6dyiIZSLfBfUZ1xF65+brtm75w3XGHAk8Eb1wKuLIQi54rIJoAmwtQG3nQZ+z+BcafHub7zjDEwvF55O9fm7//F/JvBeIw6HwHtCKgsoWADPHpXm4h7f7IBIgGapm5uRFehfFVavBh4aSrap9i5W6H0MQgivRHg3OeEkkAK8vE+QXhNFVy0UGnYMHTsMx3ruoXCePn8fx4pxozWuKyA4XVPvSTzY0OkAeL+K9PPx0z/odwhJEU0H3tTpAlJtitCCIDhFwgiGqfDyE1805gZjfZfA7DsU8AwgJ4wYXwy8k6Zmmuig9Bw43YJng4Pe7K2h4jJ72VDrc4fTuNltw9JPudBaxZxXf/bKuORwAAX0OVBhzgdx/7fLLG4H3n3+NvT0joA3WZBpSOc+l+7vvrvwNmoQg7M8iD28uqeoMwreRASErSPd8k7CMYajMQSyBbDjex1dU8Cba5IWoE0XC8bBJy74mfNOwjLA+9ol8LKANfg9DFdtqBZLXtajxfrGbFBFeMc7n/e/Y5f/2TnlugzCN7QjYI/rcNCdn+vzdLDNlDpLOI83L4zAI/D+SwPe04RDpZX+m8BL40M40hvAL16mTZW6QYUnIJ8Mc/M1tijDljYRzQ69eD82XPtg7IweG7J9+vFIRR9p6Z+NndEDjH8QZ4QPuyI2ZIvI93PYIMMCiVdhJimbB2mdNJjpIp9tNzswuDt5GLTay2e8AeA9rv8UEW7jBwDvWMM9zt4eQP0HnMF9On3/06vTP47I9j99/vlYv/3H05+/+eb0ww/fIzoeAaOIciP5UcpZ5rzkP6DwRp94ThgZdPCGV8vxIgewjfacSMm8Brw9j0jDbuL0EXhz0PaBdwHDPh9vW0XcBOb/AoA3xpuD3n47omserWhwzg/sKAPqAvVwojjyq9dzHy3NLQOifNflxfKXFyM4GdFvRJf1YUYijynjkmAuO4zW0gw0bmTAkUtdHBSN8gNPrcCb72NNd9Kb+tNBt+cXr/fsZH5nRk52EnT7AOC9kDLQRV2bjehthwQZ8wV6HJrBBaDKtMdkII/fuN43YjL4Xg33I+ao9eTlfWRki+ncFfEmITmCBeCdMlDtGm2G8TpA9l3sXJ47mb8H1244CpBqjsjoCrxZF6bnEHiP+ofWqLTzaICUpLjBu/jNgDmq83P8TWLzOqv4zVSvyRlAi5xgUgrdCjsuePOmKG8abwNUDYvv1cz3He9nOjkHTP3kBJ4zZZ93wVLN8OiUuQIFtMcbo0zvbh1Fu2WyslYFI/mtR9O4VBlrn23oKJsKX2ewYuDNMsRfAjjBx5d2VN8bu+nawq/vKuJ9rh195I7+Prex1947U3Rp2fBsjUw44j1dl2cWkQ2DZ0ey+z1ZdxPwDpZWqhE3SFTU3Ov3rLjU8BV4sz3F43v96+eAGxCTrJVmHjSCYwsZVYJTLoq0cRvySnQ0A2+D79ivQtRnfrbTLteAdzYY70XZWisOS/qKz5Gj5THifcXg3fTII/D+rQLvo2ne6N4zjq5Zj1HPdZ1pWyyfsx6y860FSGAeoFGhj8ZqaZloLyJoMYzM2JDt2UDXT2NjtgHCP/v0k9PfjJ/fj59YG/7Be/fYFT2i4JG2HpuwxUEv8QMgPqK1sLHGP0+GHFyBt8cjzGEF1LSue2yWNm7GNrlxHFhsgIYN1bS2O6LXAbb//O2PY4fyP+Pn//vHz09ff/PtOJf7OyzzY4SKNbwe67+5rMgWjOxTZC1tgfcWBO4Bb5UnQ31+Zwu83dfHiDdH4rqId6OQNeC2A6yO+OsmYH1JFv/GgXfvXjqDgkc0nnPEu4FhbTJWwNsAupZIEG9pfgN/IejBgAX201ocWLTJfgL4rpRt2lgA4/H+4OXYEd2bFZKhy9hF1q/sGeKDFY2qx0qP5+Zp5dBBIEfgmUMgmw2X45/IWGanMqCi5SB0ys36+O7vlGqegO0AL8s/MMMEyI3+gkE0mryQpoCEr0IR9CiHweB4bop4xwhVNCUVhTYJ2TPkZgZiWzhY8qRgzGxga1G80kv5rNd/l9cipq2DpIhmxzndd+Pn/ulz7GSONd3UJnh22sAIk8jxcvsQUR8Rb6/xxjb6iHRrS/34nURIYmUqOMcS/wLkx9/zeBu3OcIV6V1sD9/nOcPxUdpXlBbDjN8CiHHPoL1dj7cI00nAXus/z4XbJQpHCw08+bvasJAKbnZAWqofdRO1L4YEy7CBkfsKxIirrFSnGQEQ/bmJbl+u0WZPmUarD95dvk8GkNomkEP0Q8AyGz7kEJc1RbbxrOe41tz6WrWFjpXWuFYi/ozeJ9muIHvjfOlFudGtr6xqemhn4uZL+fQZI5FF5iRwHi+WvH3AVGuf5ZFsSOCdRUg+wEtZvJ8yAsNYwtPA2huukbErYh7fvVGb15tTiHOddwphrfvusnKj2BYxmjRkZ0ywqwBzyB6mcUbKuaY+ngMYLwdcZrPEOIfhC0uaP7n3g2iwO7Hwd6ZpkUaZxs4lQJR5NQvLlNasih9qBrETxWZC94DTmlGJWvd01hvQz1/eK8cD81aNzJ9x4Nyjow3MrmlKp5db5MyeVXOtsEpHatBr55GdBh85p/qj1IFVFkXUNsOo6uqZbtXrlW8teak66jmqUAoVaPJYnzkuDqw6PkyLxqaw43us9/5wLLsL4B3ng38yzgn/aGzI9smIir//3tPTe88HCI/UcxyTiG2PsMEajigLdYXN3uY9MaICBMzww79fhpzFavKRTj4CFT+NtaDfj3TxOGf7xxHi/u67H09fjk3SPv9ibJo21nF/Pc7k/i42TIsAleR51AUTO87xjgO924cyOzpuG5I2WCJ13cFQ2a6TwW4aA5DAf2Gcc474WSgPgJ/P8vaS/ivb0c2r48T4/Iovz254NvWSX26RB5tnFzGTfeDAqHFjBDCUtn/LLunlLYF+6crs9dTP1aGunlzVn/1354HxMxlQ0iDXd0ZFPZtbPbTQ0zRJwTBFA7AJXFqng725WUAc6lcwL/7OSKvatnUQSZKpeYKYmqz65enDnKkdJMMFRKrd6EM6ruoZ1m/7iYEJ9jcaK4yDVBOVrQ3Uio5iQLgfFp4ffBqRbgdIuRfX2MkBthvBN+UXsZztSzr3PF/e54o8Z1MZ6e9Iga8+s+3ix+aY80ZraLij/O4DUtMpLygbzGMc9Lu/+1f/aaKOIyMGu1COFyZAs3LJZDzNgqORZ1E3UoZqIAAExsh0pWrDDgBoPJxrDp1CtWPQz4SmdrT0Bcx3gN6MbDG/qIxe3rPXgy3MWCQwITYKGYA7jN3Yzfx+rO2OzY24zlIAV4ox3jThkh7Ya9QR4DrWeCtt4mVEunEGZRBWbSrgQYud3zuAMgyEshr1FdNROTr6ReNcUakEnl6rbkBeijxEShjhBOxyijQwTLeJHCK+bmNd3/t6cbKe/Oaas3PAe924j4b5YjAITBRBsf0rnWLMe9sXmulGEZgC/e1kulN3q7TvIE9rqHaKJx6hQYQ/d+vuEfD5mT7fewbZPIarM4tC5zjKuCh/GHO+ZkdYdfQag7DPxTovR/dw3Z6Jsw+dv3mkINe3Uuj7RlcsdshJNlRkW0YtZKzkA6LbPr/RTroyhBJ0N4VruRO/FbZpzTNgl6BPo4Uyo4Pg4E2D0KTfMXXz0WPk3aARv8vv4sMuT4PPfV5445W+kSBkSMuMgVQ06E+HXvF4b+86ByvPBJ2vnxVkHy1j3KihB9DQX8uraUj8xjoMlljE1i1duJVWpk1vb6mo6wc5pXzJuuCNZaVe7ODbzkRf63VBvIK/LAdWmQ7NJDGs382QJ6qWjA6eFxAFDw92Z2a2zWTKxrBSno9N194bdlFsvva7sRnb3/7tZ/j98cfPBzB/hh8cOTZkR/yOo8lYdpQYslXqKJo0mB93xj+Bj1+MOmLjtLApAoDHDuQ/jp+vf/hprOH+5vTViG5/9eVXY7fysX57bJgWR4IBsI/ndQ6GQB2DMU5x7diI9VmeMxq3QbgaSjhp27MaEo2q5PqKjicCCGP/eHX1BjwpmuYi1vs/K/BeCHlqS4Ip8e0EvGtsk14DHLXy1n4dRcDXYNslR8LGwb3DjK7L9qC/hz4lmJoxTjiNzn3mNhXPxTt7e9H0svbBcxLfBLw71kDZC92t7XZ0eq/tfZyy3ASRfCNd5ppb21fzGPcleG0vBBz3Nwc7WKrXVkf7ucQl+CPALDCSgpMvRyScOK6ANwQH+uwMFO6nw7RygmCaupRrBN5CVXLEea7tNMh9uRCtF37rsoEDXcuS8chMEJOD6VbgPZU1RSUhashdCtfXRLLDM0t19or3CvxN0U5EWQil4v0VeKPWHfDNul1vDFYxCQgjBCXO6hURIE2Bg0dvaM/TNwjx5iDhrR1rBkaEG2fpBvCO6DeOFSPwArPib3pzOzN04P0a6VHcXA0/EQEfhBWElAfPSwMRwy3poOgWQTbIVcTlSYehjbZUVKrmRevQ0zivCDBnK95tzg4IHEfdY0aUct02K+gGPkCflH38JT/UBCDclhWE/6UAb9DnIICLwFvssNLyxtGy0Po1wNtjfAT6kx5+RcD7ISC/jMii9P6X+d/XzJu+nr+9x8NGhFKZcU03jxysXTlL2MIUHf93D3Rm0wwB/nK8H6mV2Q7I9FBCWuckId/bm/wVvD7RTMlT8Dz2n3CUu5Z8GISDMwXmU6bGO0pdn4Fx8XGuL1ej/Zz3jjA4r7PFZ5TkeX0E3vu0+XNdfQTel0cacuEBIH+WuzN/vkmxh/I7Cus2no3K0D3WF3mUZ2WWpPEJHQ1N1QalCsRVfGVFGS6RP9q30sobf9A0HOXC9zuOGhsAPNLOP/1krAH/3Qen34914J998tFIQx+b0o4jy56PReDPI3swdKUMZkaJBVAgG8ea7iGzAnT/OAzvFyEnB/r+/qcXY3O078bP96cv/vzt6Y9jd/IvBuj+buxa/tO4BzscPYuzfJXIrvN7GbVitBFyFl/Vd0fD0X/K8m48b0DhAfAmEJmjhFvqm4HcWaAVzXkE3hjC43HiHB4B8D3gTT3bZ8YgbebWvybgvY6hQXUfKDt5MKbpWOHYF+7Z2/smJoi2U+yz4GOc6XETP6pMB0bDQRb21quR3cJU88BO2pwaS4QjEKJgCPbrIpIh8G6AP65qrm2nWQS+jqUlinhDijW+R3nivcx3UIq5n01qGfIq7Z28yD9uini74CRNOgzq4/Xah8C7P7xG1Ai+QwNEY11uAdiQ8rVbL5WAOqZo4laYxSNaW6Dt4E1IGNg8rktreJrgNPBmO1hXpJcDaA+tEmd1348I9/1Y4x1Rbx4pprNzndLtyC9ldgqBFXi/GsQTmzgx1ZzgG3/LWWA8RA/NkjCcHhiqvR7xXsE380/rgyQvOwkw7rzn1GroVUXIuJkc5wXXCMvpJxIgXzd2WoE3NznjeBZBihB1PYFk0ECTdw+NePdo2SUA6hRst8Ueco/c9D661BsafRt0or7SblAqi4DQNAcadEdWNuMCR0vWPDmZVmOJ4L4bVmO2pqbNCmQDbv9CgDf7Nfe1j/nW4ytH3MT/NsQkP1Ri52OUCRniDJlZsLvO7s3OTBqkR9kLW63Dvg92CCq3Mo02OQXz6cXxuS4dMPC+t1wC73ppCRVKAnltCImItp10pm0NZVBXlDXtdK5ncGzi+Lguy+3Y+G1D7/GO5DzvBdXOz0H2Sb+4X48R72koH/TlEXhfHr7fDPDe6Uo6xEqpb2Si5WT5cudMr9I6BM+bz2L/WV9TYym6jpC4QWcA8CenD8cZ4BH5/puRhv7pAN8fj1T0D8embB9+8P5YKx7yac5A9D5AYe8CdCOtnLsdRzr5V2NX8jgK7Ivx8/lX34z12z/CqUl7KEAqZUzF6uNWnSpRAY54uK7DfpJ13o+STLk+o7SDiLf0SFS5PD+P5yPwxizNJstmzB665nuduz4nR2UfBQEGXMwpJHUd2xzx4Dz/s43ya414b9u9peOeXZFBgg0AX4G3hg6eLtpPOLNbTqrgvQqKEuyGTWDg/RqnG4x3BugG+I4jmWPPCQFvtsOBVYiC8XEknNJgHXPl7qBhCKwIrhh4A5ciJb6cOt2BI6k3aJh0EDiKGYKRBV1Zh6Dzv/tX3NXcn6NUc96/YND6/rI+xR2ay17KStAQQK61B8COoDsAHlMbx98BQIHTlSRg4xDgFNOmwdYgeZfjEMYylGOxTx0TxEX+9H4q0QGvNrCJ3YMDbEe0ewDw2FgNhqhANzY3akpHGg2T3BlPHpKYxFAQAbwJtJ1CUVEvRKWiFQtoFnWIEENaWdGo33J+UJCRgni0SBcOWucAkNsRGtuLSHmMNogmjh2iYs514l5/gIush+lnzAzAdgYolveR0OFnPTZt/vC+jPJsD95v7VZ5VexELNE4q/1O1tm/LkSvBeB9t2f0po/V5rsyDOTI8BBhHWx71kB7s4mY2s9pmoE0jZmJW2cgzknOB0SKxdtn261+eT6C7tsc7fV7GuDly56yOlJgJVqq7WefPVcxG7rQ+fwChWWJPTpVqRj6TuPe8CPeniIdrTiu4+F7SB8/MK5QY9t0Lc/1Xp7PdUsRTZdycf0A+CGfkJIIETh99hwOBrjg4eDlMTY8A7xeTRCMe3RuYoNI0aufxfs+J7zxPGk1jk2sjKQE3rHnhT7k70UBoXDR+dKfw2jjxoF4iSAe7++PwA6YunKozoOIKwt5g8ceCoZvSTV/G3WV3CxHMm2Wh3/Oyci8p4q8zGxfdzWdscliZDv7GtLG0DMct46jsqedEDJBvWW0aJymPaLaz+LIsRG8iOPHPv70I5wJ/tnvf4ezwp8/5yZspRtHDDzWYA8ZHRuoRdr4t999P44B++b09Ugp/3Okkw/w/e33P55+GGu8Y6dzCrj4gSVDsRzVt5GfU8N9Tm+fmd8S8J7pqYdYyhY+kAJnHQLbdy5Fkf1GBph6+Q2QWQf38monoOO2VnFzhHo/+t31fAGmXvqcxVC6/qif5KHQ+5VFew0/z87OoReb+D2XEbEXnZ9GR9HcHPdoXRvz7bjMKfLnUs3XWdhryy7wjjYoMtzpIIG5Os97CnwO3mYWMvHM9L5S0gGCA6BrLTdSzYGfAnRHwDJ2PjfgFpDHVDHI4b0W0K/V9tocGEgcGf8ljprot40z4ZfwTVBD4FUe1eod1Qm+tRTvNuAdrS2W3hiweW82bJ16fhZ4N5BBo4+kbE8B6g0h7uiNouuMvhQYgleieSRIOGwPDGt7VjTBJATthifQjTfMSaOe8HzQYGWUO0B31BvAm4bouOaod0u77qAqgTdkOTmuoluMcOcZ3rgtQ76lMWxEEWiW6x7MPMVkZK4pDUSQ1OWkARAD2BSuQWHEbVGGjGXuo9SAuOaAYyXQjE2aOH+xq3ueIxpR8bLgl4hXpa+7PpSR6MB/b4HZ0TF4q/exp7n3/vcxPQLUM/Du7eLbE5gf3x3ttpMh+l27UnNM1wi327ECcUcS99t8DMR7mxy5v+xoEM/JaHG//d4tYPhSXRtaFpCrfs7ZGZvnz1zwuB89svV0lmzoxtgR8J5opivPRSiv9RN81/rw4P95XVjf3E0R8XinybPwCiMtS3VdC51iTO4b6N2bn7hm4I1N1FKumi4c0W5Rcxu4bc+Nkhc7J1HYmRNyBNF35avaKdf4yTL4Eli4hTYen30bI+AI5tso67Yy3gYYvsZIhoyWnL6thfW0Qb4dYn1pyLVtOFf3VcBbBfRzuyf51Txwe4476Df8zMY6yhg3+lVnW6FvBt7gZ7nWoNPHhZB7CoyEURvZgx9+9P7pk9iIbUTCP4qd0MdmbM/G2nCA5WEDvYh9b4bNFpumff3ttwNwfw2w/f1Yv/3DAOI//RTGd0SpGnRLI45rcuN/gHJ9Kood2TXRk3AY/FaB90xRsVFddXQGYns0dYsj7RbgnXZvDvpWdszAu7tGti09AslV/KwR6/mqdx+gV13z+t4jDgwwVhFv2r/nuHrpN2znet7Zrefm5nCOfpPAmz0t3ELQ7eW/BON2lAzeBPDmGupc3qeI9wS8ceRYAW9utlZrvHsUfZ2tSDFvZAoh1rMgAJFEXpCJIZtUyBNne+MhHymtDbhxWhcFJiPg46+HAe/Mcj+iTl5Xh46j6RTtelgg0KCCxiCBd3gQlM6tp7mWUN5VgT87BDhvQLpcRyCvCQzqCXgrkhQELOCOV+GZjvNtOWBMLSfIBvDWGm+ka8c1HefDVwtsqRUkpMYkXstJhwB3M6fni2/A8RM/B6MLIkI6asyDU+rpZHBqWMrTyQAAIABJREFUGI83CkJ0IUuEuJV9BJYMbuP8TYy1PDeOLUuzcqqdsjoZ+lpfHkQp499jVLKKvfSuyjzaiHOQOy3zK+vRZk7XAG+5XUBjfL8cCn1oj4F3p0/XXW/We6E0uC6+6hoz4Q3qRBcwY7If8+yu0ZDVYLoEaNOjthhU5JFtXXv9twH21w68wYXi2UmdrxGC+ebErRZB/WJEbuDNRR5kvxP7TnBTRRxrs7OOzxu7xTm1s7Jmpg6i6oqIr5u9gIpJCGRZKxHThcCwU80NoDuP3nsDtuRjluU9GWI5jnlssx5cwN6875R1Zwn5uLM0YiSqtnR7zikz8+o0GY9fbh6Bvc3FnOVxc2E3vvA2NjZbq/y5I97Jc4vMP2eiXztMbxt4l15dW7B/xNflpR9zL7nXjOC5ghxIEgq5NFj66djqPED3hx++d3o/gPcA5KHPQha+HGs6Y732Dz+OaPc4Duy77747vcD6bQIayumKaENExyUJr4q6qW8wxcJmCttpBmt74//rTzWHtlLTbYP0vp7v418+8Ob47EWC176/GfDe2oUzHa0Oh5k3FlU/2xBTIHHHAQacUPML0u/f18jusincLRHvtIncwoZP1oBn2k5ixsAoPq4vsZnK4TLbtwm86zjmqIvHQhN/2a7SltcNG0loNAyGAEfYSvFfYyGa+LXfFpEicSBPeWHE+y5OusrnIosHLz4MeJ/z0kyUcxF4szEJMRU1piJweN4b/zCl0Uqnn01Lg23xbOE7103S+8GB7+u7vUw67hl403pk3YhYDoMTwBtp5YzUXALe2St4YcuId9qW13s6ug3wvUS40YoDmYm+aF1E9xBx7BsRKcWVZbc1wBrxI6G7RjqBm3NO4i8CahCmFBx+I02M5+bFJzd00nVHJNfyJ0PCZ6DLQ2QAXs+w7hV4e10GWMJKlyIXbSmv/vnIdT1LZV4q7TjKbLVfAILCGHAcSMeOBTrWYXCsabNqc0W+Z5BxHjyXs2odW89D58tjRwvBmXdn9zt7ZU583r5cAvmb9zQ+VdcvH/F2Wyb+sJF31HFdT9o7UIB5FNma0TLt8klF1T9w0oU8s9PNckW/AcwBymuHzQ1/Bx1ClfQJAzHip2QqnyhnTvAynY7Moih6k2CotUyQDX1PDstyl9mi65LnCcQt3yNLJuRHk/czDx9NwpvTzoVp/au7vQuubMS849E4AnYPqfYReJ8ZveCzndvk9K3Bf+QY6RtGFr9CA6H0cOC7RPgfUev4Y9yOpXtxHjh3ZRvR8LHhWuCEkGkvlO0TGT8MYEQxTZJBNtvOYkfaVnBpg1XGU6CG/X051mH4+YE3W+/PJkq745TtbZ4y5zwmZ6b+twi8ozsPWfO9AkUPz5sC73NyaQXDm2cdMd0pZIr87jmJfkngHSzYTJR0ggX12mEQtCo+K+DNl3rfIhgamS3pELPtpA3YcldzRbVPd2OfB6zv1hpvbXTLiDeziN0eAm9U2IB3D1aCmjb8ZuAdN+ZAxrCDWpYfA8AMDL+O4APTg7nvl6LgzJJm9HsT8T5HPHFvyWBZHrfYpmfBUdslrHNQhYC3hT9+E6zw7FimLdNrqtB9MxIrOqcJzQgwj+zCTniYEKWVCrDWYeeCZgGIgpBdz/gd6UvYVE0Rb+/8m8AbUd4RCXdkU20nL5VDwZH4OwlNrguNdJV4hrusT86MMK7PTAhBOaP5Pu+7VKfehSaid3dOjOFccjwYEa+W7lfK8zWDAjk38OQk4GZfC1RTISYAizGRwwKGewOcHdDV0gLRkn5xvTjLq2h3tGUxsjX2PfIrSsxOFSg0CPCtAgUcDX5yJ1R9d+IIGXUB8A1cG+QbeJOmaoYIvDnqR2m13ljm1nRxNtXjVf3SdPFu/7L5rkh969/6fI7aUs7lsrf0ZbqpMt8cPO0Zj71GcMbqBVbk5OgMTPAJ2LQ59iSraEe2WilAOL7xfK9c76eh09sBVuUun+UgDKUllZD8Gr5jHz0mw1F8zjMtFfUWX3PtuaRMq28aJ5Bhp5PKNHHXvDGbeZDXBb71UKaOh9wePB4R8nI6yROMqoqfe2Q8N4JrjYv3sUnbtPykBnV3/4stienKJSl3+OJfxY2roszvCHhfVfcDZ+EW4B1VndO/l5qyyqHIfHpbH7LrsaTbyvY5tfWc7F7bGLVMqcvtgT4+854MdYdnc1dbqQGZEo6lkX50NJF/Do0JWTtS0uXgw3UkCS22pd+lCbWToVRjzv0xaA141+Sa4Z1IYrRRlyHFXb76Dxm9yvb23Xae6egSuF0znOaiVZMMcEcT3f5Fnc0OlKXdezR4qW27bTkg5jXauqf//CruTTrp+lRzkMTkmHa2KEvfOCsSk7hFsgwNENkYJKJhXDH3ZyTAHsnsjYlAJ0sS/fWNrHD5QC/RSD8bqcebrZmooY3pdhzefI33pnusLC8X8K6xNe5hoJB4Q+xEOwfYhxFvZufS6QZeDQdcZu1qHx6s4+bm0xGsjM3VXkemIPbLGvdgAwXoJuYDnUhnES9B6kxtju/OGoAe6jSRBlBILQaAPV/YLweZgmHwxN/8gQBDgIInKRB0xxHUkcUzJOCaan7AS3l5muBF7nM3t/jR4O0Q//nyd1KAAVaYao40RqdDNsMtOsKUojACTd5sA3bKazsP26CNTc2SSDQZeLMZkBzEWI1EsP8UaeaxgdoS8VZ6NTctqk1B6LE3UCylgG3tY5RMZKh2KCEQWAkFmNdn+L6zqjdeQsGol8SF94MgoTeqsJy6KVVLwLpN0sy0ZKYEyhn1IsjoXlY+09PagxAryuWzhDnkRUhhYEd2wfox6LZnKUE/CL4/7SgcU15tlHej4FI0dk3vRsTbei96le018K76DaRZtwwMLYcALbS19PGWyzqMgGMM2cEqc61v+30ydJI3ZoZdj3DrDhBSUIGm7kS5NH7rnO5935vfPo/dMbMhhgde2GTqyDDp3lpXYfpPz6eVoGSOedD0Ge/FOx6jdc1+3Mv12fAEa25RYSiF8tJyGUkon1ITfH/wcygrOwssR5S6Xl5enY+p5+jtlXzcESzd+UNjG0Tc9iewjLVDBzM70SU3VCKxAjCnxzf0kCLgioabLnw2+HwqAsv2B07NcNzJY9xJwGN/PQB/ewDogaT4q3v9uihzZVO8zQ5cV/fDarwVeD+stvltLsdYjKYHVLDZmLOVdS3wvqZ6cv1llHHkOPH2iqWPVWL8Iq7gB3YezHAap3lDRo1tGAFegk/KWxvLGUxwkVqSFl8r2sYIXH0MhpbRQNmcrzLEy4Y6ctK6lJuAt/pxNB9ph+UpPW6HonbL9ExUdqHs3r9r6OESSN8HvCyZOK0ZtQuorENn91tytuydfm4BaAexnPd1bj2vsZ748NNow8/sZwCH/i469X5XsI2n4o900k6mSYLCKqBHY9cx/rmBN4MNha+8qRycJFpCly3HOm2lmCNAEPYNM1q4EVqMXYFopquP+wHSx98vB9DG8rwMro572njNwBt1CXgTlM/8DnstxI/pc8ETsENsQ8P5HxItLGIFEOMa0oGJF4kbebR0XEfG9LgeR1DHfhbAibcC73OMOaccrGH8vTdNVB1CGjjpeQDv6GilLjL1kLvF2eiaIobwlnATIm5YFh4SR4H4u0e/QZiY4/Fb65dpJHKRPD0XT8fA8dzuGMj7kQ6FzdXk3eCmY1yTZIW4ruO1ouDuelIYcKnSSPUZvzVSl5UddJeVD//I16sORdBQV2PWbAPvbwQNiqt5xPl2aK3npqLaBmYVueyAQi9FxFwGuYFVj3QCvOO4tg7YCZ5RfssoeHJHz9F+FMz0UU6PV6PtbGO0va7j22IMbYF3uSzEbmZRDES+rw1avIOsgW1sFmiA4vT8HMIYj/Hl8EzmBrzjnSOw3Mvb9slAaTb6OBdFbR14UzTJESZnwTRnjZ3X8dsf0/MGZ6cD9HNJwW/VPfjPW4B3VEavrJyc+k60WbyQDheNVfV2r9/kN3tjuwLmRo/BeFIQVrKmOAF3gPdQbvAgV4TcEW+WSaDNJS0sr55djAqBeytpunsaqDYAF72uewnEWfWcNy3LsLMU2S0F4MOpRudZyW7pND3H6c3x1GyDVnXO+OxUimcj/b12VN9s9z5RjBXng8noL7KAFfymXp3IZY7AQLqdsVGvHaijutf3H1LXI/C+djb6cz1h+/j9IxKwBExHgZTOat3g/SZTLRc3O10Tx5RcDpkY8su2j+Q15JEW1eB5yL+KqLEnKwCf5XWBMgrgjhl/VcAbDasZuOupy7IPz838JTA9UUMfhJ1Cf63AO5rKtnGc+Pd2qYH1fbeHN+ODMS1aQdx2d1zGgxPwdgpFxzx7M2MbeOUS7UkwzenQfVNbZufG2wbeq/ydHBfoLuAxeQ1Yy+MsMK7u4r2RWl57XcVxYQpIIktAObpINdcZ3Qg4RBo5y8K+XeNYQQLvqOunUb/xnTOIhW9sV6WcsFONU0STLjBFUAhtZgYQFHwFFoVVNHqgjaOd9Rt2X2JGpaEr2y/s/wLegRmH/fPLAe+VAQoMTYY8OhvAi8A7ga3+Xg1A5U9j0jApONtNBqd2A/bRPzRCxXgvtfOlojIYHEW843dEuiPiHUbeCryD5gnUhzejAwYZqUY3q2KwEQx9I2VURw7MgvSS0MyyFu1HhRN9qyyEqaxm5ANU5/vSMiJwsvu+cKno3jZjoUAplVxFp2bBQxp3RLw20BNOzvl3KiuMd2Ua0NvUoU4H3nE9POLoHRlJwLtA+AqOZu9j9+Qzbc73OVjsowQsSqePP8CAZ9HAklvLtLa2CDhaaODmOgqRt7o4gx6zPp8dPPv6fK3VvTgc1nT2iHi7f9V+CaRW6dZxsa1jD5xv2t2mAXTSxukc/a/3qDiPzEAaYLvvGOSGE6qNzQq88902d32ML/XV78PZNbE5vb3Fy2XpOaIDwK4feIXlvSWQrxRz7AAqQB5DYfDtrJqNMg4Kbilg9BCLZWQN27m20p7pnwCakwjZCR6V00e8F041Ps/ody3PYfQ/5UPWidJ4XYpsQ2+tHC5jmc8En/nAcmdLx7fQ2F/qs28CvGMs1o383mR8HoH3baN2S8R7yj67rRpIYWcSnnv1SOKu2jXl36QAvHBr68Tp76MtIRYFtOkSmIF3l20dgJasZCqr4LtaYYCz6P6mE6LSXy/wngHaI/DmtJ53AkS0bR944+VmJzwUeNOZjkJp/h2llidPWE8tjqEIKqqs3qbcVdtU3Qj1bQPv3ei6bJJcRy28EenjEdGO8wTQDvEtbJcYktzkmiA9LnL5bQFvBk4DRLMMbMSmLD+c8BKgW8A7jhSDHYPltzqtCrglTpBRnfg9SyXiS1qcDPBFwJVzELYMN1ij7e+ggYPByMgGBnGwloEAAvF4nmVy/4pfIOKdoA6GcdBeJyp5bWJibLwpFMKdMA28BZ6Q0shO0TDTonVATHs/OAlMORh1al137B2Oc9bFdKBRCNUR41NKY4E65uzHeu6IeMP7Ic8HdjiHgUkjzsD7HBCZ1w+0SGp0RONS+ugYPKTygm3udKO956NfAoZLuhi6rXWgBAE91ZzESgJWtAwjDXGGH4KAElwJPmwoL8COtrcA1aKNSfCR1kpiTWMbhju+6b823/G8Ulnt8ED+QNA8GKacOROG83wJGORYYg62BnlnUkIGC0WC7egTSYhIxeDa3afjiB/uRVCd34II3+PvpG+9v3FK9Y5pnOoSnVb14Vj6c7ixmwBlbBLBNqgtS+S7ylkms71z7pnWsAnoos4lJb8/e/h3J/8U8Nun9zzT3QkGXlhpN+bO4yKl1seWWTir7Lrc6hV4Y423QPS0UynFQ/Icoi1L2rgzefy7K8gE3lCEXvvUaF0g3bum24/ksdqTaTVE4lHwAXzFWlZSstF0VPPalp2E7BSxd8dcbqomxxpkrD3Mnaolj7GmHIpuplsSMZUfPwXwpU4vT9RfyRPXpXtvHbDvAni/iyH/LUe8+znA4LEdGdXlbZfKaxbXbWNb6x9ve0/cdiDLu7iWCYYX9k5jwI18gQY0LqmTptsp+hacLoAzHR2WTvLu9ZSXcengHM07D7w7UGPjyr6lrXXGnpNsPxrffPco1bzVRUtpcSCcSZuGFXrZ1MymHfXjCOT265txsHM4JfP5Nd7r+Kx13rTmG2muZb+utLOZzz6HjWCxLjn0sxo3t6lojMBT3y8C74OId8dMbc7umuBex/gS8O5ZH8QBsO53nW1gN5gejiKTCeH8cgo33le0W0AZOCMWL6adAYJXkIFzEDZK1I2zuJFS7t+RPh52S3yPTHKXHZvM8l5cm9aCA5gL7GPeeOyyJynPabDNLJu+ggEG3wzAetNmBH6Dt4RN4eRHABAGBvCIvwNsK2M6xg3A+9kvEPG20oORG/95PbYN2UiPAaYx6LCB5PRER0vimeo8gZnADVIUvIO5fmONd0s1H/W9nNY2Q9xjUpEKiXXcBC2I3CDa/QybqxF4s40G3vFeGIX3Tzio/uxFHwVZKZfFyPa07AnnDQAQOF8jctGk2niELSCMbhIBwzp7RmFo5/gvETh415wu4hSZ7B6ElncOZBklCXp0rL2RTop+jeOHf3lfUTKD8PREtZcyVVXHy+V4tFRfbGggb1XXK+koEQBPIBzAIYC0ItY1xm1OQSnS9t6tP4G3+jApvQXIJ92yM+ecNLi/GC1zlGPrJJhpjutL9uhwv+6esRDgac5g8LjNWP+4Db2OPSC70sX0/Q2A9xrJPjIojoA3eKYZR7OTo0C1gXm/b5BYa/XJe+f6Le6cDUoAb7ZjD3jzqDBGvflgH7Uh17DzL1Ot+vvg/FBe4SG2olqYcF6CY6fbdUYZ9ZBkjf6mM1Ke5CbTXS2zipiKbp7iO03up1KbZUNvusE4ZQezo1bewTNP5Zyd2iIFuwqkv9Lvj8D73U38w9Z4b50d5/Y0sM6s3sxA7LZePhB4L45b191FV8MxZ4G3bceUezT+cqnWFjxRJnWnBS5sIt77I3IL8F6X6vU692y7qUbJ/KN5uRV4x9FGNc77mYrtgfNOgaVRv2bgPYH8nTGdnQBh0wp4C2ySVkSZB5lxORwSlt4Ub3X+8LkVeF+bam7rYBvx3tBIkPNbBN7lcNgude384Aw5By3T/gJG6ct5lS+LjDriiWkJqwF4gGfgkZ/wG6Daz2szNQP03DxN97l2HB6BxCTrMWmRMB7CgoE0b2hMwEyThcuKAzNwr5rKevZ+XQ660a4TLnXEG1Ftru0mPvSabwdmY5137BM2SnlXqeYgue7xkyclmnsWeMeLmW57DLxDiTkPXyZuYnbvdseUhIh6R7SbhABfDIC3GCwZzRumRVq5jixTijmi2uMajhJTCkJf0w0jD8CbEXB/LgHv9bnblOH26Y33DwJkVbjdC1sGvBUDnrZGFPAOA9+eREFOihQROXcLVdT9oBOYrebd3ABOsIIismFAa0zhyJBBDx0rT1MwD+ZgiXgjKjnaH/2A90rpqYiE14CjnH5uMJUxmfEocwHzDLM+SrfyZpvKcNh6mycD6VbgLcPCTV/TC4+i1m4Ts0LKkdWnZx/0N7AoWl4B6Lycgv3njPHTnz/6eyWTTVtuAd5NafZybzUQQNNngLcdEaQD0ld9NG4NdHYHxd7YpHd5ioQ0ZSc6Nm3RoQhfMtu5Ad5aHxVKK47cUVab63akew94W6H19eBM75JCy45OSH+X221qgAZD7gtIr7SRR5MBeIu7mqMovc/iYcqChd78Hfxcaewr3dGRys050yEAWnUGynkniTs6G/B+f3cYfpMXH4H3u5u2nxN4r72gzO7a+5Z+Pgx4u6bOv3Gtr5G+CXh3efmWgfd5p6wci+rQusb7EXjPumHjBAn9uuhYRz1TP8ZyxBtIcxvNrTbYgX1kE4QmnaK9HWizoaX19HfW1wjWeGZ/zf+7B97wIT0AeHeA2m0SH81s3BSDQbvDv5V5omDgBLzxnOwVRbuRbp6bWhOLATALF0TKeFwDqB7PArv5O9Zvc9M1p5rjWWcsBP4AHmGZiJgLyPgkobKDhdEiUg/5oaWh8bd2Jfcmzv6ekAgGiIO8dNonRgEeGVnRAOJxqrI25xZBe503ggMPBd7d4K7oC5tJIq2/nULk66+miPcoyXlDYRzBKLIxu414e7sPe3azHQKLL8eC+0hNyHQDgUTO9ZhW0EUxVkRQw0Nxr+3evVCe0W/vpu7t4hlZCYDWo/ME3j2dkXzbjcAaEd3jA+hvTW4TFQZNukQm72VaTFX6FR91GvusLChs/IlxUK0qV6+q3c0b2OYyX582a1K6yAQiqiameWzTevxEQrfW3wTaDYin8RAEH9dhlLdMiEE7MUaIoul6ppwHz6jCdKA0Q583tcGbNmwiSdYYAnDBiInLHLsOvEW52XF8l7OAD/tdFaH+5jhM3xcwkI4Hvau62yjPEVYOYILiXaBd3oj2LriP/cL4cAxo47RBdP24ZGHktqlg/zrbz5lHPKbVr/N/dWUo7jj7wnll3WVCMwEglOs76GDNbvE8e552LIhpDjbAeY5MYBaCbZL8eL8D716FDQ3u3ktFVFKF8phR78pUiYHqO5071ZzeYypOK0ZmEMzGVR/ofoeidS9Kl5SOyDbAd+NvO9biKaSNy5vMaLZAs5aIdJnRwT3XeHNkrEPw20ebae4YjS/5sfLHHhF1nWYeuZZOt8/tEMibF/ZW3uwpk8cF7tPpQxtwXd2q5ZgMzzaDku2X+dDIe/O6V7l1nl7niq7f8X+fStfsmempRbYXh/Mvtzvbe+BUzXTOo7mFOKub+EvdbJYm7SgDJdn3M9/igfrxUIV4sxXW2iALFnvlsEP+lU/jwtsH3q2vkqe2OYoW2I/JYYxhmfe5WB2G0/xBrF/PULc6tPvznMI+uGvbtyfrdB3Wx59TMbd7qmunX3NbRBweDC/dciU7a7yntjviLdt53bS1aE4UFP12qviyxrjbmGxOI0q3b16Xlk/BRpiHdB6XTtfijZnOAW+LjgARrPe92avGGuuwNYcol85+Fst7dKbwO+0HLO6NJ2lLxLjiGhveN4D1xmgB0nONdmymhmXCPZu5AnkYVgD08RPADnVF6RzDJ/e0G+xkpxySIxK2mnAc7IsIsoZNoP26ZGsAb8rOpQk84udalprAO0zEwIvKwvWmsgSzxCs4XjXsjn/2r//j9Rw3cWsYhXOkq25X+jIZnhODYZAhZ+JChxamd1QPA+TceRlISxNaNC8GIoY7Ui25yx0X4Huzopp0bk6kaEwANOy0OwY6UhGVGokdyjPKTUPOO+fCCyJPR7QRCkNAj2mSc5R5TheOMdumfWEjLjHI3qYpVlo0umsUvJ6xj0sfT8gGKyH82U/zviRwVRcEi9LQk3FjLZYZToCgK8Vcf9qAvo5KYhFbspuUR4A+PZMOmNZJG9pMC7GDpoFEj3GQUBj4NtwFhDEHBqZw9JRRhBR3MAkzH8DAai7m2c8mKBU1ezeqZvTTQdQBdAEC8ITk65ER5XXW7vr0nAGebqIXKG+ur9tFm/ct4FWWRBW51eOjMt3evSh2XZv753avu7F3C5R4NV1nlBUHxtzK/yst0THFpKKjzzW0t9eGzdg14O206dXIvKYftxg9UCghQ9HxtYeKUEuZSd3nQwnMJRtxpKJOeKjiVD7uNdCNMu1DlkyBglUtg/an5Sa5ERHTzLKtXp4xlhVlxknOvRTkKJ78KuBt1lT2y9PgQTg+gz9N/HwI0tXlKUIeT+TeEUFXo23OhvEmjSnbd/RRH+VLZMkTGK77WDZc9/Qv81Tu7Qjjxp+tQ+Vttw7228FAnj3m52035C2W91DgfUtTugPrlveOnj0nx47o/ZLsu3R/le1omwz7ppJ3ZT1lVQlIyCkDhk0ng7j1rHYD3zhnZf+4nL1x2jp0e3bhBVtr07bWJojb82b6pftTe5vc3uvHOp97m5H297b9ntt67j71dX3WPRhWh8H5tkRZbcwP55v1pe6ynSkZZwA9g3jpuW7jTmiX5eG/aa5AsOm8NvDGI+25Yyx1DfdGR+eA2jl62D1SdOhlO9k9NlhGGkvWpBMxtgDN7qPxAbuC/gNbESDbtsiIuq4TA7K9EfhjkKCCAQTw8X5EvMOm0RndiHizTTGmMWbaUYYNQLkSEuBn2oHOegXAhrMf+bDjhzZn2m79OLC4j+eI52rJJrmDsxp2qoN+CgrEUchaPhfPFXaxzaGA4LsC3mYoEoAGKloyAW8OzDngjagbOnK8Fs9KJiY8DlMP4A0hq7PeuEseBa83BQjgDRAVoBtndMfGaVEXozCxrpsRkYjIEGiHtyKuIRnGwDu6lMC71jROwGLy8G6BN/GNN+6YN3ZaldMaFaBn08RApsgPQKM//Atn5LXPJYHdhRNqMWFDSCFfPwmRDMmH1ogXWoLU1QLrU0Oibc3YX+/lxkgrGDdgTMeHU9NLfTi7mzseV5RLIdzJUYK5EIC1UU40mxY+WTbK0XnjZK5kxcXxEp6ycrQcAdQjg/76zdg4YnTadOBdIHalpc33hU4dnV9PDtg70uxi2dMYboH1pWPSVnrYo+EU/ktd67srzZP3ilPcl42DoVkkuLcCb01ilLVXxrk+XHPP1VtmHjoQoPwWWQDen4F0bEiCCLj2wLAJhHKbgoUyzRQx8fukgEMGStlKAXvdl48Zyx2FIT0Jfv3JsdIFKEOncEEG84Y33YRTLDa8lDz2dQPv5FbNj5Uf1lyFElX5kP8A91SGTm2fTcF5ZpDtIhmxh7BvOQaPEuMha2+voZqHPfNLAe9o9W7ae+idCyDkYT1+d2///MC7+nJJz1/q9W3ryefSzN97cvdSveD7CaBYFvD3mt7r8jaADfLwCMCCqFQw+XEPLDKy2OyrpfFvF3jP64Quzd+l+1NTEzjtj/7PCrx35rfX/3MC756Ra2fxpBOXtm7mW8GmOfJNKW8lR/QVAAAgAElEQVRQmsC7p7WPJ35Z4E2HunU87Peh71+Mo77CoMcRocJxsG3ABy17VYFu7zTOYCdtC6R+61xujIMy6Qz+GQTlWm7uXxMN8abYBN5hnwBwK+odj3itdTQLepxGURF0mBiwZ3XKCaLeof9jybCWEsfTsgHClgtbO8D5Pd4jFqSy9ylL3QAs4G1sADujZdWhPcAGBOdhZ9z773cFvCehGEYZPCeQlE14vTnwtncpZsqCPSYI0W6kQzBCg/UAY1K7cY35UQoB8+55TBgGCZurMaWcO5bHhjwE5zTMDKQK3DwUeN8COjY7Kzfgjci6lAMObs+JB4VRocgJYgo9K7BjDFPYyOAWgU/CuSkkO1ww/nqX67u1UYIUIFmslZLGvdbiL/qNDoeCHsFoFo4majBgOmi6YY/p5vwBBIsROpOAB/mOoGt6q2ww+S522I+y8n1GmmWTo3zyND1yc8SbI38EwEtyuCHz2ryzADfaEDQ8lV9zbweV61jBfp1R6KmRE6PNE8FKn3313WN34EE4WovuseBrGuFV82tW4pmiV9abCm08kzuaClxNY7l8sUKd4+zz3ExruEdd83dGZGss3fbdxk/PrU/k5oabeTvuQfJZf2Ti1+27TNdq+zrobwDwdRlIyOlMISvgHaWibihUadxxLTZC8UaNXMdl+bN64gm8w9BIo3kRBemLBk81+hfdmT+fjgylkMvG8KZ9UlK8jAFNQG3PNnJWpAi9HMUAfB219ez6nu6Oepa02UfgfY7rbrv3CLxvG693+fTbAN5v2r6fDXjDjpml82QfyXY56scj8ObI7DktZjVVxl3Zl9K9Yc+3h38O4J06fAHDHUD3AJSf37tm+7si3w8D3sduHo0XB3z882YRb46/T1JRivYo72Wcry0MxUkVpgoslX+zdcjuhi2hTdOUaQx7AMeFhc6nzWD7404p64EDCLxpb9jJH3iBQUJhOARPbZt7BgJ+w+gFEIcNHs8gQu3fPXOOe3DBAS/7INdoC6SHI5wB1yhIkW6WPgXUnMyeLVGmtKMEtp1oZ8hN0P/+tQHvDhocqQhvRAp+USKSSiAIizRpQPKwdRDCmGgwT/xMgICDEQOMXejgldA6boFuppwrpRzREAJvfLDpVAHv3OVcYL4DHAiRaW1oXJmjHOeA9wq0NhHvtp6xC4RsA1LfmyQjF+mCI9TrfX5PAQqDvokAeExnAQnG8XMdiFejBsPqjD2DZkHceAQyTyko3CldkfEes0+lSDhb2TVuW8xrtGubHcEsVc07gLM8US0ddQO8MwWdpj6mUoydu94bcMopQ34OunHHo6UdoMV1SQiU5QcPAFuh+QITbbr2gHgCEAD/mqct8J7rXKO0aDcEWD0HAdQAJ3qj+96Neo+azjoMNKa9rP0yFqfmaJaPsKAYIB3Qxdf6tje0bWA6WOpjMLV5lHEWeFuQt7m9Zhz6M+ch+15p8zUD2SNnmgEzHVZSgt5ATd+Tj2NAc7kIZW0H4pHu26NNAN7h+Mz0dXnFvWss5oNGCGZHwJyKVi417+0hdg5aowIFgaRpgdVHUpA8L5PzDacQ/0rQbZqyoyyylxy1rjRzAXHogQOe0PpyO/eonIuPydV8fy2jz9IcTZ9lw+UZ/vmfsL6Zj3jqzvN316a9Nd8+J/bd1fruSn7rEe/FYfXuWj7rgLUeG79H9Xeb7tY2rg7GPJJ2FFqgbQtPdsFfs0s27YglMLk8pu5O5SzAbC3jEXhzRB6BN+1ljsM+8Iat2wjoCUFEXinaPs8x1KVhjC/2+VS6moE2BRximyor1dlqxEuvAklrCVptXlZrrL1JsoN4XPrWs+JYHjLpgMc0Dk5Bb7YFI95MYc+sOkXJvaa7xpEjVJsiS2/DJjVWUyo5DIHhlI97WlfNYKuOgJZtDxUOnR22roJyCZSt41HrNBGJdXx1sRvQ5vHjU1sS6NtOvB14NxCxgq9sGkFTGmZXRrxTuTuyISMGoXpHcG0gNgYHZkOEJggrJr3tZC5azrUjaUBxI7Uw2rgujxOHhfGIaoehHWCbi+wZ/aYnxOm/q5Fuo2uKHMb8L6C/px7HON0GvG2JcrDZdnZyTbuKdq91OfXTU3Uu4n20nsbvENYVw5tJ998Dx6dQ5jMlbChofASB14X2sikwGOFcdr5sNIExAZssBrTnOYxzG8cy2g283BtuzOa1IJihpOyYypG1AiDg/QBy3rXRW0bUc97b+6IHO2uKb93effjFOibe1/zvAwXe7GtTDAx6GStIWOtgu+fdu0OedSFUZUwA3XxnxwTmRUsflnui5J3+NUUUQkxCMkrqke7VK34ReBvYCTh5/jf97AMOeTBHuPcA+6Vdoc+BMoz13iRvp333yrRLMMZrHb9l3CQvAZblwJycbfZKt8h3VIxn9K4bwpMinF4WAJxAHU40p5dbWkjRpvc7Cgnw3dobuiDHMhxIMrQ9RmXMF59i45LgE80vQTvHwEtDkPUimqZeocLlPh97S0JYhiPiBtcJvNtMpBywfNnh11neWtlfOcG/msd+HuB91N1zOutXM0Q7DXko8F77zawv4MV3/jknt1aH7tqYdAS/QSsvAZCzm4ZZVrleFoZvW6jOh86CxgvA247KlIl9vfFO2dNwbJwCt6War0N7lkcWe2kzX8uFd7rGexmXX2KNt7u77h3xLiPem30qGvA+Wj6R0zJoZYGBwyJqEW/IhW47V7QZLLDo+9DP3XbH37EPDNZZO4ot4K16GPDQEmJHsrWUFHa8AqAv8beedaAUzzcuQcCUwNsA3BF8qu+wDQJEx2/uDQM8Fmu4DW6xSauWkWJvpkhxlWB0EFW7jBtP2mHITdBkK489HiCvsPzMtm3hlGIN4hDLjNVBmDQVZYwvoGv9DezwywJvQTfNAoF3WLj8XUBWZCbg5uiWf3PtogmKm6o5pd3Kjie4jk8AMKQc8zw1fh/nbwfwFuCuaCbXA/CIsAZSlu+rwfVLAe8++TRMSUz5mTF7Es0qeP2dXpuju4A/E7wlcBVBFmdVPVM6Kx7mPU17ziMIuqfOjLqw/4K8Yl62kBa2omvyvMXlFXiT+jkWFa1agKeM+3jX6z1pVMzAG840hN3MoPKMJbinACigVnMwRePUpm43nd19Vg6BPiPnIsmYnZ5tASdNIwf0rbVtAn0ldObL7HMnKhteE6kpeunnAFhirvXq1pBbQf9sTaazR23uBtdqZGwPJJnL6g4zDtGBg6F1yMLY/amjq3jFZe5F6c7N18pd7wp4M0VlXssO3kMkWw5LfWdAXBupBCdawbQIeMpXMTFUawLvDsCpsO0chEEgJykzWywEZlnj3dyjjR2Ag3/beNfYm2cFvMXLQd+ZiaEoNflbgB0KWjurp6Jt1A0FzCVGtZEKRQnlSDOBQiRIdvRouPuepSY5Ig1n4qWVHn6d3x+B95vMyyPwvn3UflPAe7GX4kAjf873Q86ADux7BNNy+YbhewTe9LGcDSwtNupbAd4xV5rHBO4IPDIq7Aj4NcC7R3o3dkLa5Qa1/YkCtqXf+QJPLbGNzncMvKGa4WyPqPfYSRzZwnEsKRLCtQabKd9casa6oy/4T2u6X554mlTt2cQdzPG4ne7JGHzPO5tjjARSbb7S9hpB0vjAcS6ADdVpx7lwGpzpAby5dDjKgI4GzuPSYZx6guvUvZnBGfpcKXZx5x7vl/aeaWkHeIcttUyUwbbZOev8ZYG3yHAC3jGWGhABm4yU7US7vWEQyCcmXt4TEzZ2oxvlxSDmBCitwOdAx9lrjlJ6cmMdgCPdBCdleBHMFmjbAG9PuEDNzxXxXpkTDDKBpCK2vWfXaw+KLCB9tBRPsG7MI5nZkWsymcGK0zdIDrV+FNQgIQoBJuFg5G6lZgBhxu0mbY+Q7s4Xa0y/z9nIlozxqRwAcaesep2IAHkUm40R3Qh0QwDwnyniR/rqM0KaW9eQngfexUvoWsuO4HeW6c9RWdN1dHMBGws/aBhZrJ0d5Jh0suzRX9VDXtuLPiTAXZRmL2922bg1234aHB0B702Ee0mxX++TarfCd5rFeVI3w/C2gLfn170OORn93ePpzhtgNStmGwvmvca3fid7256ZAPjIPnIKGedfvP+CnvTaSbVkQrc5ewaBlVqeepE03HmHsp5zwevpNNHf5ViLe0MJC5A7LWxvvriRW+ml3N/BkYrGx96orfPNhrcslycenBh+4s09fvnlrj0C7zcZ+0fgffuo/ZaA91ZfXQO8DcZuA4mXRvIReL8b4N3HfZMlppsOWBk4v8bGo3RwRwQJUdo1e2In4s33582QEf2VZiCQDY1aTvJsk53kArwwuwGO7WgvugsHEfbgQtTZke4A3D7SS455rMUu4F27lROExzGlmR6Oc7gVBI2AGw34Wh6cDnf1Qd8xNvGfHN25L1NEsW3/SmdzXSl1OJ8LXU59Tls8fu8Bb79H25AqOP6BSx9WChzrk61WOs/zmin3re2mDy+Dpo3JYACrkQ2xBd6r8l9ZvO7P6776c9emmh8AbwFXG48u2ZMHAwyYjV4Up0l4IT+CO2WlyfiCucVBiEmKjXkCXGun24xqIhJC7wkiGhiuHhGLtMd94O32rhE1+0xg+OKh+YzF2UDbguN+v5S3jcBNbLdNhHfm4yW8ccHw3xMsKwVc+52bqmmO88x2Th6FUyNmTinnNB5pggntdjoL3kP4W2+wNXTAOS2Gnc1dKuNJCL4lii4g1aOVUZZHlDwDMZDjxmukC/K9wTaFhZmXEbVy1nDY25w1wxtXESGG9c65WuaJkTWBiJyALTifaEXl+vHeD7aGSyfqU86k3oa1LT2Kns8JeKz1m/bhlzDwnqvEfHehxNvkuTdx/qzA+2hjN256oTEVKMux2vm+pqLvpab/ksC7Z7xw6mtyodAEvFev7J6DIzdPG+VwZ1JypqMImXGgwhKIN3BuJU65PBuYPmqEWSxtHZjnfDyOVLdGK/7bvUo5SyJMvunrQIs+pQA1LpXRooi3wfdm3iUDwOuklQTWQdQ6fmiim8Ux13nJf1NWzPy++pK22S+XdHNnrGv+Xinhmndo0Nrped0bb/epN5EJb9qCNxsh1rbO1s3Ae6pcEaPWEZf/kDbujssOmW10QG/H5Dzalnju3YvzIrlz9NwuLazj5pcFVM5R754szLoh2860eLm5Riz3U4hnuXhTP8825TxVrLZQL2pDtxdS7M+OWUiK3XFhjZySauuvPdW8j9NZ4B39wrjFD6AtbVjsJUB9auVGcUp9MDnBof9szej58X7qN/AG6/GO+4mREgy6Or7v6HKlSY+2KSKPNG87yr2TOGheqeOIfhP4O/jF+WOquNPSbYfjGDBnzgl8r07+igTTvqWVqFRygGkt8xp4DboWRjfP2o49iHKpmLLWCLy5LDhtAmWmcWkol5XVhzqYdv6cwD+fnsFxwFSNTgPJyaapfYZIx8Ya8c2yD5Zmt1H+/t/8p4VD58rP8PbWa5MPPxB4qxwYimlledc8EZA6bSPAkdBkYqcMAFwpsiGQFB6Rp3FGd67xJmDC4AcYh0HeAFUDPRjyHeAdTbZh5mFwSm4ZiGKunp7YJsfv9TXfE4gPFp6A2QrE1tki8OufFRj9HOvDpgZIWJB6W+QkbNggWj+MP2RMw1Pn9FWmpWyUgwQEo2jhmeu1SuiBdLbp8eSWBnZ3wC/XgWj3RDPoQPY9oka+kpNGRjpTzunsSRCfTNjAgndIXzpmMO79BQq8G9KynzWvrD++O4J/NP+oqoGzeVM4jv9K07i6ZFFYwEyUZoeFKu+Oh94e07NBIpVQCC86FdCPRfGzTSut1/dpeUV7DGOkMjFTXhO0l2o+ntsA7TO85PH/Jdd4H4/I9s5q8GDYmwGUHnpcD+DM3/lhAfV1/M01YRW5tpKtY0qCeLRzqXZS594csaasDIx4L5eVBD/vdIwGBm8k7cec0X11+El+HXOJNeHwjkvmd9A9ZJNpDCpZa8C9q7kBeF+G4rZ4KUvSm/kd5Nd4SvQIZzBfvtD2Ojrylrnee/bS2thL5T8E/D4IiC10eqmdD7kPEn+Ar2MFEZdkw9rWHtjY49fdeX1Ih9u7q4x/CPB+WJOajbAnBxZQt455f+XcGFqSnQOJl9benj9f3v2YrJxFnM7ydGr7WcR/+wif5d8lQPG4xrvGd9WR+7JVukk2KfLg5JD2EsrUjZ7XFvGGkxwKl8El6F+keot2BpFjf4csMwB70994ny2DLgUo5oXYeNprvNkXnmgC2h7zzg3RQo/zSGa3nTqcS8Owq7l3II/y3UZvpKaMOTgNln6UO1Ig26BXyyBjyS/3XPGeWrSdx5rf0RY6yZ2lNi5SZ4ZtnY7zWDIcz7VAFcA7MSBBPUF5XxaI1ixG5cTv7rcnnANec6C18OWMoS1E3zqxQ3wSz/2ywFseGxHfXgS9lJ8IMInN3kcJNMxxQ1uxSD4GO4wrTJCizPKi3A8PCnY0V+SBnhB6UgACFMmgoeZJVBROBvgKiteJmz0rNPQJ3I/BcEzO2wXe3XIor4vp55wxcH3a6451Mi51g5lspg/AN4VIEuqmiOkNCCGDb3rbCKJKc1mAiNkbWEMdEhBgllVaSjDxuZiAuTEEzPxgwwXvWi7pVsY8WIsM5vWkBuCiu00UK4RC0Jue731ajXTTYqez3jYC5aItAu/qLd+rvq30up+KvgqkLeilcTr7C/cMt3WK0wTBjRZ953ShTLDiZsK2QpKzoxoW0vGYPALvmfA3hmQb6NVINQ9xmDkpfV6YpubNEfdBOKenwLnPD889OeRFtrGQ5S38ysh7U3oLAD+Hlaxgk5egtHeANzxxSnsb/SVIJ38BdJtfJ2QWRgAj4v7N4WpKV4aGd1b3BnDplGuyZsufj8A7xvMhoH8hpbNfy/a45a169hF4v9m4zW/9doA3QUab/6kj54D3bAeTxpdR2FOCDxjeR+C9lSPn1nh7qK8B3imjvGQrT/aw87p0Vx2pSR1BvaaotgC3Nx3GWdaOnDciKdKQ5pO9ywIjSE3gzZOAvPEZbkAf8yhQPvPKZ2jrZChW4yVhOjFKoBttRRVypisinuvZA6xK56cFLRvUaeC0p0NHet12/B7YDDpUUWsAb4FsncXNqIzXcfNZ77nCtdxQtAreVDCKNqXtxMIQNGHLcsDIyAGVV3WkWbId1r4HNLEjwg6WsnFcV9KNbYEZeC8W6wXGPvbwXRPxpmFDQmNFm1h70IYhWvP+FIHyRaxfnKx4+DVoKMFACoBN4J1rBzLNnBFsHy2Wm2YJkdLIindpcKHuAwDz6wPee6BpGeUFZPYpvzYysQI68fuZaAGFywS8F8WCTQ5mZF0gfTH6qe1I7I66zTuMNiM9xMQWebd30aocht4Kmc9gUO54yMfI42bP+N0i4TLCUY7A9xzZorFuutuO/zD6AQ4sMJyJ0dPEmzDBroxsD2KFEwqZgTnbXut+6RFUhzD6RjTVKjgDJprRkU/BIU1w9X64nt4UzsEYaY8hnGPrW/4+buyEnvboE/2RxZuAx2t3MDA1Vxcj3t1BNs0xxPfGQ4oxP+yDaeX8A9c7u47G6vj6Ol7njK8OvPtzbv0KzJHqZi/43u/kqXKgOgWdXvbmlW+gOo8YWeQD9/aoSEI6zRapsTcadlZROR8AbykUO9Xux1EG6ZgCENexZEsFPIKyAXDTXKMX36fFQXpkdoXrIA/iduMpePqPmeQmgniMeF8erkfg3eT+Bdn+tuhyOyu/HeC9ytPZ8XIEvG0Hz0DQjmePx9t2Nj0C7zcD3p0+z+pPL8+CnTtHvLvT2ODV5b4au4lnRieArdZZx3VFnHOZgPQkeY82EmxXKmfYV7Cx0gEQYNLrrgnCAZu1G3kEt7jsK36/QKn0Jcl+xh5aOnPbOrr1re/flKaj9FtlijFd3GdlO4e0MkJ1LJij2GFrTuu2GfjyOm7qT+lw2OShe31EtCz2A9ll3Z48tphmq92DY6oxJoUPGDSIH9kwtkuc+ccXtLN7k6cFvDvEuKyU4olYrjC5+PK164B3GMhOTYxXJ0gYEw7C03+gAC/SXzYxMvDGLOhwdBk68H5ol7uMWERUQud10ysyEhzkMYnNyPBfjG3MudLOO/AOwunYbYpotKFbdze3cfUmEW+MdzPsC1SA8g7NsdnYXoCXjMKj2b4OeG8BSAqRMxhjBd6iz2wKaGECyCxsNfhTuIgheBRCemGyvEzLEeDrZYPCANopjCpdJFkSzGN+mwG3gDfoDZOE9/mMBIHmLr5j7bdoTig3QXca5J2GLExCWOFvGfYLiCQUZJ0QbBp7gFB9nLlRxUO0Yij4eGSH5Jc2ATWRUa3pOEcH7cq3W+tbTS7Y7XLqU7aNdFwTthJPCOy56Oovr2MEVEz02w4hxuJDIHtOBHbiAninPKKcw+4hbX1YnFR7x09ds47zHF9NQGt3JN/84psC716jHQNrtJypcZTZBst2glEhuxR5x+Fd999UWn7OxoMj350noxTzMg2GGYCvUadzo1VymzzlFDTSIXUY2Az3+ONkdgBv6AbRXtKuPPdylFkHdB1hhU9aG3SakXQmyuemME2msC3y5Getqwdx/d4ZZmaeR+B9mY9+LcDbs5oG38ZxfEZsXu7m7hN/ianmKTt2erwZYz0zGdmL828t5s2AdzC2l/JMVuU7jXr/9oH3PhPUmuhQFAzKHX0287VEZPpxYntlnAfezLyknJVNCRXp63I0xzNDNAMCx14o2OFbuaLQpwMoxy7hAMQ8mpMZn1Es6YafYbMYM0EX88fR6CgnHng5bGP8rWVh8Sb3YpEONohs0V3rYQBI1F2BrLKridPwQZCE9hpMKaR+C2eFDoMuFU5zirm+U8cNPahjndMmHve5ppv2WgB1BEwdKUeAlTag13d3nVs2Pdu4gm5e7LNcATqo6VE7NlPDeBmHFmYYOfqTYyTHLIZDSwQmIP/3/+Y/L5QZI7UFLtWkgsd38phsifIy8OY0FUGi36NaQAF5a+wNqu/dc7TWOoYmqvVZbYpQPxnp5JhMpRTiDOKoB2kM9LxgkzWlDjqDGW3JyQT1VPRBBvu237yyB8Rt2HFkZ8N+NYj3Us1d12rYJ7hYwPe+M2AB3q2te31hRKio8Yy+n16P99jPjJnqfiWfr7BqBVXrsoOSJWJ6UWlLdShPlLxNExv1awIJ031Fz5xe0pmkG/p5nRhvwopKqpiHcgxEdyjF2CCNxmcOC1hj932Nd8efECQ24iFklqOP2kBS6LTn9b0aVPM/K42Yl6N7Rc8k7mAFAo6tU6fPajkq4jVvrmYK2Cg9ORKyrZtNq5Sx0genjXSCmXEtNgshAKfITOAtB0EBn8bT2Z/xDqKPdjC00ZsnZuq/x/6hEe+NLDjo7x6/Xrp2yZE20Xzwl7T6XhR+C7y77BYA72u+m6fLztba/dwGBSVMKklYEmE8ab0UeJ50xXd1ZAkcZrUHiJ0AM3+nWbAMkxS5538QKjOatsCb7GmQHjpjUJYyMThNAubQKc5MKcck+VsUCf0jhW6ehY7p77FMn0yRdVtWLKvftzy15pDV90fgfYlbZAVtFNXl9/zE20g1hx7t4EHGNeQT+KH5tOLvg/Ze4v21V3+RwJuDyTFbxsm2zcpDPwvw9jzeABIvUeFZYL3S1FrYb2GNN6N+m8/KKznfl54NSfvWgbeDOPGbx25Rg0mftfpeAtQOYKzlWoGtqOu05tq/493YDyUj6lEm7ZzUlXFfaepYw50R76iD5Rl4w7bdAG85AKSzoW+bzUx7uAJUwFMy4KnjQrcpDRzQKWxS6jZsWq09VWhz8gc7ksPWNfCWHmzvRsByXjbI9xwt38iwM7Zif5b2TXSiEA7xxox4IG81RzUvimbbMSKnRJ3WwnKYQFfS+u4f/u3/suApS6TZCKqGvkXg3VIFoUjQ2Rm0z56KHo1cmu3U5JhYGD08YP0ugPeY9PtxZBjBd/ovMsrx9Nk4x1tgEQhBA+Wdb5OwFYEAcL5gEK+K7hbgPRHFmgoug83P/JzA+7DPixJz5NEOBrS11gKo6WbV/DrxTeMBXH89EI0BMEUXruqn6MaX7Z3CUzLM/Xe+mjWWB4+AotGWGJBrYxgRzw92qDSD9shxDYhdEH4n17QowyI3YvJeA30UEoh3QO2Id0XbOi10kL4CJqaqEpBGN1l8lO3+tuUUi9AxPW+MFj233YF5npM4e5GVe9YwcLoG2Np6LkUi5wYF9BZ4r17L5LkQJFcB77nOdDTtRLz3+HmaKvPpsn/DTNSrs2L7fZ7+mbEemoZ+i/Ftp+cR7jgC3r39ya+NlmBMyAmWwBubslQ20wSRofRnBy3PIp03W3S6nHd4rXYs3nnJg2leupMn5S3lgPUFl5tJ0QMoKwMlSZgjZW98nJrR6TOdauI/eu6lRsLXk0aFI++8ho9kA9Li0QYvMxGdT53pNFWgXwXlk78k8F6auzjw1rvb75dAxeUSrntiD6Bd96bEGqcnP5eccmvZsIdWem0G4a8FeJ8fk5UGS19qlDbzf0Sb18z76uywHCNv0gzZm1drwEfgPQbpEXiDNG+NeM+gPwiNgJvLIBkpRjp34AtWkKzzclwP0B1Hcr1EujlTmGnpxvsCzNCfOgVEYL3wCYEhNhfu76JORrTjeLLcU8U6V+u6o12x/Atp01GOWkedPR9FavgDHef/MiAZEe6KSsMWc0B0pIEbeBd2EV6DzRbv0qmdTmhkKGsX89R9Bu3lqF7l0JG8wNg3/GY93LMlVuBt2RHL4mJ++mZzqAfBgTr6rQNvOiZmXbADvGdxvm38w4G3ibqv0WOUgoTYlU0BbyRjJPiaBlmgu1IUApRoMmPCYwfzAa5tCLF8TtzTsbN5/PjDVHMlFHpNrobNhuvwXS3DOE/5noH7psCbbW7lI3TYgJ2jemCA+rgNc1sqquknzxnjCUTq4ZW28d2RnLXMCXgvHoqRPVQAACAASURBVKV8b7dEEkHvTzA+aAMe626ah3BalHlcgFDhxwCgQPK2UtKZvFclD/mgUmLjGaaZoNT86Ts5b8YT5W69swZRdO5Y0KweDFjkFGvyDM6p5jL29RrXoApMK0ree4q1McEZEdWL8Q0jHmk/fGpNRTfv9T7ZaMkxPZq/5TqqCBYfDVyHd1sE+Wvqt3aw7Nkg8d7eWdrw4F0A3uzvbBRm/zUgF8H2yoeqc7vnfvXwiFeOhnFtw0PA9y3A23xz1K5rgLff3TNmMw3dkWukv0HC70b4Or35mQLf4kuBcThOVbkV6LoefAI0HXgrKl0R75jUoBXt24CNFZunvg0QHY5MpatdVimvaaBYVnK5SZYblO4UOqxXK9oHnaazlQ6oSHMnJlc/FzqcaaTT+BoBL068BtR0Wrj1+XNi4m3S5ZXi6KrH9gDaVS/qob+WiPelMbGBXfJg1oez03bh/1b4NTS3GfM1avUIvDGiZ8fyEXhjjB4EvGEzGrNUxJtO5Fe5K7nJu4D3C4DfVy+UBTaAMo/kUpQaIFrfcx1xGFWU7QaE8TzPA2F9/sEGbW09sgEjNlCLnwD9SEdXGrt0iw4RgwGXUefUWWPvM0WemWIedqvXYccr1FsE3wN4K/pNPVo2KWw+AG9lInspV6aqB6rzciuOnHXHNVl5Hmvr4v6dlkfJpb2Id6STA3iPuYEjg4BCEW3PN0udgHe0c8Ezd//83/2XyQ4uObWax0zx62bzWljJSMUjAZLQDExkbEMP8CKQzW3rBbhhLGmyo5YgKkqIBYizDTS+ynh2FDp2KseabrpZCGqePsMO5o5e0CrjOu/Y3TwNbgOYuKfogp/NSY5nNht/Vc87MWwMCtV7/hzvGXytwHtbpo269h5sOhl2/p3APDsJ58SM6kHJ2ZkNEFvC0GuUc2qborXzyBRNLRBzfoyDOF1TIoSudeAtGGynDVJsSDerI8fgOjHzXINeKVhNKglarCUOSb8NPpZRzwj4XCyFmEEFehXPqH/0o4Sg4rqXNY5NJ2IZ+hROMuajLBnpFjxe30LD3hFsO2/a3KJc1vYkNo5KZxKfYfPQ0IW4eanvzQB2WAQLXuqvr+OiYgHEwcfDo4k5Y+XzumsKZDuveoM6f/CZYk8bfN0JZfcU3rNzItOF+xKQxifmJxMEhqDu87K+h1OjjdlMxp4H9yDf4gUU0RybNRF1e56N+duaHbM8ewngXGPY9iL7lCa5nGuf7vVIeKWLU/ZvgHeQUeiAZakI13ZrjRU89UMhBp+On37+Jp8Jeg0vNf6QUWG5sW1wly4U2Zy3mnPqB4nWVgDpFM4hO3VSFouvgrLB63w/fqxrzIOgmQTfwcZcXmL6uIcBwzJIX8Xf+prXyB/zniRu8IJJzs5cz9yh0yIeX5n6isnffWSWMSvPbGTQm1YjWjr3eo+QPqCad/LqpWOd7NR7G7Oyppqf69AluQIyb406UAVZRd4PHg95fqby1Bl6ZtFWO8xNHXPNGKUdYbklm/OoOav8nNvSHQobI2GycffKv1k2L8x96f2eybeO4SW6U65SNXvqnnFDSh2bZbywtHMvY4GzxZ9sixvpumz/LcItA3dtUOuVeR42dArsUc9sHchrunWjrYZxAuxaXxmMM5hT9iJi2y/Gau6XAt7eXTzeBehWynmmmjsirqxzGGWx3LYAulaOF/B25BxlKzLeQLmj5VMgSUtyEyTLVgO2gg3lpY9aJqW11wDPioC/xrnbPCYMNukA37GnVtmyDqDI7kMgKn5i0qj3yuZtDuzFBjs6FWsmzDomlNeL2tdgUp9v/D3GzRkJyCpoHxyxJlrh2C48vny9+xf/7n8rOQc+2BNJJvz5/iHw1vqLYhKlVyhdAgZSAO0wprQ2LxgQJw+rerfDkRU2i4SlPzlsNizgHRF4yc3UxuQbdDuVD2noLAuRgzxMvRu8NmpWg0DGz7XAe9cQjjJ0tJkm7lxk7RLw7qCiE9F8PQh7py8w2KrfXD9ezyFroBEm1s52YsO77fkFLF9S3mcVdhqarJBGM4ljfY+eJxrtMKytWdU0ykArPj67prLjbTt5mriNIlIQ7awdj/aw7BCuXHvTR9r19nWqHqbojYUFaZqRsP4+HYBKp5nopUCcQakFWS6RsKAzCMi5o/DB/IyKDQKmmtWWvfGO8e/8SeBdZ0dORKIvq0Gb53anYTU6mqKn6DLpOIAGQM0ctet0zvSk2ll8H3izQTPwNuDuwLt6sc87VU7v794eDH1czxupMz/ujf3e2Oa1hWfWZy8ZyJeMs7N133jTRm3f0BBaxs6XpsTK2cVKErhLjyBFTtHuWP+28h9T6JQelkbMvq5j2c2g2pE30YZ1g0F3vzvJUhwGv0Q5oZ9G43iCBnfx994OcCrhAh7UaYl0Dk07qI/ncMqB9Fkth5onYG4H9das2dfo9/kJhG42L3uebpzzax/f0ultbT1XzyUav3RW87V9eOvPSYcdlWvQfXR/z6o718ZLuru/e0muHAdozo9S6uMzaPoSKJxevTCGe63ZGN9nmnyeto4i+bStU/YdlH+JbtfXtiDxDAWkbcRSHgy8l8acbQtssWrbZolh3quM14n2FryQMspAfAfPGM3sOUom3XF2zfeiJ0Y9Ib9Js4FraAvaNvT8zpHn0jNhOjLVPFKZ40uAY+4uzii5ds0OORw7iweWiufGJ5rppjKYGTpQAR/9ZvTeaeS0Vfl+xMXlYBAeq3GhPYWNzhTEDB1G3eO11U71ZhAv11vDXhsborU127FGm99HwBMYjTox/qeN5dOjHPE+Zvw9mXNRzhzsCxBjaIxwRD/MOgjgTTuiA2tg2TGKbu0u8F544u5f/vv/OnHkur6GN0WqAiYu4/A4sQvAGw2PdArsBCfig+Fe0coOppJ3+o4YMGYGsWtjNB6sTo8JvDAjwo2d8wJ4I1VBi/YFYgBwAnTDOuKPDeQ0WnbBavT+vCGQa/N26SbavQ8e9mSuCezI+P85gffr1aWEiOkB8AaGP8M453UuNzjq7zfaW4sFffCf8Bsu9XpteGVhJEn3Nhh0LzROppSQbeB/ftUROQrH1bvPzSuY3UGA3d6W0rMBsY7YE6e45rKHeH8G5wbsWCARBrxSdSaa///Ze9Ne25ImPYhbt5pfYbcQGCExmcZtTMu2jJAAGxuwMUaNxWABH2whJoFAIKbf3TWx4hkiImPlWmvve29N71u76txz9hpyjOmJiMxcxju0HYeXgpTCb5lL0L7KmgMet5rC89pFk8dqvNLRAdHeJI3r9sZRTpUqsLyCYEen507incYyiii+vQPe4GJ5XZP/MfgaD40Xu95pfKXrkxPoUma0sW5zsb5vWVQP9PtPBq4m9JKznt5/17h7YOGXb6eBvTGWCmTbXCrgbdA+f0/jLfRNrctSpGCAazfWSpMpewU2PXZ9jM7jWbRDHcJS3fK49lFOMNCedZGi38oezyif9ZAj3DZSvsaGoVH+mvbuPnR+tjy4At6zD1c08iWB95UTbmn/Qj2/AW/I0A2ImHN+xXQ/JvB+YvTVSjj34yRDWz+j3Z/lDElH3lMr9/d/A94MPNx9ThHv8fDvC/AOvZOnbCD7qoA3AzsxMMI8AeCQ9s2xNSb6Nq57jbee9RFfyBo+sBUi4ADfAt5Yj71mfxGJ12khXmvO9d3eYE3aabF7bNgZYCs7C5FtRqyZoaUItvc6UXQ79xjCGm9lE8ffinj/gAApN7OGHau6GYhZddqO5rpu56urxbya1oNuB/CmbVG12NbAqDRbBFXE3H73Z7Whq/Cin+vA2+/fyus/90d/s1d9Eu582aBmFZqfA7zDq/P9t0x5YEPLIOod97DgOa1joGHBn1h0j3O2MaGc7I9HKgN3jY7fAcK9vkDnx2G++D7Wz+EzDH3cW41wt+V8LNNKInQA7EEnR/J94N0NOdIby//JgXfrFtOBGygZoONpPeodEDDwTsJWf/fEXN5kbhTWDGBNjVN9KAD3ioQ0Zv+zIrBHeTTG7SCKVNZ1vnG/M2pTVPR++n2vu8nAlvwFzXs6ZcXxvmb6mOsAzKIszz/6SgFU3kgJTW1o4Yh5tlob3fU14b1H3XCv3ZlnEjzf2BlFBiwcEvM3xzZ5yLSS/SAtRVvZ40bfzUGw7vjvVHryAX5ULqqSYF92wmwddbqT6aXAVZfn90Dc7fG78suf+LNkR+OXAfLtADjNhS5cgiLzxlF09PuJ73ZtwUzdGPYrxX/Zb5CJ3dgef5fhV7RknuvHmySPDkPRCtU7odNgsVF0rpuRhr4bLJ+Z4Ps8XmVIzLkK51TMPEBI6C2GvstRZr4W3WI+oKJq2ZPpG0Acc15r4fqcdp2AlHSlxUevq12Ubz2yyeMK93qLy8DEw6Kzd6ngCkBRX15/vLHiu/Xtnn+i8c8CeV+igVdlxND/WoH3Rl/6ElXXOvtzDvba+sXBfgCNT6X8Brx/P4B3WRxFEQmcu+Gi2xm5puKk3egATfzOwKI3RfOLBN5YYhVRbdAnU5PjGoG3nb4hoCMyrWcDI4U9GlldGXUlePQGpHAyx/rwlkLuncwZ/GAqOoC5bS+AZGZb0nYwKOayKW94lkt48/QN7WcCLEUcxnKiaDmWnZ0VwDukPAB3YDRhoLT/LAfKptvx5in2d6Gvpj1DZ6+xrEsu4N1BN9+dgbpwpBzZBzHuuMesMy/R2AHvO9ny4c/90d9a5Fp5+ZvBjBLU7Cb8I0VkrzCVvGCPD7aSjAl3mN6L+EuZR4c+yEPTBy0NHjRH4FgRAgAHAO04043emI/HRmk4QgybMdHTwqh4XA9iKFBMY71Sz6OGNFo66M41oLKebs0EgYDLZ+K4mneAN1qVjp2nCMVu3TVpsxn8MuhQbl9TOlPjI1UknjBxe2fy/H4HvKPk1k/U2Unt2sgDuYVx53qC5m6AdzmHapwA4tTlzm7OpFhlaTPo5UWsrAZ6E5MZpchXG0iRbDmPJtN/f2xWkSm1myOAzPQUDoqyqQIOmc4GTxBe85kguTl7IAdN2/JU5v4GwUUA8FGwwKrW6yyCwmDegPbBOF7etZBr092Po0DrwYdgOE23hT1ja3CiQZ6LX8Wn54i3ZILKineQvttoOQ17ZGjUB2lRJrbkCTSuP5W8x4sTiKsEF9wUCR9nP71WsfMv7rQG0XHy+jKUZcyjjjcdX/P9n/P7E/ju/NoNnFo7J4da6KRhqfeN3KaD18cHuu90stFAyfT1MGxSLvDJ1JNs+Dp0INz1EoG30slBFgXAnZ7HyGDoB70ruc3N2syrzkIJGu0ZLqSzckq7Dus0GkdBj4g2jOVS5pcd+IYOpmWZnbo6tmpHQ09g9gl4P2WYvUO3lLE3HxjP75T4Iz3b5NGMOO4A+J0TGy2cuv2h2e+kms+iJv9NG/GJHpb+hjz/jCE+Lyl7r7AfH3hDmhASLIS39vrJYTR7NZ+/fR80X/XN+fopI94GsV0ekwL4U+1ke2t+ac/YVsrxsL02OoW3myzAm23IHTDpz5gSYRGGTdedkQa0oStCdyBqHUEX5wNIfkK/MIWcG52xUgJvgubYwMtLJrGEETtpM/U8U8m1tIopz7QbIxBKYMh6qRsJwslzgcGOa4l7ui1j4M2A5bG+6cBVoXdklwFUEw/YTrGuwQkfyDKuY5kx3H433vC+Wxnplr6Soqylh5P6Vso28L6Sd5NfVy5qqf3DkW67YNId2YLjKe+KuNXqUHSYzZx0upc3B/D+91dyQ03+WYXBFA6RGr4dpvDSYPIVCYzvAawFvCPa7YPiE3Tk2js2ZxEECcC8noBnrfrYMKYtcM3BVwfwjog3znwLUH6kmjPCwPQ87FoevzXwuYmaxucaeItI7+mCwqCBoPOwvwu8O5i0EVWlnoH4HtTP5xipG8B7GIyxKUKCM3SMoDAjP3ON96Lcw8gcIGK4q26NhY3xmkwxB/XCmEpmDnrqAGejydPjhbKA3qqWo90213BcERhxZw6Q7tejzEKGSqjGmho7L1T6BA4hQL+SIowavlKWRzoXBACmIrUh3+eH187pqN0BEsOMvQ7AY4O46brMdecvkP4yMyfnRBsyz31GsI9+or1HnZY+5Fs6dwjEN4C6gWRE9jXXiBYaVosuZyQYmTLtU6DlzjE2+fHeieb+ZZ8eUtE76KeCW0d9xzPFj5TcKcOGs6QbvAnSzgLqZ7lyNjzXZpwMSYHjoDF68svYmF5x8zYBeG3yaZAdNfW0cl93unlFv8vwg6M4aAz21FlnTWBawBscus4R6LxAOUoT6GZKeoHuBOBy0uT+D0cZH2NZCqIXjiYUD6BAGEjWod5UdB1nigHxvGiPMq2MFiH8l+ikz6vHaUfTnconOOYZr1/m8xbo+zJVfnIp3oPjFRD1CLxv9OmugZ8LvO/m8wnILf0VPX7qIP46gLcs7kVh1jIXyqedvXE9Kq/QTL79swLv4Sg9ZSt5HEYEUgGK8/xqk1YMWshnOTU2xsvJhupISPrkDOQIXgMcG+MwmFNLZUOXBIDmGm9lV8Fu47sExj7yCwpMYP0oFztnf4Oysb5bx1dxD6F47wDgOPKLjmHCNUax0Vb31zZknBYSsBx4B9YBHLB5HGZEbaFvrGMiaHkEKY9Np3GEF2wuRsQZ1Oup5iwrgp1fA3Rr3bf1G8acdeK87eP799Ipaf95nnT99sjFo6jV2pKtE3huYxd3WW/7+bSUOnU3U/D9mTrdOrA4bnVW5fW5zPqCRT/8+b/0txeOLqE4CZ0lZAgewxkT3kq2cFDluQj9TeBtQ6kbkKy8UusMoHE+N4wK7YQXEW+kntNDg+i3gTnopKZu3blcRooNdmAOc6uAmL4+KbmdwZwTClJ8J+L9cwLvcGhwXLr9/xrwDnvxvp93IOId4450ORRTAx2QTVPwbvWYoh3z4Ujv6YSuTI7GpRgnCz7I4fY8ltXI6Pdam2LwYyVOCslolDfGoEL6MIB3PwrCXZarAEUaQNOv4hjaCuDAtzLsY16xFAOGWQ0SbxP4Jh++p/uHyFkjSQs4RGU8Uo2p5gUgvZla9msBrtpBWjV5l+fDddHGwsKZvzsZ1KZ0LCCdD01G1PXqTqfb6bDYgopQOHqd47wvi4Bs5ZknHurts9LaAe8dsH01JX1M5I/29VXyKieZ+Kw53iLSkDvNqKXp3AWfhYEioyn4FBEJCBA8DQ70fgwwdPhObHyTae2D/9PgyTLWnlj+gCWFqu3nMtsRdocQ6bJKjidFHjIabZnsVHUAZTqdYCDF8qtBR+BtpagjpdApgD2zK2eW8r7rMRiwqd+PBxfvhvTjhjI63b0KvCc4/g14D3ragLAnm0QT+jLvfkngfUodf0j/PunyN6P1vZO/AW+Oxi1w/9mAN/FD31ztQGYLjRZQ+pLAW7KeqLWkXmOzVWc4iKisXYBiAl3sbi17j/3gdQJvrLymaoHOEAiGQdgcmXE79MsBqLGreZ6rzY3WoK8igi5nAKLlCuZAA0YFHeRLx9A2KLkNngbAlk0HHUCnpgE2AXLgJ+KmfOfQKVzixBTrr2IZLzZIIzCP4E2mj2cqeo0vswtDB63zO81y6+CdoCr9eb4L4J195UQSi3uu+ffqSDHQViBt8MHKMzHJw0LZyOEKrK327mzxhz//x3+nSqOWVGM7cfq1arg9CAvytkB9A3jTmIlBCgIuL1JxQxnEQRDeOIrHqcjLgvUETCdHarl+MxWdP9hNLzwvzahmRPAcRXPdC/Bu1jIN+B3J8M07JcjR/WUCb4DsBr68zvoMWNh3psw3sPaQ6np7/JgGPet/00O/Y9Si2g3wvnsBBnBHR+V9puerFFnxAQtMMNw2ZurHM9AIKYEUoBmeTEftVD49qNVIGvfxqtfvGBTIo4v3NRvxewLvpb+iQs9XRsEWRIiZNRgGDQy5czuE4ybHpSm59HwaJMf5xATSSmwFLa7AO9qzpoH377mrOSHIElXcsWut8eZ4ee+GXOIwaXLzvUDu9MUOWUBMtcqGxm8J4BvdnUB661Mf3nSE3UTTd3P1SwPer9JT7ddwNiiRkTIU4gKkoVypZ+KDtD7wbVODAta1UQ75E2l9sXYPRlPtbNq9410e5PUoX6w18SryO6CHlN0SR8I0WiEfE0xb76Tekv6iPcOFPTCKcEQmkHN9ZDBR31XmGE8KsEF2nWFxOqrl4yoMvr8JVUBmHvVeGf9PoJF7UVzr21fpJp77XY14X41BygYN39NYu5yfEnjfgsLGOzuZ9zT3n6OzTnJhZ2i3Btz34yJCpvdpenee+l2PeMsGGnbOjw68ZWstuMVzCBurgJo3fibA1rpsRbqhA3RNCiRmkOA4otPK6uU1RF7k9G1A2WD5IFJGtrWreQBrAXboKqSs21kcae7KGPY6ZGCoNY2ay5BsB0YLK2rNQCRBd9jwlv9wzMLG0J5Z2s3cOoMBGmEw/I7nUrBoeR9tZx5/Ge5kzrPB/kkvPTHwuL/LZos5cyo95ywntNnjOzxbut82/QrMOz+WzZ4ycmcPO+L9ICs+/OFf/g+axdFROi+XotIANsIk8a6eG1qXtcYbBIpt7NdU89ypz+vAg7DsPZLnIY3RBMgG3toVT157goMgAp7XzSi3iAdEFm2iMbKklofBYkNea97S0Fn0PL+kkS0j4EqJfVngfQ/kZ11P4LY/bwMuCQndrI4TgNBQ659M4Va6+u59FqUoTAPzExC9PIafAcRFpa0LT0bcvL8qwejDug6tPY9U9PVTa0WtfA+e0EMSBzzSIZZuQPazfK52VnngE4hxKAcKeCpr/AAYMJUJRQ+hcAbONPhJ2PE3RLOMe13WumoCg3tnEyrcWDninByQIoXiqfVoJNKcM1q826XppoOOGmW1TwAmHFsd5CbfvuIYCoCQSmvl+6LzdYZ3NHy1oduy+RtYZEFHidCu27wH+JhylfWKcU3+fOKDQci/sK8d8ObcbNrIFD0ZQPk39ZnXyC1padZJ4i0aT+S1XD+HXWmjXC2rwgSIFyMa0fYrSS94GCRB26mUbZSYS5rsbbRBQynYy2enFggHb2ouAaKdRmjZTDSuZ/we6a7rw3RyNXpkhJ0yfH7WEy7Is/3zBKbeIaW0A1TLe2S7tu33DXjnOL/plJvAe6aHf6rkcDnv0Mcr+wlcyjwqzdc/Jx3WzOMWQdsV+HnAO+RCL/XXA7xpf7RP6wiuN3lH+wUX8YIDDn6bS+uaHMwAxqdHvFlPATK0IaoQ0M62p7yXEyT1QO1N5ZRv4pfjzfgdpadNhm/YOO1IZRQgVnRc4DiX2SpQyTXYBPYRKUdE2yOqcrlBWtl+jpj7GtLN9Qn7MT4ZtIBjVWngsdwI52obI9nGUfRbKeWQ+3D2OsodBiKxQLyP9dyyyaPm4r/YP4R102ZkV7C9CFo1bKrGbzu7deEz0JH07QC2dnjPY75qTCpgZhu68hA5324KHN+Jc4/ZjOGL8VxovNN10TMfMY7e28QYhQV4o6wmaPK7DAT86vflaUFdq3SLjQdA7kiVIIHGOjGvWQAhtSPFcpv7bDQniR4YeWtizTZ2KNdaNRgkca4pUyMQAT/WdHOtAZ/jAv94jNvhT7CJDdfQ9JaeeqFVJvh4GTS2CeNIDiB7k0r1ZER/DvBGr1vdsyxHtOmlqkExQ+3OLK6uct5Qx7CUOih5dQynp+wdXYoxX+b0bCguDH76MoG3aQYk6n/wFkoejesRsjDIS+lURT+EpwyClQrYgoQbGBI4CHMfLzk9VmBA91Mwow1+3hE6njPZPx4Tr/lGFknIiov5uh2jsXbdz2aNAu9eh72WRVphNgtTzkPY4XumzBbvTh7GuCdvM1nfQJ339gy9bMB2vOP15PE+X+Hv83isvND78jR2vl9j39oGRdVkAwT+qGvTFY8RZcsE89W6u37c0/8v8+7O0N3NdTqnBLoZHYjBsqecf9tIJMCOqAIdWgvPKMWvO9M6AGdk40g1/KFO7OAUwjyJE140S3bCVfk2PE60oYh0GKUGoYxSSEOKt7hcoxk8USP0ZTmmzA+dhwi6pWcbr0RZ3P/hPP9aAaMbZ3k656bPyxPoeqLT9zI11rb9rgLvp2yCSVOPdkW3SVIfNVnyiSJhB7xvaQWcc9b2adSbAq+8MQ9p7Ws3rg1lcO1jivy0E0bpw0Ze5ApEUGe0XxfwXvpyAYrS7lkwhOUgSwjnYtd5XyLVXPA+bSrI9xhqgC05XwFwKZsBVxAEsWOVwLiWKXHpEWS9gLc3MOMmskeZx4lNXJ7jTc6cmq5MKUXMvQY8jhbj5mrHWdERpGy0Rn3k3dHR8OU+DcZkBFoQLcMJdjoyf4WdAkzH3lfSFdQJtRcQnlVkm1hLmVDaII0OW9lLR9Goutlp8dV2nnUab8d40L5N/h1HfN1lqHiZpvV5p7lc797w44xe00S1NDnr37B9jRX8LnQ7Ve1qP8t+qDbY+uKVrPvi7PAPf/hX/u4q1TDhVQgKSMPhuGWCCOJET8qI6TsMVhSOaRQBuuMAchAXDiHnJgFc20Cic8SgOrMB3tg8jSkOmW4OD47SzjPizbUIfE5emzSuTaQ94m2ATuF3ZdTREbA35N3u+/vr5mo7w74TFJnivr7+/DsRbzLINYgwsK4yyzkB9pfH66rfaSQKxJS3q5VzAnlqzwAdM+wyVfHdGDl1s9OVnTpzrE/fLTlKssWMNEGHGcrX8vGlIJrvQffmi85jYlXynQRTgoO2yzmBtc4lV/lOXcetvm4IA6R0KNTLJR0k7moy/lTE2z3xWJ7SS28HaxU8Zxou/rLgXueMgAFgO46eEF0CiINGWlQbiqDXEMrawLz8mHbWEMyeeag7cwB5Y0kKhqc54QaPYIyuaPby3pnHtsBbTsbes1NdGycdlVidtDydVC7vCdDcTu/vwM0OwA2QO7DuytZr+LRQLHsPjSeDDN710F/5vZxcjIx045nuILDhshFOGU3d496H25kMsVllx00qnwAAIABJREFU1z9xpmswAh3KilgsOq42WzPQ9qY6EAKxGZv5ysaVKraTGgbUieZCp4LYk6/ujvwS97YxnO6Mlbie6PQ34D21395e6bLqN+D9igAjT1x9fgPe+5GZtvL++8AUkj/CqVkwTZHSl4XRPyfiTQdqyv/D+2mADJAcOMSyWgCcwUItKcp9Qdp3A++wraATkON0MGKUffyKNd5tXx/XnfteIYXcu40T4Mc9n+MNK0ad5xh5/GSbyJGLrCSMXnec+m/aRACODkZ+jHuxJDcCleXIrbXbzjZ0EMR2FbOtWBXrjIh4fMgxAe5135lZ2ba4Henm1n9lQyEbujnWPgV4wzEh3ErNwhZxSvV3OFlwbV022im6A29ft+udFlb7pKNGQ5K7+PB78UDo6P6inv/Df/PvLZImPC18aXjvmAOrHxZMQGNPUYyt7rf08yDwPEfuu2O3vgTaAt4H4eJMbwHvpYkxl16oLwAdqeTxE7YxFvW3td3YxVwpFNwyPwrwTq6xEcBcI9q/OzobxvfqhXObbOA+AeEn4I0ofPvcPf9U15zSHwd428BqACiI6yXg3SPeBjQrsNkZWlfgoRhi7fndmrQzJCQQm17zM3voyvRareGey9fmjRL85pnOY2ylA8enDWnkPc21KBIpKdDJ7bjKX96JmJt2JJCIngebWkZiJPDyaC4j7bfgG5ihv1cjfUW3oM9QBOLPOr6ItLVs+qTUJj6rNNv4e4AE+iJDQbBct+I94B10yl08c6sKp9p3x4rq2PGv+xxz4r/PtC1llTpMajPB/I1siLrvHAjpdd6T5OSRJ4DzMmH/ih5cwHdZdS3a0dLJp1Wofu4AvCPg1nfWeTU0cnyBj2korADc+rN40+96+TSBd9B40EhYqIyiU44FD2g5lQwiPBLGUIts5JEvMnyjjtRrja+KP89ZYnjneDb4jDSl+hsQR9vN5zCmy9jiQrTrzxNdviy33YjGM7cR7zRwfxkEvdvV/Cqy/WuIeHuvE2ibhfdWaujzD1m+M1wbPZmGt7P2W8Qbw3JFH7q53J/D/exwWOfv84F3zSSzABqYSgA6dkPPVypl31l/tIm0NEh2lGWv127bZgJ2lozGZmgC33mUl9PCtYlnBFOifETE+Rdle5y1LXAdEWzTvrMf+9FgNNdip3QGIRHxBmos0Mg5NPxz0LHZRaEBkE4OlI0fO08d8faabOyBFVgJa7oll51VHBUp+wmZw84k7PxmQL2xtSDptca78zFVQzgYVup6B3iXTq1xMa2tAS0SQ6dbLOM8XVvp1rbu3K4knZZDaXU6r52JWHemvF9FvP+ZP/n7WZwPYd8JMBTsML3egAGRXhmmZtDNsDJKbGDD1PJIo4iNB+TtiR38DAoiJX2A/TS4FfUKQkjgHZMeqbG6BiLxxmrYbU9AOqJnBuEb4E3iIAHvPkjj1PpvGBL4h4DpGlxsNEUr/L1zvO/Lcvu3jd+0cbb5lYi3y2ZUo7VnRv5GZGQFHzbQHK2sCGZv+yVguUnH91y4ZVfKms+FY4VteffzmhPkumx4/ARWLXjZhniHGz2YCldlpyi3eM1MHWQJIS+w7V0zUSJ4lAqAgr/S06nK0JAFkK/jwfXm/ZMcIsXU7yGirhde4QvTrdOYKruCaUwfD1qLzdYInnV8IFLPqXRyzm3sh1ISPU6eoBzZzHZ6ZNUzOZIoaAUsBphgOVXY3D26p/PnOPhxNyLogB2QPDEVWBbp+4Njyz2q8WY/5Y9e2pmySy89gRuXfcdLmxHNS6/xyl0JP969afSD18gU5AzpNRtgsyV5XQYV3gKYZgSDWVw8Emb9UF+CZ702XKmI9PaQJ1e+UlrkcfH6DFPSvlPRHYlAOUpTJ7kpowRAPC6wss43Xt7BTHbxVGMekr+cZ9C/ziZZaTm6zjpMjevGprOP/bvbM3fp9zPv0daQx5Bd17R1C1A+kyTfa3cMMwVFNy5Nazua3DVvjqWjVk/8vzjpWhtyDm7GwglUbvfiXk57sSahonnnQuH+3cjuXfu3Iv5mrne1/b5GvO+Y4qcF3kMGLo6TsZ9Uk4kSZDCwKMbF57B7iEu+U9afU8a9nMhym8EKA28vkSVop8zn8qHI1rVNhexd3GPkOzMVFUgEkMZO5c7oPRz7sNm0Sa7XkaPJzRnbsBA1Q8gCgesgdAUUY4NYOiLD9arltbKZmPFbO4+HLiCYZnYwdykvGc/XesBSy4zEQ2l3QbaL2xZbBsoB7aTdthcSnZ7WRwo3djnnQLDXuXOcquyS2Z5r3uO814NLXRuZJnf2ySls309/f+qJTBo9ba62X37y4Z/9q/9AdEqDY/FFL0LL00/GwLe2sQxC+Am8Y2IECGyMAGQHwRpsB/jm39/FYfROR7ey17iaQAiwY82ZjgsLYxyOnSAgp07wGDFGzURUILxmXDSjvabuNeBdxKax2Frz14Dc9XXgvVfGNcXnKlZSfVLmTwr2pwPe0XtnFRg4OdWlzUQ38ubfF4yMktuzmJ3tsxQInw28U+aU8Om0tKu8G7clYPvqNTqsbCamvHDquQCBBVIYpblbehPazlRx972pFPZaGHIwslv6MUnr7XK0WVDugDdlRrB+eWgnOIU47jy4zKuNeGamYACOdoVCMc8TeFOoW9HEc3UcINWOP68C7+QNZTD0M8Q7/XQemgoloowrEF9j0n53pnrujv7q479sAqkbV7w+Af7sV47LcF69clTZNS+t1PIkZwbp/axfT9G26OSQF6DrXHZVzTXAJs1zrR3SFNNg4/dzxBvsTVAOnajIiNeSQ3cOo1N8FZwVz8/sky5TogMBvD1fNMZCDpYBdALe8TRulxz72imIGJKDuh09HzMGp7f2ZQBzd2NLY9HpEjkp2pMlecJCbsjTHxN4vwsiviShPunqWdePAbxNF0/8Ou+fDM2bgbkC3t2RtfLgzdroJvt7lb8B73vKnPN161Cy7Lko8l2e2dddoCodLYERVmy0rl2O9iTwnqnmbOyUibnfRtzE8lbjmnUZUEW8CXYRzAh5Lrme8h8gOQC30swhv7lUNtZd47gvp4w7IAEAT/0RoPvbwwkL4I2y2aweQe8gskwjo10KR++3hKh1SGaA6CP7F0A57Cb+doSae1vVD/e78o7kOhoMZbB8yOeo3PgoM4XPhjT4O/ULsWB8yu7aG+qLA9HdQ+eK8MIh0T+mlRp/zefwnpbzrgq7Bd4gj9UitgW5SKNQbe7fMKA7nb8CvPvrH/65v/an+m7rgx2Dv6B5JzGo+N5y5NNrTy+/LPD1GW0KEJ6h7749CDAAuDYSCOD93bdkiCBgbyjQN4OJ9AlGubmxWuxYzpRQGQ1BfEg919rQPHLsuCYCJVHSALkCuq9EvMvQYd1Xn3sFG8S9plrPcq7aUsR9Xfe5rJuGBsO9sMbbZX5qxFtsSQERdUq69H4+GgKn9OK1p0/AexlTLlDMAt42iIY37/T+K6noUDrnVHMrkmJqjhlTU4t15V+VAKeQn2k74OLGo6GEaIwfvSdyOIC3gUKtKQKdBYmnp5f12hscf3utzATeACMbh5TB+BUA/wHLRrSJ4lGdU9Cxxvsw/rnBhXhYv234c257xFsRPc3wBOLkoyYLDLxl5GFWGtvc0mYou/Ywv/WXWQ9GUHWmCTLk0QLwW3+K//a83AGOx4jV3dD5rHtTH+ZZPyu3rePD8byXM0/3T+X/RBfuDNLtPUQ8vFGODCwZXFT0yiKJiMYmzTWBdwPg8RzAu/jTXadRitgI+G05S7uNj+mbB4rVZlTM7hG/y1Ay+PaalpVePvxTXx97qHhjHGSeRMZYfgqgk4FkgGHum+NrKEdsxANdXJklMVYL3UpHZ5Q9+uHqBm29R0tRSNHmuyDiXTJ8r233pV8Bb/Dl1vA8l7dzYmBEPmtMb80f6o7WRmu5PfBe9drsgem3y/edvDEQmO/frRk9jxaU3uWkPNPOjQNhM2e9IqrjLkPXsm6B86bFr9IHXv0JgHd3zLO5HOuouu9EfbJ/GvCGHh1035+HrMTu3+KPjDLTNrLc9v4bGZSQbWX8AedqpCa3Ndp9czVn8MbRkvh7OE9BQQLyC/BWu8I5gLKNwsGP1NWZQSTV7Z3JYbkhfZxHgHGvDu1QDsCsyDd+E4gz2k3wzQ2qmYr+UQ5Tb5wWzeWS3gDf0QzyQK0BXwksM6+03MhZz2VnlS5YbdyN3DrGcIkItdTswp9wPSvbYAXeK01E1mW19QpYk/rOcme3xluU2rBtK7/R4hPwnkucPvyFv/6fyapWi8OIwEiEJ8cDJZDrULcYxylz0SquS/DzDZyLeJGecQDv2LXPwDt2Og/CRMT7AOaZpgk60rb1ANY0vmmEH9FtGcg0InyeHO8va7qt7EGzVMB7+/A64g2B3gzz6DrKuLEzL5Uv3iEDsZxdIQUgVnLnt3cV+93zC/jYlJ3nGae9JSPM7b5T3rDLaJyx12u/S/nzgSdDAM6YKuw0NHPDnTXiDQuxJq39zSlZ52HOilVxXrdX0K1o7+OZHfCWodrYVo4sX9HyBX+lDZ9CyUY9FbSjzFqPCiHuhxvvHZeQfGPQrqhZmhapCNoacBlNGBafHZnZLBZYAt5HZzPqnk4EKtNVmtb8ch5rzD3v3JOBO2hitWryqwx2TOGargqvr9YgwWcrcGFHW5FpKQJTY6c5tsjZEEf7o19tbk9AujE/2t/m3+AnXxetJA3N740u3I6FzBfa2ssGt49kXdR7v9/DKEvjm+1ufdyZkx00dWbsPH+6XoWf+PfnvPApRq2Ntr5Jmw2+0G9MOeSsxy9PS671k7FGI652uhXz5HCEjsUirCjEJ4TAaJg8NuWj6Vm0LHlMYAtyJ49aPsPoUipi8BUi2Da+tLGO9Ve8mpER19t4LMW+ZDseJ3+bRqP5lgPgW/Ayeck0lDyz45GXCWaV5sNuP5XyLi3MAt7Vz5fdaPz4yk7gV+3+uYA3+0Uldg28S4/dTSedrvEZsq1NLWzHqbjjjWscva/yYk0meoOOXBd4TztPDoaf9zixKXeWKOQD05xBftMYsjE0023MYcnQMajlcglebPsk8fDZ9eP9cERjwi0JrkNuht2CSDODHEgPh5M0foeM9tIfrsGO7ymzsYzIG6ApLRyAKMqJ1HEvl9WO57CxGqCL5kZAURinNr5lPViWqxGA/MsMXYFkbILG1HKaJ/FPRK2Jf+J4MO+HA2ANoM53mVl0AHRlEIZFhew2Ld2Lv5lRWBmn3Xaiu/ZkFmv4QzeIFdGmWm5cwLsYsSLRfL3TCoZA4+65XZcb9yCw587Am21wTSjrtBdTEtIWrq2bn5asmNmyqWpPzs6i8wLe1vldR5POOw1/+At/4x9iu7lQeijXBnRnGFgOVSDlqSQqX1IqRRscjjKeQxp5GBgH8P42wDfWRQRTBOiW0R/APUhLCjqG1KA6d+AD8OaC//hgfSiiZC21XKnoENYoi0p9Rn880f59tzkXifJs9D6CxWYEg5DT6F6BwJeMcJ/6NdrQI9xPz+bYqIzlmCaP7Sykfff4mCEhCPSxAVjMyhvrO1XYaaxPabOr1u1jSgo9OztIH+cOzLosLJ7me44XIk7ij90w7eY9Nz0L5QAWKoVz+rvxqG2C3p2Ds6BQfMZk37DD7SkvcPAzI+L4QAkxapdKQ4qJHmEBegiDprDc3lAuXVk2Q72PRY4p1o3Y+Nf+zZqcAnlOjbJSIm/zc1CnQTgESTsGI+a+6e18rjWEfEFJvnonCRi2bTa99kFvIKHouRuMK8Gd11yudPoazalM1X1l/K8yzjKx8VjPftnIO47y+lnWfbVbTwDEO3UXuU3DqrVrytFQR62uuRnK5LVTNswT+toxa7JF04PBJjC4CmSb1/opHXZkgx5aN8F7WO6hUz1ghBRQNp/VmbHdELEBMg36vUyzY6pbK8ga0yeozlkmXQZ7U8PaBPFo3zH4/cx4UtJZkHYagENNy0fm8NKhdpSC/VgGfUnPrEsvpiPtZsLGLeuwV+huV+oTXd+1hAbz621dnpSsj2vl0LkHc/39vofGKq72DTrJnU9sNtrbMj9K3yj1tvXnqordLvZThn/OvLzatSenzOcB71XXT0n7VPfsw/I8zPdr+QorfdoZ14+fos5r3Yzmkk7Zp+u2W3bW2tzpKDm9m8t/+K4dn9ylXHU6vVxymWV04F1AujZ77o5SZSABm0S6eOzXURueIXVc67a9LxZlOUcibT6lsFs/8BAKDqxlJtdhA6zQ6Sg5mWnj3ucm3kDEmqDa53LzJBbJQ2WFMuLNaLftGuIgZhQyUi5s1HSr7WG7Uq+deV3+cmx3H5LUhrYaz3u+z3Uxtb/LO2cdXPIrHBo33Dwy0DrAnjxwKqXJX81y0nlvo9/rWRy7Fn345/+t/+LIXGCEKR7uDMrIGmFLH4QcJBkKMXc0EpxeJ+8PrnENBI4Si+j2t392gG+umWBU4NhCH1vv85zhJBAgZ50jqk3TInWChEcYTeCtM7thNB/Xsas5fTYA3CLGbRSyjcjPB7zPgL5P1OcoFPJUN/oL2G6JYYdCo4QvBbwhEKrmbsz5Ru/v1d/o1TBirs4KZ21x1BIrnsbgK+PwHvC24et5JS/MubgSD9Pb5rVBYO7p9U3gTWM4bneR6EgZgDM8v+f0tQLRHiG1LBqtiDc9xwTgPobDCpUywgCkgMHc5bEb6vsxr7XSiLxFX5pHts+BZUTSD6a29U0OuVyDuowKacDR9WkJe513tfGnAd6m0+co9Xn00nm1Bf2tJ4uz6h54x1tzDXgf5cl/6fFVdU9y6+cC3ujDlwTeafCVsQlehcHpM1zj72/BnxPm4LklOiNKDp2q67n5j4C6jZm+Mzr5o2SP27BSC51LMTcBurs86Qsm5vIjG2LgGzmnAsjBV6byhmtKduTqcMK54NpzZcpilA0jk8ahP64PwPsFB/qVXPX1sDIwUhe67un9T30P/R3O4qe6lvu/x8CbdDcoOTOdJDk/cT7fmYMn8Ps7A7w3S2T6OD31cw+8jYj6TDbgLZl8B7zz5CPJVmIIBQD0fuyabaDbbZuQqpUSruPDQj7jKGM5PlNud+Ady2AZ4XbgIoC40819FDKdDE6Fd1/ZPkpJ6lOa5PqOrF6BbqWI26FEWVHp4QmUseeGI9+xoTQlL/WpMwIFvONJBbvyWMioBwbbIQlbIMzyibWqTLR9ItmJV+6AN9/dBY/SnlPx3ZnIOlfQHeU8Ae/axf6Cq6Wrffdka2fW5ub9Lw28/4V/+786ApEt5cADEYvcVRll2nkjJqlxDW5fQ8GGe6t+pN4dhBvg+9tvAnjHZgNhiLAyeItijXemi9oboxTzY91ZAOxcrwAFHPSrtQ5KS+cGAjIBotH4qu8P626/BPAG8Q4PUp9CG6sVfd177u+U+7uK/y7CPcnrquwvAbzJwormyQDpYDnBgxrlOk+ed43vch2yqxtr/u5r8+z0NSp0VUcy6DDUn57fgaedstqNd0W8z667mRrTgVGsAwVPtNfCsHZUDfWH1zbM7TDqJRDBo/FNyrYLxA9IzSqwHalTXqO6AG95tQnAGakPJZUzQmblcEr5nHvH+1Furgm1waV3456NMIJnenElbZIGMttF3uMjx4pOiW7QH+/GEhaXMzxCjTVeAN7olwmXY5umItq5SIGTjBiUy7c9XMOg3PMon8f4By8IDN3KIzzX1++2Pqj9W/oEHxeIcD+pC64/vSzM/QAhT0btwt9HAb2udyLes4Xmg5umL7dWA0G3TkqZ19f0RjqXdx55Goh0bsGQ1FyCLTvPJfBm2d73wVHE+z6sqazB9X0Q6Tgh5S7UKvrDJj4C3fEL46boiUzEc/XiUUz38eMNE9PgsSwXPfFUEhqnaEmT9fF3bs42HGmvzh3mJLNXVgPyVb369Nxngeu7jgwam3T4xD/vRrxnU3ZR51fH/XMj3q5ntRfKZo37T/Pyaltvp+DBYfcESO/un+XQ2Un+Th+WuoK3b9p+inh/ceBd0eQ+V2wSNyvLz4xKGlALbDsAUMdxMSCQ/HAoA2cd2flpgB67mvOadxRnOnlm4IrH0rYR4I778Q7HkGdtx7JZBA6VUYieSLDluuZDqCamOe4x6ydsFkrEOLmFNkwoYzkdITO9TrvWbccjsPe+5qk8TE038CbWod0QoJs/KTOjNgQgudSHToJmgQH8k4fiv+6EfbZbOZ67z05X9muQ8cPuZJSKdHGScS0AvJMJtmEv+eQm4g3d0MbkFAE/6fjK7JjvovUXdOy2ffgX/53/GjOQSs7z4dRyD0x0OtdI8HU+QmX9Pbba11oJeUmiHyDq7w+gHYYFCPYA3krV4LoKlkHgTSKUPwjrun0udyjdY1/XWlsmAuUzQSqxAZOFsQ6ND3pMp8JDetqN1WiA8yTcnwGZzFOBhasU8y8FvOlMuzOHyaz87DfF6rSR0QJ70R7K7oYTFEtP9x5tI1joLHNvGJ3GehjyPYWXSc8C/QmEGtzZjNMCFG6B91O7+xhfioS6YaNbgsDtmAJw9j93zW7yFAJAPOkMExjz8Y8EcAg6JHopPQuGf4Bf1I8CMnoXwNtAvM6jrHehsBrvm+MMhJOWwPZrQ+kYqOsEAlIIhrGNPlYAbmGkB8BmTFvHOEkuRHlRr4Ep9o2AkqJRzzHlfNr4p5KzM49zOel05RH2rNM+JjebBmJrl1wfr4VITF5AO9QYUcgV8Mbto5lRd8orVNrpvA9g3NGJDyp7IfNN3fFYqgcUVTyajoJWXxH1WQ7NiLeffVb01DtdVPSdu3ud/vtJBj6Bll7mFnjHuFwYq7l7rqIzmVrnkRTNO22yjzG4Sfzn9Yq9fi/TWpaLLAMQvNsveOkLzN2FB8PJth07jbTHuzb7kaFmo808ajoNjQyeohzpG6YWX/PhmJ+YQzjClKFmmUF6pk2Qy8oOJzr5etvk24vct8R0e69jPoWWfjTgPWjsbeAt/Wi5+Spv+LlPBt7DYM2NCSsvd9DoxfQNHV1LEuv5Jz5/n1rWN57kBO8PBawiqN729/AI9G6rb6xXfap7J6PyGpHWdffHHD3Vtb2fxUdhuaq/bQrLB+Jd61bq40opzj2ijAlki9DLRyDmIB22nNSeF2m78DEB774mmBuuOfs2AblAP4A1svkiAk65GMPPSDjxC7GK7B+s3VbgEDYPpJh+NMzdaShMg80qtQ8Vsnm12Rl4kkc0pfzDBtIIRGpDNNw+6kCEO0ZOZ2wrfdynvlC2MtDko1pz5/LIBNZcr8DbbWasm+3htSd9zPsE3vPZJ+CNURv1IDMTcv0c8Q4O6tlqMvOKrmVDXhL6uH9ay/2ZwLuz2H4sigc//Ev/7n+DZzDYUJIiIxibNLo9qPjbBjouUpgkAyGqjThblsU1EpGqcRDv8Tu8I+ExwlneXt8dzNjaQOWuzdSwLixAtSPeAuawpw/lfniAaGjGM81IFgE5qnU5GS/ceFWg9+emYUBnAhoFButG62zCrr4dqH/E1BqD2y4iEyAG/wl4H86VZrSQ6O8tnwW8opbV+bGkFMK4qo9BkK+cgMyof2mLlHSDHKQffZ7G8jUHSm/r6NcYl3eyDqb5e6UEYaw2Tr+aC+6EHHxdiug7A+Spi53yKr5fBGcC8HUXTyvDqGRSQ74fc5WG38W6d6Sy147RvWnlgSWdko0EXkE3dd33KM8qKlJrnfq7vE8l5c1GogSfYe5MCYHjDsxVv4/5OPGYgWvSnHhf31dDdgUAvSy0L3hHOOOO53KMU9YcynnhqUmnI+Ldn9UYu+6dDDnJO8/LIAQ7OlwGZlD0kDR8YxfSlmjcHNPdGvQU8X6SU7u+7a5dge58dhiwvYzOfxjTpldBszI2u23egTd1L8+TtV427+FIG/F3jnEaWOb7MgxheEaqebyjtjBNrxkGUdBmTnbLD2IyQM96Pmoqfmp6L3mB1xYeCKM0dlT38WXBvwLhq+xnNAjRo7F0ae86GDMpR9sr+uWJ5rf3Pyed/GVCJP3455XX+g7xZz37XMKnAO/pjErg5Cwq0dgT0HPrur0wj1v8Ujx+NxJP7Zw7OC/833h+W8dJdqwZKU91zzKX518A3j0ijojxzUDMtnRHKCOFxYld7qFICpxWeskzXIQDE8BCQJnRaVwCzUcAz0tYFQyE3VDgr/a1qQg3iha4ZvXxD6PtsfSVmzxbjspBcDxI7BI//QQLnt1NcEj8Ezb9GqCTTo/r4VCkkKQzEtm7sUkaNzmLD537ThWPZ+t7B9DggUhpP+RjbLwWZaM3lsEa2R9iPyyJ/C4/u965tBk3dn2fc+/nUbro9Yj3jEpfA9QOvEUTIJ3VuPCa+aKda8J1dN1PrK7n1XFAOm502vjT/Q7XiJ95inBP2fDhX/73/luZMexQFMTO+HutXbPq7sZSRbiCU+y9MjOR8IOgv4uo9xHtZlSc6R3cWEbrT4/nuCaTm6phFXcQANLITaxe/0Wijp+PX9Pz4xSyTkyOYn2uUH71/RNg2yrhYNJrg5dMeAa089qrYO6x7RfAu4tGGyk9WgBa+BmAt5nmFhw3Qz3bLo8k6QajnBxa13jplwS8qSJWNWgXRflaz/TiHvoOdS8Vl4H3SYFGXS3CloadBVAD38v6VaXI9laUqGxjqnmx4isFeDyDLR/Ko4y2Qfm2FHpUQINkcWRRm+d8InNL8iHXTIlWrcQMaFlYpXnhfl8vjvfaUpzufIITTT+knEZTqwKYkbDXgDdlHHqnovcbDU1lxO9W5sUzHXhfg33NGBT3ssN769IKhqrvuL4hxwJs1C3Lyh/Q5jpe/dss80tHvK9rXu88Am/xTxFByZLambpFYvygDN15Jm0qdWeS6Xg/SIQR2cl14DmONAr6Lr9eg4hHjpBOlS/d3aLeV5vUJN8MkD7zyXhUjXT3hZ7ochjPH7o81yQG/7bvNRN0qBF4M1UzPp1HSPurfK85CbvCvDHodrzRmo+EAAAgAElEQVS3o4tHnfcb8M5h+w14FwWBPi+FHJl2Ga/BgD828O4CGHr/RPx1ZdHbwTNCEMmHJ+C9pg1nZFtjsmyilU6COOmIWGGxQ7TPDK7BWd82gG0BA6abF2jH6RBYBld73XC5TuwxdSyBPfaZCpBNp2bMFXFJlI/NLaOPnET/gRGiuguZFGDauKTsCQBogHLZGVgOK8B8gG+cxJSiKtLPiXtoZvDoLzsgK009ItLhmOQ9nz5UNrnSzaOIoVR2dNRlGvHfWYG/Arz3IHrQ/UvLGGKgvzzw5sR2nlzpvLd/Bd4rfxbwrr7dA28D9Kr8w7/yN//xMW810C7ULeyNkQkqRcdOpDFCKxmEyfQRe2SDuA9v0vETEW9vVGCGqo1jSMA95RMGWhCfz+8WEbO9JGamp/Gc3/6x4b1Tnu9ee1K2Lu9TgPcrIPvcr9d78Nj2DfCeESSDV0oICZc3jRRCo8+PeF+OtQ0w0UECg2EIAYgxoSYH8ZcMvK+AzEsUcAx6H3HzZLAp1ngO7dqFDZReGO5QcNokBBqX4L3WUXF5yd0aMmsoZqSgCFat8oybs33YzG094qwmaxfXYruSNgTLiYm7MiywGUosN3wTPdSzbWDi/RPwpuHuuaFipEE/efWKXs+bAW7QqhR6BxVbebHhRcvI9Xk7naJVT8CbYzflahtkefoFcvAgQXc6RdpglOMh5u94qPMl1Mau/yzglwy853y8YiDXTuhgAvQRBs/kRxlBxbcyJPV8HeVXANtDbl72Hg9cD86oD+tjtMZ1ewPGq/af2tamK3j/qwkq7ChCuvmQ+zGnYb/iGRqkMDJjLxdFvMGLOEL0LKvjrVhe5ntcZlYSIPnSukoyQMTEKtPmWbPPnvTl4/2fEHh77vrvxnLLn79FvK9G5vXrT7z9aRHv0l135T/VPXuxPJ9g9qKvzY7f0tJMex/gSZJfsmQFWox4O1On5FzJNG5wxpU44WQ3SI+AnTJohSXA4ToRqYA3ATLlWsMceseRcMpB7VfT5V5k4B6gG1HvwChyGjiyDiyj/rqfkE0hg5rDPuQXMufiHjz/3Cy29p0KnSeZFYFFHIssR6NlUawDVwSb9kF87zZMOBtDcErHps0bwo+6PfV+7qc0lMqGBO5kWuK7Jt/Dgu44cXGctPJ37z6tw65yvzzwvnIMpM5sfSxb+MyfLgfnfoPOzk61BUcju8xGL2v78K/+rX+yzEw1bk6YIk8iOjBo/NPWgGcaOrQ010t4978fsKt57BDI48S4IF+MIrue5GyNLJivCPjHj3+ANLS+sym3xucaCPYm/zkZwSu97UzDGwFMe7J99kbi4ijyl940AVftrsAmb7xLd4zwaqTbA3JvKMhaQRs57vHf3PG2DCcaUH399M2ojb7VzuLo98WabJd3v7vzedzcz1zrrHE9Ge1y2nQKOD1zmpcOWEhjfdrO4OY+9Zzzvh+5hevSML0b5Zt7G+CtmW4Os3ofQqR5jadh7zSwLmgJwCM1ewWrs1XsytrpxcNoD7ZTZuWh9lpyOEDxek9jc2/6bxr1vboE1FCE0E4JyP23OZz6zuljmms7nBANN+1xoxS85xSyABD0KFRfpQxPTrk2FhekIDojLYXhjNqXh/klnUwa9A4q1iGfdLtGwE9zlor9TGNZZ1bAsTjLG05G8fuYHN715J4rauPtm/NpYv6bUby5t63w4uLOkPgU4O3iDcCzumHQwh/f9TV4I9/m+sPkmwDfq862wRvPfH+kZ8KRBgBOI5WbNaoOGK/kf0cGOpCYjrX0kwSp44dp6/hAjvBD3iPtWgbk/HXaCeDdnOgYVxiqcmqJTlxepbLX3gyp/61zxZ8+3SDlfAfi5u0kH65Lr89KV78I4B1DbLurG4vT+dF6YceEQUPy0ou84fTST+GXIgs7iAyARH437V5motkMv+5U87NtTba5BklvAW/poPhFdbaujZ1zCG49yY7OAtK5at4JREBfivU7bUqW8FhS90/yRnYDZI6yX52+bbnTgbfXV9NByNRyvOuIOKLZuqay035xsMDPppgiGI9gIJa/Il09OimghCw86a/jau4srkwe5OUe52ozoEDdzN8BwBkBh63vwKDSzJlqTtyCiDfkpDZaw9/Sy3jdtgptimIBBgRsvyA7LVWrdfGOW880dinTTEeYsnrPy6JW8N3KbTqKRbS3BwBdW0gQ6znIecBDLHQxMzFwmh9M2xrBPtH54K+T/Zl9tN51RxyxFg2rrhhl69yVP1uEW+2b2T8n4L2bKl5bI02hEBdFH94q6OwgEEfL4vgwpWoovZxrKbh9f2yXRsXvdZ/ypBwERlbmxmmIeMfB8dqFmPYnCZZp6ST4KwPsrFsmkLru9e7Ok/K9fqcM07syrsD4Ndi7an83Wq77SFFjoQFyWh4uZb0a10/j0O+jjhH5eGVX88ueDVBwB2zAn01p89kyqHbvdnPrnbJpYq5LCb7UfHIM36DV44WZAhpvnwWOxZo43Wuq0jFmRVQ7KZcgjHvl0T6N1YsRoA7yqdiZamZPNb5D0TbaxFho9/SpT4bxDxowjRt8a0O1OaRadpVKzyNuujE/EATUWqze92VDtqaY17JqLrc04vbmY5QfGAGimJWOJ2lEve3amY7nvgedJ7KSpdTp2Kr+XCyfUbRkGZvhQGArd5Sq0m3QXAuDZRxOw/AiDb7BWZ/86BqJ4gY+/uyMa28mA1obRktGjbTp6Tz1YLdsxO8wa6VHiYK3HDFiBks/wYDA+2y0RdsRqQJo54dRruYLSTnUHF4LXYZ8Dqc6QTSiszA6vf5RGwmJj+IZR7xNV0w/5/sh3tGWBO1cD06j+PiBw560vpft5oOz/nzUeT8VrdnWyjHfz42H2esZS5fzzlN/kr/vi7/lh07XdqTmJkmjH3cF/W6s8b7no6v+PwHv0/KbDjKkT3f2g+BMIMxt1eBtAY2kpRnxbhFxPso+ckOyVa74nh2GAPxaW8215aRUOgmPNh334hlu3qz081guBxB9PIsgnp7Fmm3LsJ51S2ejj6PKNiSAr3Ry9pHvYsOzkGNHaJMwl/tOffz6D/ANJz20FHMCb4Nh7R+DLN2PtNsg476WXKJsqd3GKzNo4UkBejaEe2fQxuzvh264ZcF2cz/P/W3TUs3lajMSEEPSc54zS4CNuGtLz7TatXgPYC3kQFzttZWXvIZ7ZuymzbxxVqIXoLsGlhPkr4Nqh5PbOJdMpMNgE+Ge/PvhL/aI9zDUloERc4EgGwKsKEAM+Np4rCf1+d3hoQoQHjubC3hji35CPiEK7jqMgYu0i4NgYw03PeFMKS8FypRhYjlFsuKvAe5eJcd3nntVWS3ELEPZhkEBv3Vyr8p+An/79n854K1R5lhfGC2zDT8H8BY1NauPf56dFmXo/1qAN4SEjcoXCBb2ayMv93MHvBGv0rPmcahA83QIPChAepxLCGndlATiJwPvqD5PTWBbvAbLChy7ONN13iQxFQlms/UVMlYCNa8n3cY4CgQgit3h6SHfoDvLiJe7iWCA2jWjePY4UxGWMU8+51KZHJMBIFegvvOoFEDwdEe7SrGswPuO/zBGwwO5ysrpjNw7Jytltba8g2w4yV33h/NTfaUBcap7dREsXSFguiH44Ug7jcNngKFPkfV3rDmBN/mrZ3FslL3Gb2fQ0GDQRkTN2QR2SD6VIatsEnrfuZ8C+awM3QLmik4iEh5HoSkFdIB/1IMGVIpoygwPBKackpnAb51MXIOByqVmBt5isuPpDrzDEI7dgQW04z0d1dM3UmWKp+sSgHf0CKcZ2Amwy076DXifeOhlw/5M/b8Bb5nk6byag8nvq3G+8sjPBbxDuBTAqHZaBVP+dJ1MvQ3dK5uhy5QEOZZNIYuUKo7MHCIAKPPvvz2c6rnkjfLKZ277b67xDruAxx9vgbfauJ7+QKf+d8gE4lGPq1gKsE0dx/RxwG7sRP7VAbwjWFiZNLXMzM5D6qwjoBi6ZzkK2Wu2bV+UHKrN2SrizfXb0TbRjGTa0RKBdtkcL/HntXMlwWRIaduBjSaL/ozxTK8wtJJ+0Zq7tiAz6vqBHxN4n4CzRNUz8F75M6PXmcUhmoehoxT5dE7tePt47I/+9n/3wpS1idfAxuCdDPn0KCiSfTBQeKa+O9ZPBMPkb+xqLmYBV9uAlLCRIQXvEqLdBN3BBKlcsemAPeJOD2tG7p3185n33kv3PqkwpaheN+LLGXufBrx/GGt6ElDEOpJfMPCGCEgSKsUFZ2OzWmn0/zqA99l58QbxHgNyE0dMYRljhggE/vfvGksKLP7YuwxhZe9yHCchBV3LPmRqP4Ai9kZlo5hhwMdtp5cJ9K/nFgvYjWFh+1zWMGoCEENIKn1sQoFYvAMQIHoHZpCCiz9t0AuIZzpY09xcBiPFG9SmaFxv5nRgnfleOze3l14D3hbpqzxEDxr4htQ9gfHGN+MepiJvy3DYgCg21w+WemFxNHBy88zeN96Q4n5erpFVbNq5kMMG7OX9O0C/GZ83uG/76A54+8G5RvTJ2O4VpHHbLnYAbF7w3gyRGp7G8fEOloT5eB4BeG4wpB2DYfQyNROOORtndhy0TZCWejHl9fzO2USdcmRMyOFlwB2/sZu/0zDtxDoqT2MYdoFPJaAxGh/YDD56x9FukeWHjwT43vytW9xs32/AexLv6xG1M9n/BrzvgPcKXNbRKxn4JAs+N+JNsCvJLd6uSPfK84ZOpWNDLki2w3wgCE5dLjuhlrlQH+deF5AxlEd09h9g+igugnSIhvt92AbMluWGZxHxPrAFrivC3bJ2LOucps4ou9vFrBz+oLZaAWpwqzXcsZbbx9dxXfYRtcY1RsAJtjV42tMi93xBqjlBOJz5KZMMuL1kLXYhh7Ara+T4WkdlBt6SaDr+OJDRSXfnBIKkdrDuGnjXu7T/SidN4HgNvP3O3CS003Qub9LFSdc/JvB2lk06GTROafPaMeaINdpI/vQ72T6QTJ0slLp7Au8WsO7j8OEv/p0C3mVaDuE5pW5uyBUTGdShyVLDccYe2ktwjXTzYJCIdsPLxO+roVEKD3ZueJYCeAch65xubL8fQDwoMNPKqEC9yoQMIAOud2PQYT5nWh5d3pFtCiYZ3OOVl792Ibd76Q54vw/Kg0EvmiaUiqmC5FaUbnqkIA+OewDe/DCap7HeFE+jvt0PMulgV2XUq2enyQI6hyBJp48ahPagHzSbelSF7WiKRenBNZ/XRj6NwrWDyxwMWrjfSbr1dhR65czZzvcY92Wcx1w84AoqQL3jqHeB7/XIsgTe8i7z3VJ6nHONvpTIS0wh+YHAGjyiUqJyAqBeKFSli8H4j5LZcvaRkT9+mlNAF/0809koryBn8n0TUlygkmN0Lr7WKCIajs3WWFPuOCqaiusu13IpbkVqbJbS5t6R8aIzUa5BvzaO6rS6Oz4r+se2lt5cQUSBbPD68SFG6RTS+vkIZhXxHs+xhBrVAtpizJwzRQm2MqS/X+32GOTvznuar9Mz0ZqHLKhbWf8Z0XKMxM042gOfVGvFbyreGk+7HsqQbbd6lAkcYUeU/oYFmhut0bCAXm5R8HjPezhgU6PQ3dr40LIg6wEob/u2AJBTtgCo9/RUEGvJe6yHjLEKHrHc6L+1kWrtz0CnfxnD3QCmIctje7TWUs5ilB1Woe7jGW2cSMd+clnOW+oR0+mtJ/OsK9bZenKD7ud2d3W3xvvubYMly7Ts6ROf68FPAd47o5qRSspyk7fl8V37Jx/5jPjqx5cb27t2TOdYf5Zq7EaapK6lMV8fRcke1pFdgW/L/bUt0nPBVxQABLYXBsGynwPeoUWdejYzXkom0MSXc7sB3q6/Q2ZgGYrer4g0dbQzZXLjM8gNbP3KSHaAb12j099nazPSzTXeshfivmwFgnHJIHTCTsQ5QwxOfYjlsZBJktmQL4E1uNO4HX1xLK33lWL2LYG3s2soY+hIXLLqUHbJt+l0Z1lMI29iCBFz2gjSqtBHBc5Pwc9bfj0HIiCbo8RmN3Q6O9NcgVBWRVruz90BbzhBGu13LtiD8PYElclSl/kIKsXOZNlgHsfMEu36SPZSPLPqPBTEnqU+1ndBiGxnfjf/mq/LxvQYoYTWlQV4x717YGeDCCzZflg8lWsZ4ziQHsxRa725wVqkm3+Tir8ojcKTuw1HOlmc6xlb72tdg3YBpLeaBEkBHEZcgO+n9ldNs5/9xNt7L8x1Ha+AYkwJNpa7/nw54K1Iwl1lsb4+/ot1LAIa0y9GY4j0iJmRsi5v3L6C89FHE+DeR517qXNOnoB3N6No/BfVn8HxvaH/ZKys83XOMtgZ/nOOLVznSF7Rwu79W6J6uAmlJplvQNB3mu4eP3qkLZyc3SIZkIacgdkLraJeVBaM5EcKcyloKNUC+SePrmRP1MalZRTQ9HJ24V2g3Ds8Q3ZluwetxL0uML0AXN0C5RzX4CCcIBTKlNFuZNJuQFxmkEjhr98JDNIeA3/S4dUVlp0OkQrnz9lhVECHwDv62a2wlQeezu3d89DVXDdAosFc9kGgUGkv3/Nj9rG/AxF1tiotu25F4K0sfsOgt9HWe/IAbBYjZ6ydvDPyd01OHo3ZFaoxH8Tz5a2nARvrI0374DrpZhsi+Y6NWRi93DT1eDkdWDCOvQxFEamqnwY0DGwWiDph8CXPOJuN6eaMEB2zCX6xQUoeJT/F307VVCRJQJs2QUW0GS13dgaKg5O5ot2OltsoLlmQvNjkQ98dfDcHr9lPd9T4wj3Jt2VOH177pQDvPEu50foVoJxd6mNr+2+VBWf+f2E0X37kiR9z3fqWOZshv3gxSj/dnezwNEY94k0bc9V53vzwCtv35xHC6HupALQbyLYTTdpSFoB68fiyTlsbpy3R774OO1K98R73cOnLVXnUsPU113hzbTflUK3xDkxBOySauqaU11jQ96BxETiuddbcW8LAG9dDdoQGhmwhEA/hwyPAaFvb8Q6hhJ3FlSkXeETCig5CypU6VpNEUgCcuv6kwgzkRVM+brHoPvTTBKOrzZLkGM6Fts7ZY2Haga6QjF7ti07Qe+DdZdET8O7Wy8Qat9hLzqOd3IM+Ac2enUuLXRtPWPbYNrS9GL0HiGzp4hAp/k75YmcFHmeqR+O3+Z1jd8Iv/9p/+N8vY3wvukCGNQs24HwFA8OG+gw97hbIaDfSy7XGG2fmtY1lWATBszdF4QHxB6Fji30q2ALdBN/BBDgaKCNOFz24MYCo3sfgaFS6AeNuXoKel+Q+PXpXn1fA++XLpxu/AW+R/S3wnsM2158y5biR/QlgraBhAu1XgLdLn5Hvnwp4k2vpNkt2lsTqPBBdr3RwiJQxth6LeFBgb8cXnb8gwJhaBkUbwtPCzjIlFX9t5Kba8TL1aRn1WC+W3tHqk9erAZQDocfmbL2BdhzWO7eK5Ki1HIAFbrusoOI+r7HuzxBUCHDIAUbAQHm77Go+gDfAOGQYAYwB/tlhJCebwe+g4274PckhGhA1bk/OQt43rZA28qN+r/L12il3JYefruP+BhxfGxk2jF4S7Cx+OFeexvHHBt7gimaEJy+D1w7A3LrGNY9KOZcRQiccja3aTRhesgLeUc5hQMPRHkYxIud6R++FUVSOMM6UDRiDYxu4TMU46PhICY/f3iHYPPIBwJkOTl5T2qWAfKaRK52ctoP4S8xshwxSR5VJl0ZwRpk4ODaYAZE0Xq/K5QXQzIhWccD2r1lHOU5qTp8AmQt+BXivbR00P5xCD01fbvdyf2rgzbrvOPydntw/+8sH3gdPXtjB5m/2kGnfCYIz2k2e/m6kdXsjRvN0LFVEeaFjE3gTYPvkI+rfAIJ1bCjkAaaL9jH3grIcoUwJLNH3fsFpSSoj62+yx90FLwGeWA4ITzTwzGUt1J+WK5A/curF+u5Yr225xPRxZt4gMt3kDLLdpNecQh6/AcIXvQkJkz9sb9eNg+aUmVOO9X60l55NHLa+S9zRHRHkCwPvmYrtt7scOvNT8Zfn71ZbjqAjMxDrcwe8o/223/zGIrMG8E5dJ3uJuqzVpeUNaAHUnG8O8JxAfMrEHch+EXj/0X/0P7whlbCaqlo+1gLXkQRROT1SAbx/OHYkxBFix2YJ32pXcxwVgHTzXn1FvLl+IiLeTBkz8K7dTMtTzYPluQHbJ31AO3sBbYG0U0pJkA/KeLbpcyLerypa1nkNvC2I6Ow4/sPOjfz8EiLeT/Pose+GkA0jiLFOVhCog87a172xXEzGNKBG9j8i8KbAv65rJwwx0zeOpaex9P0lDQ2CqBpiRUrJtYjKk3uVbRG42gAd1AdZx3Lo1WbEG/UAeHudmISl+LNH27McyRDzBtSLynG7fQ896mlxVvZtkOw0pFiIM4pfG8E07vt8SNkySofBOBVWGz2VoR/PEdyK9jCkJXsd9VZeAcrsQP1E05AFrPr7LfC28n+mvazrReC90ucxOzA+RiR5ySRY23Lp6Bwj+SoYWl6TUva1Jz56Slv/JQLv3t/kYwDhNfPKui509MI3Qf8Gzl7z3dd0Y4MjGdKxtKztNAxjTpEsgq6N4YdNUhs4hvF7fMfyDAJs8oMMYmWPONXcwJoOezrjsbQDUStnxMncVcQbRrR4Jo1rGd3eNAlOGhnq3tchdYyY6Y42p64+pZI+iJWedWJZdCXzniTUZwHvtI+eatnf/3mB93WQ49N6c/3WLx54B+9dLJ2pEw0IuglyzNPKasNGZKGZy6lGm5/ZMvGh3q3MNOj03DviDLwJvp2Zxrr946Ut3muCYJ3LYSri3YA49LSd8JwnZ0ZU1kuAZ8oXuKotayRjoNLaMlY6ACVLjEVwXyC9pY/jiDDLKDv6II+oz5jIw7+7hkt7SVdXE2EF1j8IeIdknHI9v3sM2wPkwRUUpk103IrSXgHenuMqusq1bJpHT64NFS3p4uvAmzT3KcA7I94zo8zAe7Efy75NJ4Py8JeMFI3xGY+9CLz/9b/7P65m5c06E5mFGLIgFq5VbrucZ8fsWSHQRsQ7GOab46D6dpzYD99+cw28kb55nN3t9RNI86B32kA7focCBRjHgfRno/ZJuNoLYq+Hn1diHL/aWEgngZE2bxcAP9d/AoEg/xtL/pUuvAgEyJtmchfcK+h/B/fxWa8BzWosMEQb0+HgMevjvxuJdX7WJ05z9zSXo4IE4ujxDoh2pL16HYcMS5KxkQ1h2sq8pzN5VGtQLoD07H++UPWjzpmefz9ur4KUHV8scHpxiEmhWkCRrPIDeoHwNrirm9WeqSjIV2QvR58JxbmWexyzBH0clchzrtqdPcLN4VRelGFYD961QaDMlpbqVs5Cd4fGBUEIPfLgiYXnapcGg/LOE/Gov5N2JDlJRGZL0VQBDhv5lil8V+lnAMtN7oi36QgV77YIOdev8rOu6abbhK/PNOqeqs62Xn3ME3l/MejQUdeO3+eiWtltjPjwMCs8ZlmZxlPN5dTU2Gho9PRGEi2Xji93Ou+dNd5hZHXGCLl5JVw4a5OwNprhLOy3UYHxmL+eDQPxg6ID63OMapMfDZJpGCNVVXqw1ug6ZT0Mau04HOnqAvV5dJTXeOpUgh/CEsr2hv2gNG8AZ8m84w872T2/mR6eESnyRoJjvswsOUW7zT+ISpGTEdHi0hDVGyUoq4nRLhrkpEMvZ0NFKB/8I7owf5/4YaF+fjnRwqDDySP9drQ9o5Vdpg05fcWvHu4s044DjAjl95f+7OgUtBW0dJNqfhVc6LoNdmEboKelMV+ibwSVdx9or+sHmggn6yf3lfzy29Cn9bkak3xC0cx8vYMv6L+NA0KCkuurtf7X62SDKpzmrXXUtoO7U5tO7HXjRW/WGktZEGDTfHsDtZIj1K998zSMn2gDDjzLDpRR7WSdzpBrYylS/ihwbXkCJ3Z8Sb7nd26WRl6n8KH8sZMPmbQI6pHn+eOjjJn1lcBZS1ycvh47nxugSwAUMM/5XYM6VR5nsihEf9kWnfI+bSnOc8WZYl6LqExHnZ7WZQqdLvekvNJiFL7SVg9U9GcTODd5wwACG8h22jHray6bvFXPiD+y3y5gz6Msmu5H058rtR7e6tU2C2Ap8YUtnN14nnn7LBM+/KUT8J7G2H7wn4E3mR3HiSnV/Ltv4qD6Osd7B7wxvEevYhO1At7hSfL6ijXlHM/pp0ec9q0+E9UyCXqpC9id6XkSgncg8ehQH1H376p9u/rms+/qSNoLNnbUmk1FaRgokwEkb3tWnjqmD6PAUxfuld8ApJsB6Ip12sJPTpW37o+mX7+7tnkC8Ms5HGNzd4a4y7hqA4zDpoKfgPX5/mv8fKKxoahN8/BQLjQh3NIMhX1fLKpaTSJkGGMpECl8sVEGZGlFyHxO8SrsrFhaJA0l8LM+q6st4k1U3ntv4O31ZWpHGooluGMs1tkRXzT6SqXcq8B9buDm3Un9XClqOXtisNesbq5TPf77qDVolnux8UvSU4AL0Q03ThyG/+m7UnpbO+94ausoG0CCwuPsAT6XS7BTn5VByU51rZwammPNd3d+5DhM4HsSWyEXz2XXQK6ccQekUX+f+zTKJnfV93729lz/d/XWcl43jOprjbC713niChzZwOBmRbGGu6JYKwA/6g4DOfR6A99OC8VpJmlc26HVGPT400auFm/ndx4jemRkqX95MkBGq9d5o3HNPRVoIBfjlEjmySgVCaNc8trJeZ1HlSnrbswvqBIOgijvLGff0kkq65pSgkxZB2yILsPuXrq4t+jaF8H7u9XsaUsOnc8E3rm2Vo26cny82+a7528j2njxvej6LZieduPDHDmNmAQCoZBd6Tp0V6fXTTvK7ddr13FvcFa6D8UjTS0kRQBs/g0AL10eDjpmvxxR6XC6KWtmAu9YtlI7kFfTAdrlAGQGrepHnZRHdSKSTFLZuXC+eSmKADEGxCA7wDTks3clJ2+BjhzxxspYDOsAACAASURBVP4qECjSwXFP8gUAWOCdLyIy7j2nUp9T8bLsdPBJi4Ranrbi+I5ZDBU15n9udsj7ZQPxPm2Z/nkC3qDiR1rr+ib+HsC7VTgdbDNi3bMsq22OincQbiC+/vY47HDc5GXzCPciWPkDvoDR7yvdGDQeUxq23zPw3suED3/89/6nNoob43i2XgRESuJk+8OvQU0mglgzRuCNDdWOY8Vih3NEwbHe+4h4w/PuD9d4PwFveLMBzPn7ayk+erA3DdYle0v8xNWggWSPh6+Y4h1DByPa6TQ85jdtvG593bkV2Lv5WgZFUOG2DZwTA2/avaYNiI9tBOtdQ2M2dTEGUOf6xFtAoL8asu+OMGZFenc3/xiF27I2wrRFzbZArLV1B5x/DuA90Gh5GqHypKBC8MR/UEIBlqlk9uDkbJhaQaP7wRfBd5IHx1YnuLwYDW1jEN47njmYaz1ebMFRfF/leJi5y2q9t6aSS6nbiIiI91FAV0Ze6wo+JKbNz95hNJnNMrKW7iT46LSHx+hlX7x3wIoH8NaRIgbe8MwngOV8RM0G3hMUYq5EyzRcY9MY9+feUXbigVNk2PP9ijE6gffKQ3s5XGP6+U66Ful/k7dPMmyMwx2YXui/8dQsc35/B3jPd6eBcgXMe2QAxlNspgZgbcdUixwgnbTWWuLkktD1znTTGszczLB7dCXmQbdtbTU2LNQJJlafXitpANrpApRu2WPwHcB9o0PIL7VBa3xfDWamqEaBkV5YjgEdQ2gdoLJxtq+MdYoy3rj6nXLoweie+tCLwX4s4N1pYfLcuzZHp7v+LrOZwpkzDN8uQy8M/2W+RSt9LHcmjeX/E099mfuvyLqmK+4AzjE8S8DmEQy1FN4L4O15wN4mLfLHaHfsuRRAtoBvRaO51hpAG05ygZR0/nCzszj6S7CbevdITQ8ZEI67PIrQEXLRQGS28X5znKuvuT68YQRo89CLkfkWNod0oPfGcVYIMYLXYHu5qnRaguuwhRnQo9NUlgv0qHSSnv0e349HALwrpbzzeZcBnGXlPzU+ZyZa1cVb4/SYC2IEx0Chl82RvNXmtFFYAu+VBzsgIT7pvDOB9yILZE/1Oibw7qnmXxJ4b/HaG3LEyxRnOVcnREyZ1wM/xnVXcrGuXwDvv/wf/8/rLMy1dzcSadUb7cgQR0wj4n2kk3OtxqGIv/kGwJu7mscmLATebKSAHYxKrtP6+uMfZGrHhw/H2XlKHwvitZf566+PdeDt+gmtLe0v5vblJ4VSRLeCzZKDHL7LcqYAjWd3GuJB8j+18zXFcTZw9+8JeKud5U3mHF2Bx3cBaa/7pOg3BtNdH3c7Rq/lvx/5/f0G3nO0ZWg3+sU51foe0zXXHa0liL91cVEE1KQE3+HwAkMp1Rygd42aroLTKXImVkfPk8MTfGcUgEic12Vs9LbWmjICDW4ys5aHdWaHYQElg/9lzMjL5jZeO1oIvj/gaEZJLSv++I6/IQwJHhr59gj2IQkzehdrzIw08EoCgFXmJCBo6bJoQctm2TvXoviKDCzzi/lbOM4z/YJoWmkD49GUyx54t2JHtPF9OfTLAN5zoCZoJ4hogKUZHS8Mcj6yOLNuDHrXB1rmWX/gBwLoclzlsT5a2x26/Vs42Qm+XR83SwpHlmg7W0SdUseF8W9unNoi3pYRFzS4zLsMZhvkOxBsh1X8RnQdxrVBM43xAN71HE1MGulsfPTEm7z2OrI/wYc2ttXf2RYPw4nOmxMnZl3LaPH4NBanffDEAzt6+V0E3k/Ru3f45vnZLwe8Jxh6sv96xLt2BmeL7Zgm4KatynOwKU/4t7NaQpmFLogXveSk7pmX+dvrsxWZRiSRDnGoxbD7IRN89FdPK1fZSmO3TOm6Hdcgag6ZAb5szuDQnYpoJ+ANfgV/kud8nenkdeoRjhlExDsi2gTlKD3e1/eoC8tToEi9i3n82ZeGsTJi51244awra0NIyxnqd8/NE40htgHnSM1lgkA5U6qMinh/DvC+3GuC1MQG+RP2W9MpPyrwlh1nmp48MvVlTzWv5sp+kz3Yx39xcItv+v3liMwxcY/A+4///v8ygPcbqDAeFYoEWYORg1MkgI7vucY7wDaAt6LfAN+MfNNzVYQL4H0QeKWah/cqQDiVY0a7D4ZJ4I013kw1u/2ot7lKU9/vXnvaUIeDPIYxZ/acau4dm5+YjPdnyx6A/qlQCyzfKIa/rl91aHrdghoHXrF8zlZ2YzlaPilr9dQs1T8B79uxgh20jtOKASYoeHHkL9ZXP60nWw3AtW3vOgi4CZXnbAUkGPcxpjuj7ol+XxuNPfAGHaiF98beCq5WYBobfp0kV7vQFAgq1C4J9r7CoAhjIeaZ8qQwSYvMmUftqW9e9qxMSi3PLw7gvXC3o+UC7c2YqZXfZXzE9FAPTfnA7ye543VhnvN4BulxDXAJJ3IXc4JhkoGMguAGrVnNSnpFABgC0fgtGdHQPYwXeOZRwYlEnvYeqJ5dyMVeIoyW1TFGI4gPPQLv0bpbep+yAsZa9e8JsDy1ZfL3OxHv1/hQRtdi67wwxif2un/nZKjRkk4QjRRybJokx1dGtSPyHZstaT+Xw9Hu9aMZ9TocVn1eE/CKFr3GMnc5t44WTcQCD3DUcBoswNc8IKdM6bDSf11uMa29ZJSj62AB7Z1ANihdQtYQr4GnvGac17lxkzZJDDlAZmrgfuWrTlsd3IsLDqtKz0tGdQfKE+3c0fUO1J308Y2D5qnulZY+L+JtMcgsoJVvz1LqOW32qe3v3d+n9V6VsTg6gi6WiMywKeXgdVnn+Qm9x4i00C+ddMf/uRGZHNjMOBA4xlpp7sFEZzSdOqYtgl/yucE62hD87j0b4j0AbM6t4DfK4YaprGOWW2XbtojKySOu33NK51YFjsJfjXwxr9k+7jnaDd3lNHMoOj7nyHa+A+AdvNqdbgbiUIDkd+wnEHUf7cPX0rtn/VQyhPdUhiaOdde1rlqvWGwNNKw2A4GtcVc55FjdXsaf5Ca7lR8CVkudVf/2e66j2z1BQG8B7+ZKXvvJwEsHsP677+ezYv61v2fgrOUJLlePz/HlyG2CtMOv5uWQO/5ex/g8Dx/++D/5X9/X2llTaJMm/MDYURzBd1RO4K0jRr75M3nBqbQDeHsDBZRiTShvNyLe4KLDY/V1bLQWnit6r3xW5wK825qu3WA00jor7ZtRsGF6Vebd8WBmMRMIdxR+Z8hXRt6tmbzv6z5C9WRgJtsu2qx5HDXLnWMXw2EwM8bhBnjTnqnK3s0KOBnEc1BOqbD3o1Zi59zut4D36PfZoFrbMWmtA+948um4sT3wnjT0St/nM9fA209+UeC9VF/AGyKxeXvxWESljp8UzD7+YXmORgXlTBkWPr6sV9cNhCjzvJ6Ksg1e6p4GF99RtwwYGT49SlBjRCke7VmEtCLgvkfwe5S7RLwpQby+PIGLr9jot5j5OOQNgDx5uXaGjpb0yK+/2QDRCImHJw98nnNnGCsCN68C7ycwPDhsyKG2aVV2cWfCSyJcOLp2PPDE6ycOm8b1kFmgkzaVO8D0Kmc/vTuBN6MstjwqWoW1nYp82TiHvtf6Tme3dR4wz0Dew+kStrFc77gk2pSj3W0xGA4AivWf4zOBa193vZOLfc5cp+WvKSB2gba9cXY2GZQbFJCObVhXP9ifcBhwNY706NB5Cx2Pe1GoHQ4UYSSEndEI2fFAp0/z/0sG3pib3zHgHXz9VZP9sPO6GDplt8wsrAIVBt+pD7GGugHrrv/CTscmZrWMxMAdx4bpnjdQ4ykFEbm2A4V/I11c5cLGhbygAy7u2UFXx4OxPjvzLNfS3ml9D77/+HVFmgmWKbd5HCDlCI/vIld/lCPMO40XD4czLIA013hTBBF4m7984oEdO7F2mx/uy1L61ktZqrGTb/bnzZ+dhndyu2cqpMwSPSS4DLtDY/6kA14B3r2MO1mgnIl6/IsA7wresq1yLsghYF0CMdDAM50CXUGu46xFEpSZbawK0N87zrApqD6U9NcZLo/y9d/4B//bOyhwzOkwULQGBL0CIcyI95/heDGnnH2v6LePEUoDN5RdrO+KKLY2Nvn48Z8+0sG+zhRz7lx6rHL8OtZ669kRodwRIAzpppTwPQZRo3CKvGGA7z+5wP94EMUM1xUYNUc5xuZ5yCuaHIXGD9/RStgn3mqMsEmxlrETHXtqyXJ/Auf2PsZwcd+dx+0OmOHVPi+v91DCc9JiK0CG3DtF3j37+wK8twJXc/5k2J3Hj6KqfzovrnzXgTbfmB7EFawGS1VKKs4RzYpsoBZ5TWB94oG2CQyOQhqdWY2HEr47JRF86yNT1j5E+twKvCE+W21LumFbiO728kzQzndtg5goXA96w1Z3gwZL+zHo6SyDeAIb2M9+NZ+y7W1kLFNeZrK7pR+MbFjl2tipog1ueOUdWpyOrZODD/24bttTXRP87ZTHMm4U6jT8hnE9gfu8/6Tc76bi6d3T/WwbiYrRL26YhKOEbIjHOd4w4gt8++/ci8H6MfUQHUAeh/gDjnUsnQjmr3mOMYG9biPfe0JMoBnUedpb40wrfYzAE3PCwkZXVO3KiOZ6cQODqsO0lu/BuO8R7zVDLwG5GuX5t4MiI3oekuZsPBnTczzG96f5/w14vyzI2oOfHvGOQm6PrdTyDuvCzDSBbqRTjGxFpzJOIbADWLxZDuc6NQSgLjc+87It2u7kY679jjJhtwN4R0aZl5qI95vOZL0qw1kxOIosoI+i4pYn8IZbj1EYku47n/gUAsr977W+38DbukxbzGA+CLS5DBWZKNBxzB5E+W2tdS0FIX/6O1RotKPtJ8C6KmrN74sUWb4XSPczJdCmc/OK4k7AGxCCIDNtjgQhz3R7khVD7zzJkqXdaEXRPZfeNetrswabAJmf8xh46bHtNlsBLfAj2W+euQTOs186hWu3TGcb4e44Dt2qiY6/vrrBcY/y9a/8p//7E/Z6nkk/kdGf8NYp4h2pZt/HOm+mmmPtFxj9uB73AojLg1bA+yBsAW9E+JBSfgDv43ixrw+g7V1GkXJu4C0me2qsB8SKxd9D6GGKn1D2pgIbyHle3AZ4F9vhYJCnZlbqbUu9oVjKhLPHMkjZeyOSHr73+vs0NiejdHTzLs2aRk99dg6Quw4/RdzuQP9rA1lPfQ7wLuNyX+sEBl8i4j1rehqrpNVhrPn6VSTyfhzPwLs//znAG5QjTxWEOhiyiA+0Dv3uNti7L8U12VGpdvAmDw+ulQWMiJaq3kG3jR8rGIME72cBtYON4eSKSCBBhuxCG90Ahj57V7fAW8/3sa11rrrq9NsGfHrEEQrNEERGUNEEpdC751WvtKH5uiAYzhNBCbpzAhHntPRdf6/osZd3loEPwPth87QnYH7JWw1gXj1Dujn36knJvyvfTOPLe4sRE3zjNaJHk7BRqlNN60xvGu76QVS8+A5UpHktJ5BoS0a3wWzqbDmIwgBydM2AI3WHeCnbLsO415VybOjp3qZ8X+nnTBKpVHLcz3aWE6vKqGsG3namR1vyfHEWpOJW46PGRYLCRn+k1cLApVyzfIHbLmUce7Dr93Z+P4VIXnyn6FPgK2T0xiC/mxf3JZ2Rv9KI9xWvAnQ3QHKiRQFvzrUzrgy2+W4dCVbAN3VPWybCc7PJv6hTPJp0FLuQK70ctjl2F689HQC6Gz/HnNSO5V5+wghs2PhMQSedwh0g0CjhDqdbppEnCA/gXLzB3cibLsBNO7sijbwDYILnjwbeWJd9OPEkPouvCMTTMSZb27uaM4p+RM+7vhzLSaKFr2Yhek67g+SJ5jGGklNJOzBvLoD3Czx5cvB+IeDNZF4DZTZkx+fLRrUdpCOjysBb72d5G+A9x2HI/qkvvRTjdF1tuF3TjbJ/VODtwruG92CW8bwDMmZkUPgxCwGumWp+bKIWqeUA3mvEG+tEBLw5aUHpYdgxiu21GV8j2l3AGxHvY2M17mgePxEd33isN4S4NWA2BisIZ/P+FpvbQO5MYsNCZXDMpocohopCZZ+4MJSxgHcx4Z2n4DBQbNwv0akXuHP3CIzwdqMNDi7PdO4+eHfNjFkfZb+QFEDGVrkGk/l9tu0CRL4yEp3WwQEPZd1FCx7fHWOIXTfboC9t6YpooTF+uTK6Zp+vgPhtW1vdOx55ZVzXZxjhlLg9cd7ifEweM8eUdxzKVeu8q3x5vQPIoRIafunlnB2QYVhGi9YbuYUuI4oaEXEaP5RpNKQEMj/4TFJGC7wxTUoYGAVx3YY0lSujXWwz/kX/aDClNE6nlQCp6DPTsCZNHTc6vLSxDkAQMvROjjY+daTvyZnEdq/C4J4P2nw2Ok7eFiiv+Z2ABdS/JUHybwH31UywHLoWVhzapoCHLKBT7vr+/T02+Qq8ewx/DKB9x6/nejVq5kMZ7lw2JlBw3MujhILXhjNLPU2573HrMssOduev0Dm7gk3v0JySA7wVBh9BCWJYDeDv+nk3niv4XekSc5WR7tXwp7+KdMCU9+Nv8WHYLjXPfk9R/5x/RtYWekD2XwF6Aiit6wXNlRHDd+/o8G7Gz/c+h+b6UjzvaN7LO5V9SqvW8PX+tCgkB3kfzpgg47bXTc6+NzpJfZevRR+/MuDcEiFMZs3hZvyh2KwDHI12xJO6oju6CGCoHzG+5sHj6C9ukCjHmQB0nZFt4OxMLQHvBrSDH73JYh5B1nh8bk4ahi3j77bXpNMMsjGXdcpArMmedlbwklPMAxCDp+KCN1FLcCwuiOsoUxjCcjqWpXmplZzL6eCjtCCQNu+2bBbz4uowfN0e7E6xq2O+PF9U8atFtFCFeESjmo75V/j0BLyDvZp6nmXc82e0oC37wSSzVaRmGDZK2hUN533K6nxSIJv18affTweEdIk1rR05TxlhVa5qHPzGcrI5otj27GLDYOHQp4mJGO9zxNtGSYeBHgh29ckwMIT87gDcEeHGxgptp9Pvv2XE2zuc587mMaBRhVPNzTSHokrgraPDdsAbzPgA8HJcd8J9DmPYzJuhfVU+70AgitMaVPzp9akXdZ2bxIh3Ae+7lM3atOoJ8L1EQZSG+egyDs3QaLT7UrEckzVlZ0mzvSilC3L3D2MOg2v9fGr/d+T0VNZnAe/pgLgB3tHDd7ytHpE9/557etdPG5YTuLw+4Rtmy1k7l9q9jSloJQhtkCfdHcSzRogJvOOTIKKvzV4EKpVQr4O7shKon1oNK79fpTFcEQCDYclTg5Sezp6vS406kj5AvdvPlvCYs/UzIsHig1in2j8fALwZ1Sbr+TdBaW0As7zF8ZOcMiBBSl/w7nS65at7gfwMvPt6c2bDOCuiGzA7ensqu294NikN797okCvd53bMzdTObbmX130+Jr8+GkRvMN+TDFsouhn8dX2k1WIfF+5i3KNfcUYw1nQHMKBXicC40x3Syk2DZXTT6V4ZIJybIEBeI5/JmFPDWEVF58K2SD015xXtKPCypaWwdxrYXcZN7eGvlV49j5aTeE/gkBG0sqPMO5RjGBhAAoNn02T2P4o67scMZLDDQAFeMBTS6jjbbE+k8ooB/1SG778FvGW478rumWbzHO++vneh3VfsvHwhBOanG9N34xFjAODddE2npbg+dyO/ck4QYNN5mzICNE9nFx1eoA7cRtmnpSB2kHENNpaKJBhnO+FExjKSWgMOnvM99QfZopFSbh0JHtQa8HjG0Z/kF/FUjyTLgQXKbVkmKYwtl8UjEWyjMysi24xokwWk9KCTgkuYIRvBPCqvqlscIhtKsiX5kvZo14eeOuq+mu0nWVr6tTl829x5jopfuK/MHQ+u92K+jjmyPHhiTMlgPzY10i2APfHnA/DWoAUJkMZ3EW22pBxFK+1qVpvtZj6S7G/2WrfF3tWX8/nlRITJu3DRXMuKR5r4kz/9P8bbpqh+WQIJl9o0HdRBAiQh1uJz+rcQ8T6OE+MZn8ff33zLCLhSzLHeO1JRdAxJdlzA+0OmikRKeUS3/wBrvD/Gjuf4fUTBI9UcZ3oz8n2PvJuHUJwzvUozndqjcGOLgUniPoW/ngyCS+7sApcCNsvDu/KdtEogUqM4lW0ioAe/0k/OR7MU14FHRsNPRwPcdWww8M5T1h/5nLKnMf0e8C7wsEuHjy4aZDzJpFfuPzJVl8pDGL70bhfqD8D7SQlc1devr89U5XcgYwJvezZfGT+Q9h3A2SidDryf6oh1ZCt4oor1B1GX0nLLLpynshXBznXh8uBetiFAfwPeJS8r+uB1sUxt6m3ju5mS3s8PUoVwCGD9HlP5EsXg/tpPt/E0jwqFzzWFsWurAfUEn173fALeAt3TAVTjw/VwZXxwHs401+gOgm8DvKtDi+GzzsUTyOix/mhIOHu7rhv3e+GtH8vlxu8LXzVw1cfjiX6v+O5dQ+Kunic5NN89G3or8Kah6E1TGU0jAKfTCksrklzlYNf4QD43I9z04Yj3GaxwPwds/hRlL040Gf1yXvG4QOrf0/gJlM0Uw3XKY9Jh4SwbwBW7md6m3LTh3iPeVOZMM48/2wZPKJ88zHvxT9xvvBJxBfFbPAETYzBq8q9lgUD8KRvtgQh/A95PXPrm/YNWJ7BOHjRtCrA6MtdpljKfn3XJBq863RvBLAFotxDAeklPD97kMX8A2+JT/k23bvJv8A9+AtQrmwu2ffFUOqoHmOwyD3SqwJhptBxK2klcNgFpXzwntopnmQnOCx/jeGEAYK3JPr4H/1iWe8M0OoXDgVfYAO+oHPMT2oJlmaU/nP4+zLlT4PFVSqAjrZwh/b0Tvz2kf++A96vtWAFl0M4KAT8ZeKOYkMeFO0DD6jX/IvCOvzCT6GcfkzMwT7rvctxthqeVoP5JPz7JtCdHx2ol9K0uzyNvXHw1Jx/+5E//z3XUU5CPiHcuNjQnaOBgjID1BbxDG/DdYO5vjvTy2LwhzvP8No4Tw07mh2l8RMI78PaaLTBcMAaO99DmCADXAt5Y0y3gDTB+PIOjx5RSMi3G0fP0Etqwa8LCRmV/ZTWNGyJq3o5K6ZypYfLWD+9keD77x6nm/WoauALepmkcaQDBSHL96mHh9ffdKCy5hepRUu/SA+eCMFsj56tz7fOVE2NXzQTetxuNqIDefiuxnx1422hqnTwbjjFyg+30/Gnt7APwBueJ/7qCuDOs7wA1y+szOw3K6pjBliXFuZ/XBHULvGN0TorndUJdgRRlk+kdcukd4I23pzd/P3eoRHtbcPlMzLLb3dSPlAQjF6tMybWziBRAo9QgpuJRGqEUDvqG58YY+dVhOTjifRXcYSma1WagsH+k3G481d9zvs9GzG6nab6V8XeWrXTymCv3yiRhgOL2nGq93WTzHnjPPRXOZZdRyHs2IuZ18uUKjEZsYc7LtPBUecq2aSCN77OtV9+vnW7XJbwCvGMsgqa5h4sjaAK+MrCoQgi8Kba8sz5nOR00h/OdzvTaNJH3j++65qOKEG1rY0EjjACcwLzWvzaXG59RBsrdWKHsaKco8aRrkkc03w0sxJUIFMTvr6TUKPtIh9Z7vBQvOprGiLcBP/guHGMoh+WxWSvPF3+R1jLNnUW/DBownB7T10VvDWMXW+IRcIvk2pyvfJETt5kOyhI0Jfo9Us25lc25oU/G9lpRFHwj219lMD3nujH0HNATOMi+hr6IJ/zbDl+9x2wR9tCbERPAtPYqkOVN0NIZDn7wUqeDP4/vBN4RlY6ottZ0q325XATp43QEw3nlbC3ND8A5IvnWP+p4B7UgOh7VV06hmD/RPsCzl4LZWWVZ0OSlskWSBkALAt6BAbSDKPpsmaIUdoBw1Ed5k4B/4TXrBaWaN1k0p/3OtronkWjAnr7eBd6dR+goOZ/yMNvimk92/LDrdwA2TYn2rB1EthWy3KAVsWIC75BfoBtmQvATmRg1Hr7vdywv8rd0hx2p4Hi9/qMDb8kuSxiK02tZ8UQjH/7kH/5fy9u1zqRflkDCJYHLTWohI97xLFMFYsOVbw6AfYS14YXLiDfSYQ4B8G0cLxapaXUUAWr4EYG3ifGVzbvQXXdJfwbjdoHqR+B1aWMSfaj0Csxa8sErsh1COGSWhK1fLmK/Z/G8+0N4+vRBxeVQcR0vlnR67Bwxey3tfVefjTDfm2VfKdA1/XTvSBim9tvdfQKqs8AOnqeQ84YgfblBf386IOTmrSm8MM5BhxxEO4XxzpUAeKdPZRCuhs1aBo3d1tCdHbT241WDDor91Yevp9f8GE/AaDBbKGIGz3jcG99DOURfHQlYa6BBxf/5N9ZeKrWv5o8y0UPkdXKLsyIK1ns+49SRQrQL7ZbHWKDcxtVJWebzGLxFRcCxea0z8GYqFStQUBb/KZBA+uoGVR+bBFHtmchO8sf3eR55zW+uTz0uLU4dtXlxTsmYyjLdwAsyYD09awuDnk8zVfya1u4U6jNPjXKhL2ZbwMFL6zvwXmfyopM3l132c1vvyg5eb455EiboxutM64xvgV+QIScQEMPZFTHaNobjb+nQoIEArD11n8b7VwdwEIAziGvniZ8AXTzrZR3Bl22usU4VoGTlkclLlqvR9rPOkz2APowxo+dFSzfivvZlCFki4G15vYwB9HQH5SzHFSy7LAt8dJ4i/xh400Q0SS2OL439nGn2f3V4vCN+p33j9b1RTz9RwvUu430BvEG3At6wido6XJSrsd735VU+kZ376uMPz3XbLfoImdozPxzFdp+P21yzb15hVDr+854hca+fkhH3THbYR0kBLQIRg3nRN/jgeCa4wOnjyM5iurl1FmM7Ws7RHGgGNzNDRLEgkVw5W0s31OlERe8DeOdeCaRzkrtoV+O80GA+o3Xc8b3Z36gbkW6mm3+MVHPwCvdJ6MyaekhlmkfSzh+M7ch13X9aPrRxuNzQDmilycvToyDTUuCgj4sdovo6f7/x7uZq+wi5RAa+MgAAIABJREFU+yT7p5jZ5lCt6w5ywg9batrs8tS05ftZnIA57RzbmOpJ6h0+vXMY9LG7whCvsvtCD+bni5evMwD5wgG8/++cQZBmfBsAjY/22C8FORm+tA11b9yIZ7nei6nmkf4SEW+lmiMCHrucE3g7NcYdS+B9pJYj3eMw1r4+zvGOVHNGt0MpM80ca78RBT+Y+ybSMQ0NKv9nY97glz2lcjUhZrqK6aAXB+VKYjgZuWuW3nbqupBZFdl7TLwYdjmPIlRN16uEN5+bToE7o9SkcVWXx9b3p/LeMU0vM+biqg6at89z/eo4PHqzulNqCNACFXsieBd475TDDoD3vr1qdJ+fs4KBkDiB+t6W3N/ggsfsdX5pzDGGnz9/ziKxMWPBZ1pDm2yIg+EN0+7qlkppUQCoF0Xhqt2Vah5vbBWlFImBO49kWTcuKeNnBQw7h5w3X6Jdx95WT+rQrL3CKvCd4wTjlktdJti+B6TxvHegdcSOMw8FdUzMIdFTHPeNoZCxs3h0bJA1yplr2G/lOo2v/KTVyCtPEe8d3V/x1l0z6MjhT3dQ7MRUB94v8cvNQ44SpZxVI59k2lrkO8CbjijPIeg30vuP/5Z0TxnOjPKS92LjVK/35CWO1fcHvRigwKRDQK52UI9nzSfyVqH5ACxxT51Zl4T4HbydJJflqP5XMrE8Vgac3jUZ9r7KIbEhdzwBhunFeMNOoJwb2RRwnG3WlOcYiadAzT29V7TW5/p63tcd3J/Eb8GAs3PiSwBv9u1oU5htGLoVPP3cwBtgKeanyapOK3Tu8CztTp/5vJ1I6QQKDvHZ2wLecgjXHgplCwKoHfdjT6XIJM2j+4KW7aRFGjnt7e8UAefu5DznO9eNx2SDp1h+RFPTkUyJRRIXwcJtSsImLUOka+f+cABFmrf3ApFOJQ3Hs8ED5PMuD0zLKXeiTH9BGa7Lm6gpos2GaYM01o10cy3vgPw27aCpCWTk/l0daDEdxZcrwOacs777j8eRsuXUt/HylwPeRR/LTuIjm7BHnU2bbhJNksbdMR4EerpeEpU0jhdyLxi/S5tH/3qdt3lZdWC/DmUMkkl63dWX3p6OEz4XeE9ZeAXUbSdyl42NwxWscE8TH/7qf/7/dpkpkMgBqE9XV534VuO7It7xPI8JY6o5hUGkmscab28A8f0BygOM3wFvbJxwAOs/OID3x/jRem78NvDGhmtONX/gAfHJ0umLV9Br2poLa50AiYlkjLWjsScv+QuV4xHV3Zv3RFxrVyANL+ZRPPIkM/rb0wB+GJel3RrLq9k5jeko+zfgzZG7Eg47RjdAmmP+JBT8/PpcpWBxLgpAzbmBATLoagv2X6U9COD14Vf70Ps+j/vLIqciGkLz3tguQA0xIB6hQdPjEXpOa+gi3e80LzGqx+U6Fkbr6/SglWDuGssKAWJWJcUXuINwbfR2qtDe5NEWg3hHvZeWHnqhA8UJwO/4m/RoA6m7AALuFjCnMiMoEQpbaP809+8AbxhtXYfBkqhmXxy/WDxxHd2YRtgV/5mPqVUbwLEhuCOMeFbzdXcs49X49+s70PYeP70JvMNAbUNMp9O62zjoKFNDaYTHcrMeobWhThxhY7Y2GYxrBhwRcRdTINXc1YtbyB/KTDG9p5HY+KGvZcW8KfvlaZzRlnAwRN+hyI+4mwah+CfOKe/RPZF84hpmhxjMyOOVACXvtcZwn5v4kE59FBKPY1qdXsQcjQ8l99jenqpOO+jqg7nobVhKpcGd49/WBvuV1bDH5G6r+qUB7yvDnO3XvAYVSg4H8Dbd1lGUdqDiwXIYaVdyRq2P/4Kedd8A2WXByoPeiHXYh62NLFKdrEFCh2PKeiP0y3dxZFjQKHhmRryJcjs/7SYkbPCk5QDOcPKQzmA3I9ocslyp5vguHZC0aVBMLEG5T5pfLFc2KT91n3s+2bHrByxLAOrtENBNyM+QNQbhuB5ZYCGTmOmxt6deNVhY0dlWfyHi5g7crfGGyqrRCPo4O/JXoNrH7p2It22OHPis+x54O7sw7aGYvwTWyoLCqPMn+aHjTtGgRjPH81OB96UAu7jRaeBk4x7v3J3j/aRPF+BdMC2GexKJp24K6vpOWqA5ET8BqAN4I+INgRA/sc6bqebfH6nmCbxlkEJgaX3XBxwhdphksb77WM/98TjL++v4fiiXYHpei2cc8a4ezLFMWzqEQvNoT8dEiUwqG3wPYttMTnrCdG+qiyvgzQ0F+udcekYMPaRZx3gXwviKcihQlk9PETxu3YuC2a7ghCpt3l1F5drw3fr5O0agjdJo7eLhvmFmPNKXEPT2PCUD3bblwXu1TuXeA5bPYGJDs+wmjYJ/na9rmn6lzU8pLxjli/5twXKr9CrDBMDbz2kKJ20s63Q3ZLqOwfHtAXivpt9+ZJIGRcbJY6epWC9sp+rUwGhj/F88Un+HIVIphCHEsTHUdGTFXDRlw4h3WxrSDDOv+WMdpWQX6yQUsta3Zqqi202N2iIj1SG3Szkka5GKVtJsAfHsjZQxBTR+TGvrOzTO2g9AA/UAPnlPYGAK3vF9odtFSLnVg8cW4H1vXN0q1AA2t6+fJSYidfo88qHo60mpc8z2PCBzkwYyR9lDvL50248BvKMEreH2jstYPuYU7wG8kU7IaWULgi4y1bToILLauvziOs6vtKuy+ez43dcJih+Y6s57BIbk6S4nando3QNP8il/OlDCzalsL3RvpuMKlMKYJ6ZojivReRsH1isrRLoA4wTHRDmnuvOrz/S6xtvO0qMAEeZpj4UYexMLHlObwH884gmiotED/mz9xv12YV04Qhsjx79FUl3ICrzj4Z1VIrpQ3Ugj7jSq/j2I8j1T9KtLwOnhcTscJH8xJ6YRAEeOLGS1NxoECC+nUTot8rr1AncmNzjG+3gvquhHUzbHE1LNjwAXThjQ8s1j5MNZhKi1aJvAWzuVR6aInsUsoa0ESbSTK8I9ASyAt9dqA3gra8ky7esGvIOu4pjgALjkem4yCFtIJ2OkjpB8bvN7mtcE5qyXOgLwmeaV9dIGeAN0w8nHCng02YVJ1kjgJbnbnj8Db3LKS59b4F02huXFArwlo5Lnkk71NIioWnHaXM3Pg9eGZdVkoB2WQFSNFyCCwQoN/JsP0qHENniK81nZSSlimrz1eF4C72Z78f05Tvcjv5rBUwFaR7CMuHsHvEGDXUCpODqMjv/+2n/5/7xICazwLvozz6aL9PIA3tzFN9Z7H6Db67oPIRFAPNaA/xA7m3fj8WDQ3Kk8AHYoYADsA3hrF/NgNv5NUB7g3Gs0L4dXCg73pwLVS3PNMAZZBGLGu/R0vsRR8VApFkyOtNpTOteu+HtQcJCeHkj20Wy/1ofPgatrP2+G/GLUVsJ/V+i50HrvGPPJDK/OVzeOzXV3RLYuRlqevOzHSHnNl0YEbr6fIGkDngvorI19dSyfvb5UdpdWfty5AfX91qttOs+rdEjj56f9G04uxRPjveGZpimdA+y0rek179F2GlSUecsHepnKYpGHesiGEO7ZUYnHpWBgJNWHOnJNwfVdtE/3aNzRMUA+7e0qY8HwJa5MmTjZobfDYGMabqAcE8FHlArHE+IiIXMNDm1EaQ0+Ugfbu+kg9XN9PsDzSTUw8qZC7LP9RIdP908bTM6Bafy848+n8l8VWcvYbl7q64B3z9JA2H9AB03xkJaK1kBPLdNiR8u9Tqx3RqppRf/tfN9txhdZAoTux3RuslVI88EjoulmPPZjlugYKAeYzwQv8qfh2B0I02mexuBoh4E3QQ+1L6KAjaZrdK2b2njLQEvK1RgRDNMBEQVOeplHAeb4mXf0u9aQN5AS46l58Pyg/OP/hUfE/71tr9KlaSHHzWDPBUj2XZXn9sTv6bTaGbLYuPaSkp9afX1Wr9vf1zuHTKcaP7fEm5T1I5P6meYcF8nq4zfAEOgmli3h3wTc3P/DdMmZwY7pAt7fKNV8WS+OZRbkW9N0BMYCsLG55Hbuh4C/cnDSXWnHjyPXjnhr3TQ2RAbdQnhzfTW+i171HlPTyfOoN5Ya4fuaLn4nC6fMpxkS5bQskaxH67qTYL3vAu1byzo7vUFbbQ73PDv15D0tPdrbWkaQbPAAOKeOLvBcYJezWPZEln0H6o+HljXdIOfVHlgBsM+nr+f68wv4Vh9pb7jMNWMQbd70/YlT+d5qtz2N+VNApdPfZGmeAHPTKmMNA27TYtBo0PlffxN4PwK9NkdY132Abex0Gp64iHDHd6XCBCjn5mteX0KEC+Wis7uDmblzeUs1x1FiHXgfDB/A+2aNd9/4DOyexvYqJBlBXay1jbNhMW9foYl6Bq92oRZtoQB4x9x3gTxw5OITClMe3BNRnqLuuzI+B3iXwb4TJs+D9jl1t+FO7pBxc8st+1aRAe+4bLz3AJa3tVx52j/RcHCk6BVD/pVnukBcNx9pUZVNx34K4H0S1sRtl5+VMufc0gB6/bPSKQ2m89sz44O7kI4HZbTl+rxNOcv6vma0hpLZbUhII4vphKdPO7d1t24wn08ZIgAhoHU3RpNb0rjpTiz/HQ8fjY+hw3rYMNQOQdxpGHSk6JtlXsp7zXcaSH2TnSHLHWHpbQfk74AIAP5aqN7xy3ztNIVDNvSI7h2vvE6PO9l3fvtXC7yPiYmTudPhGHPXBtljmAZf8iPpq7SsnQPkd4ON+s1CF+ANwFNjuTjChrEIZ4RAt9/oKdfrXJ/ljYGE36UKIpj5KJDidPJu9zAdv6jQ68u9BrqcG5R7xTM96qjrwVfRj0i/bYQNdl2cW7z5ih75UsCb4c3eqD3D/iTAW84CnlGss+VJPfSjClQj1bwt76mx0O7ifVmQlioVDTIC7uVDBvIh20PnxIG0EdziSUGH3a3MAlB8AHlln8TyhywzyvM6VUWK1WwANtOSXZVwiiZAPmgkdusHGQWwrWUhdD4eP4pw554dkRJu2gEpS3ceMpEOo3UO7+gJHAMSaE7YeP8oi6RBJ24C/JGKVEsyQq2Ifqc61vdUUyelsL6w8beksHgCgZHR0D878HkNSEkD/AzgrevLuz8H8AYPdNr7MYD3atlNB9K04THrY45rDuR4FkmmGzpp4OCPB4jS6Zf02BzMf+Mf/X93NupCDKD1m6cncX33Pddw4wxvrPEm8MZxBwHEj/Tzb477C/COSnROd2yu4vO6v4rN1bDGm2u5nWruqPdTxLsbvjTtOKLTyDbwXgZt9Lkr99MAPV2AUFgL/OoQFmeY+lQQ70vEbR/ukQnOzcqUjzUM0PcoPFbRUVT9WNHugbuevV9gHKH0qZ9fM/AGjXyCs+FurK4U5DubG1IQNTH3ZhtvlfIlaGJ9M8C9HukVT7wDvEmnCQQOMttVv0bhL7hdgHbuedHnwmmKjrR0ZUaxsgJ/r53COr4OUCBxnL6oqBxAuncdtUZSmZIdkiKVEn/BVldTkNeX+T4KwfJAGUCQzxWNiBEFQPU61RazjnfSCCOxL2tgO7jwOMaaw2VMrVxlxOEeHAAocHl2obsHOjtTQhiGa5bIKzywo/VXePrWQQAndVkOO56+6t6nRLyX8RYhph7tBkkzUHyc2DIBcL6w3aB9gI6bibCRGYYf39IPdb/Tza0bzSNdXxogxYaJVt0uawHmE3w73V3X5x4TmXthp+udbQUxE8YDAwMGM6cgwbAGc92tnFZcdwsCJ3WD5hmFiWAHgLnTcFUXRq3L6vbeNC5d5jJn7cuvCXh7+8NdXxi1q7WqJKt1eUVmUxz3uNRHm6XFozq9ooPv3MQsaFa0HXVzY7PjXcnm2DupR7yRfRT0HXa2j+ltmRaInIf8bxzgPjEwQx3m8+VFGNqUzNay7msfBgBwAO9jlLQxmo+uYyRbmRkkCFRhoG1gjgxVEVZuAmip2wDOdvxDlOqGaRj1AHgL5IQuyI3UuMTU+mBmJqGZTa/s6pw2S3/GDpb12jVDn2zpLwS8d3Y+5WS1bNa9gPKgzSHH+ssdzLquys44vwv6bpFu0HMD4ba1rrDFe5hjnbW+o7tpouvkOyxLcSsLIGj8+K/ojCR9F97p75KfvIyHbfzw4wJvnt0dgiNANjZX8xrv2M38uyPifQDvWANugxKtegDeBONr1PsJeE/3xNWg57rPZhE9pSTsmPTyGiZsTdxy9P1ToOG97cfUIpBIepveABWbaOudV2/p8y51+uWXRal3BtU7gx5y/zMm8QwoPeq7GaNx7Q/JqM/Sxbs5XnNGm4Z5sc/Qc51+3wS1T9VcA+87aqzoCkZkjMts87tt6M/DBrppyuneuPApEW8rpCsyewl4H+32mag2yNZ+FUBOhQSdSsWKyEYnSSk4bqDjqJ6pMd5hpAWvt02PcOTMKerP9x3ly7XosBGXSqlY5oQ0GVTzr4fEMiYJmnodeJOekcoYhp99AqLrKbOTPgWkV3qN0mNNIOuWak0nUBpzupt7Eej5DvKeljTsaZhG7gqYSsHv3nnVSXXFl/syfznAOwaf0YBmNGufl55qDtAZ0ddwdEWnDOBvFCeoyHYnwHcBb29imMDaqel4pYzV5EUbjFkOy7azqnaSFk+Yp2R4Oj1eTaoMlbb/w5XcQxdPGwgoute5TWNpHnPUD4GHGD9teAUajBRflRkUGBuxgccAqLwRFgad0MwgRo0Uh+q+HEoC8lf9wMhGBo5B4GKEr+N+VQbofI4FFcjplduId9INAVl+oqi4AvryQ2vQwuCBEWwIQTlytGyyrZGus7AJmLvzgTQoZ6eP9KIw53NRuteH41qA/Vo+ZFAViy+QWRrp5hHYQno6aZgyGyFw/m0aiU4q3dvAJEGxeI1Lf7RWG5uYEYDTEaqIt4B3RL3pFJKME+BO/s49C/SMngNpy2FEcEN5PwFhn1zIfPUtAZEcCGijnEdoi2RLT6HeAe9bB57adGdKcalKfe5AYweweKM5Wvi1yurOdZfe9X8MhNzPSVu9jLmZ2tW47uoB9Qy7fdZdR+Sxzb0cH+WY7db9KpP88+MA786/1B39s2RKaX6XB/SFNESaLAC/lj3f8/40fSNTPiNd/z7w7o2/z6n32d2IeCvVPNLLIRjiSIMj9TyAd6TI9CNHfgrgvRvgZVI2wNsGkBnszgN2V/5k0Ke2fPJ9zPF+jl4CF6eU6TfTv8fO+BExeP3zZl3bgltUVZ7daZy+0p5puJeS3vVHFk4y7QqCwyNL/puM6+9fot+v9Or5maexes/QpzL2Z/fuO/6Bu7Zd3fs0oPQwThdZIaVI2G8v+WBp10I7gLeNjp3C20W6UeLwarvVcZ0Rk5VWvRaxzlteDcK1bprJNBgV5UkQsiranN9mg6xK1k8MuYTJ50s91tw9x5EeuOxyPYxvP+u0Wn/vRhYhLzcBcj2stMc7aIjbLjRInnR1r3pv6CbZAEhI1Tdjdbz6qU6qO/78qVPNe5dMD31uadxUtHW7xtsgIRJrX3Tiei+CojqtdRX9ZhRQa2bNS9nGxZYmj3SA7TXf/brvw4mWvKn32vcShi3zRBc7hEzoN3DlTs7ZSHTZkTWAPhHN1NFK5XJK+kPUO4D5/8/em/7emmXnQe+da7o1V3W1LRFw2m63e7CNISJAJEaHQQmIEGH4iBLCJESEIGDgC2JGIARCjArwn0TiUxS7HceJ7e6uqu6urm5X19Q13LrzvcV+nmetvdde736Hc87v3qrq7nPr1O+c8+55r732etZae20CquYV4u7FAubz/cmFUQd0ruxYWgEEraYCibElKh9bWTpaqgayI1ZeAt4WysuLnF3xVblOq7QViwl0PiWFQaUXWvKMHzpwMECsfgRADQUnvCUYd8D5rHsWmZt59b7o4x21eAUWbM1Bd3JFB52T7oK7evXOIAFZUGH/0ZQoULLoCr/e3VvD6Yow0YK7g9e/pAUozJriTMTW3L0ZdcRAS5s7c+8mY5OSpz7z+VVBhkd7QLtEHg64UaHHOsB1lFIWaFZ9PXZ7gj3bss0cIu8LRy+3O4Nc51N5f49rogO81ZDmu1B/VjrKAyM5ovKlwWBGbJAVBF5uU0zGNTJXGDjwXqovxtwYzetePh/HKZeTlThVLojTk+WBWEgA3ZFOga2WbhhpyiAryOT+uucdArwVjzC/ukNProRmIgHu5mp+B67mtIDD2u2u57pejBmhGcYiKAyebuYWPA2bByKaK7p5Eb7s3He8Umz1jLdtOksLdjRRSQEqxtCLauvFpU2yS7yHj5ySv8tr82NCgLSe4EB7GpHne61ReTiAIGIdOmu6/9UD2P35WspOYA3XIB1alhZRfGFc5mJ3611w4QTdRETpQG12ptvXUQ9QD23rw0z/U+ANMujna6411nO/u7jNz5x+vCRQm0Buv178exfQx9YyVnVeXqRSA+Sj8sADuivHolBYG4o2mLXb0rt1p94PG+pQcyzIW8dzKIlYqYO1k0FF6LoL2rqPtXlONKCtxALIeJ4EObqNmwBIEbOV4d2M5bIsA+J1o5xZG5UT542PefmG3d/jLUE2v/YqqbbWY3z+U+DdCCwquriO3EW8fM5WMIkpbtU0C6avM/vrgeVIdQ7wbd+tZ3TNwqVWtLPBi5YflO2Kqdl+FCmmKZtRdrzHm0uAVklszXOwI+Ai9+FmPTbgguN9Brzzbsi1gnwOwIZU3NqIqyEdwq7xubV1kK3vFYynTFlmzcC7BwQCeq4ANHNz5Vk90Bafowu4AW8A63ZUh+rW6o4OAIJz1jGgmqzdDrSTFdvK7IC3KVBJn/TOcIoACYW6Ob9qNrmJaRDl8WBXfTovxZzRCwJKTZtH6zG9jtxDoqS/UBVjsniTh5BcHHi7skYUwnVlsnfjzWoPqc81m52w3fh0nco4J5kouu9BCWBtkiN9WxOj7JXHr9Ltehm53E8SeMc9n9Sc5Ij14GlSGsVXVpzHOAWiMRFbln0cdOf6+rJR1zIuOAR4exvyPoibseIQDIE3+rGwx6N1mb/Q72pl669t8DKhjKoLspT3j/6r/9khaKhkXbZ4Z8kPTMijmsvVvFi4wxlvuJoDiOPMChmTj46d4SbwJuhGcDVENNc93tC61jPeuHIMYPz8pfWo5guDurSO1+5KrWezVpkA4wMNX3uOGy/lzRr8UQXcTFh3E3CdgL3ufQTdg4rDgHMG3huDNeNcZwlAT2vLHuDdxhzD3gPvzq3pp8CbMz0HCYEr8fk6veT8MfXSs4dp8c6t3+1qbst2tD5dSI1lxXNMDLRDgcNqD0g8asC9bRR+g+sjBEFZTVwAxUQ48O4t4s1lctsCrr5ERcIceOfxytaHOqfBeiErdQsgWQWoLrJtozUH0whORXEs0FgVHu1Ht+r0YHVOlALe7fc8b0u0WIVS67g29ryzqNwHAbwZHqtbZL0yogns4x2GIn9JVOmqAkxZ8nJU81iKj1GbL6t7YPH2edFAYCxkndu3f4l846wxivMOQa9arQfdp6EAdGdnbRsgU2JfpwLd9h2gicoxE1LtHG+1jNr53f78Yyuvb0YT2VxkalNpvTUpT6C4jYBcy7FuBLB9TWhsg2Ir5NE82Tlwizyd1wUBu58TNx7mbZ6vgQJJXSln4zWij/jbrAw/h94qCSCz5cz55sA78LXoBm59cHdzzaNf8WVzyhgZBhww1+41Qfam30ULdqe28dZ2xMEVLr5mzIJela4tmBrANj1DbW05/609NRAe15amzRQnBMkC1gTg9rsDa8S9aAHOGt9hoGPzGnBaqnEAeI2XlUV3c/EUUmcF3D3/5SPyOv8dTESGDLYdioEw8ZEjJvw4X5koqva359UjHpoL8NsyBkt+10+RJ/34Ae85lqi0ZhN2DPDeiqezl8+v8Qo/dpD5UZYx5m7hhqCcpYb9Ej/tusfbaN0WRG3mbuBN1D+zeCdXW7N8eOl3cbbbznjzHu8cXK2AcH/uZ1C4MB142zluXCUWgXc9410ANyKe7wXeG7I8m81+boD0JeCdNRhL50yXgHfMv5R3CXgv1+1Cr029b/y71C17RmyNJ/WVrGm+xlx0F7/bl+iQ+zmDqGb7R6ijCdoS4IIQ5MPVnfGOq8YScOebzZjVceqY7xuOs0i1ZzPrmd1y3w4raw5Gcn9GgGcG985qqMN8c1YHa6tfzyZ8p4SNsiC39YWoXKe4HjpE8N2NgzVmSWBBffW+VgiNHfC2+jlGkpJrVF0/L8g8fMBn2QKuJjfBVsKVt9A/jI+fLLr9UWZrgqGEPHhK8QMLFzhrrw7gYRerLpRBQVYyxHOG8yi7DtS9DpV/P51F3wLeGXTGs6oOcPo1ww5Zn2PdcwvM3jXU6mmjtFj3kFGUeQwTRA+HMM/tfuwUqK9OvehXVrAAAjgv2n/Rnny0oILIdARqjZflvXYLeLcmVmmyW89UVg3onaDL91anRDszrqMeyhfPlTNOQiqP1nRf61zvBkgCO4h3hMe+z+afyiWNsbI3YK3fA/CmV4jPhVz+wwrqQDnBGMvs6YfB2fA2ZVRWBuTv3qUqsNcKe8Y84uUilPEaNybg3ECJwpZLvudj62exgyKEt0Cgd6BrpgWfbF4JNSjlpLuw63yhDFOguAttVZaacakqWqCEAZg2K3a1YJOdGj9l3eXMNvISeJuV20B+I0wbiKp0bXNJYI3ree0Igc+71p2OFSg1rNiwWLdBxVzKWmx8x6zcAu127MDXL2nCj9HZvBjfminYWKb4WiBOZgK9x1gINdbH2iIPz0Yxmjj9ETR1CsfW5b0GtaWmZN6/ZqjqQaquY2T/637qtfiemfZOoxMSJ6cn8Fp/ZkWI1tsrt3PZtTwqy212Kn4wHm7Vd/2Jaezzsuw/k8q64T0L4A2Ld3uJ9jhkYVAinccGMDZGJee254py46gu8Cy5djQi87KyxdtdkKKgyKGxcvuNbOuMt4A3GMf94nJ+z1zNoTHmHYK4TsyAeY0AyUXiFm25lY+Ad+dyvsPina9XmglANg+AVdYZAAAgAElEQVR54Y4w0hL43WtRGwHvOMZrPOakurFINtWGy7UPN8C1xqbFfswiquyHm9HOylIyxe04JPPoSMW87o5lGPPLqXpmPl+Ax/VoX65T5mtfDX2qtfqyYD+fj97itlV/vIYpp93b70WvkrwxbzVm7fmCh8NQsUaC8h3YNuHEl0jJYSH0a6pt0k2AChadtAQilbu1JoLv3C0JhIVvWzAgbwvbEN3UYXnv2tgAhi/DDMjHQ5hBub6bs3jN8nEF3vrJhTVPUK+LMUGvnV2MwNsDTbXAPLFNS6AWZwgFIedAmG1NAV1m/TSAE4XTmqbK0y6gWl1Gn3kN7AXeKr/xomHdQeCe0YErHCGUmKDoihlZ5AI4NcAZFSmzvRcCeg7yBCHf7wX29ehgIRkA9niQeR8Ya6GXkbrurQUiEgpryiQqnCrQykKqLVwD3d11fabkiluSg3Ja0asQbfeR2xjGtV/vKB/sa3U+XShGUwwgcfXAKjmiO0sjxVQ7403aDsGqBLwkduItDO/uxwJlmrJ+TSzxZQcGZE8s284U27xTsePgD/Xa9648A3I+tSMlBKFCADgzHmTg2n93wqg0XcFzcw93V3HybdA9rNIYlwg+yu+6qcLAUQHsSA+5WIHQFA29BqwEBWAdidiYjllMGas115awgwZ3v++ALo1YBrDNo0RjbFyLwlF5+5VeYTX4ef56dMeCq2maEOyyeU24Esef4W8L1JaPNfTfY57oFRIXJmkuMyK0I+1pi8YuC97mRUTFUlwvGO+98sOMLyYBtdFA4BmWqT2zPS3QJccjeatFmqp8oPIFCvYsOQap9jqOdy3vz43H9RDb03nRBl5V2zmYN/9JSsRDZPOVwuxR3he7AJ2ufMy0Y+sBRNbJ9Vam00QrG+u9rNkqKzalk3jieJOptPaP/YX/vPWa82dYPuSLxNwXl5pIzUoTHHmOm2e8AbxxpvuW7hi0uwYJxOl6Lobk3ASNi1ZtnO3GGe8L7mqOM+DFCg5LNy3eBs7BsJdk5ixcDIG3DboWuc6nVP6WaKMbB+9yGusK4tfykjqbYqMSdyhr5nYZaW9n3W1e+sZsBZTYJvP9KU4B3vtrGaUcLaW1ErcBMktMRIA7MrMQKPmjJTyfzgSf1q/t3MduItsl9wBQ3VyWaDPwzueI8vOtdn9mgPfCQG4Cb+ML/GN8qPIG+9AEycZzh9RPgQ/z1cfj6NIaYNIVOdHm4Bu6GiRgLldbHg8qc66rcoJlO1rruScEgGZcvo+iLgGT8LwTXsbAW+2OtNZ4mjg3BEK119dfS621DTwcRTkHCy0a7pLyLSiICD64Y3dl1XG1fcSSVBDuwEVza2fFPG3oF9eAgSF+MN4xFwJsRNL6y2sojm29W9caOwbtS+u5WbzdIhuj8Z8V8HbXWJ8njZuCQcXXgwTeM3AXBORmpQy0HxuGtOZ+7MqqdsNA2IdJ/m4Nb0G5urWoRVQ9SGxBax2yKI+honKzgt4DDuqhzasWh/1kf91lOK4vA9oAK+0ecJUjIVO8X5Zw3fWsaqIQ0+rqJs++NJuc5ritKa9D686L1DVRoSRfK7YSIxvx8dFYYbCVT58dDGOuWmCzuFbquXyerTZrdD2fbUcXANi6M95WiSmh7t0vcnCdP13tpSjkCDLcA2/SAmc08EMdJa/jWsfcxsqBb70KToyDChNdy1e+wxshnNmWQgVrCbylKU5UT1S2tO8+AagfRjGPih7nVHPkc2WKFOORLltnnul5OC8BiIm0jaZH8kWSrUfoXLQZd4DIV1vLt45xbsmv+fmPH/Bue3Td06Hm7tbTQAE5WvBagVgFi09JRSsy5VLG+V6Wj1UZvyrt7nY4iga9HVutFI/rI+FLtnD5gvSO2BVYSpbemJh4dmrsuX/8L/4X7bfyqd4pnfbcoaCY3XeprW0vuMa4RRvAG0AbAdbIbPBOwDuCYT/Dff4iNHbF1RzA+4LOeEODh98uXdJ3gPCt68S2NBA+wNWyXxgaiQtrNE9QHkQnvDRmblHbEgyqm0nI73mPqdvbjWYqsuryYthqW+zqFuNZXUGf6ENtlvtfdUmtsIweeHOMbSJn4DswDyzOse52f+sOSXkM49pbfqaHswTea21YqmfLApjLfCgW74WO7ALellfbXXt53tl6TO7puermku7crilPBMx7ANGUoTEdvJXMOmPA28+8VksRhFDniawqgG82CpbCVlfnok5ehSy+XtfAd99DtbddRdZuDugtb8hV16CtzQoWqmXPrXZ9HbyKDPkl+bqMagKCg2PLU4VNZmCdyuZ33BrPqIAClqcmbBwKvPN8r69HE7i9qUPQnja0WsGnC3hH69Coz3GdfMxrA5a5S7Z4rx47s4PKonspt+KrC6wGq6dd+SQLaqPruPYU5dvO8tZyBRaxpurd0QlAepm+btaAtwuCsbkOat0bpOuHA+/yNx7HkOTZQLZHRFf4trZGuOJtLajcfgIiMHbA1uYRF2VZRG1zcecaSme8o2Glszb7OHEsnY+p5xwH81jgANtxmcrHSj1kqZaOVmnwLXc79zPfzGv8rHpAIJ8Ukn4PdztuIIs3gXd5372r89uNZ4pfdtdfMTiTKf3IQ/SZ7uEEluIrHci0+dK8IA2uY3QQovKaNdAVG6a47OrSNCswWwCwDMQ3BkdtPlxR1vKNFDNLvMrn4lA5Jit9eqvnQps35Pwt+fcU4C3ibPus7sbWaqnALQA4KY18BTcAGy3ekX46Hsh8iVlZPV6f1cx0La94Vragn+uDziTleccS518MQ+7BZzFzxIqxb7GclqYH3pU2Eyfy32fe3pYuX0EX5U2X6ytus3XiZc3G7J/4CwF4o4KywCNw884uuXB0E5jcBg4F3uRyXOByNZclewS8AbbxPhx4ry3gDrAuAG/kj5OulaGthKRs/CWSdoZxM8DiC+wBAW81sV9o3oZDgPeqxLKxvrSgDwG/OwrcnWTMaJazbwFvc7OL5xwNeI8UJZHmtoF3lgrnDHJ3t0GOR2gM95TfC0vbOdSO1rcti/dWiWv9WrOGb5WbNfGb6VMCd+E8NN9a+hn1At+ljXpPfU0gdQ+jttFrfaoUBxFzQdWtQxBAxVVk7DYBMwq2gWwdwDc5oYFubEgSMiQY+0Yvq6msf3yRdDQS/rEKJLXzqrQFSXEB27I7SMDPBAK14GYENOHVDUHzcfXDI1YAATXKi+tWtO4/uTCMX5mbwm/ZZ4mzW3RURhZGaXbe1utmftevV5CuOnyYBegz71imirwec95NF3mbC9GLj7PmNVu8XaiMrUG6CJZcyQAEUb0O6nlhja/Ahgd7Wu7b2pN8u8AMWGd2uzak2Pdr3/NaMuUTaNjGiNZuA9PR9dzb28bOrd5aWx5HQUDeAiCWQrF3y5LOCtoNBeW3SNuBzLuV4jxEEr+tiejyb4uEtCciNwNns2a2o3mIel5+x5zZmpgJsqRPKZcqbRtlR9mLR0msvrpKYW0n8DbAyfPH4WV1sj3sjvET403OX7rzrF0wNYtRAe9MP/dt/Ky6iBN4m0dQOHLjz6uHQgTh4JHm0cn5xZtB2WytYD7hah6AFteUOIgPO0Ze92kTPBt/wZjA6oy09EbQ+vA9yK+B879V4cfpRD6d/26TEW98aEBc4BrKj7SHNwbX8bp+bfceKiwhKGv6Kexl66oA6aZ5YUH6z0ZbRwHvTcX1WBZbAtzxjHfkkZxfA7++53VnvDFGoS01dkTboNtmbbQKmop8xHlOq6vhky4mDHhYnAS0zes2UNz6lxXotta69dx4Yiq2/0oaQEZv91w5TrpeOKolGmMKloOhad/rSGht1KMv/rspwHMDnYd0RKkWSh3VRmq+1fajmHlfJq1z/2QC3pAGIhOsXdizp9vVCp5nE3jDzRwB1oo1PN7jDebNM9xwkVkE3rhaTG7mh1i8TwHedTBtAVQG4gJrGqNdFm8jfBYR8pMcwfAGC6Ojl0F+iad6LTlMknCRYMxLhmvmEMEuFyAm+uMNvHVIa87IDgPeecZOGTPTkA9n8/Af+w1m2YtiVPKhwNs3pnErx/3K9HksAD+JzomADh/brRxZ8embet7018oZAe+Yvj13wQDRoxv4lZXOJHQDywz4Y3sowQR5Ss9UmuAQhIMg9PbArFm84dIuC6DvqqqfQgr4Cf5YnVUZSr7ZT0DldQ4IknA2B51umR6N5vL5RIyD+HgVmTk2dL+1aNAE3q6EotEZlw7pVVTN1ZLlYF1P1GBp3B2U8EKTDnivEV4G5qM+x97O10AUuuMO0wPvkZs5xz+QRFZcC1DLTc/BNf5i/UZLlbuZ5+iz0ZoQBXvvT2dtSJrmCvi3FuDoOcgy0LqWhDpa+xz2vOg+7Iol/+t5/G8bR1dSldx2xMOPdghMtrcDzmhNj81W++b7SQPg1v46DwbwwnqSrCtA6G6VoEvSJq3QAoE+p3OaKs+MmTXvQq1XyUsoO3iVWAFOD1X5kmhDzWrATfwRHZYSwvvdWQE7rxsD1NFdHAK9g3CUh/Gv1m4Ptoa/7qEQb4UIykWCeY07wTf4hLVP7UEZzjw4BOyL8wopIuxt0eNJtxZF3vvuSgkP2OhAvK2peFe3WQGjC7atQ+cjcQ79c+QjzboXvYO0GTRw3StIfL2ZSqGRh/WZXgVV0WPjZPsLE1u6vByjbB7ze7qZbDACdMljN9extNeOgHfkBT7vMd0sIKopXmqaqIjxvc72XA6DIbm6twaQPAPqRv/NU67xKZY1U/pIjnWPMfKYMBjZKyiP8SrmiLyE6/Wur/Ch4niPLCbaVDESFXr5MAPyOWhW3lFd5CJYak0NVnm8z2umk1hWs3j3Msm5X/+L/2UY07a5zgS9Uemz30xIst+hybtTznRDOMLZ7nu3b9H1PLuaLwFvuJPDrZzB1TpXc7d44zlczi8WzV15rwSyaXe7xkYnCdl4X13E/t1oME4MN1ZjWvWMQ+CdqMW3uLVQXRxxo/MlF4fUym7Uve7sNistzUAUS0D74Z3x9jNouwhpIdEBWoJcwiFRzTej5rpyqhdiGOQpAe+4wZB+Nl3NlwXcU0buLPLON55D5mNExTF/fL4N6kdrfYlJHwrA9zD7pfHszlKexaBbGSOPoxw1dS8I7y0JDhS4jdQWSyEPKSfeTdvmRXyjCabIKpDcb+p10+bm3epqViQxv0wdsvRBGJZQy5cQt5rpFiOLAh37Hs94O0CPU+E8M87zbM5x9pp15paJm2e3M7XP7q0NlbkQwKjCtNYGwaAUTSHc0hebYbVaNUG3cJAKFiXEqq06Xx7vATdpaShAsM1JyI5jkvs/XwPLfCmCzYcBvDO19HM/n7NuXYyA9951moV+0O0C8CY54H8OAPGxroC2RjwCvCzgDZxxdRmo5jo3F/RqGcWz6hXS1qWD6OzhpvXpXiQsvRMgvT7Xq63RBsGxKRhBu+4DQuIub13XJwjNNWGFkab5u9YQf9ciC1PahOZG5+ZqzuBgon9Y1yMdeFqBWO8fB9Eq8v66Z43NQXUNN4s3LdDyMqiBvjj+GG8oPwxww+Jd8wbgHazbBNmWr6ZFk4yltLXso60+OZBwkKtz9UW+xUgXQ5T2GPAFvFuAM4L1ADr4nUoQ8J2m1FMdli8EHfP0/XJQYynvGsBx3uR7nc9znXXvn9NB5KF5DfWV1W9RuVZp2UDVjLYXymg0aLQoqheECkqamv1A4D0C3F7WwcDbgLSv+Rhoz8e/KrQxF7aeVZ+8KPAauZdXvmLzkuWGaF2vdXHwmrdON8QjsS9sk5HFbstS2tOX0q3ld0AdlUFstu2PdVWlPfygurr92UZ7IONkEqwYUkRIqovai3N/+l/7r9IwGlMMA2nizgp526OZq7mANy0Xd0pwNQLv+RnvJeAtSzauLQjA2+72xjOc8YZlHGe/4XKjQBHj1xIoz5PQXKfcnVjyXha/6gRLNuXzEfhFujXgzee2N0ThujlgjOuuRDWoO87XrO7hbG9Pbbcg9yXv12oi1kOL2AsqxuVSQtpfpQUxWs6AUS0sfOBq7vM5XIigFRLJiJrqjKbnp1i893d5T8rT5mBPDZ7mbIG3Cwx7W7C9WSyX9FkA3qO1rA0/0Zrfr2pCerSuudWZZYXnDryjcNRF47Whq0KpWbTz8pRw0AJNmX2btXEDM+DRBFoJx3i1iMz6noPKYfW5IBlnspv3pKir2N+vDxvtNQ4iwlLuAHT5HSCFLrOWvwfeZoWqArS+m4zM3FRSVNDhwLv1YnRG15/+eABvDHK/q2W+FOdxxrPSZn7oWu9c03cDb82A5AOnyf7vHgDegn/ZOr0nPulnhx1MD/m07b8xfUvXA/cqNAalQs/xzMJksmS9RcDOz3dnvLmKsShDlGvb/2y19kI3MXizYHGuDWhyzQhzhjun1TK3cjYlkI2RA5oAbJRDigt5DRif8fPbsFC70sMVhvaMwfLsbHe7Nq9FLK9XxxmIc0u3x8Gg/B3AsQPlFjQw3qogd1q4l58vwBuMAN6gVXyo1m8yPQFsKiekNPRAeATdBjbrPe6IHG/jyvEzQLy0HtSP1jYpXnTmmxJNADf+2ZUzucytNUee58odzZTmF5+NJveA75nRI+T/zAHvLiaEgHccC7+ELa79vBaq9TX5PR8MvHtmUL9x3gZYaY2fnNuQy7eMJr6/ioZdru4t3v2zhcZjvQTFtKdawlJZsbJUasN0vdx/7tf/0n8dEMkyIBjBFgGP8CRNqFu8HXjfK1HNb9824I2gEsX6zevGimXcLRhkrDjjbRHLeZ0YznszijkCrDX3coBvRTcv7/OFMTH4w3gIuDkYk2iUsjRcwXWB7EavNrHW54W6Om1HyL845SguleWjugbRankH5D8ZPB2AX/v+YqNbJvqtJ2S0p9R9UOZdoz5rsjYIf0XhISY9ruyt8Rk9V00H1JfW8xat9M/XFQpxE0Sr8sbZP28gatzvfX3a2uC7WTHBo/9tXz0xz4MC3n0d7VsnGy8KyhzwmYULtDHaqL30KJhrzgRiZVWz9WhD1ARVPR+5Fnd1RTfP3G4rn3VFUK8WkKbrNU50BWXDKk0xuijL7BmGALgJ22FAva0zJWzkORWIW5TlvKR9b0neMu5i7sDABUoBannOEFmzVxrM8+XcJT8FCxbS08oOwYYCBixfaoQrnFvQoiCcWzvr+gKdW21dF5K32HzthLXAZrSx9fl2xUw7ny9At8VHsvBUr6YK1xdxdMziRmtY2Eu8LRqP1s4mC7S2SqRvr9XgaXGA7HOkqBHHc1Lu+myZMs/Tz6JbP8ddPQYUPCGMH+g2HOUgGWfXZi+vjEK19KrhXEkRpLPslp7zxGMboYf2cRYYyEZZcm4QPpweB+PmFtpG5S1nlpf8jDjRIOicS6FZuzmHjM4dJ1LzKn5h/QIfCjxOfMu8ckBAYXzdMn0ORiKe4zaFhvMalI2rwqrFG/W41btZG5XXeCTy1Doa4NZSs/VsfEDnsIuByc5w+x3iFShT6QDgbde8OUiwO4rPFyBdrdoINu5jxvUui7ehcRs0ySccV/7CLwaibYKt/RxNjClFaFMGMr2KqkDb22R042trC3jX/FF6MhBVwbvN4xI/YTptUN6oShyRTgK1zvhSVjxnvrXEx/Lvo2Ngrd226m1/qnltvbbvolONvfayuk3iq+uVwCfIiEw1nfgtTzAMj5e0tTNzNQ8VaUh9TCMfbfnjmLZfbRoCnagzWqNxP8IvWT5sJNlmz7opOuXP7YjDSNab7eeVP813wEgj46C7ARM2Jt/JHOxeqqOStKaw0eSv/6X/Ju4ledxWv/NOzPg6Bngj2vk9uKNzJ9F4M2q5BVcj8Aa4LoHUQjC1CrrtjDeYltxuxk1215W9wvjqRG64Le+t46DB/hQk3hKgVpvI6T2a1E7KywVxQt3HDv2ngQ4OasPMyrcyX8P5XPM46Rdmno+unXEDPXbwwUds896ae093aFT0UdMeNvBe47+5ffOzWW2+skDjgJf8OFgzNJZNsPQ6+Cs3fQUnYsmd4GCu6JahCqQGwGdjSUAN4UN1sV5TDOE8JOUUuqI3wF3LoHWqgRa1X21rAow3TluG08i8r03wYV6T73J7/c7aCAgdUDrIpuDQCZR2HZmLvg4s6UJqQFMTYAGrkngCId0FYaSB4pnjZEK9gdURnc6FYYrqNekW3+iORQHgGD9w9+d2ddLhwLsGg3JXWmsVx7H8u4AAUomfk2WkvX+khJ8B7yrEbTOaJDsxwxLHy+6cNo2hEvOoM0AcFUwCwaU2O29scJLrrr604MzduZ0h9uczDxKsJgscVuMmhNagvc11Oru8K2Ec8+Ysvr6nx3UlENVPkq8JL6WuEZtr1MtTv0bfTqMegK91QWnyWW6BbWu70anGs/GVOt7gDx3whgOveA0tvvEubrN8w6jkfWwgW72JfRftCCjIOxw91fW3DEhHwF1kXq5pW+elPa64K4mYscq46CtWLIOjmSs5yi9rhkHuONQGMMp6QfwIOfL141+BfaBkWiG7ZBpbneEfC9jicfaMDUu8LlL+jAbG5fa8ElvBMi8R8NZca62pLWt7/xxYp6ODmccsyJCxHO1L/fx7O7rAfnUvsgZnj4xk4e76wrUvXl/rLl4OEpv6MVoC3mE67DhM+yXLCQ78s9doHuM12ujqG3xZxFuBVkjppC0Hwev7FZ9G2YXfA8fIZM41Ot9HPEffX63ousbNSzZ6TK+N8bk//a//t+ucc2XEZhFCNfMV2DeLd2Fgd8r93bdvzi3eK8BbruYC3ucL6PYo5gqodolnu2EBh7t5PeOd+IKLKi4EbRFAXLQ5bSMO0zItFJaDv+RknVZ5T4POMM0WCDnDqmZF1boPoLiax+f1gLzegE+izzNGMt6vtof7iP5uF7qQ4hDgjSJmbds6VLGzZcZHdqY+OdlPCvAezVcvNPQTOgSjZinKg2626RrRuj/7GoRfy4iy/W7jvD65VMziRJBfLXHa7CBBUhg2ISPmZ148Z35T6JKps9AmFJmgg58bX9JG6nuFWyH1m8Ym2QS7YSCoG6C9JQDuZ7S9EKWTy1vdr/jdznbnNWfXA7lLqYCNhE7+CwLKHGj3DGnrXu/ZHhayc3xM4BwBbzZ7RfEZ92YCLArxAhHx+Jj3C6MxsuJ0t9qIDGYv2AXja0lYHDKVEXBZ4T65yxmzRDGfAjP+kW71hFHLDSyzvwFN+xpxRVcOqJZvKwHd3qsWcj8H3RrP9UjQ2cd0iMKl9wdpNYpjFzZvZgUg1S7UK/G4LH1QbK5At9UGW+bffFSMltvczYC3gVXKVvzPLISkywCCse6J0XSll/MZji8VeR413ufCAI1Zuls0coxT4S9RMWjD6TzE+6d1ibeszjplAjpX3Afer02LPoC3/cayyjhbUMZ2VZjfhqDKBMQBq/0Mt60bxKiwMWHZNFdzwAPFOuDF37gujM9aSq5JgOpwrr7juVZuXEuLn3coAzl+qAtTZTzNG70EvgW8yWi0dkwJkNfg+n53GPDOPG0t5ooAcSu/KYHnwFv8NAHo0BGxgh54uxE0t2kP8M5KOpZhzfL1pMlo8sEhfLMqUPx4VthjfV73gvaOryVQnsVRkWWjdz/y4nUuKk0HPD0rGYzYbJWWdaorSsI93ml/TTLtuX/q3/jvjhbt7wfXVN98nfDRonuFkd8pgJubRwDe+H63uO3Q1XwReAtQO/BuFu/maj4D3hRQskCh73sndosQVJgW0FqZQ9cJstJtC8Bg3j/TP82YwYoQljvq2jdnwEsRFbcG6BTwfQiTWWpH3kC22hs3mr1pT053KPDuKsTGd6x2IbX8p8B7dSoXhzl5HG3Sg7lFL62N8e9jYbsBUuNv3eYNxpcEiWCRRjsdbJCv6gdp78kvHTCDMAiVO4s2NzAOij2vIFBnL6OGqEZ85VjpTSEHn4KLKIsMbeb+XfY7gv2VgcUG3AulbU10ALwUOA+OpoJ1Na+DZwiRukIog6mP3dqNZx71mGDbAHgF374HanQjIPeuZOCdu5h54LLF24BLGr+zA95N/ssu0HldRCDu7c9juH1tmkaiCl4OEE2gO0XVOFtJFTA6WgQNBstsALoeY8FpVMEIG2XOgbfKIrCOniI1i9abA28B/uBtYlTPKiA480+/tirN+Nr3dWVjNgvq5EvDxpJLTBCRANGxlAvMNcK9AbKolPE84hnlRWUd2qhKKphQB8o/uZo34F2iKyNvGZ97FiANigW/yUEB7mQc9DmRtTuOUTt77mC7RRb3YyW4AszXtizYeHONh9sPjBPoeImtaYJRC6bm08Yz3/ACoTW93Z7AIYTiikPJi8isyGOAt+h/5s1ljYjHNdizGMRxALTX5KmsiMl8aEv+o7GeQxbm3QqJCphKE6GCQ13NexBvNOa0Fv6S3riXsFajR/e+Er3WAM0G0IfB1Sy7sJb2mbpHGigeA2/f6/Jo6vsQeHtS20sj8M7ztyUf+1rw/Q8Dsete9aSpFH/wybS/vu2PusZtMADvJJ525YVitwCxxhiE1lIidhP+jd3UlbRbeacB70ZInEDyMjRGWwqAt4A1gqvB4l2Cq/EKsfK5/Ma/9lkXwlrvC3NxV3IEV8MZ7vMlgJq7mvsVYrpOLFi8ec/jeCusWpesdh7T4hBUN6YwFj69KBeaFor+TP98lLV+i5JXRsQZS11vQaDfPZAn4sEtZr/Ujo4hndKGE8Zv9xj5Ag4ZDlJWbAakO6Alx8zxAcWvJY2b9jFFPoh7vPe2Y2sD7MohTZnDaFKEad4jwUYCjFr79nu/4UAgKPmroOGg24UOU0BW10FZsCv/dIGCYEICchRcmkVN+48/4zqtDwXmo/beUttvZoFwKwSFau1BAjDWoPrHQYaB9CBENd7UBKjRnMX50eew9Zt1SsKzhEcHH6RJCNHh/Ljn9/t7ZSqX1Ut7oLvjufWnWdEb8A5jbnnaHpZ7sAwxnU9wHojmMw0AACAASURBVDinPQjcw0fi2DhYwd7f81DzCICAk2iWc5t4bKTazH57eWA/cz5oje1duIN0Iq8A6kwgr/ODx3VdiF67NZTKJKiO68qOaHgZPgI1HQBocLuOcwxKIGbl9WZwwbaRxjlT491RaSVWYAq0krbKq/NJEf3adWJar2UMmKFZZ2Ve8e/WUZC/0UVsK8uwgVHb1FZGLff++djWfcf4FMA7AthVt/S60qWkcHqnEC4Rn/KqeaJ4EDVa5/HU16XRdY1lQEugeAGBuPUF3wHI9Tv+4Ix3zzPofl4eKZJ8U6rp7LYPMHgC2o6CO/Ff57bZtva7PkWGbECWyeZrpcq7eG51znldI8jVNbRQRx35JBvMWpP4wpYVOvZTWVu/ZyB2sey2r8Vl19NhUjyb0sr5GD2lSJ5aJ7J4h702KNXRjBbHxNbWIEgZW4VibT/zXS1QkJq7obDXvtrGptu7Ulyg2XzUfU00xrpdOWyf45jlz5lW6i7UiSjs5LwYU975g3Jwo0uzqDhca1B4xsMeNmfo26AFNfWZAu943o0DJHWgEYwY970CvAGyF4G3AfD5GW8FTqvAm+e78XaLt+7vfujAm5S1Dry3XM0f1ua9k352J9sjQO0ubGdCt4TlzXRn9kb4OxUuo3Kz8L6r7o0NZFcZDz3RuqvVZnM2r2HbLKElONR6e0DROWmm661ImmtVPYwz3kv1H8xX0nz1awxCHEVse3utTSCI45Y1vW5pcl7Zu9kJJEThPCoBfJOSNcmuFQsCfZABrFEFiBngc8XvGr/weus1TXRnb4KRC9VRiKBrKscCv7qlQdV3oMQ34h30yPGFy2DthQA2BXVasV2QdsFH7mx4ufDjd13j+8fF5ZRCjVm6KKB15VhgJD7v51WR4BOYqfWgPgcH847V/ps1tXd77gHhaFhGFhR3N1+zjMwE4zkmmFU3qmvHVFn/W8qD19qeSlKarn9UCoEG+1cH/lYZUxPqa54AxOvqDtJjBN54rojdAAUkegFXtKv8TgudWYizQqC6eJY0Si+B1VaPZGbbLyuIMw8WHWc0uV+UX//F7lbrt/fJheIoHCOD8RGc3kZbomXfnzmvkqjnoKoNjM89+QTShKMhiD8AuVToWQRZadjAsFu5seY6F25br4pOLngkTxZ8NOBiRzBq3xNQl5iDdWxB2CxrPawS1whiQvB5Bt7GGyytgHkb7RkYMmPX0trqlWdj8L5GuvHZbK9OaCc+9z1mKf9JFm6Q0oA2RGJOM72Sum+b+YiBXkEj7n1mPJSHLAKYjMYflOMWb9aHfwPgzWcVeNtnzLdvJz4wG9eo5bmpSl+CTRTmm5Lt4mFOegWnSorA278vzf8i8E4ZRtikKQiUGPEaIiG3PX0v9YU1YCVJp4Hx71RVswJnwPuf/jf/+zWgbiO13LCWWcwUXXMXnIOAtzFM1ARGJUB9HPDexQC8S4PNujJ/polUtDkcQ43g4dP6453jEADvwNs1qdKcb5PsJz2CD0Mw2+rj4eN0IvBeDDW01dLMRcHL98xxDx7mbHG73tHmvAd4L9ZMIWa73geR4mCaWwDelTUOlVXhlDNYvs1TPj81B94aMbcqNOHcawsu2iWpnyGt5ZvQP1KCwUam/c8CSGEvoTAxP5EdN0A/P1t8swjwzTAgQcbpj9uarF6OEChsUGAy650JT6jTXQTXVbO+j0gQcErnbUwE2zrjKBANIdzvOU0aewPYOgca340AZS0XcHaBR+6rgjD1RWuER4ntreNIs0ZbUfEgV+YEEAOdjOh+dL78dOA9XqGHnmXv10Ic14e9yEGTbVxd+eR0K/F95WVz0NadXZlVj3SEvBWQNwCB5eAglevA5lkBDl1xZfdZVzd1rYJKHxUEqyx/pueKo8BI/+VRo7eMEkiNpFV9srUUz/RGehODrx4SVenm3jDoB1Z3iQdhTKTiHarYIFEbS6/rNABVPG7rT8oyeGTSukdlGPC3zlfrnLWs2HiGSOS0YLtSqyTm3uMKN/TP4zsgDZVydlbbpwvWc61cM1q78qynVQLvzM+tfRl4ayCKfTB6j3pxxqP6dZH4g/MWVtmvk609aktm+XQAbz/GQAo2+gbyUl+dnrPy13+niqqCc1FVUzbrKIgrt3ycZ16XkcZXQF8E3r5Hz4D3SNZaYCfCRmiwzSv+hHMt3NEiZBrMf6SBGozMVnKilo5+tFuOXxzb2cP8gwczVRlSm7XG7uXoMxq1ItY48Kwl/8y/9T9scGxr5FarjMEptTSJd0u0cli84Wp+r7ia3ynXifH6MHMvl5t5OQNe0jhDRG4Cb7sqDEwKV4shuJos3op23qKay9UcbnZIKybYMx3RybgDS9eJiOksbd7rg3Eqc1mgrU/8561+LTVwZpnYBaqMkszdxjeBeBb0kAHZYuhrZR3b70Pa9yDSHt7nU4D3Gls8sHfgobtoZLw+xYG3GJYz36a59lb+5ADvfpwyvQzpvpwnosYdQhsBrraPbYt322Zq5OHgau7zxbIxe0yu+dVHCTh1/Xe7VgPt8Vyq7ttNNFK+Vs5ez3S3e3urcsDANDvHz+byzq8OSBx4+9GqYA1EJxZ21jrOBnad7mKfJds7+LbPDjZsL/Mxb3ueLGUC2dz1ZCir7qQqx4OxSRbXOhGQaZZ2/mb186kHxhks5TgePkcdLUUhcZD/YQLvzBv28vY+3dwz4EAON0y+3hajwZDTAzDt4fPZYpYBeE+rUpDF4IJtjstawRloAFYLLsb1we9SYOGvn5Nu8Rm0bvyaLq0pN9JobRvmBASfYcQ8YB4sTKCRlKuprSdCVL63uwP6cKM35ZmfBb9P5RsIVetdLyAa8yCJMmWNLi46QBRxAmoDqgLH1h6uHTTMg59pLWlttTPeTpd1zRnAiWtZwDvRnl8nZqe463ru5F0pBMQP2r6o02E2ft0RTQ2iQNZ8H90C0/kasb1rTKx2HY6cArzncuhY3smA2WlP6wFj1iuU/PnHxpB9f2v1aT2R/h1TxP0FRQb8hHo2gfeesUIakLDvV/jMutalowXjudFDwlIo80DgHddyBd7uNZGmf3bTzAp5bIYYSoaGfCvXHqnR5/FUfn9uCXgvdWJpUsimAvEggibdzAu4vncPQdTuTrcNeDsg13lvuKIrsEUNAFGYycVo8cb9hohsTjfzeXC1C9D64ToxO18zEhI6hrQok7uQ5oyqH94thuOpfTNYmpxDGNGpE3xW+aOQfVZl7i0nKmX25snpFvQum8VJONhjvxoXxa3r2MpRdzjns9nYM04wAy2r5feLamsD3WrquUVX8/Fc9MBPAtOe1x5mS4HA3nvKPCXNofcKn1LXel63KlELMk8axpdrxFI4zWT5qdGSl+WWAvyFq3iogvLNaIcV6D9fga/LyZprWbk1WwQOXbC0BuJ7MCAhswnd+CoJ3tvgUdXrWbfaNDS0uakvuS6ypNinmr+M8ZBODT04KC7j73YtWsN8qCzKcNvvzApY5X4X1M1SHoA2QEIFACFacbNoONg38G6u6Fv0Jl4t74FuDsN0Zt4w21ctWFxUKHi9HXDoiCytUBMyc3tnIH8ILZZ7eQov7z0MTC8zY1Pth76uDLx9/QTGFMvacW6zge/5WvNz+u1aPl9XXFhcW7wG1ugf60BnpnHXdQG2MKaYlwpz2lwRkFvgM6wxlRH6UtJm+QlZ51uoKYzqGnHgLcUdLfIBdPgefp8bhWiUfy1Nxdvm4i4K0N4NOtQaa+BVEfcFnhGJvFqpXVlWG9zWYFUW8Iy3KcmqoUjBy/jPrNxqQpBF8RyB2eJg0H09gaE0hnjuruYRe1RgzXqDNw2Hck4TnZJDw2NNTHNhy6eqL6LSYkGpMguUaPSSQeKSXJF/H92lXfm8t48NVCtH5Qook5iGadpeR2bHfcxfPeh2C3kb036fbHEPar6KSL1s4281jkKYr8X9sjbnTD743uBHoDhuPApia26opAmEAjqsCiWNVZbmciSRg/jtgXGGcNxkLGfMh2tJTnQ68+e5P3EaY6nn/tl/e27xngmZvsAGslDYJhQQgAxfrhRgvgTXBrzv3C3B1W4XEG6W8Ay8XWsJxjMD3gDfdqbbLd4e1RzAm4FlLN/MHYc8whhW2uh6jZ4NGxmPMfIwWjWtj8cgDclsA2htPT+TVfIACuEmvGTGWatvJEMf2L6TwO8JwHeJKe9t/qlzfSqA3dvOnI4zvaF9Xp3yE/KCxMYW7xlnIq9hdOhuXWdpdibdtqYv1tX3blzzmEEfO+bkHV3wm1NKOjVvsHYMta2QWNu4+ha2ZC1otJStDLAkW4RvU9xKCO6ZhsRlyxssU0qrdiCPrzcH4V05ZqmQNU7CkAJYWRA23yeq8G32CXdzr0FmwtjaPb4jxWQdC3iAhT757wLdUdSg9NasIrUa2gBnELG6o9fz1y4Aa+z8vLgHW4tykVvWEAgq7pdx36M4Xi3dDupX1pL3kUBqDrzHbHiumGTbAviOY7QbeKMtpNt1XiAn3f2vU/l5rKlZe/oWeKT1k4B3RZLrfVu6nqmBckVC70C6yXmweMObsSmfDHiX9UUvR8T2CS7laAlkQgV5w5rTcy8b9BFBdmMBo3ls/dI4Gb8wRu1rTLcQtL0MvELpDUzFoWcD3B/GFU449mjA2wV78GiCcQHvet1fsHjLwCyJ0a3WNY6CB1cLNK5myxIerXy+Tr23uj4sSN1R8RCmOu8jckXv98kqE/NZ4kM+nmF8luItVKOWraTKgzmZJktvLLFsYGg8sl/Be4C3tpERoO5lmq29qgZmswBifd2BpqqSq+1D2o/4/0Z/FciLP1aaxUfDTbW3TmtuXffnI+BttXRDHLbPLUPgbGos70ghirQFaZGvkp4MvIoMB5w0zb8Db6/Tg9H62M5vndix39QOqF1L45D7CYv3XjzDkgc4xvc5f5716FzXGIOU99yf+Xf+x1lxWcj07zNtROgmiJRdNkbKqJGFAQt4w6X8TgHdBXjD1bx8xzVjEXhHoQkL/FTgncF31e6l0c+bmy+GyswHo+1a86VNeGtzPgXQbPCvT+Xjrr+BKT6sxp463lvz+SD7cUrbT8r7mQDeRM0C3qvi84AhV86/BPLn/DsySmeoee633Li2aOXTA7zXFYjumlyFF8is2GSGAo//PldfNBq161FcEA8D5Rdv+VVe8zoUdGxE750V2q/LK2kV1Rig31zI/Yw363VBPghvbpXrtOoO2vXX0CZLoCUtBN9Rz4lGzdqGVH3Asqa4DoqBSDBJo3/OpJR65VAF8QIVcmXVPHZGMkrDBhqYpgHsrHCmNa8KWix0daVJnhwIljauXTvwhf+lcTgT4A1rpgO2ZeHNTsduLcv6/Cz3gmXg3QTbxqbmFm+T3i1Jr8A4d4CXVly3tb4EtusVZFjf9kwW7mKxNkVWvV7rbgHeFli3Bi+DiF7PguvICPI2r5S6QtQEA8yR2lxIjoCcahOsZZtiXOvjvAAlmnptNr91HukmjvVq7t8GfuM8E1hjHZC4zSJtQc6QzteI53HZ02VOAWnMDyCLlEpZudSuFgzB2HwNE+CIp0Rro9a4Op7BFc7Lt1cD1jnwr/Jn4B0MUAnkx3Hx/m2tifh8aX/4bAFvt4BjUub7Tuuj9hFX/Oh3o/OMurhe/UfQmsksA+A9YlZQ2tQXxKKYiOx+mQd2TREzGNKUjitg10pIMKPllbq3aOVQ4B2rYvC00M/N24jS9bmjcY2/oW1NmW5ThNUjMVRSQxrmxevFdgNv8af+4HxslVUu7aXOzEHjyTPdO4A3JrsyEQDvYt2+hOBq0MiXM93nz1/i3yVX82zxzsB765oxdaUJhmPgHZicaXxGk7VFXHV9bc30p+z5Xu1QbnYG3sd0y4XWY/J+lvOcBJ6T1fDQcTjJzZ0YI+8u+1uwz9Vc3E6rdnlj6a2K8zYs19Wn7byhrd5cGrekY7tNHrvWj/3jd3DKQbWrfCyBwKw77q1VUTgZnaszIcPArV97hD6oWRJLG/DWb6ojNNyB7pAp48foim75GWFZ1ot6ppX5WzvbGoRLYD/xfdR1leUk0DZps9VLPT5UECiTgxpZBVsfo0AWOmfCNUeAgBjgwfcwB9sQ9LMghhx+zlTBnwTODRQIDfMlUNHG2QX8NTqN/Y5T4Xm8LslJandsYQYlvn6V3z0CRpMcF56nM9oaJeew+bVLexft0vrczp/XU0++vXJEYKiv6+MsKAb+7gDKuxmP/S10vft5fj2b0TFBtmhW4FsWcPBMRT2HS3n5S/BtZ7wNePOsd/ncXdtloF155WYu0meIs2r9Xmoz09tQU+WKryjTh6qes1WiuofBkuxBzkjnRtcOinlWOhy/iMuMAQ4DjZq1293AeeWXK6RosW4LDlejVaBtwQu1hmTZ5tpDQDmsAWxnVJQ1YKO1Up4b2+F58sDz3NLYGazFDupL/EF0nmlqDLxtRzXFmBeULd4uU2/Ku4PJ7HhEkBWyvLPL1TzwVOe+TrNxM85W5jUlccuPsYuu5g0j+CnA3OajgDcVt3X1ls9GAx3wRlvGfCbLP7MAZ6P9ve6uqUznK6Rpy2iyiUgiFbYCvLMiV/y+vXJvTgHeOKrRjUNVAC8x/8OOkHZ3rXNNWblYtzY1DwR4o5p+YBoT8IqjGxHu8L7rFu/y9+7t27R0E4iXM9937t62M+BwV2pnvHlWG8HVeK4bZ2h0j7eAt8A3Aqr5dWIjV/Ml4L3OJNqi6oC3CZlV6FjRHnE+Np5vXTe2tOl80r+fBMRObPwpruZ75mSteUvueCd26YFnP1VZcSroPxZ4k58dcMY7YaHBuGZfnT7JHuBNzhB2jMYpUlmBHx88wWug7ODCDs+Qre2nAO9uV8LYBW1/bFknpBgAdhCMbTR63vN3CP7a5pqc4hp6F8iXsBErlmI4SO/E2BK0mtu55Pu5kJMFA11LVFIagHdrb7ZPGuK2qOfu2u6gw2oy8C/lNRukoXIpKu3qBB0z8GVgNgreVQqLA2Ou427FMKt3F7zJgLHPlwtRW/vbFuW1AHAO9AVqarmlXj+DTmtjEUIJudFXABDrzzp/8hW6DbxFq3uEsGwZ9J4ucYOtkbDpTSjJx6GjvlWadpmjJdryvMnxCNQS9YP/r4CYC6F8RxwGB9EAvDKsjIA3jnL4M3y+X9LxXLetk3tWjoC6aF1WwRBkN9K2CfsE2mbR5mxx2pR/pqTw9rPxviZkdeb1X35HvIFgAnHeEgAQbZHKTSXkANtvBiCI5dlsa4QHPDPlVbVKI0EZtxpLwRRaUgCYoqv8pfzKyXawFZRmBlR8jxu6e3OdZuVaAEi2jkfAW03C/+au5gJJjaaWXM33UblRWOBXbgkm5YXf4/ct4F1ZI2moYVffb5bKjXXkNLPz4RV4O48QSI5nusd9INcy2jaeboOV199svSbgPVeM9aMeeUVmFZr3+Sy5gqffQ1q6/vhBwzXdWisN34A7HQ3VNWP8hu0Oje8VBttYKradoDs0ZnPMOhkTTGK+38dRG+kXtmTkgyzeaP/wkLgh+zA1VRrlIjXGSs0ogqvRpdws3gDe5TPOeEfgPQqutg685/d4D4G3RXv0tu7XzpWeV2YUNm+cDTIpcEvwWHs+ZH6HcK5PMK1vkJ9EE6owemTlW3O2VuzW4jqySQ8826arzUYLTun3KXkNBQ1aN2aO22LvivDNInuGO2o76/gp8K5z4hFc/Yf5BuNjPrYWeL7eOlDG2FxkIZzjLlMvBeNfXVVNcLX458jE3duFF2/L0jbKOiAwWCP8TlSB3Qi+5yXkvRk04cpmt1jTjT3RlAtmAssReDeBzHlctfh3wFtCfCcIwEZYhQf3AOgFpGYBz8upXxNuWSP+CJGTh8KXCfLHMjC3eDcArmBTzqPrcwtqVVTtje5oF90Dkh8E8EYzRkq8bQ60NlYzK6RfjZUyrR1DmVu8ExBLZTVFWHzw4IC3wLe5m5NuBeKlCEvAu952oLZ1/FhL1ExMXHxMM9/ftVbqGjegi7PZfo82hXQPkmZHKgjMK/D2oGR+ZRgik+tsN8rxF+TVzuLtdVUrc4tijsJx21jNa2fErUPtd3XKPEK09NHTGfi1duDKwfiK4+HrSbik5yEC3fh/pGs/qpLSbiGsAZGvyozUiWRAmvqRMEfem0fAu4FuUk9t1RII78Ab+bPy1N874G1r/WTg3fOMOagrRIIkrHsdEKKtcf8lZw9ZMm9otDdH45VWfE2FJO5qvhgPYDD/+aeZgswUY7VNXbvXgTfmJxrkYPGOXI9FrQzdnAeu7ytLuHxN1l0yCp375/7d/2nWtCxksv02AV3lwd2QWkcjWrccNOCtgGp3C+gW8FbQNVwvNgPe4AOFmbjF268POzdzNZ9bvHn1GN3SERBD1zdkItsGYAa8mbffvGdMa4ERZU3hDnr8iUhyksXcmPRPxECFTp4CYH8KvOvq7xhyR0PY2B828N7cDPZR+UwIOUIwijXtOV9erXEJae8B3tHSXMupYy/Bzy1jFXhzrApPxvWUFNzLDxYQDOcylUl8ugJvWsNzwD3vqVu89X3m2kZ31xapXHs3mY8UskEQ9N2hE9TMsnfPwEQdXyYW2G9KRA/w1gQ9B91D5Y9vwtaW86Yk8Do8CFaletvDshuqnvdAXoY/tK4oO+zcN1Mt7KFzkS1Q0ki47x6bpbtaCAVoXOjjX7rh4vxs2dNDRHV5Eny6gPeIrkN3Nz8+DOC9ZBGOjVM/WgTmRqdlLdErRFZuynorruYxsBot3wioZue7IQeq3D6ooVu8PZ2W9ZxRsh1UnBlg9CTugs1IRvhPf3mq2unMo4/D2m2GGQR3Iu3xu30GX3BAa+7hslrbOwc4s7I4xuXteXWm20E7PllYqoBxI9DJSp14nrueYWc7ermWcGMFeDdFgsak8gcbG+93ezJeX3OePSbtDsgmYJ1zLIHh2sYN4B0940AK7YhOAs9WYA+ye/oaR0LH4Lry2EEw9gNcp9n3Zt4XYQhXLqzJcnMPFQeRse4FVlLoQaBTrzHwnufdwjNRHmhW8+CZVIvslQixpmEdgQazjLrum5jHu+cRGXgvjFZrtZ8V4C/LfYi0GMvcI5svWrz/7AB4sxlpZ10G3moKmu2Hz52p0p28nvF24H1bZ78NeNMdndeJmXax1Osu5XIlxxlvnPWGu7m7mvs93u5+Do1je8brH8BcK2MRn65cp+c//fz4ublKyCD8nhy2wLvOjS2/tvJvEcxn9fkeQl3q20mg/RMesIH8sLtFp4wZ866AvPVG9Jro3Q22hKe0m0WMggNxUdmGmjq23s39ruYsZyTwAaekQRjVuQpIWPRhc3LIOJ7KVw4C3mmf0vmq+PKRQH9ljZUzIKzYbZT0W7sTPForABivXLo0PXn1CXLgm7duEXLdZdBOKG/LsSUT6lEz9h+MAQ4tsRyzaJGc6pyqPXq1a1zwTQKs0Zi7LrLtIQ/2DstObbaNg1+hBSUOLd4E8FaN5K8KvPFAhrp4Ml50UV1ybcx8RH2cmMb6dg7na33U7fd49zLzEgtojPtXT9ACDTYmzNO7otfcTMYEw9n2H+e02KhDYMOANgA2wI0BinbHuFxwqURnWxxwKI5ufHHOfSK6J97v5VXZrDdbq9vLmJcV61a/l7jRuB1LwmkshTlXbjzIc7J5VjIrGysdyRujRgOnIkl0zmvCeKZbrrYC4XI3193eOuMd3cyZhi7pzcrdFETtNgEqVKzsTpGVqNYVAE5/coZ2b0SuYFmxQWPlH+G0WakhS/LKLlq5bU8w4E1LOOdOLuS67kv8hOXwHLfJlOVKr7iecMWX14uzuRW0oykVsLeye9qtK8YWq76LFznIkRIR9OAR1PM6i8uRnwOp+figvPExxwymxvT7MIA394owQCNX8450/YvzawJ98TH+P9N5+F73GkuubM1zqK5j8s+0D9ieFeeyrysCcxxH8rbETaHlHgPv1o+WMoxOYMrCZ/qB0x+ThWe1nMrH1S5XVEVe5BbuRmv9ntC3aUkZmvaJRJvCvmFviHO/iqIkT0TsHJUPcV6WPs+P2+y3eGs7H7c70m/G0XUs/8xfnlu89zR6lKYBb1kmmsUbQLu8GdVcwJt/7TMAujohpgUmB9B9vpzjJoAG4KY12+/xhkX70nShCGXVIg7tuAFzt3jHNlpcjbn8MeiIM1t/5EyvMTcj8CR8NAJtxJYXQV0Zxw7yZzVfZTzHdaBanY7LTtr6pF79VnJgK04dt7TxHFI7hKpjX1vzdQigHLWhKWLmirFj21zX+0ljtiR072vVIV4KW2N4KBCvwNtozgHNHkBeo7AOuikL1/K4gFZw5SRANPZaxPZ45NFHpieeeGJ69plnp8+/9OL0zjvvTG+88cb01NNPT1cefXS6dev2dP369emj6zemGzduTjdv3pzulN8QDAyWJgendSuF4GptiO6J4tRK1VzpemEhXnlUQYH1kzDLytXfBiaiuzkNcT4EFBJdmGuu+Ajcphg7diYWg8GM1gtaWWIQuCYoCHeaAuPjsp+meeh7pIcuaMaklWYIOMqL4KN5EyitQER8rQW2VUHNfZVdYsAqAXD85dvAjwNzAG+2h0CpyAIxwNVwOc0FJ4xpVPRkC4SHVsu/eyCzbtziJchh3udNCa66sYDgIThq/pLl29NmQXg+b6NZVirv56zeQluy9DWgQhrz22nszm6BZd3f3T3Db8Vw0n637zjbjeBqKMejnvNvcw+NPMF/z9eP5fZ2wi5pFEYXv9oLhCVPRweZpF0CZw96hkBl+qzpMOowQ40reJrV2q/3Eq2C9mtea5y+e2Anv3f746IwElCm96W1czZDtr6wRuRBT0QkxRTzROoduJqbDNoUZw7abZmGAYyGKP95bY84BmjP5ssBa3iwBoa3znS3ozWtQO0v/dof7TdzhY7ykJ5JCpqdli6VOYs70/PAdZDvCtPGy3eBkW6Rs7X1Vf18VQAAIABJREFUF5Gv7WCFgUlhNOcBa78xcJ8pLXsXcpXX6ASf9FtvVpyPfdfkBYzkaU6VYVblig05bhznYsYhhz/MgHf5AcO1ZOHOhZz7s3/5fz5NUqwzA8ECGggJWXi34GoA2sXiXVzLcc4bQFt/C/jGZzv/I82kLNcA3n7WGwAcwBsClQdVO3+xgG68XVNeGCeDsRmji4zThYdDCCJqBvNgbgm0+flM+7yiud437Z/NVIeAihkDPwEM2Vb0iQ3aFnNZaxjX0qIFZbtLx485bRDbFSykYJ9XOMsWMN+quI2pxJWDN7Gldg8Eha22xOdbc731vKvrQKVLLnuLT802A+dLXi9RZdrMl2T7FVCxCbzN7fRC4fOPPvLo9NRTT00vvPDC9Myzz3A/+P7rr03/31/7a9P3Xv/e9NWvfW36ws9/cXr86pPT5cuXTei+MP3oRz+a3nnrrenDDz8sAPxOBRNw+Sb/NxDHr9240j6ujppgob+toz6uCuzWRz/vebuEEKftOB/YQ0iltibcJdIFKaQV8LYyOCYebAkNFoBU/JSWpgImtv68nTeXO/DWq6Yhj8EQtDwNgCt4ztwiIxBSt//V+hqwY3pJiALahebkDtzAkyvfGbuFaZVH1j58Cedrg7CJpLM1cJbAm2PU6l4e488O8KZvhl1lFOm8AWFZot3FfAa6cSUYQTasejKg0LUc93jjt/Ks3fPdZMM4dq0u0XbzYFim4Ki48bu0SSjBwuwGlAsGxKlANNrzM9o1bo+7mptnRZQfo+WZvMHL8eZVa7n2oQr8y9g2I5BoXMA6rBsyWC0lrj6SewP5M1mSbu5tXBxMR+Btxaga4+E+3ofsCccC705eoRjQ+MoaIGa7bTi8hzn9HuC9Vod4p5VeI4aPgPdcWTyXpfYDb9TItpv1vD9Tv8WpIwjuZbI2R9lrIdDIooFw2ZNXWfrN3u+XPwR4b/VMc7G8V23R62nAO+1LW41Nz6NivUY893W8Uda5f/7f+1+2d+gdDYJAIJpqzBXM+nYNplYYcbFwA2wLkJe/cEMH8C7fNYBy6XEX8wuX7Coxv1aMwLtcM3YJ1nC4mRcLuG/eBtj9jLc32Zmg33m6oytM8lPgvXekHmy644Fj364cgfKQVm8t/qWy9gi/DyTvqeDRLSBL0SQ2Bm9Pv0+dV9XhGxk+7hGIt2edao4doOXYeTuo7A3gvVXWoXRbN3GMq+0KLghHfurCXD8GY+VHBN2xvbFt+PzYY49Mzz3/3PS5Fz83PfrYo7R+f3T9o+m9996bXv3WN6e/8df/+vSj8vnLX/nK9PNf/FIB0pdgF+Ye8PzzL0xPX73KZr37dgHfH3wwvf3mmxLii9kJ5ExxhUKtA0YTKrBv0f1d+49Lq6OxI0Aw+uDn8qaXF2WHnh4JoINA0amHfF7ZBA20oqK3/ZMeHS6J20A3YA0aRe/9zKESVDdci7S+Re0+H91fo/0mqEsSnrECRBp30GvtXq4vA28MtQEUWL458m7xhoWweb4pkJUBmnqVUrBi87GDHZvD0JCTLd4z6WjOZ+Z0HYB3NyjjNdKtrdj2pKBfs3iTvCvSms9EtHjXLlFWw9V17RqvuF79rLaAsZQ9DsD1G/IClMu67VHJe+BdvFiCMSaWr2XjLujNU2SJjqosh/mmB4SBWTujrf6bJ0UAw/W6PE6dWQbrmW6jLXMX72MNKH0LNlgKgIIxAW+6mlPrI0VR9ZwpKxSlw1iket1VNwMe4wHGknweY8DBSiMh8KHPebRkN76lvbHy9BSwbonmRmO/tc90SpTB/pnzr5W35Vre1WU8N4K3zNNifxx01zKiC3lIuGQJ3QLeeezG/Xbe0Csut3h1ez4yhjTaGpWTA2Qu8puoEHLeXhLz+kD7bqsljtbM2yC2YUsG2aKtrXE5Jf8pealOiopql5d6XcVi888MeFPIYWPATMVECbBh6S6uSATY5TqxBrwV5VzAG5pSgd2LcBevbuZyNT/Ps94A2bhGTMD7HK3bLZCan+uWZbz1vmouV33h+vHJLjn5/OKG90RXf91qfbcLBL1FVD99bhaMk1VD80AYh4ztFvNYKuuUhX1KXrTnlDPxre7jNIJ72n42wBvyDADKuub5kLk+deyEWZcJds/YdMLC4rVqVs/K2jiWblH/HEyoVSNrFHn/ghuwAKpAJF0yy3cI7/h85coVupM/9fRT03PPPTtdfaKA58Jc33zzh3QrhzAPIfa177w6/e7Xf3v66KMb0y9++SvTF7/05eniI49Nd4rAf5N7yv3pclHSPlFc0K+W91NXH5++/lt/Y3rs0cvT46V8nAm/XfaYW2W/QSBlWU0gKNN+TTkae089J2cBmjgOaSxIHyZQSz/VFM2W2qF0mMYK6w3gh/G1Q2BVYKwCcpxYgXLskS34mloST9b72dkWNb2jpE5Y8i/t7KG3yUAA+mXR31G5gHeUKmR7Jo11bCK0u+55GXjrzKrnJ+h2izb/wuutgW9Va5ZGVtbO4QrAqzfCqdHlsnxOFu8cZbZ3NW9t1xrWuLdX9oTQk6ak8JTjRbkkAHuubr3O5IQG6GKLRp9rOaEZbqWSYpGtNllNgc9kydbbX7JYKxp5BcgA2XQ5N9Du7uT2ne7oiOGDc908220KJFsnPl5qggdrk8yowWxD3sajgV8/Mx3PTjOIGV3FPUAf6FLeFEZlBM+kFZJI+UsPGE8PBhC9KDTPAvaicQf1zJ6tzjz/TQpkF5jeBpEtAFj2GAXhmRLjv9JpW0ZuuXYFYebhlGfDMoy39XharQeV2SyiWM/HCVJrexbBbFwkaf8bgs+1PSspvbOFuy+vgZ894H4/8E78yuZSOL8yNaOt0Qo0Uk59iXJV4wU+mWtzEy3e8/rWFG5OjzmX88xGM5KRI7YZyQ+HAu/l0RmP0Vb6/HxOm2jhPjo/VBab1927/ZN3PWzg7Y2K2lOPWM4AOAimVoLjINgagDa1qYhyjnu+afEuMR8Lg6K129zMEUwNbzDJi8XCfeniZWoPPeAatJ71XDc2aruaoRIMmZoRbdjotyY3Exyi58apzBEkY3kiXKsMn8T/utcpAvFW2z/Nz08ldG4n1Oxs9dI33JbulDE/i3bXtm81feH5qW04Doi78LkGJdc7tNTuffO4f1M7cliH2U4Z65kgMuPW68B8e2OJKSBMnd7zBhw8SNW8zCULcBurpcArUgJB6HPgDZ797LPPTi+++OL0zDPPUJC9Uc5rw7p97dq14iV1m/vExWJJgrz86ivfmv72178+Xfvoo+mLBXh/9Vd+bbr02BMFeJdAa9TGa9+49dG16ea1D6fPP//09Lu/89vT9WvvTy+99LnpsSeenM5fwt6BAJ1FaVv4OWRQHXO6Y8GiZNWjNyAEeVRcPudrwbQimiWpRi8nsOAqJ4/q9gvfg7gz5LOIqqcC7wBQ2ixYrUyntFR2pBgMrvTO0c29HNUx9+iofWSjZUXHmPJ8LtG+rnVzUDujDowZlV/8UHl0p7wJiu8aodmkPNp+bO9263Xnbm4VUumjZlSlu2+uDeoI6DiQh1IuPstt505Ryr1fIxf7zKkva7ELVJb1O29KVAgK+NfxT4KAgyx/ntdY/30pMFZPJbWsIHfEeXC+61fgOdhucQwU1wOjUIOm8Yu+w7oNhQzBN4C13b0tmitu5wame1fzdnWflkg7Q672+DnT1heCVdKHg18dRZAhxYLxmVu55D7d0eVjBoMNq6oA2mUyA8F+BVhQ+LjizYE2am/eFG3yBLzjdyJcESbb2ytoWj/UxvPJCNTJk6TtMh7mopPL8jgI6zSjdZ7pq43uwqfAhzRNWgtb+2GWLVZBcKqD45GaE/HqvKzGP53fjto4avMS8Pbqt/rZW8LBt2PLtz3lOn5o9OMA3HnzHC04qeVR0u9Ohhk0xyEdAuhav3H2Sr+2t0QEPkMwYZ1y8zohFhDFeee5UW432XODaHv5JzLYuANvUv4RCXy/PyIruMRZuZr75EbgDWZO8M3oswVwB+DdznkrMi2YMdzGPagaAqp5FHMH3pcvXSmgXBZtRjkvn2vkc9NeasMORGpzqQ0Wg+QixPqARWK9X4lSedaAN59TwxmIM9HAKSDwuGn+7OYaMtAt5E2zRtgYOyZy3FhsMeU9pZ5axin5j8vrMIPccfcrw/SlTXB3gYOEx2rv99R53Fip5K28m8A8NXCtvJlQckYWjQjEvTmRZ40EMq+agmLgfnVfKHsBzmQ/Wc5vP//C89OLL7xIb6ZrH16b3nn77em999+nBxTEqouFf2PvuFieXyi/fLsA79/7HQfeX52+AuD96NXpdkl8514RMEv6yyXQ5t0bBby/8+Z04d6t6XvfeXl6/bVv0zvq8pVHpkcff2K6+uRTxcJe3iVK+iPlLPnlKwWMW0BOCC63S/DPmzcL6C8W9Ht+3AJ03zaPem0L+ijrKRAOPthGbKDYLYu+52gcAED6K8RceHMwPaahtvhcKBVgySDeI1JL0ZFfXofymlAtqg1JTWi3ljIPzunaMOTklVaIpktaB95I6G3gdhz6kABoPbnNY2MedE0gS9Gk+554VGp3NY5PJYzK2kkX4xns7gtjepvLVo+DbgxTTp8aMwLeHgwPYxKHVpXV1+HAO9fdyprdG0/FjHt3tHScT3Mb78G3KYxMiEa6GEitAe8cobwFTJOrOdaORzYXODfja23EjNYjgMEQmQxXAbCBY8036AHoVJ4RCs7nMl8DvHimqTM3WcqEEgb5L10BRit4fQvAy2jTg2iug1qWulRdzb3sZD3P9x9nTBPlSeeXBGSlA50sW+rK3+lo5NuzsaJGYE1B2K+ghW+fAuC9buHGesw8r+dzW/ulKy41cT2427N3twWdgff23t/zKaNFW9LrIuqSxXvdEu71LeGNRmveltHtEHP676lnrgBeorWRCDkb86DA3UOz/T7nuG8faN9T/mpfoobowMLO/Qv//v96gEi9XbozVbkjKbiGgDdczW/S9dyt3s36Xa4TK+spAm+3djOwGgF2sXgX4O0aP50Fv1SBd2WaphV14c+XaT7jveV5/jCA9/hqh/UxPs5yuT1vDyPFQ+3vGbofH6so2WLka2N+bN5j88W2NO3rcawhtmGJXk9t56n5Z2OfhA48P/M6NsoUWDtMkOjm7QECb8opJh0oCqyiBeM3CunW7BHwpoW7uJJ/7nOfK6D3SV5JdOPGDQZEu1aCoeFIEn4TvpVAjSuI4AF1oYAYAO+/XVzNr310nRbvr/zq3z9dfPQJAu/bBSRDEL5UgPe9Etn8/Xfemu5ef3967+03ple+9QflOrILxSoOi20R2HklZQHpl69Mjz3+eDlX/vh0tZwNRxC3pwoox3ccaQLoRqT02yUmyZ3ilXUbXlo18q0EeMdj7L9NgiKXC4D7dUy9ChaSsXYkgV+kN8tcmPc9dBfBi9MAT6DbMS+PDp3XdQx+OuQ/6dyj18O77quAj4B0HkHdfucgyO103n4DsgsMD1VWcMIAakUWgKebAS6ZdmLmMqpmEVXAtfAyoNTO/+YovH0jKm+vbsl67regHAW8IcygUWcKvNsYjYYxRmbm+OsMgbmQNwqJyheBa8xXPOON2AGiT1q23QWd57jdNbxFN2/HG1COrhZzF3VeK2YKgKwyaDQioZ9vGpLBUxQJPEa5pxIGk2KgVgoau//dQLjAsylbym++LhnZPMUH6PZ05LMz4e08d2tLHu8MxtsZbwMw9Xy5etYF+g181MvNsql4qJROWfaYf9ea4+oL/H/XTRS5Yz8F3gscauHnJGMeknk0r2vge0sGXXu+L++yUm+9X/uA92K07yyzLADvJUm0a7UHeHXFpzV8UYrdKS8N3cfFJA+Z8i7tmQNvav7psufuSAV444x38Qu8w6jmsCjg7DeCq+l8N9548cowt2LTLVAa8AvFagHQjajlvhkjojm+x+vEyLCCGxAnxakZe7fPEuQAY/dLIxeJVcMbVdXSoi7n7dN70iqEUY44ltCPnuvPZMZF6+nmYYp+fLeYz9rg7BGEtwb31DKOyX9onnr+0YTopt3NszDvbVZkxbpnuSmrH8+0tvq19XxxrlKTjmmjA6qlOrbaFuvcTDsC6TuH1cveqmMmmxFkS1D3eBrg39jD8N1fAMJPFFCLs7pwEf/yL32ZfBxRx98vLuW4CgxNZbAm2wDFv2XluV/2Blm87xXg/c3p94qr+Ud0Nf/q9EsA3sXV/G6xduOcN7gp9oOPS5733v7hdOvD96YbH74zffMPf4/u6n7CGnBRL+0ryAePqSvFIg4g/tRTz9D1/fFiHX+knBXHtWWPl3rQ12tFUXDj5o1iFceNHEV5DGWyudDzvCjcQ20+wHn4DKCjWsyIyssTE5IdiyZh18dPZfU8bP36EwEovOpd3hkEW10j0N7X2wC02oGMaIsjbykYCLrwjyBPrVVUd5dJonVqnTB9r27Kl3b+NvJufrb9s45t2Nija7AMoypn6dXKUIrajhrYzOvDQ9u12VGTIGoXc//m85cVCN6XtbaxTaH9XYA1H3/jp5pX5LB5sjkitzXajMBbFm0Ftm1vA+GQ4exebSqRmNYCqqFegup2tZjyKy+UaIx07gECfV3Ufmg+Wv91brmduS6gEzfblLePOS3bdi5b42ggmxZvA84Aqi7ZuYzFpGXlmyZFY9mkP+e3PNLIPBYgLQW262gwBzgz67mv1xZ932gq8AD1ubneo9JuTmu7Bb7nAC3IsZVgmyKvruOwVheJf/Ag7wf+fdXgk/bzXMa5AHDIGzYATyc7OP+xtlb69u9Jkljbf+sK9Q9xHna0az5cmT/v3HzTmhYParSyxQ/W5nOJ1/W/p3Y6X9tFKG3tMHlZ4/n4lHGgXsLzocpy+4wWlJDrshveOmmtlW2jsd98ELN8OZ6XpdjBXeqlrcMU0buGbJDoTIE39yNqUMWE3VVJ4FrAG/d34zssCQTfsHbAHam8HERDQNN5PJy1K+7ncBcsZ/TgXk7gXRgdznvrXu9eMwoXdaSpQpBv1GnzPcTinceNrkHLe/niRn+MxXde90rFx1LBQ8p3qJA/albdADbuRO3ymgB2bDdbhOFjSzjdenrM2B2ap9dKRpCwb0OJa2qr7lM9N9bK36r7+FnczlmDCS0kPaRtY+th2HdGwHu7iZLLgyC+lSW22dcC/gJoQ8ikZYsb6Dm6k8OK/LmXXmLAtB+UIGm/97f+1vSFL3yBZ7dvlXe1ZJnVNO6kKAU2K7ioXoTFG67mrxbg/du/NV0vwdUAvL/0q782XSzg+O7dEsATZ04JoC8B7U7vvvnGdP29t8t57/enl7/1d4pQq3K0FRehmvd6tTukW/wOgXLsOQDiCMr2eAHjL730+RL87ZnpkcceK9HWHyPAxxzfLMemrhfX9uvXy/3hBOIlVgmvZULxft45uarWcRdAEkYSqPGXC0gOvOMUC1gvrcX5eq1gqoJ9y5sEZdZtbevmmsHVPOhVELjYeO3zAmWwehi4iwBPELwKlaOrgOb7G0ewKiwEP9qrA97hHLBS4Pomz8tpNmoauwyzJgJzgbNuDiLwMuDkoFzpSpkpcJumM85lOpdpskhXT9jOO5kl99m+d7s/gXCLBh6Bd6ObAMbZPotlYID7XrkOrFq8q+xmwLq7s1syHeQ1Ei/rLgo3eFmEfA7S5+CpKRDoLo7xY8AzzQFnyl24YWyxIyCaI4FsXT9nLuN1TgROBZwxOhZrQtqZquvwoGQVgNj8oiuaf3epbfeAa61JeeZXKamhVrDNSQbaOQAalQHMYme84yQm2cTpm54WbFsv71F/MBABu30l8PdARrs+juZta69eAuusEH0ITEysY1memJe17FqOUuzgjvp2YL8ThLQ9bNcwnUkiB9xz5cpYxh+BamEd67ytlXnjsru4eeQc24t0tv3cINDMooU7ye3nwt7nzeGqy6Db+XOsewa8jQxmwzcOhLOIqfeMy0Lde7KSp/25/+B/m6+CI7EdsyGmiAFvXUeB8z6yahN446x3EVQYQIcRaQW8wUyo5bTgan7WG+7nF4r1BBaUCrzhWshAa4h0noF3b31wLqU9L+5ybYjyAuTAjLibZzFhZFG7ZIw2T4LXv1r23pn7CU3XGPNo1j5dg3IIyMotX93MDujmIW1wZieGcBjwrrPhsv3K5ko2cUpUsBFwCGNySJ9HQ3lK/jVt/p5yO8EnWyxTY4+mkSCgHNImnzPwMQdczF8mH/wY1uIXSzAzAO8rxZ37ZrES/+E3vjH9Vokw/otf+lI5V/0IeblbeBqFWcdKWbBOE2qVfYGu5rB4A3gjqvm1YvH+pa9MX/q1P0HgfQ/Au7ias/5yvRhA9Vs//KPpw3ffKoE7r02vvvz7xXJ+kxHPz/Pssc5NIoPkbkQy1ztu+hLgKBFPjxQQftFc05965mn27elnnpuefvrp8vvl4p7+GNt7owDxawjuVtzdb94q7+KqHscW1ZkYrw+Uq5uVGtKT3GT10vLpz9yRttwVnCNladJ6tRIkiLIOref6l1/rISzLDTBle7cDddZnd9xmSQp7PNuJfD34aoKgt9daZBZayzhaet1vDoY6ayNHxeyaFWT7qBXri1k0gc8cLGEu6aVcrZ2tGi+7A1Z4XK2YETC6xVv14SI0tqXST7Msc2ZyfVvA2z0/krW10mblqU3RQVmL4Nvpxrh3nfN+ld0ryqlqFCEI17lslWNGEzsiGKOdx6ODfi93i4Ru+crEii+ILj3WTbPmGSg29OgB0VyzAllP+STTQR70caTnIwGvWcGrJ4OoQVHNfRdqQMOHHO7gmqvWtkhsPlcVHMODhYSKoyxxjo2ugnyYvSpaYLiezmRNnx8ZmMUk0nIlD5qDMvHb9tL8RvAFHrex/S6uvc808LZx22QslsCpZbQHjsZvDRLsqTOW6cqexifmPKkv02m3o9ouidP2qC0dHWVX7EOJ5QjgXY9mcR+JOKypTviEe9YceN837wQ/mlX7mNCr77M91LM9rK95Nkx1752tLrWYZcexch5r7d5DA57m3J/7KwPgjYKOoDK/x9uFMkXBtOBqvNMbwFsu5h65FtdO4Pw3OCK0nHAvOm8Wb2o9C7gWGIfFW1pP/A5B6xLu8rbfarTHpI30CU8nwWZjlC3gJwFvaE977pgWiKb4mDHeIygfQgAPM+0p/e0tQRy9jWXU9+yUcTum3aj9lDqPtbKfUqevFQXqmcGiTVLxGEpSvCWOmHJvPV+r7FBL8GbDz7JtB7jRjdr1aQDePn8SnJv3UFSWQCiEoA4LN1zKf+bzn2ekcoDVd999d7p5/Qatwq+//r3pG3/4jXIN2C/RgkzES+DZBw5ySyFWNXlxKRtB1s6VSMnfefUbBXj/1vTRhx9Nv/Cl4mr+9xXgXSKVY9tgYM6y8RB4l3xvvfFH04/efnM6VwKsfacA7zsFgF8p+wmANzZtB7R1TRdBXsEze+skwVRpq8CFACyc6nCrxqOPPs5r0B4v/X7hhRfKNWhPlnPiz5YAbuXceHnj2sxbxaPrVgHhAON437p5q5Qlvi+B3lZYZyFt+4booI8yjzFCUzk/GCIqDpyKlter01T8658jX/U5EMBXA+taGxhJ6jrnABn44l/vZWtTrFvnxc3qv8En3CrkveS+iuYBg1VrdVNrcGcwC6XjYVSRz4J3YL5aO60WfPd7netPrJDfqkKAKhd3iZeXQ6dsScA7e1kuKu4T8PY74XGGmi0IY8yvBpgrJQBQd+e2HZVDRxKuAwsWbbS7BltzV3J7rjzt2rF6fryC/gC82SCPQO7WY9GTjqKEIwSI5YDxJJ8JZ6HpxYi39ngHKR5MDZHKm4XawbyDVF/H/l0KpuYJMZa9/DpEV34xsjj+2fnwOFczoJ3oJwPvqtwxguxB0DxgmjOHNeDd6Gyw7g20Oz0c8vczD7wP6Kw7ro544aiYY+XAuC4rHwu8JNa1yBOCcvjQtmUeqpsr2msWmHFrDM8QeOfjU9j7M/D2dch1vHKu3ucz64j9xootxDCuW+1h3eRtvVxfaWdd3J2NaLF4/+/MMpvwJQf4lUk5GXgXV3Kc8SbYLsISXMnPX0Skc7sKBsFxYAUB8EawNd7lrbM/9f5uA951ozfB5CyAdxPWxq4LcVGNgLfnP2kBd9rOrRXy6Xm+pojYaiXFzBlhby2jrVKPf34MaDw0T+7z3vx70416f4rFuzKmxJyW2nNSO5OAe/xMznOe0i52XSht8bVWfn4mgLVc2Cj9UsUd+EpFjoAZ3KYvFH6LqODoEi1jpXAoTSEDICo4ApJ9vgDup0qkcljSEDDtvQ90Jdi9EpAMrzfffHN6+eVvFYv3LxV37Ud59plRiO2IkLc39gUbIM4FXgL4uX+nAO9vluBqvzVde//a9PNf+sr05T/xJ6eLCNJG4A1EWEA64n+UNr9ZXNvf/KPvT5fP35++WwD73dsfTpexPxCwOvOMZydhOY7XRZp1i/iuH38JKLLJ4wmAACKmwxsLrumPluBszxZr+FNPPUklBKKnw0IOt/nbZdxu3brNAHEYn+tlrG4Vy7iOWTnAsLuDGafE2xutWT2wAwzztmgPX6KVOcgd0aED6U4YEka2e7wbdQk7e3sUaA+qCQfgft94B0YNkFeQjlGEqyGXzLjtnV6BfczB0qJVEJ5z+i7Q1srknhuMCRxx+y4X5qAsZxmtr7SllucAfBF8k44JDPW77mNuGQ1OtoJSFGXNe5dFtBB0QD7OHDNcQm8vuvfD0dv4Da3eLMwC+9mZbIBkKY00kUgvS7a5qQd39R54h8BqTK+rwgjyTbmo6Qy0RZrVeWoBZwFwBh00RZuUJWbZrpHFDYxbfB7NIQwsbV14fkW983Ezt3MoQDjfbeC6c9N4UsvSAMY71UUHBvBtPvGbAwBOL63xdpQEfQlAqKMdlJTPgGNSMK0j4G3pOZSm8GLd5jXg891kzwy0R64hRFXGAAAgAElEQVTYmAiN0aH7WQbeLocctA9l5XP63imn0P+w9OeONQe4mreVtuvTxonRYRlrsnsG8LmAuVKup0PR5VjAn3nkpMLX9JdbwJt0smvEnPm0dcbz3YPKE/lW3gSvtIgFNCZWO9inreGPg1Ve6xBq7/JvJbaTH/0hrwtExZs2uFM6x1U/8trYBbwHg8Wy2fb9rwK8/w/x627CBzvtjjKPAd5yR7d7vIvVogfehXmbxRtW74vluV81caUIOxC23AJezw3aBskN3Zgn+d4GZe2xeH8agLc2+R2T8WOWZO7Cm5fReodPUXYcAnCWWnHoBhjLaQLu9qSeVE9HV+IBZHobVlxvVbQZVuFsYUc4qZ0PEHiPGPL2qLcUW/3aGstDaG3r/tRMQ5K954wwA+9277a8jfAdlmXwWLhWP/fcc9PP/MzP8Mwzbqb4UbFwXytu4LeLlfdOQcO0Etvft99+a/rmN78xffEXvzQ9UdzDP4biFPE7EECtc3duxHe+0Bug8KUimN+/d3v6zivfmP5OAd4fFuD9hV/88vTVf+Afmi498TS80dkuAM5LcEst+X74g+9Pf/T6a8XKfW76/vdeme7cKMD7IgRldF4UGi1JBFOdFl1Cf77XuQkC6dwuoqX7q5R1oexRuKYMbvWPFyCOu8qvPlmA+HPPl7PiT3P80PfbxVx/vXgFAIR/8EEJOPf+B4x/4gGmBFaa5XAEiu+VRAycbXOa7wf2ZlXwNhA2Mm23ekwgsrHJiuvRWV6BbAnK4huyrlYLOuQMPoxRtM1aamf9RvQZ9+45148guQEjTmuy7MzlHIEhV95XMEUQ3bZZfANwo+gG+aI883O9hH62JzNX4KESIoOQuhBYJltAHVhyLqp7fqk18GG6h1uAM8mtAtV48c6Bsi48sj3BtilJHFzfL4oy3VtvANus5nVeGcXc50nrufEJjmQvM6Jq6ztBsxlEqrziZ7QJWm3NWECzYgtXWeHogCzUzTqOGnV2mijY6hbYRl5Fwc/U3IBNNnr0Ac1svrt5tLl0pYorVkAFySOhcxUvTYhBJp3mOhqJzfQ2z3hzT+lZ9uRccMy1Tv15XT+D2xLmozP/Ja4/58+be1rcU3I/2Lx+zxkBHm/Jgwbeca1lsLQFnPeMnytxclrRZiNQkVX8vi7Ub8mva3M0z5uVN2rt1jy3PmXN4NwQOZtH5w3J1XxOC83TpNVX+Jmh4pmreRjoCryzKz2+DzDgPmt7U0rknb9bxocC73/xr/yfc+A908yOSS5bMbWpaiPVlRK6z9Ejl7cz3nZFC65pQXRY23RhYWHANHc1L9bv8+U7rN8InuPnucHoEGyNbulm7e6Ad2iuE8DWoEWVjzREywtBj5aR/CjvIuOdrdD15b21APcwh89qmm6RHnCVw1mMWdYEHzOG+xnb+oa4VvdJdXRUDU5iQvSaOrVjfOEL5QIJB0Nt+QII3DuuM4B6gM72lDHa2qC2yv6kgHdtt7GtET1T0DelhkCDXK2xfq48coV3b//sz/4sLdwAje+++6PpvRKhHEeIAFogtN8zDbYL6m/98I3pW8Xi/dWv/TKt5Hdh8Wa0YgkebW2GqOAFBMBAdRmB2+4Wl/Fvf7MC7z/+C1+avvYn/+Hp8tVnOuB9uYD5spFMPyiu7T8owPuRS+end996ffrwvbeKy3opC89pk2zXDInWeuDt1rgKvAnemuUbQN05/3k7Ly5gKEFZGEgohFhCh42nJwr4fvKpp4uXAP4+VZQXzxOMXy2We+x5iHVyo0R6/+DDD8qYvl/OjCNoW1FklJgoXp7GTK2GauI+zqcDj7k2P1jpunUU1mAN5FaD1VjKAQDw2MtI6m52Xq4DdAdqPpRuFWygUQC8f5XvBuocEFbAPwi2k4F3FuRFQwNhMl3dxllKoAl56Tps1lmXaTydsHI7FgHFEY//w0penrQ7ms2SE4Vp0kBzhWY06wpOs3zRvrcA8pKluAbRDAfelLGg0NB1XQJhZskuCQm4zZItZRtDoDXwXZ7zrLeliUoUgvdwxlvzUuo3ZYmvmR4Uq+26UUZg94J5tWgcQUAC3Lq2SwHt8N29CDgPtCqLL9Sjg84nbA5IkxXEo2jl8ajk3j6nN+cvFWi7UqVOBFeqLSwHsIEvdXEETLGTgTet8I3CR67om8aS4X44klpF5763joE3eNo6kFvbp3wfiGs9LeCevTxE4B0rlifH/leWA0dWSvR9WV7cwgTiFbN6mK3Pm4F3ptf9vVLKw4D3YXLdvC3bwJtUGrrsWyQt1uFBL9Njn5kDb9L6IcDbr3O0hlNpbmyonwV56/jscJ8B/4wdRnN99maQr/1wsMW7Au+OmQw2sQElUHCKWhxj8r5Z+H2OvHqlvHXGG8HVikBBoaL8bhZv9I6u5QDeBXAzmBqAtd3h7Xd2g4EKeOuM9yyqeXXT06C4y8NmFPM4qNwUlqH6skufTeICaN97t+JZAMVDF+7DSH9Kv2aM5ZCo5mfcuS1wlas7NH23uewEvZ7nlLqSU1dZks21cXMIyTJmnGlxQ9gCoIeO4SH9Pimw28Ymt9WOrX7PFAor83+IxbvbnJOQ53VG4C0B4vz0ZAGKL33uJVpuwZPhIo27t9/70fs8w+15sbZ1u7dBoGIho+t3BN7lei7sCYjhgfQu5IgvGPA2OgJMpsX77k0GV/v93/ntAqI/nH6uAO9f/gf/1CLw/v73XiPwfuzK+emD9344vfWD18tn7BWlfOARgFUqF1x1atf5mAAfeRQCuki061VHrsyF9l3g21/4bA7GBiK4acO6X8qAkhl7Gu4Rv4Sz8Y9fJfh+qbjr46z40+U6M1xjRi+Dkh7Xp+Guc7xvlbHGninvMAApAG9TJBiNYL6ywKOWCZz5mDcam6/Xvi/2rSRjz+yv01IFyx2NiotUt2Wz2nbrmYMPa2qzfGcAHtO3vdsmzeqLtOf97BXiaLAAZp0hs2r2/MWUJNWS2qxR7LMBbfYb7tEGLgkQ64yrRCnYDYhSPvKzyvq54r1BALUshFbFJRViUmBwHg1k6952s4rbWIJuaMgwi7XPRbN6+20zwNelBLtr2wF2PS9OcO4R09thDLfoOfB2jwHKNgaqXVHhLvxcAya3CVDLco0gaj5mUQnnn9u57GD55rpqCg1OBubIzoPXObAJ9vUsWTXMa6KD6HpeaQWgm+2VMoHSpCkCIv3M5GDUFRUwg7nu6Q+TOwJPIxk0gaYU6LfS0IZhYm2fOnpf4QJJ/RjIBbnuKJtvWbzjuKHoLqp5mN/Z+CZ6IJ0EfsamVz66BLDXlRmR1ioNLWRZkoWPlZE/dcA79bvtmT1mzDdd4Aw39+fORfnBWLwzjYxczUkX1pfsNR3H/GDg/ef/w/8rXCrYmjIngLluqb/oQ3mdgdOFyS3exV2Qd3bjDm/+NYs3IprjqjE750aLNgOqOfDGGW+5O0Loo6t5YWgMwoa7vXEe3M4K0l2MmusW0TG6veUzP7P1EGSQuAmMF7DEy8VFAuacVZyDBXjIIvO028xhieX8GP6+KDdKAH4Qry1glevcSr/1/JA+HALalsrthzR9W4tEHpKO+qQ9bVnQ33q+Pa6t7D1j2qCUuZCGCtbvS+5bkqlsKy/btjAM1YphVWz1w4Gyt2gtfQTX4tPBUmoBz3A1F6xllwq/hSUWYBBnuMF73yuu0B+8/2EBgxYorPBsF6LVJQMHtjvdL8AbcPON7/+gnPF+efrqL3+tBCV7jKocKFPxkiUPwq0Aimul0bgOeBdX89//na9P1z64Nv09P/+Lsng/+QzPeMNlFopQWLQ/vndnev21703ff/070xOPXJxuX39/+sF3X52uFFdzHScVOGBQsrCh8pyuC6rGu2ugQU6wWxVbMDOCCUQdtsHX2TOLyE7B2+tjgayPrrvIR6WDhHlcT4YAdXg/Vs6JMzL8i7iKrZwVL9eYPVaAuI/XjRu3eA86ztF/xOB1xSrOazrvmFtx6Qk6WoNSCQCoZZrzuie60DkUKsYEakMhiRUqCT/rSzCoWiqdGZF5kC8J5M4D9MW9K3gO2YHjYH209ussneeVVt0pjxNiPdWkaD2pL77ex156Ig3Uk13qI1gmWCzjK0DpUbT7sapXY5lRQoDT50HI22mjYjPQB5sauFJVTvg4NdlK56wddOuct4+zn+GWNVt3dLsLuitKSIc8BqA5rAqUMA9qj8aR7TTFDaOLQ87ydetjYVZo+kbAul1kOaZz0Gljx+MTPtgVoArcChkTthvg1bhx/IR4633c4/3dx9Y8TWxt4g/lv8qs8xyoHldOqc/2W7V4t8IywGLrAtD2lN1vbH6/W6zfgBEa73MQfup5PblKn8G+be0hMVNdjxt5l8pU3IH22lIy15TGF+JKUh3L8oLn9RScv7jOR/OxMEaVJ9Q6x2O5DJbVGl8v+Tz2mpy/FwOspTtkjsPszOhlnww2H5stmSfO1QwXhXHraCe2rm48SDyeG67ZSHtd/jEdabq3aWy4sFJ9y60a5z735/+jArwHr97iu7QInFu2ArQB6N0BbwBsXCEG4F2s3rR43/HrxnQ3JANyVOBdopgzuJquGIPwhytrFHQDvwF8C3jzPBE1k6YJxUZWtdxjprTmes5JXGGkfp/qqtZqx0zsXXSxPT8F3kvLIP1+gCv6zhLbPnHgYt0DiA5tw1L6swDfo7JdONvTzjHwXmdwh24ec8GjlX9oWQBicUM6JH9e5ut3LUt4XnyZ8B2fH0I7a5b8DLwhxErMlxAKARzXNT5XgoK9UKzbAIDgT+8XV/L33n+/XOV13a59lPs5stJ1FOVAyLeB8LPQAt73pj/6/uvTK996ZfrlX/mV6Uo530xwX9J6bA60C5Y11H0BoBFNKuUVrFwt3q++XID33yzXiX3w0fR3f+GLBXiXM95XnyXwltB7nx5Q98u+8vp3vzN9r4DtJx+7UiLB3Zi+9+2Xpzs3rxUQcL9ccXZ5unC5pCubN0LFOYsH6G56eEjIAg+aKZyjjq5146t63O087x1wTcaras3dn62U65en8XmpjKCGex2A+JUSBf6JYgV/anr+hefL+4XpueefL+fGr1LpfLeAqhslajqt4uWM/QflrDiCt91BIDe4p7sYUgV+WQojncez7f1O7kr2ZeEX3jAuqEEfB+A95z3mA1GKwXbcXM7dkqrWcK8G6AwW8DEPQg+aBbujaYLW6KETgH3sdVp/s9guGKWwRM/FBCAYgko7F27eE168g0NhPP1zDz0BS42/aFaf8J9X54o3yZk+HnDzlpKsegWYKzjS+JVf9XkNlmZntG18xb+l+HHgLbkzWsxZsXUnuMgb3XiwNAJqyFp25ppgmmsGyjM9q8oJgnSdi/bAahF4a7DNVbuMtQTzdpe2gxgHwpKZGh1nGcoBtCs76tz42Ke/7bmBfwPRTIa1u5Ces4cxWADd/jzScefxOOD1MW1eSzPQvlMGOWQvOwl4h/6AclyRNFrH47Xd74t7wVycP7TfLeBLHqurIPhIDNauLRS5HCPXb43TVpmHzPNSXceWcWy+rT4/6OfZ2n5IfXPke0juQiP/0m/+1Tm52cbRitoPvJFHV0+Ut9/hXSwRPOddgu/QzZx3euM3WLwVXA0vAW8JHxd5hhuu5wVY07qNyOayeNPV/LIs4TrjbeeG4nkcMAJqvDs+zXo4aCuLbBVQswQJFCPtDcvf4Vq0ygBGmrkkM20txMPIYH/qppPfn+fhp4Q0s7w5n9qevYxmBnYWKt5b3p52Pyjgjbq32rkFEk/Jn/u+Brz3tNXLE2drwCpayZbGO9b9WQHecUxc2Ab4BA9FILBHi2X1xRdeYjRu8NcPPvhgevdHJWhasbBCiAIfBj93C5nfYWzctAUj83O1cDUH8P7e96ZXXynA+1d/dbpM4F34ZuHZAtyKQi2+bqAblrVSH894l//dK9dPfvuVPyzA++sVeDO4Wjnj/fF9V7h+XIKpCXh/99VXSvpvTU89/sh0+VwB4t95ebr23tt0WX+kgO5L5S2lA0CUzzBAQdl7CIQAAmA5LiCC+4nOofIOcO1SjSwINjsYwDNqHGtXRMyAN3eIWgbpD1/t6IwirzcrKV3zS/1Xyhw9XZQhT5Vz4i9+7nN8v1DO3D/++GN8doteZHent99+e3rn3XcIwq/fuM6Ad1B2SMFibr5ef1BOdnRcLceEafNlAPdter+4JwCSqYSe52l1CSPouaz+KreuIwJvA4EEiEubs5Vl5thYl4Al5AjlFcj09i3vWtlFcC4XhP4bGKvW3uCa7oPUn/mWpVXXYMX9SOPh4JvHHl1WwRN2AUBbBgkCb4BsB8/mIo4+ewA0ehja2MWo5T5H0ZXf87i1J1q6HNi6K7naqTcABsE3/pkbNpcMFXCyUn9sbuQXzpXjJLhbm+DUwAjKMBrkaNiSx0AIsLiw5hbkVjdHjJl667LaNgc7Pt79uGeZQN+9b21OWnsZ5NBot3pNdAqUvAM4JRwGwFoufTrLvTKXzXW44r12VN1nBLx9vtSGER+Yj3dVYiHH8nRsAuJO/Z6qDss3Daev4+PmfS7HL/VvNIvbdDLOtfzr1tyPch6T59B2PYj0ke8dWj5n6UhFDXnOb/zH//eO7BvA25irMwxau3GHd73HGyC7vA14A4Tfxnm1chVMjGoOEC2Lt4A23cjN4k0gjnu7zaXpUrF2Q/Mvy4m5mUfXpo2R3DzzvbzSyqith3TYAsVbz9fOl3u3tso4lJD2pP9sLbDep+Esx2vPOEgQ3F5ae9LsmRtPsxfsH1JmLnsp71pftu4l3xqH9ecOBPb1KpYl4BPB1NZm1s/rpxV4u+Unjoj3m4JkEZwB2HD11TPPPEvrKsgVgPsjRCjnsaDiwkxwjPEp9mtaukXTGXgXbi+hh0GUCiAo/P5cAQ5vlDPXr7zy6vS1Arxl8QaKJ9KQIFQFW5sDB96lqEvF7H2/BFf7dnE1/4Pf/R0C7z/2x39BUc0L8IZljOWUT5dx7Vk50vTtV16eXnv15elqsXg/dvnc9Ob3vztdf/8dgu+PS58uXNZRJihHdVyUUntpEvYS/K43jjg5oAAQF43o3axu4RoyjgttnLovHF0U4mggfAAQuGcibQWnaBfuHS99x1jgWQFaPI5VvkBxgHbC4+vZ4o7+3HMvTD/7Mz9bzuJfnZ4rVnGcEb/y2CPlOrd7xR0dZ8Tfn94vyhMA8RvXb043y33i8DBApbyLPQuYlArYKl7hIrAx3/9lCY5AGCiqrQ0XnAXQORCkG/JF5gt7qNFVbUpolDCog2l9RkmuPHJw7cC7539ytVademU+MgLefZoeePssC3D2qz9fI8UAY2YocPBqzeCfSkelGHnNW/AuaywVCVQyWH87YC3FhVu8+RlvAHac24ZVnO7oDuo1VxoPU6DZqIhMNUd+fESehR4ILQJUGDqMzrlWlI/ntc3tnNzBP5tsKFdvW2vu0G/Am2NjRhN11q3PGq0IxiKgjqA7zkWcvxxxvCkW2tyhWc1j0vojFqWr0DLwtu9bMsXW80gL+fNp++E6sB6tg7W27GrbicDb29QD73mrNsd0zegV5nLU38alDhmNlnak7Dm0pLa37Mm5T8bcU9IxaTKNbtHsMXV8mvOsGW+32n3uN37z/xmjg3S4vcH7yJjMHc94WD1/lYE33MuLBSQCb1q8LbAaznljU6BreXW3Q+A0BVjzqOYVaBcmj/tlFYzNgbdpR3dYmzEoxwDvtugtSt5gdKXh7TfkGePaUJWMgPcmw9ma6Z+o56PxX5+TQ4ZnL4PpAN4CCN9b1t72jco7qzq2yvmxAN6UAJZHO1vEM1Wd4mrO8Qt1RyvYqEXzja/n0ihKQrjQKfgKABsANyzbcF2GtRv1fFDOcH9Y3gBr9EIivZoLKIYETQPbsw7bSc3yROCNEA28l17aRbAv/B0W7x+89lqxeJcz3r/y9xIU3kFbzFUXnkoETrwyyU7XAliVemDxxj3eBN7lPu4/+N2/OV3/0IB3OeMN4I1z4cAmwMRIi2Bur37rG9Nr33llerQEV7v6yOXp/XfenG58WFyx3317unnt/dKJ4oZ9rpxPv8DRkUUO51ER1PO8jjc5+JYVz8A4oqLDQmwAXVcbmft2PdYE2I3z69ojYQRGADR87ZQ7PplCPPwmGOtW6R4U4Dnm0C07Dl7RZniFQSGNQKNPFiUKzoa/8NLneFRA81uCtRWlNcD29Rs3eXXZhx9eKyD8BoH4rZu3qVCRy6y1x9oMi2sFymb5bjQnL7UalMpczR0oY0Y1LAbO9UmgmT9LaNRILS84Kh/sPHMbKAPTDqqFKEsLDagavarudo45Li53M+zPdIOQdUyuvVoAuGhZU+dBQS0twCVnzv7SkgrwzeNwVMmQ3qoCzOfeQV5QXLD86oLf99ddxdlnA9gVdJffMJ8eJM3nT+Pt8yH1AfQd0SVbll8oC3Tkjx6IBpYd5Lr1XlfdCZgTnDJiud9WYIAdV3xpmDTv5A0C7f6jhsBd123Uwa6QzpaBKwx8TjLgXpKNRJsxFk+zlsc8EXg7TXOebI4DMcw+rsllW/vlWrlbeeu8rhWy8myt/D11xyW7BFgXRJ61Vs0UgTnxaLyj/stX43BeSKfLcuChAbJi246Vz+f5DpVTe965NXdHksuubJ9k3bsamBId2t5TgPaMjn/jN//fwa4Hzhd/lljg3LJqpWzDqAzRNots8YYgJ1dzP+MtV/N7AOMA3w68oekPQJvCkLuaI7gaXBLLBoYgbA8SeC8zclsU5oq3lm4NfK+5+SwB92MX9jEEuZTn09CGY/sjF86zeR26YFGrLA3zpXZMWcds2GdRz1YZW5v51vNj+qU8x1u8ybKixXuLRIJmH0mz0AErVbOvzQs7aAxTXbm0OfBuNM5z2OUreCVBUAFejzz6SDnD/RxBN6KV47zzG2+8Mb315pvTzQLKaOECXIaV291GrdKPU7hZDy1liL4I33DJLseqy7EieDud+/hugaAC3q8wuBos3o+Us8lFzEZQTLOWNWWDWY8BMMs6gcgMV/P798p1YiWqOYF3Ocf8x34OZ7z/FM94lxDT3JYwfRexL5Qvr37zD6bXvvsy7+5+4tErBXC/M90ud3nfvXV9ulGA941rP5ru3fqolH4bMw/4wR4KOGB/CZZuHn3CsScogAvwtjSwhuPqS53tk6VeI2+WQPwG1/zyV9ePweptlJIFv6ooNvf3ADjyfHNvMBaSOYkwswUeLfvklTLXV4sV/Klnni4u6cU1vbwx71euPMJ4KQCetwvoxtn99+Hl8BHc0m9PN+GyXrwV/P5ts0/XAF222ro1J9CO0cfPsrp2llb+POB9BsTNOX+88qgfcd5pZdDxIt4z7VbtBry9MAYWs3XkbYi8mPNWmwbgLWUDgarxFaX3aNKtmfIIaK9GDfrNrVdYV/TeGyjlkYZO+1ZHN0613/bcgp8RZMNrwb7z9hj8ZteGqSybKfs7H1yjWz+vTQUUZCuAYIFueoW4Oz2VCEpDw4ArpUivmn9av+0zvUgY0TBIQkbbvWUQDRQQdzZMAGQgaQ66bZ25KGb1x/7F8qncsYLVTgH6LMs0y7inUQWnuC5v8foxwevXrbxbN3Ns5d96vtq2qmhUqt63cC3n9rM83zlHDlzmz11RIoUEaGku723J9dh3uJ+sgPO1HlRcdIDGwXnE9sjsSfHJWsD3tPDTlIYy0s5Xv0/szLSS7Ny//J9k4O0E62CbvLO8zGUMkVyNMNlsMDGrwBvXAW+A7gKwCb4JvBFUTQHWcMab93iX52S/xcKtwGk6v80z3LBG2D3edDU3awmAN6w3dDOHZhWMnpFG971m6cIOWhdeGu2aZ6OSJfC8p2VbzKGWsbejeyrdm2agotmb9ZNNl+HRQmsWVVolf+r7eOPKA9SUVahxabPT70uDe9hELzGTUzbaOFoPCjxvtW/YLxsabbWBia4NZ5oHJj0AeDegqFFxymrtd/fcMY3NwXI/791zAwxLa2cNeOMZWgKe+Fhx8cbd27CAXr16lVbwd0tALgVN+6iAsBIIzc6hAnRDGVrPXVvlGXi363ckkH9c8mMG7twH8C6guwDv8wUI/OC1706vLgFv5KtCikUaN+ANu/EceH84/V0/9/PTL//Jf6RENX+upChgD0HhqGAoZ8VLf18h8P5WAd6l38XC/u7bbxbQfWO6VFyc7t65Wa4kg+X7R9PH5cz3uQlByIDiAGLwjjNq4AKAm9dWyhJ+gUegyne7ypKwImwMAOQE71BcUHkR7g+386+NhwtteJC16kVg7MZE/0rbtMDTvJgv0Wm0qI1UVnwqXAqQRFsfe/TxEiX9qemF50uQtmIVx/VwCKT3ePkdR7twAuDWrTslSNuH07Xi9QCrOMD49RLADTThwM75GFilKBeNLTWZTOACMFtoAFAQljltxfjnqLga8z+JHl6WlWLrgjRuQFlg00BzWDDOW+VVwcVfgThbH6ptZTjILg9D+chItZq3h1J6K2Dmtm7KFlmV5XYeuXlnwCBwtrK9/TinbiDHlQXqs6KS867u8v1eVEJwlH2c5zevuKCP9Yq2VBdrA9Ruxaa122QtjpOBVlnA7Uy3n+G2c9vyAhFN4+3Au6ql8MgGYLarxWcYVn63FRCATJaPvF2iLetvp+AQh86Aew14e39JLivb7xZA29rTApnOPm7l/SSBd13K1uqd0tVad7tnS32PcnnPLZaIqq9yUS637EQPWzLuGj3Y6l6duxHhB664NUiLzatrZKsDuYbD5Ms+94rsstWRT8nzrXXmzSSNHzq0K30896/8p2vAu+4AVisIs02UgoIYU7aGaYPwuyIVOA13d0fgDcCNM4QMrmagHJtFBd4E1TjnLVdzBVcz13PbDFpUc7g8aZOoGs0jJrUNqrg+e8n/LY/2klV7iyGf+pxN2+lSf8RQLGc5Q8I703btKmyHXrYGFUoFpsXQwSsAACAASURBVAjpy6A7MSKK1BRvNkC309logHe025rrwlkejr3MZWsYt8p5kKB8UWlhaxQws75WFZkQbtP2kTTcq2ROub0XtlWaBHoXAJc4R47WugrEDWAszYsDCefBvvfS7lr44cUrl6dny/ntF198QVd5FRDxXrkTGoAbFm7wZedheCZwIuHVrZhN+O03aAFv/Qa7MdpAo7i5mn9cFKxu8f7/2XsTHsuSLE3oeqwe+56RkUtVV2UNCIFmUG9CoqGne5Bmhp75AwiEaLEvfwGNEAKBZkDAP0AIAWIVy09gme6qnlozqzIrt6rMqMyM3cO3CA8Pzvd955jZtbvYff4iMrN6+mV6uL/37rVry7Fj5zvrez971yzef6U7c+5cd4BOFkAkzVjKRoYwIFm84T6OuO2PaPH+Mysn9tCA91tWx/sPu9OXbkhhAjdp6y8s3iesaQDvjz54x2K+j1sG8HPdnc+/6J4+2e3OWGw3Ys63tx+Yy/p9UwLvWuZ0JIADgDmQS77/ZBlGImVaViaMMs8r5BaBBRMeWbQC5pjWqMxhhxYBOEAKJkUu5wBfAvAZgQmsYCx0RnawpmfSFgr4zHlW4ja0UwFvZt+SGy++j/JjcP1Hq3I9tnnyfChoC3Nz2RK1Xb9+rbtpidpuvf5Gd/78pe7U6dMsbYY12jLX/gcPHxgQ32EIAlzTd41uCMSRaI9ZyNGa5ggAUHQjFEUo5AqguT2FAm/9VyVWe/I1jE5WaCVpE7aXvEGZA/NVgLR4vqYyZ1gvwXeABj6R9O/t+D2IZeAzHLhjjHyeW5u9R+w+lRH+/Ng33BLJ0trfQxFSFqPPWd19NmT+S95SHLtbwQW+9R1HlqzeDrtdgBnL7g1X8gj3IO0GqPa47ORqzs/dGu1/q2SraFb3uoLKDR/SRDrwZhIFXBpnmNa1lH8y/0Pmc407wgDH5SRZrAev5IUYz/SL/Owus6PXfeCe6clTomEn7ZGH5Y/mZLnWeTnXMGluRvZstb3u97ODrr5shW2u0lbr2mT0q2ggyeINYDy3Xjr12q8pZcwSYDZ5Lx67QL6eVARVXgjtUSyj4RaN5u/Fl3+9XtU50+j8kvVdOv4R4L3s1jHGFAdPaGWZYI3A2+LIALZh8QYIt8QvBN7uZo7fFJ4ozBgzN9B96uRpusTR9dyt36zz7cKDMpq7xfsFAG+N2hbCM2uWzD0mvNaYLbZOV1PaYopj7UqYWbY2Y1fV2uMW+J9r4+i9+GrulEF5bPJivRv98kzDcVVYUZaowGafTSGyxa1CNGzPXd3WKq40Y63PgsKRG74M4D118JTPbjHI1pzPjoNsIq9ZKB/zdBTWstE5mndvKp8tuXuCPiiYueaTYEzXwmNo08ATYnwvWx1o1OPGl59/9ll330qD7T+x5FrmZTRkJm49hAIUAjOBnINCjsNBqG8jQTpZawG4yfNt4nELYryfWyLNk/Y5XM1/+tOfEnifN/d2lMHC9TlrsnPeYmGP2bNhr2USJwPFH33wLsuJPX50r3vzW9/p/so//YfdmcuvGNCDxfyQ1yGR1Umbqvd/+nb3wQdvW5ZzA96WMO6eZfl+srdD1/MTBuSfPjWX821TPBiQBKhCybMNWjWheFAJzKQcwfzDqmjn1fNwQXaX2gSswjLImFg7u+y5jAtnfhIkSTPwTeszwDfcjQ2su+cWwYsDGcW9ypKouZbgLWAloJ0BjOYszigawUkmAlF4g7eRYZskW9At23LapAs0vCJMKXLpMtzSUUruavf6G5awzejnjHlLwCKOeul7Xr4MJcxgEd8BGEeyNosfgFfbEzvjwWePIUQAcyc1jmeFV5y6FDupRwVllZslQVGOv9zPmhkBacZpc5MEDYUiQGCcPeDXKnnHZzs45wwR1GoPRRZ0zL5AemQJR/4ZAV686NYdSiq2Vex3H3OMJByt89ntZzj3tLs8J8VOPgsiqmPDgbX66koGjCI+9zFpaWH5dnpx50TWHA9Xce+UgLhcyWPtZbAAoA5Xc1ir5bURluIApykzfnFP0Gza02QV2TMy7RUnWAJ3zaYUKEEOPj1yNRe/GYLsaNfuGznSy2fp62jH342i9r4yQM/V9V+lxXsd4F3uprG/W2dgec86sc+tfsT3Lfk07YnG+sW4XmQ5saVRilNyx5L7a2+Y2BIt6TDtnaYcuXQl/uG5rt4DXwadJ3r/F/79yuK9YKVHmRIYLU/EYP45Y/mBWS3gUv7UhDEA7wNzNUdWc7qZI/Y7lZVRRvOoZSordwbekSkTcUgZeOsA0QEht8cmQp3AYD4AZ/ZxxAfrFhMvdWJHBt4zqi22P3OgHGVb1BrmWoGwuM01gP/iZ7yMC10oHTY9ZWmpB5rf98BQI7t9MEWlECpelLu4Wfz/uU1XWbwb+7MP3BZs5pH5HjuUZVmab2+d75fcyxkb3bsuooS1KU6tCVpa8qw5MuzNseT2anGn56pVn3Qp8NZ6IJQY8cbHyEOhmLx27Wr36quvGui+TNfhu3fvmVv5XQNJuwRHAtPiZX0VNeYw7wdazQmsY3x9QRQR1WiCccx2jZJM6S+4mJuW1cp5HSPwfvtnBrytjvdF69NTj0NlD3ou/pnOYUE5TuCPn2fdL6wk2I//7E8t+du97o3f+Hb3T/7eX+s2LxnwdmgH0H3C5uCkSWfv/+wn3Yc//4lZbo+ZBfdCd9/Gv2dA8YQ1CuC90R2Ytd9cqLcfsbQlrK2IR9dcBJAr5gHAF9U33DuLLun+KsFdWHnVaZQjgwL5lFntpTxmjWMmZxMoR1I0JgcFWMc1tIJHWaZc45vrDCANpYbNeQ61L0FJQAy3mLsE2DufKlBY0zdp2K2W6Ms1qx0Opc0VoyfUdb9h2dMv2HwiN8Ap86Q4sHnY3983C7jFiD+wxHxI2GYx4yhhtru7TxDOvpPYBEExxVgz+fRr1+DfZDHreRxlQJvzCQggxR5RHLrqXOc1ES8o10YZ3JUkTUg8W7+Z2R3KFaMLfEfjAenAs4Z7adTgf7gW3iE5wVm0K/ArsK8OCX8WMoPRBr/x78cC46QeCALTtYxTT2PyIfhY4lqtXxqeEp6FRZpAElco7poZyz20RLHcfas3wTk9NuJzNc6xOBhnjHeAenpreAw41sd5YoqbDsDtxoM87uxdEEPmnFlXA3hrPoNSis8nzt6g+ax0KgF8BtSZYvRXLcsFb/qqgPe6ruT1+Or3rTOwvP7LACRDWbp/0Kd1oHicK0VEP4OmYveM2a5bxqupcZITNWRffl2JR4EgFgHvHrLIsz+vpi9WaQ2Ld9p7K8r3v/5Yvzw4mkvc2lIrfb/xL/6dGniv4NrqC5W0k3448CDzbJuK4UYGcwPbJowBdAN8M6s5Y73xvSzex602NzO1soSYZWo1izfeK5FajjmiGyUAuseERyxSuEy1ppDHY0VkOvzB8f3Q5GGhg1Ssu3hVFtAWEx9833ATX2KNXnLNHCUsKVlW3986DFaivC/1YggFcPkcjKj6INjcYMXTdSG7lbSiL11w59/aQ6OHW9BO1DtO3Kv9bDU6vz+XAOTW1B8FeLcO8hfx/di+TYIsZerxY6rWRL+IvsQc1ofyalnNhwC9VpzMHW76boMW7vPnz5tL+U3G8YIfPnjwsPv8izv2+wH5K1yIQdW5hm+fp0ngz/Mne3YJvDOVUzeI2GR7Pqzcsm7KUgyL4jFYjffNlX1rp/vE6nh/cvvT7i//9m91580Kb9w+OU5nHhbgTNsIFA7gDZhy3Mzfv/z4/e5H3wPwvtO9/s1vdb/5e/9ct3n5ZgLeJ3B22P42G133/js/Mdd0A96nDHgbcLx3565ZuLdo2TZjNMH3oZ05W1uPLKP3jlzV094V4HIVAz9P+jGcachFYqCrfKWs0kx2Zd/jBgffyjkC3oNlQkytPAQ2ImmouaJTsQwgjsShTB4KAC6ADldxAgAANoIWzEyhOOlZ5VhdmX3XPpHqpHzN0X14LVB57YoDWHbB89E3ZEdHYr5Xb71qceLXFSN+/aolbLM1tfnEtOybZ8CulS2DRfyRlX579Mis4mYRf2qfP33iCVVpTRa9UEnfn01/F9ZM0aOikcdf9ZjSGUXAiiR/Ar5Rf77MBcFrabSOWHEoCwS8EYKg2tdRmgvWfPuftexlVMD8BEAPUB8gEe8Hveb6+Z4HzVZXxGykObFFifFxd1b8bcwiqjXPwIQKHcwAaAnU44BbNbY9iVoYLWjxVpI0eW2EK3mhREiu5mVonzxj6tJdzL1DWhRNJlDsMhVWdGB14of9tU5zgDkNi6efn5mHiFaoDCjmtS8n+X4aIaW/AN6TW0yKkOLrluzZ+n76SaXCpaKBAmuMyQFce9D3DK/gNTOy9yTwLgY/lPKmRwNMUfd1oZSX5rzMaTp4NmWearN4d5ajuNz/VddtqZFgbr2/yu9krC3GPz6VL6WLRwTeVDs5fyyyRpKRKvYoBBIm64GV28D3E6/j/RTWb7iae5kxWBOGwNusBcxkLot3sg4gbo3AW1YDlb1QjN2XB7ydrCfkgSmrtZiD5q7NfNa/ZqoFiiITLjtzTw2Xt5dCiS+z0REhVI+rgVqbLf46AG+MrAUuZ9d5hJkvAfRzz2z1Z8n308CbA04Wp3psLxN4167mqwHvobKgnIdn5t6L9xF/iGUh/uKBYS7lBoZQv/mKuQSf3rTQHLOwPnhwv7tz9w7jcWGVJABw/pjnSPTRn5eerY28FEIM5lzKdFmekt7I+RjXxMAJcnWgdveh8flnFgf80PrwxSefdF98epvuub/7+3/QXTDA9tRhTckEs3u1gwNgV7gs055uwPsX75vF+0+6rft3ulvf/Gb3m//MX+/OXHqVcdPPLJkb6oaftIzkx01Kee8nP+p++eHbBrw3unNmob1nFu/9XbN4m+UcoPsEAIcNZNdANwDiMzuHBJKolhDY9h/y61La8fjeOPnYb6c7nHNQMBMcwTpNZQCAWhE77laJiAPnDBvAQYgVSn4ds/NugzHg+twOOXk02OdI1EYrIz4PF2AAeZ7DJAqbMwc6XKcIE8iHzZQSh3vbBdIAT4DHGAPAK2u5w6MgVRWBN8E5hjPcvHWTseKoJ37ZlD5Xrl5nHw8OnltYA5Trz+ht8cCs4qgpvru764p3KdyVhA341V38XedJBYb9CEb1rZ5zB2gJ0lgHm2sYFm8uF/eQ+LiDYwfeqXyaA27FjWfgTXdzl23gYQIFjmptu9zjh4N45bCXtVwna7heve9cexKVOGJMsnyHaiW4XCASvQ/5IjwwAniTh4BG3KU816yH7CRAmmqOe6y36tgDhOu5VMqQAUE5JKE1uZ7b95FnJ3omvgUlgFQE2RqdlRLhwl+OhiP0dYqyb4MzzTfmasBb/R17DQF6sW8GB4orEhpyFOmg1iKMPn344ZLzcGFTo5e12i9vqmO4B0qKdHGfFlfrn+6dkkvDUBbfV0U2Eu3PAk4/O6f6NRWrPgt+Zwb50oE39smEpfvLBt6D/bna4n8lVw/o+OsIvLOFWEsqBtYHLmKYY8Bblm1avAm6YfHG37KEjwNvxXiH9bu0eEMrKzCujOZfFvBOC+XSpw63Ic20QG2L6Y3d32qzRblHsXAPzpsjgPVWv76s78fLib1c4F2OLa35l2Dxrue0RW+tNQjQ3WrnqwDe7PuE5jcs4KsC7yXzEdfUAsDqwLvk9tkCTmsyY477WnrwxE1z9QWoRIkoJE0DL0WW8vv3LYbb3H/BVwF2UVNa2bUd0DqzIgkmDVKpbMojxyUAtD1lB6yIbglMQpJ99sxyeOxZdvQdy4i9ZcD//he/6h7e/6LbeXjf4qv3u3OXr3a//Xt/tbt0/VVzNUfDZs3toUC3zpKdevQ4XM0BvA0wA3j/5Pvf7bbufd69+sY3u9/6/b/Znb18SxZvWKjN+nXquGUbt7l654ff725//FNg1u6cWbyRTG5/z4C3ASQAYcQf4zcSeyJG+cmTvcILAOZPQgX9BM7xaYlQqhKNgy9zKpncCuARYA9zT6nI48ahlFD1DrmqywIJ1BzuuhteN5mAxoH3MXh6wSpua44BHfNymyh7RmsiXOfp7osYcv+b7uzovbKq64CKRGfTGl/F3ZcgXXSZLYzxPmhEsdpSAh0zJZDyCly3RH5XzTJ+4+arfH/JQPnpU5vsE6zee+aG/nj7cffwoWVP39piyNkTC4kAIN83RTy6qwzqyKyvsx3KCyb/c5oJq+7cPtW18uLg33wfnkiYe93N9YOHBqiJaxhAG6A63itXzSjwLrOep6Rr4xIcgX7vDJXVOHQ75VehGOiP0dfS54Hu5H6Tfod3hWgoAWk8I75PeXIU/hDu6ATVNGrIM0xAXHHfIiH9Jkh3q7rukRcGP6VyqOAh3jcqUQoACr7Se2F5XNGDzwMAZSWKlCS918DVfNziXdPIlByV5tFvYKUG9noIYcp449K6Xj9rLQ9Bn5MpGm+dxS15ce7+MUBSco6p7+kFpR2XaGhuj5bfRZtpj1eyZgt4837w7uARE5btuXlBToWx19cZeA/2kY9/CfBu0cjStft1va7eAzVbepnj2viX/s5/XVHbcMn6whcOC7JmZ6b5djpSuQWgdDVnDe8EuBXbLRCOBGsOvOHmRJdyz2huFoCT9pNivJl4TRrYAN48mAN4UwBwV6Lo2oDr5g96ruYUtuKlLLniHPgnhKhSMAnlw7gg0yLoFtMbZebVo+YY/oBgXKBdl5Ba41q3/Zd3v4Tj4asvEEg4yALa9KE3pP2eaazOgh5CB/sgASmUVtSJu5DYfraE9bnXFG21Duolba4LrFt9aLYPoXxiGQeWBc61W1p6+3tEiKvaXKWftcU7xY9OTGjddv993/VcgE4NgQ+esfJYKAt22QAN/gYd3b93v/vss88Za8sRO/8lZmQyL3cXt7kL11ZF2JpIyWvzjJb7G1SWgTcyYrNxZq4W639uQMrcirfMimk/WwZwH1kiMyQz2zYA/szALpKWnTxzvjtjAPgv/1O/112+ccuymlN6T33NykznqRD+rfPHbQ/J4m3A+5fvW1bz73aP7n7e3XzjGwLeV15jMikkVqPFGwnLDLe9/f3vdbd/8TMH3hcs/vgBY7qPG3BC0jeMA8Abz4WSAgnDWM7SAZeAt1451jR/wPni5OqzAHWwzHlF5gTceSEtuUrOBssxy1PpRl8rLoa7NevhisN1wEOruP2YNwOTtcEDzJQMrIWO5KLIgwJLNCzl7s4OAZi16QFaPW6cqoSKd/RYYqFE9q2jjgWwiylIZ6N4Jf9lrEFOlHXc+nbuwnnS6q1Xb3W3bt0yN/Xr3UWjA8TdnzbaRWZ4eLyhZBlqieP3Iyhv9naZQX3fQhUO4L6PeeIcYu/H39nN2bs1+CWQGz30pGscP4ClW6QBHDn3WiO61iPDPVzJmUANrvb6/Fkk3TMvFHyfLN4E3gL3UWZsaVLL8PRIp04BFkJXIOUGpqE4w/ClW7Al8+hMCfCc3nNvyKLNrPkuH7E0HmUpfRfu5/pbyprom97jeaL59D3oMgFvV5fRcp7Pp7C+o955+dI+yftHe8iapzIqe+KUvLG0fGtzjivNw9V87LjnLFWALvqRgLfv7QQEVwTe5TnUOkemaDfxlZkLWm23ZLWWDFo+umXxlkMEVltrDw4nup2XVfrD619b38o9EnIs97XoUS/9wfWNhR95dKs/SbFazfvAq83bngNqqS+VzJIUCFzk6QVOyqcYq18qtW1Pv9VrhHyvnIcZGmrNxxx9/nn5Litz59fjRY9341/+D/6bavnbwDt1omao3B2KRWK5EY+FCuDNTOaM8Q5X8xJ4m33GY7lZSqwC3nWM90lkOkfWczsYkFwo6k+CeS9hKjV+0SaKIzCYBk4DHQTlPs6ukePLsS5BL7FOr/uMde9/0YT48tsb0wHq8E70EvTciOGXFJJpRX0XrejP/rP69BhsU8/OWvG2m3u77f4stg7n1pzPg8Th3XPPawmjrb5SsMXUTpzl5f1jmszythbAX9KXGH3dH61nZqmtOZwD3hIij7G8E0AMsk2fMxdfzOV9A7r3DHTvGGBBCI/4I2JZ3cLHDoYQ7YKJSzNMiMYDOl/LKyK/Bf7Ej1uqnpvVGeBC9ZxR59sslABKZtG+f+dX3WNzAd8zgLv76EH3ZPcJEzOdPXexO3PxSnfVsmTvPz3sXv/Wtwx4W1w2BezVgPcnv/yg+8kPHHi//mb3W//s3+zOXQvgDWDadacNfBqq796xsmOffvQO47nPXTKLt1ng96wc1jED1xT4bRwn6dp9ksnV9gzgwUUcwApzx6zXPW5f0nmAZZXm4lnnZZwEpMt4cfEEWWAALEQXDpH8CZ6AlC76ej5VS0lyApjDbd4nWCjh6YUyZTjzPPHoSbMowxqumF0kJ7VyYF76DGAdE8Sa4gEi0B10nyN1ROUbJFzX2W/8XwDvEriI7j1eG0oHVySIZtxbw/oNJTlytKB82XWrH37Nypddv2FWcUvadtXqiJ+3zPOnTp22sVjCNqOvfZMRkKDt0aMtlr1D+TJYxLFWjCUH6LXnHVjCu1CmxjMr7ldI4cHjBRBLBUQI27B4s7QpQiYAtEeAN9fY1ykqsjw3oJ6UKJ5lvcXrop/hps05p6IgcykBb3ft9hvgCUCw69ZYgO9caztcv8MAEUBcihs67TtQTqEOqVZ3NlpEqIGUOL5XXQAKkN8D5QRDnhGitnijBYyNnjOZJ6bMEfYR+RUVIcX3cYz6Z6MAfAZ4F00NDqky03/5ZQ94c9xaizGLt/ItSEYsDSBrWbirnrbOoMHAXuAHtWw4lH/70C++p+wtbsdXv0Tbsg5OyaV1VvMpOaAV4z3Xi3qcce3Aq20B8Ob4xUJ7MksC3hXqmpJZ1nn2shn/i6sSP55RhLzoWaqAd95QOpT1yhofctHUhxDMyo6HxaWfXM2Sq9C93H8K4P0UBx2TqwF4W0I1avINeJuwyazmANgsGybXcqjScDicQuI1ut+9TOCNSfDapMWihEZ5ajHWBbV/AbxfOJlPNKhFzcA7TvwJdMerexCu3y6Fgf4e6bWf7kcbOqIEKMvjau7ZFRdn3+uh9T+YE0Jas9wCjYMnzzysJYy2BI34fiy2azDHDtKjf7XGfjCu3kDccjVHMcU4awEgyhKl24Ok/IMxBQH4BV30PM4V+x8WQbjoosQTAPdpcy/fN7dtJE2DW/meWQaBx6LSA6pD1MJ7uNZKOIT7qaAf3ZABGkGq2gH8ifzkeMs0YAQE4H9QpBoPN0C0ZeD6kWUXf3gfP2bdvn+3298xC7eVKUNN600DUpev3+re+OZ3DGC9ZgbGk907P/9594pZPq/evGGAxoVaF0pcJZD2FcGBvTsO0MHePrMEbeZq/oPv0dX8xmtvGPD+G92Fa6/bN3jBQ+m5lQszK7BhIADv27/4KcuHnTNlBSzeuxbjbf7wtKADWCMLOhQVmJZnBnojBCqsBRh/ZJLm7Ay2pPsMEDggxlf7mMAoPAg4sT7IlE4uuIcSuMkiq/JUmF+6PPN+tR9uz4YynUdB2tcZKBcEASPEVANss/6y/Ua8ON6fsJKcxw3QQhHynLHhogOSL0ADY8U9GZWDOY01Kw4df+uR7lLMOuLFnLA9gG+ezeKnADg4rzE2zC+swSxXZfN+evNUt3lmk67osIRfM0B+1X6D1s+cO9udhTeHuzAjZALZ+R9b1nRkTkdbSNgG13SAcsgU8lgQJYtmRRclqyZEYp+hnCqU8zSqh8UbruUee14Cb4JtrI8nYaPFW556KjPnFm+ng6CHKQVOTF0JvNn5osMinwyi+TaANwGutUKLtq8jxyd38RIgR6I07n9auPGjPAIs3Rr5AtCOW8Apv5AuSGBuaQwrZnhjyJoubC3lDdrTKHxX+3zXruaCZxxQUhQmhaV9BQDEMzFd1j/TaP2u3NeDh0XSxwz/9Kh4wY8mvQoaTn32L8mTvf/9FrAsujFXiPCnh5Jt7AF1I433rfNwxeYWXZ6UCD4viU4rGaOOkxdXAUkWwBt0MWLxnpRu0hf5RCg7HRgktUne2X+pH5NPaM7BlAV7cMbH/DSAWrLDlLxy4t4B8MZYsAWqccrqj70zP5xV3KaPPmPNKf21umCVOVt3YAa8/9tR0T1pZkY2T2ZiQwIYAG8/oAJ0q5Y3yonht9X3ppYZwpMlbzGBQdZuZTRn0hmv4c2a3X5I4G9YvFlGbAR4R/+Gguj0dI1rzXW9DrJ8b2uBXgbwXrfNde9fl9COer+EAOMzHn8T71dqDwxsHQRaPezLbGtVLfoL6xvnrM+SW0B87tkvCnj3DmOwH3SRclhmY6056IHfAQvrW1/G6Ky8fxCuOEFnoTCIe8PKhcsFFiSEgqeds5rKKAeG0k3gf3CJfvToEUH3vpVskuUZdmuJGb3+jAk79MCwK5NFAq7IBjoJxMN7w3gwLK4GJOCCzmg9AyEH9uwnZhXeNevjY7iT37vTPXpwz6zbD7udrQdW43rPwJ5ZuC9f7K5aGbNbZpG+bsD7zNlLBvgs2Zu5Eb/z3nvdq6/dsrhflQDjq/IKKflTBt4C/Z/S4p2B92/+3l/vLtx4XUDXtCoAH0gsR+D9g7B4b3TnLdnXQ+s3anY/N6u2gLcAREoEZd05sDOJ4NCBDbtXrGNP2RNeAF5LmV4D/Nu9ZwqCoeDkruYAGRQMAxSSaLH2rnzD3BPAudUdXmNs29sHkMRzeJ3nn6eCicRjLQMEAXibF5gDb1b9AMiCN4CXNWNpM1IOLkeolmeu9mzqsvQpzpfuzSFV85MAVk60xVhxbbIa4soEjKSQOERbDkyywl6N0yJuWflhAQfdX71mINxiwy+bwgmZ6U+dhkUfxCqPjn2Erpn8sPXYwLhZxnfMo2HXFFFI5AZX8SemBArrOBX6PL91his/WiRbw5vwEtHch6s5E61RISKlk2K8MfdyO1cyPbmh6vXbDAAAIABJREFUS+bBnhRtR1I3hyMDFpLmyZUeifZ9T0SiOxoZeP5lOFGC4wywh1ZuxW9H/hvQSAbeBE6M387AOwB8ykzuFl8qZ3wE8TySnM9pOThl8Q/qGgde+XqqGjV3vn8w5/FK+4+8XT3o8/Whq3mpLBtMun9wbIbv4JJaTiLQmZCBQxape5LHMA9p5mSy1hk2Nb74/KjyHpUJ9LyJcQ/HMNU2QxqwTljPuXkbib+ONrMCbXzujjqumJc5o9aqslZrDb7M79ehl5AjjtrfdZ591Gd+Ffe1cN8qfRoF3uCetN0VDH+s0b6jja6ogbeymquE2BMrNTIE3pE19bhZsS2h2imBbli0w5UOALyM5ebnzGiug0OAXIlAkhuW96XeqKPb2QWgqYlTG/nOLECN3IG2Glq30u2qbmGKMazLcEpN4SoEMri2oWlbq+2x6QwmHc+dP8smH99kDiuMq9lW2YtWfxtKgVLzPza4AS2tMI6pyVKbkK5cpvcL1wHewRfm6GMOQI4Cd3VRryoxSmuN0vfeRmoHY67VyRWY7vWTTC+Pauq548Ab8ytghXJf58zad+HCBZYGAw+EsvLhw0dWi9uylJuFD9JMubxTwLvuQ7JUhvsk+bvBULimE9pi/kzoNQseanCfAOR7albFxxa7bTXAt8yq/dh+bwNs71iJKMtSDZy5ublpidMud+fNsvyKWaJvmEX7rPX9yT7iqeHifKJ7aKD3nXff6269+Vr3qiXcimJiqwDvTxDjbYB6675ZvG+9buXEzOLtwFuGXAHvDbd4f/KBZTU3rHne+vbI5m/X+lwC71gtJueElcaAVCiGe+CbS+u7IYTvKANIepP/AC2cE4SNhD3hvozrsr0twlzcMgtg7sCbcJqx5IUSKIAsaNF5BtyhCQhhKafSxDoBgErQZfPvYAvvAchRCQThXBHTC/ClBGY6Xw2x23WyhipztVEYgbpGml4GXvJ5ZPSDryRp8xKCrySlwIqs7dmnyzxjAchxL87zkwa0z5w9Y/vAYsLPXWBOg6twU4druimjED+O8ItTtsiQKfZNaaKa4mYFNxD+yJK2oVzcnlnElaDQLNRIbmf0TWMpPARs7bmtMW3u4o+9iDAKeZ5k0K025Ir+nK7oAN74kdHAo881T9Eo3/VDjmL+auAdCcpcE+OeCW5RhTThSgP+Dit3WF3d+k2ZhBZvj+VGiIHnxCGotr6w3Bwt4k4j9jllJ/9M90vWYShCtIdPqGtxGnCAVcuHOf5bNDpVuinTgYA355v7qXA7dz5MWcqR7ZB+yl2n8m+zL/TJ/6vXYuw9W/Mhj8lfX1fgzTmbkTum5NPeGN2DZWw+x+ci00dSRIz0YVaJ4Q8reXD9/HXk4JYnKWWUlil5nsK+sm9b8s5cx75a4N0SkL+yKe09eBbzHaGLG//Kf/jfDbgVRYrEY6cnZkwDMAa8WbPbDj4cjjXwpsbYNrlANg5T/YRFG+7kTCJD4SBcpdy93K3gAcpDIxtEOLaBJ2N8pmoJ+IHWA95k4NOvFnNobZK5+1ttz9KAdbqutbkKzbT6vUpbq16btO0r3rikz61rpko2LO3KXO3IqbZbfYpnL71uaV9xXa6F2xccVwHerWvr/tTAuqTTOdAeFu8eSGkMtuxbyetG53IEMPSAd8U9p8YdLmOMIwbYA+C3ewEewsINwI0X4rZRfxvZnwlyYd2mNek4Y0+TkNjgQ+m6UAXSfVcdhlBNu3YoLyxm9hkyoluZraeWGG3b3MkffH7bgPcX/Nl7/Mhiay1O2tzfT50x5cDVV8x1/PXu+quvGdg2y7yNg6XEEDZkA0N5LwCchzaGn777bvf6N96wJFuvyYrLDvRpq+RrYfGGSgDJ1Wjx/qEBb3M1v37zlpUT+xvdpVfetJBueAgIoAB4w/f87X/wZ92vALwNd6Bu+ENTFsDifWjeVWHxjnlhMimbhxPWT/R7B6Wu7KwCGAmrY6xnVlxm+1ZWx44L/DwjaKWGusHGTZBGWOMgIe5zi7mD7YgHD4CtmxzoEwBpBADbtLp63LEssh63TzcKuwgl6bD+BOQA3ZF9Wq7COl/hdoyEW0jehsRt+A3FNz5D4jbUFJeVVCefwxd2BBnVS92Tg+9YXt8/7pw/ujNjfwdohGvyMyos4Ma/QaXUefMCgVIKih3EiV+1H9QTh8v6WYsfP2tKqxM2vmdGo0iYt237Zt/WE+AbydsQM47P9xnuJoUFu+8Wb6A7xet7dnMmWoNSQ0njoizqM7s/wGJY1YUySxrwtUrz5evlwLAE3kp+5mW7mAjPrk1g2l24w+ptz9A5CHAtSopSYPk9lknhB0yg5qAalt4A5rSgp1JhuQyrwlakQCH9u1U7hM4SePPptUECzyJ9cNFH1zp/qDni2rvF2/04eLsS3qmNsFL3z4EylwU3WuFxMPZsInkqILLslr00ol+1fDVmuc3rJ4AbHGF4fmQOMTYZc7Jc61xvyYEtkDkrYzaWLhRBowsc9Duz+q2+zxGOlD2/HmCtsQF6X3+V1vap2PZV+n/Ua2sectR2voz7ZiDiyo9fDLyxF2tyXxV4A3TzByVE6GoO7bJctXD4nEJCtQDeiOFmohjP3kq3KIBvz9RZWLv/PAHvOZCWD7uV15k3kGWNuPms0lrrQFilraXXHhV0o/0l/W1ewzO7JUiMj6Z1yHwdgbc0v6KYOWtuC1y3vq9nrAdoA134Gk6tUQm8j7LeY8A7+JwA4pCGepnAB4PI14egSBqwfSfrGAySlqPCwARKgSFZ2hmrx42YbgCDx5YRHInTHpsb7aGBJmWultXxmSUP04LIbXZerFPH4hr2hfeE8G5/WXcQG46fPYuD3ntsydoe2bMtadojKwf28M7n3dOdR91TsyoClG1eMqvjLXMlv/maWbkt7twSqJ08fVZ9A2hhvDOs3SjZhWRfx7qHNp6fGfB+400D3q8b8E605chs5GBhVnOKyO5q/osPurd/ZK7mdz8zsH+LydUu3fwGM6zD4g1X4pPHTzMGlzHeP3/b4uPN1fzKZXoMJIt3Sn6WFw1Z0WEJxrxCyYE1IJihkiKvZQbevjPC4ggwNL71tVQEFqUlT8k6AcRzMkYB7+xmrgSlpD39k37LR8EXFnTgbInPgPWbAFLtMeEZP6f/GvsicKl+4SMm5fPKIHRNtvMXuVYYMw6rOcAbXNaROR3WcHdDRxZ1AWXRZlRAl1u0QFsYfDWUPgeNd1x+dYWAE/MM5RKzxIf11Sk5WAKs9IgFJxA/e7a7aEn0rpl7+hVb7wuWNf28WcRPm9UcoWuYZsaFA4gbHQOQI1Yc+wzvn1piQhoDvLxpjhf3zOZmJY9EavIuyIkGUZJO6+bKEF+M6GeA4UQeWkrFBhM0OxiODOMOhk3wiQY5H8hJoCkN67fvHXtPa1UAXuhW8Anup7wkOuZ9tvnL+G8m30uWbrVNJYDJV1TKeTy4gA7WSIPUOrlyxfMMxPhCtkiJ+Zx2Y+/oXIlzVLwseKT4e/bwEBj3vRU0nlz58UF4jOjLVDau2LPql3+fQHx/t/bjlcVX03jALTnnacPpK18L/rb/am+msoWh1Fx8Wz4sf5zJZUZ5MQuceT7Mg9P5+zVtU02M3Vt+lkIlRsbU6tfILb31WOf+ubZf/Hfl/Ldlx/7eePG9mWvxRQLK1XreptPV2nu5V5d4d13VzyLgXQqn5SK9COAdiUnoYmaHfQm8UTaFgqf/hEaW9SkJvOUq9esGvFvMYw4ct+59maT3VT77RY1rDMC1gPe6455rf6k1fRJ4Ni0L68ycknDFs1tAego4U/xp9HOu7b6lY3w8q6xreW3J26Llso7s4PsKiNfgNwBTjDmy9jIXBcCruWdvGtA+Z6ABJcHQ/raBbMRwwzq7vw83bgdOBDUli3c3Ue/owEWsrjKRQCFtnpSmaFWCUGUA7Kklrdq25z62OOith19Y7Pan1hcD3+am+9Ss7k8tVvakmY4vXL3RXX7tW93FV77RXb5m7uSmMKDbbuRd6CmlAOyNZwOg2ZgfBfB+w4C3xXmjBJjE1T6wDWFeVilYuQAiTPFAi/eHDrxvd1duvGrlxP757vLNb2aLt11JkGXA++1/YOXE3jfgffIYLd6YVwBvWbxljS+FbeztqBcd7spSBE+5CfeXBC7Vc8A77R3uAbd4JzlMYCNgaYQdIMYyKb9CUQGAJy0Qf+KZuZf2ubu/K1ZZwFs+3koQinYjLlmls4roVIIJgDaVLMNvAHGuC2uJA5AjBwss4LCSymWdpalApwDpyTVdAtVhCb4L2TPmJGUqtj8A+qYAzHhCRZ8B+wXvuNO2r87SKn7eAPi17rKFP1y6eNkStl2icguJCkEjzIoO7zvLlbBnSdqQQR0x4lB04ffO7mP7zizjlteAseJWhUW0Ltd/zCnmEGCdnxGdxDoGOHYi9n0a4DVyZjCxH8ERyv3Zb8w3470FuJmkzEF2mfyM0dMOkBMQL4E3loqeMfhDyo8A2wL6AdzxXQBvF355izwKpdWTFV6u5/3xYViyuhN5phfec+9UOKPmzbnyQ3W2FLw13ePKo3hIPgsy8JaLeUHLxXlTKkmDt5QnCNVEaQx9e7i8PsuwirSgGXzjyZMMoD4d+mfXOnLFupbfqWcnRQvXeHxgc59rJUQAU9e1rPH9WXpxczbX7ov/rlz7Pm2OPaslH734/hX7tq0XeJmP/xLbrs/0zNfanejvZb7z87x97/CKjT/+j/77/rT7OyVVkfY63BH1sGLB8L5qMxijDniPrbJYqAOzbkPDDOEG7nywej8118QgODwH2VgZ302rt8V7GxCPOt5RNoO83g8n1nB1bX06oLw/5aB6oms6KHGhX5W0mlNT2NfM1PNQ31UfSINWG4T+8oD3uhqmr26HHoVZq7cVeY8OoYilPMouWuceCBtVH0e6PXnNl8GwXdbvjXIMDM8qGFYE3vWUjgHzvJRYv+KOmWeVQChRR8kg2I6vSPl3NF8Ih/ioZuUD4G1tgR+cgWXO4lPPWl1ruJfjKN7e3mY86mP7QXwqrG1gsMnllhMfpb/wtKFFppAZB1SIJFYUmw2Q08Zm/QCY3jeAsb+zZwDbAP/de5Yw7V63v20x3Fu/Mt5smaLN7fyYuYrDqn3NYrevvfZmd+byDXMzPytrGucA8eBonMXJMitVL5XUy4AZgPe7cDV//fXutddeI1geA95lHj+cMcftR0WQDrvbnxjw/rFZvO/c7i5dv9n9zl814P3qbxDE0+Jtz0MFDFgj4Wp++4N3rLzY8UXAm2toYANJ7ABGYfHG+YQBhdV7uM5+YBMEjW/+IMcEoLkOWN7iBoJqOWFrz9tvD/mmpZwf6VkpYVeRy4Bt05qta3JOYd8PpogICznPJLaPeFpZcRVbq/fqJ0RmnPd2HQ85xHkLwCkLtizfUoTLFZ25VuDCjvcA5lCA0HVaVteQEDy1HDeMhoCnqe1eBjfvpq6ouTc+sH7E5DowiARwsuCKFmDx3jSvkgu25y5fNQB+8RJriLMkn1nLN0+foZIfL4BoAW0D4/Z728IjHprXx5Ypbba3trk3IbfgB2XNFNstl3SFbKin5AWFLEEA7PJKAkr2PuWkIXiVu7/u03zJVdwt1WF59rkSGHZ3acpndodfG7Qc8gef6e1yqtJ7gX4QL0L44iW5Su7uZRm5oIHedcXY6h0gCifnEWWX/FhE7d/lbPC6THyEdvGg8+LeHhinArGwmNcWcL8vJT3097WxqA497GU9pwLjqwPec8BcCoMJ5lMvSPV+Sj4VNfnWn2mjBciDdkQiVR/HPiueddQxNYb8FX0doV2jQmevT+vKcWvNm7P7r2iSvsTHkgn680ZPl0ZfSmmvf3/Z8pIBbfzxf/w/9Kgiua55/1ieAUzR3/cs3sUw4mFKTOIubSk2Cq5cAN6K8YabOWrPopRYycxh4YbLJYA3NNT4zTJiTACjWCQJpTiYcIBVwBv9KZgR+jFOkKC0/maoSySUk1e30UpGMAu8KbTOb8SXCbzXi/Fua+6WEN1RrgHwXpW5ZMF1/ok9rfjIpa31ao1nrt9TbS965gJaavVt7PvpPuVDtAW8x4DyXF/q6+s5mwLe2kmV4qRKtFY/t7a4TX0fn/eeXcw5hdpiL5egG/cSBGxa0jQD3XCJhaUb7uaPDXBvAXDbb/BEWolc2Ka7dmm9IfCO+tDlHoDg6YIShfOiRBKejTbJ44DklCwKtbcfWjmwhwa2t8wFe9+ev/vosf086g73tswqvNNtmnXwosVvn796s7tk5cAuXLvZbRhI2TOrn0EOWsBPG1BAkikbDNsnTisOb/SKpa1MqN8yEAPgDdAN8P3UxkdeWwBQ9VLZyTlv9kEPeH/qFu8CeF8x4H1gY2SMtwPvQ7Nkvv3971mM98+6TQfeDxsWbzyPnlPu7gsFcShBYHkMOtT4hof1FK+PK5OiJ22d4vCmD7ZbwUshujgeMvCWtTWBGKdDZU2HazrqlLtYQUCic0bHXIK9/DviwLmHPS48Pn/GpGKeYCw2AMGwQJFAeCRkQ3y4FCwA3iegLDewSzd11g+3H1pzFTgQ1tSkaogYaGQrp5JILs7sMcdEauhvzxJ4s00uYLpHoC1sbtAdwBsCQPw0f+SSfpVKMORUuHH9hoV9QOEvjxSsJ4D1nnmeQAmDPbP9WPsVCdsQK75tOQN2bO/s2d5lHDpfHkbi4Db2P+mLdKS4bPwwpp511wW2ocQYAG/cQ2urzxunXoq3OMMzqA6FXN/CLZAugFbWntZZGhbtvuqQirX6pYemT7W/p4Ff7JmpcwQJB8WzEfZQuYwH+HZQPehLVBAAT3N3dD1H7eTM8n4yFO2PeWh+nYH3nLGhJQs1v58JOWzF/LaAd9BK87ohpf05++TXA3gfTX3za7hUoaGNrlcegs0R9fLS9DFka88MWGoNvIc81w+14RGYD/riJrlWeqISz/zJrOYF8M4W77L+JlzNLaO5x3jD4o2Yb9XvVpKQcIWSkOrA25Ou8WyQ+pdMva8rpwqXvUzMoDfpbe1hyURakzwLvBurG1ryqcvUj6NtFcl2R7t3vTubJN28oHWQTDVQqjimAWVLoXD0ORux2fS6ughgg5rHlDUvCXjXc5nAQ2l9YJ+KeWOJnvllnBtrax4GYHkEnKSnTwDvDNJ1ZWl8TPfS8le8AnD4R3L3rcYJ9sJ0yS4c29dwa0XStE0D3OBfsDDCwv3YhHi4tMKyxtrGDj4gjLNPmFNaBYSxKCzaP7BCyv/I+06AIUgFq5Xq14rvMWGY8bcN1CR+AkueWbfN3freF59396wU2AOLId8x19rnlrkcyaIOzZ32pPHbyxbDfcNiqF+xzOGbFy51hwYInlmO86f2DAAjmBoBIk4Y/z00cMLyY85RyJWKeVFM6TEb80737nvvdq/estre5m7+xIAt+ouSTr1p9nbUniKJafE2IHi7Bt5/8Ecdgbf5eDJ5s439xAnrk43jJ3/23e6zD9/NwNvAUu1qXoKI6D/LVdKav0EXY1hAMSD1Mg9s6N5f0UKlUBjSWB53ikstFA5Va/nZ3oWeu7rvf8VtS4ndC5MgKMcwYJl1+nGiyusVYQ24TjHiysKOH7coumKL8c2+t4SJdSbTjI3zGZnTzdLMeHBTojM5Gyzk8FxDxnTPsk2SZuZ1uDWHizVAsjKp4xmUIhx4g64yb7Hr4yx3ZXyELdAZPy5MA/TNxO7avrA+QcYACEcFFZbts5Jll80lXRUFLOeCJWxDGAgAO/IGoPwpYsBhNIBLOkD4IwsLQTkzgHIkQ3y8bcnbjGawFkra56W6/G+VPZV1HHRGjxAaEPCTk6tx7wN04zMH3gTlmGXnLzkZm4B7AHLuHAfnkiPQD40/ZM5QYKf72GhBdS4jxJwGM0oWcO/LmIwT3EmYzhst+Glam/iM4LqwenOhQfL6XfLa3hkEwB4Wb16Oiz20Au+dbgXuqYrJ7ZZ8yseSRj947/RZKsW4yfqyZPIIra4L3j7c0/pkTqYZWIqrRpaC2tHrnI4m++VzNN2/UPTULfiaO80dZdxT98TnR5UDW+0e7fuWXMhTvGp6XEhqyT9H69+yu1qjqFtpiHnLHupXrbqes33182K6A+XdkpV6vG9UICxbq+4vBB5+MzMxdb8HFu/BVnIN9NhgeLZVX2TgrWyrSJSCOKkaeLN8Cw54PyghpKGcGAD3aWqgEU8mV3O5mUPIMpe2OGhYvxXub1GLElYj1+6OghQJtmKGIdHmzs8ywZqhVus1nLPqMFvINJcwl3WA90o7YuRiHurrNvIV3q8zfbg7Whbv9ea8ssbWbLiFVv36rx/wrsZF4ThTR72fWgdLy0IuAWoKLFfrWsauFvMd3ZtVANQ0QlbRp5nyfigEmVjMroGgDvdWxHFTcDcBH7WFkcwJLtcQ2hkbWigsCDFDQGZf+xZQyqLB1WP/2YdMUsZL3QJp15CzYezIPm5Wy/1tc5W1ZGlb5jb72EqDPXhgfxsQ3TcrNBKqbRifPX3GAPflK931V143a+Cb5ml0jjG+TGvmfA/JclQKPCslauVjfRYABwJgIKnVewa8X7Ea32+++SbHDz7ueebS6vQUm/YpYAcAI13NP/2we+eHSK52u7torua/WwJvKgIQp23rYG3/+B98t/v8w58b8DZXeSRX23rYBN6cRbd6M6O5za2Uw/tSMBQ0pNJMM68qW/vcWQ6qyrbZvuJi+gmBwON67cOIm5UsIO+HZNH2rOpqE8qM8gAr3jM5npK8sWfxKLYVicXkBqz20Vokc0ObULbABUFWbrrpIiv6CbOCn9w0bzaAbwFtKTqUeZsVS5hdHZnw5WEn4O3KvDSJodyTgiSSigmI630mKLvEZIRx3p33M3PL0CKO3Asq6XfxIlzSr9hvc0+3cmYobRZAHEqJAOGIEd+1rOmwfm+bYguKNSrX7AdgHAqcYEWQTVCvvCwHlhLUQQEB2YUgWHMjMO6x4Byd8J6s5eGJ4VZrAh3RZQmIQ4kvizfmIuQf0Tu/r4E3JxDfZHmp5LvJK2XEYhp7uFZODa3QmYYz8IbCsQ+QnVzTmR00LVrPWc3D4g1LOuZA8fg4E4ZW8Dr+vD6n+u+xLstdzYdtKXRg6nWU8LloazHwnrBsz92fIk0mjDwtsNTCL63759jrOkatuXaP9F3F6xe1MWFlXZrrZ9EzVrxoVZn+hQPvFTowmwiutmi35qFei5XWc4ghZ+m2mrSNP/5P/sfeR+UcNK2vYCsjq4CSHHCZjBresHgfWHKbiPHGe5UVg4ZdrAmH8ElzL4fgioy/BN6IKaP2V4cN6nnzYLYTn5lzWQbFy2FAOcnOSxs3xDMamV8ymKMWM6gFQ1mixqe61VaTHmoNa3HDOiAwHcytDnwNvz9yNvaCPvnnGPCe+DymYV1GM8dXqI8ffcA02CuXpwVoj7SUmii/NYOtOpdE+WzdkkfaAtJ1v1rj4PfWfO2bkNaUgla52Pnv6FUNvMsZxjUJ3BcjB2+eA94SmKE0hIX7LAV0AIynxt9gEduyGFGUqYLbKgC65jUsUxSn+TQJtBRxxacSD1DvlcDHLQ3kbxIu+ZlbfE4Y4H4GF9kdy9hs4Pr+3c+7h1aDe+vB3W7XSoQ9tVJhcM+GO++JzbOsif2KWbivXr1uvPeM8dNzBnYAfLTmFNh9WSG40x14wjor6JNfh5aBHfw6gPeNmze7b3zjG3StB/CuLd5zwPtXt83VHOXE4Gp+4xUD3n/bY7w9PhtnAYD3093ux9/70+7Oxx92m3Z2nEM5sa0Hi4B3WG9xngCIQT9Lz4S9XQGaGBqwygRDCNAbZyItYX5j+Vk0xbldqHjjSteHNxsK/pFpJ3obwDsqh3jFdn983knMdI9+0EKu2GW0G2uSAbw+V78d3AAgo/RXlN7iPs10rcB2ZUbfOCmgraRsUa3Ezn2ULiM4R6y4W8L52xQ0mHlpfdCj3m+CTQDw+M8WTftEJftwuci1dJ/O89TjX/ZxlFpDvD/yMMAqjlricEu/ZMna8Pvq9asE0OGNB0U+ZR2EYniYAhRtiBPHvn9s+x+Z9QHCIVwjEz8YPmeI5d2gdAjLt43E/pbywt3BAYETqMa4VEpV9JqVdmm8zlsSuQZ4cuDNOdE/epXWSQfw/kUG8j6RJZAvtnr6M/EGNZxoxcnUaRWMWreIrkKBG8C7/z1X088jWbZ5IxU+/fhtn1d4S3zNgPeYPEianZHzxua3/GxKHkpqweA7I8+QAWVEKil4lf4cuYYkM/556t+MG7tIrnH/3ODXuLU1pyt/vxJQ89ZfEvBeZ05XndKJ42/l6QsSW9x38OjZpxQH7pLerAG8IQ9lyVg7ZXYeJb6m18Yf/6f/U28e64HNTcqYy7W0kiotQ+DNxGr9GO/kam7WIE2+XMCgdUZ20lNMsHaarmo4ZOBuHsnVGMtot2BvB+iWBlgjX7yI1cLMjrNiFDHJS7WONQ20hK12X1bdKj7NmLciVmsJbZbXtPq9anurXB+Jc1a5R1rvNptoXRMa+5WeXVw8VTsel0y13bLCR/Otvh+lz2qzFOT1trRoo90huM50WdflbvWz/r7eAwkU+yPiegKbEMYmXMxjvwbUSJYQb2sqizmeAd6s0kzBqmRNpPBiP1ASnmXWZCRqUnwoBO6HrMMNl/InCcRSgE5CifcKwAFCND/vA2+RrjpJQAEgDERonaH1C0I5hX5LUmk89vke4rXvG+C+Y8+/Zz/3u12rv71rlu9DE/ytbll31qzbl6+90l2x7OS3LHHayRObtKxZPjWz5CGhGMBPAB0NWq6U88C7tgQH8IarOSzeAN7f/OY3qYBgMikA/IKNzQPvj5TV3GO8f/cP/pZcza17sJYaVmEZpGdPdwi87/7i4+60jYPA+7EBbwNBZVbz2tU8c0esxfPulFk+4a2waxmv90xZEZAv7SXQRLhcOy1wpXC4Oi3GvGnQFVLvAAAgAElEQVTNMmgux3wU4D3N+Yd8TvQjgML+Bi9UJ9Nw2CbGwZhbt24XewmgnHWVizrk6f7Yj8znkmN2QbYKHxcwl3lcz1XitYg/VtI2xonDo83LmyFJ23GTBVhP/Ngp0qWU7l7uKoCL16emW7a1ofn1nc4tVYpEMeYI8fDtZf1isjQo9P18DAU3ZA8AcShj8PvchbNM0gYX9UuXrpiXyDWvVGAWfeQ+sDZgWJDRAeElypgOut/b3TeeYKXMDJgjz80BNp3175gpjfg8uutD3vFs8p5RG3XmpWBBqb6weDtAJ1vw+13+KUFVAsPOwAKg58XHTf6OfehLgDq70H5YwHVxW0YZP3vJt4u9o30kmbG2eA8UoXEv6aiKD0doDdr6GgLvKct2S1ZtzvGMGJjXffyi2fjxhsjU6vdkxskgswYwT7T5df/j6wS815jTMRw3NfXcrUeDH6NNNmmpumu+9FnJ65cQT23GmYf1ZYuE3aWreQWs66cPlOarAu+ygbH57wFvuJnT2m1u5eZuHsnV6GaOH/suhFhYiU5bEh9omaFNZmI1HLrQ8Jrro7Knyk2chwAYLbW+kXBNh+iqCxkT1GRyxWHTWt52H6YpVwroue/XoHrXnC8hyfFdcuQ7176xPacTj6gOkTEA2AKFa3d+poF5UJ87P9XHl9f3LJyHpWEV4F0PudXPGqiP3V8y/Z61ChcHqCjWO66J/doC3vFMh5uOFbJLPR0w6X1j/MiE7LN0JzcFoR164GcQsmHpAmDbMRdUliESx/LSvADedKLOfMpdZ3olrhKviTWAqzcs0XL/JhBEuShzJ3+2jwzlJtibS/W2lQR7/PBed/fOnW73wSMD04yEZGKl8xbHev31b3aXLZnUJUsuBasdEkoBIDChFoDwocW0Wkx332VXgEDKCutPxDcWigjMm3iWcy7KxYplxXwgudpNs6wDeCN2mgCp5HE9S5twAJUKtAw+6351+6PunR+7xRtZzeFqfjOAt1zNjxN4b3c/+t53u3u//EV3yp7BcmJQPJgHwDMDOnBb5wlSsdBkjfZ5h7XzuFlnYe1Gki3OvPNl4hBrADXWkwWObrs+PWg8gAX+rJ5Vv1+qYEPzfaGjbTHDs6KmMsFo2hu1wOGU72ucFAKxp2CVBC0x7lt1xKWLVoP62+bEwXVYAjA/jD/3DOpA4hteo1uKAGTxx60GLAGgC5drxosb8D5pyvgTphw6ZmFnzDxfxEXzwbwPVnSB9qFQiGv8Bwm50uEdXiege42f/U50rTGVtgx8j3OI3nkmr8BSj4SJZ83T5bzFh1+6dJmAHHHi586hlvgZ8iXIOQjtgAwETz+4oxOIm6s6ZKJtKHg8PpwKZuq98Gz35nNgDY8F8B8lAkT/lZE8lARSPjjBlUJhMhwUyWazJpHPkjXbk7CRP/nI2d6Q1pbIS05V6Vfi2cnKLcVMuJunyS+BObebc2QqQoOII6mgu5x/CcA7jTlvAI4tlcWrlRMsDzctzy0x3EzOM5fr6HLirDIgQMRE83OGBNJQvfDl+0a/52594d9NHQRLHsRBtoBaTGA5I1AwDR+QzpIlz66vWXNOv0rgvepwXyzwFtfXa3ovjfXR1YXpq4FyvrppbeDdKrY+CrwR481yYspq/hQZzT3GO7TMPeCNBGsW702XPwBvxPHZoRvCaQBwuBul0hzesaMCtCVMTIddtl5MEU2rD3MZ1Lmd12CoqxLyKtcPtOWr3Px1uBZy1YgFvAUKW+vZGtpc+8us6Rn81c9q9b3Vt+nv1wPe9Zy1+tmykE9ZvKP/o+vqQlqIz0uBd9kmZoH3MzkS+JApCE3YpmLQ3oOnKeESAPcu+ZqsZ4qRRZEhtOHeoeRh+A8CMlm+KxAjnjOOgOzFox7I0m1AGSUakRTNAOEzqzm88/Bu9+Dz2+ZSfsdKH1kdcAOLT82ydmg89pi5k18xwHvr9Tet/vVNi+e+xPrMLOlkIOp5Z1ZwA7YIDXpO8LNpP+7qG0eSH+oR94uBcDw18PYkcekQd+D92IDve++9192w+tvf+ta3uidMWgZrdyW0FJY2zPdxuhB7jLcB75/+yIA3YrzNWs8Y71vfRtluJZKDpdC6D+D9YwPe9z/5tDtp7Z83EPTIrP1Lgbdij83V/JRVDz98agm0Hpjb/rbyixiwRxI35hxhlm4ATSh/kdEbAEkADh4Skd2e+gdgvuJ4Dgu4Ppre1wMfdVABBOLad30EFKnlrGDQWo2Lw7HLtUcy8Ozf4eAIAJq0HZm8o81QQvRGitG7PkzfI3kblCmwhEMp9Qx0bHQolwD/cTdigkEkaQOgxp5BpnRaxFFT3ECv5SegFZxu7IoPZzK3WAs/Q2khd3f0BLoDVUbyMreaY6P3Yy2DRscEaLlJYzMx94wZBwTEESduwNsypl+HkstqiSPnAz6HUQH7P0qtYk7AL3ZszyIuHLLRwTMLycNvAnVZ4ansgIGBwBtKvxz/LUOEQDrjstllzGVfuTI4w+J7n/eI6YaCD686lru+f4m8lMje/2gD7yDcDLRLyxJpKIC3ZzWnJwYY7QjwJg27F4f+HtYYnx9XP8Y7A2/XSsS4evSUBXjKizMC/WLgPYIJltxbz3/5fg54l95dY93XuMZfJd+Zev668tTcuFb6ro4JXivL9diTZSjs8d4pV/MRuXSVsawzp/9wA+9VZjlfW60qZZU56D4A3v/q3/2f02nJG4vzud5g9fdTXcbBjMMCBwwAN5KrwbVqCnhDmEFJj1MWZ4hDCkLtSQPesHIDcNPK5KVdZHUKd09Zv+WGrM4fhQADULcYRWobfH52vaI/YxfNWyqkTF1N+7IK6awDnl9mv1YZwzrXjgJAypvjgimeNXd4LunLXNuUdRtMV3LzeP+WAffJnTrTfXf/8yvkJdqny/64bE8Wst6qwFsKu+k1IDAvQEx97eg8+LpSlMTfcb9/HsyTwARD8+f3rOn2mfiTkqadNACAF/JVsCSYJU2D9QpCc5QWohzoe9jtg8xorL2tOsQE3vzAeRbdaPU9xWiEz9AdF1W7jI8aD8UcwGK8awB7z2KX9x/f67bvf2GA9DNmKYegbn7SFmdu1jYT/m+8+kZ3yVzKL129ajWWT1s75gZLy6VFznKsAFAes0thCmMrkwlpPdjXSGgUgnrFAyODbwLk9j2E98cGfN8F8L7+SvfWW9/hXGFuesA7Ca4iNvJ4mxzZxQ/M4v1x9+7b37cyaBbjbaXOUMc7gDfaOlkCb8tq/uCT27DbJ+C9YxmnDw3kobyaMnxnspdoHKoZgfjN0ye6J8/2ujuf/sKA92Prr0cXe9gTlC/IQUJ8k0prAYzbD9wP7XMadHmBH6ku5CUa9C5M718bPYBG5RYOXwC9hPILMV/gdeLlpNYD5It9BmP8vkefmadFT1BgaBnc2XPCK2bwZmm8cq69LF64oKMetgHMpHRD3Bzdie1zV1yRVqjBgiUYYFzgm8oO+xslSPmewBzJ3FRT/DgrooCCFDYhZb1BVyq8cjb2lMDMFUdSlokK9RKgDXCXKBTrGuzK54Vu+nY1SqKibwiZQ6JYJGeDe/ol8zq5cOE8s6ifsWoHMizYk1D1wOYBL8ztru3x/f2nbhEXCCd/ZLZ5gHD1LxK3JYBH5Ry+wj8TXg0+KtJVXEvep9JlKdma88Q6NC342rws0Jd/an6KR5f8vvybQ3NwHUko4ZGD1xLgjbaR1DeuL4E3FrYVStkfl4A3Z9v3VpKfir3Wt3hn+a5ZDmxku8rzoNgzE3t6su2Kt+WW2m2WY3dHrLHbORdTnGZETBi08bWRI79GwHt0or+kDweVOmaeu2R9V+n2KrI1aW5aRCSv/rJekh1zZ1YG3v/a3/tfekOpkXltfa2/rwdaW7yh0Z0F3tYADkhogzfNQkPgDY02s5rbAUrBRu7mAsgSDMP1MWJ/JaAcHbQqxnL8NWCGs4sffZhub9ZVZ40xLCG6cEX72jC/JZ0urjlqv+dAXQv4rtjFlS5vZbOc7Tc2/xqa0paba7ZsaUi1q3lvoBSmpmm+1c/W+sT38YieMEfLYe5N3VbImCEgxfchmgqYy7JE/gWeZHwHysDwqFHipeO0UG1ZCSHGbZo7uYTiDDiiF6LTYMewltIRVKExeIAD70NavPWekNMBAK+zjiOr9hOzqsOSvWcW9W2zID+yhGmPH9wx8H2vO7C4bsuaRivr8dMXunOXb3Q3X3u9u2Iu2acMgBsCMasrynd5CR4I5D1/51gzT9ZE/tPX1LeBd/SbegTJ81QidNbfre69n7/XXTcFwLcNeEP5Cn4alrW0ahX/PY56zbR4w9X84+5n73y/e3TnV1Zj/AaB9zVYvF38awNvi3GHqzlLrCE2q79F8aR0aNs8nTkN0Pu0++KTjyxm/h7MoCAQAW38x6RYsK7a316TmbWrcVZZ7WpZXnVeMcO3Z64XCM9WMJCBAHr1Yvy7A85kMYm45BAuBLzLPdz0pPJncfyFIgBPT+72E1uYSgvNggPsCtgReMN7gkW9SOtChhJRtEE1UlIXs+8rI3q4r8tKi2vl1g7vDoItR8NMTmh0ouvpWmBrofhwWschIzBWHDXFVRmFMeJU4CNW3NaVceCqo6264q4wiQJ2XCNCdf6L3spqrpJs5Yt94+TlPaQwY1yL/YTl13e486TRBJLHnjXQjTCVc+aSftYUZBctcZus4uZSj/FFc1Di4NnWqDKpu8egh+qhYgLAPh7/vIw35V7K8x197gGrHvAGTbpCh0YMpz30v4r5XgK8g/fFc0sa1Xrmcyvx9WDg2GbkwVLC4KcHvEMzMmLxJj1g5ADevlQqtZdptZ3VvBDeqRXJisg0f5WiMNVI5z4XjxBZ9H9Xu7wf0lN82V+n8Q2ZlC11o9X7KXlpTo6aPsXV+F8Ab5/kZoz3mMV7uC8bS/jSv/5KgTeVOC2Ky1Mwjz8lQ30ZL/CnfkWStsW77NnGv/53+8C77vSs2/MIAA1mKYu3yogxxrtwNX9i1iJ9LiuWEqsZ8LbDCAcTa3k7+AbglvVHSUXI2FwwpEadYLwNuOeWg8s1Yy3gM8qJmdH4iTFNa16WkMUsU5zr5xTF+UNXI3GXzdag4paSZknTRwXaddst4DfbFwdjS/q76jVL+jWp56FgMvPERf2ebkB9y9/Xz6r73gfDfSbYGmeKIR4ZDntRCE/skXeGFkQKxvnG9rOKi30v5xJJZuGm26jq/QKAw5KMGEy4kqN0EF1BzQItkD4f0xZCaADuYwSUlOcoyD+DAIkP4MoctY0BOODWCy8hi5GGuzMSpD28d7e7D5fyRxa/bUm/Ds06BoC3aUnTLlodYpQEu3D5KuO5j508Y8BU9bKfISaZ6yglQXIrFUTWTwiMiVcIjHGm/DOpJPQmvAjwB2BWOrztJlr0CQiem/v74+7n779vydyudm99+61u3/i+FJkZYJAvVTyzD7w/6n729g+6R3cBvK93v/P7Brxff4vjQm+AM2zJbE12rI73n5qruVu8rZzYllm7oaxA8rkA3kMSy8Ab7tCnLfb9+LGD7vNPP+52zKOAsciJZOKPiElGB+BuDrfnSA6GLN0qjUVXdAfj6Cj+o6u6AxrRT3kq6OwoLeN6omitd2m4LcZecFgfQHDAf3sah/GTaBD22DtvtP78KJuGfTojVleZ0fG9nkAkqr2ibGv8lNUC7Hckc9MsoP2wVsprjnWx8REbUxk9JBOEZfjQrcSMEWfyNdEVEirIMq44bIJwy5pOYI5QC7teCVshWwCQS5GCz9mLBMwRfiFXdfQfSjL2IubbAbY2T46v1tfhSUKUqdUDMMT+IF2gBB5c5KEUQEWXU92NV14xIH6ewBzVETZPm1UcbvSQgZBwzdrIlWLAHw6tJKty5YAflcntpADJr+hznKcpYoHAkivC/wNoyz0fH2sVw7ChN/IDSK9KJqmBt65zKibdaB37c+m9TaA8PKByqTzeEon6HHijjVRezOdY+QNEW6JTzcVAIctx9feBPI6cH0IB4bxKPEq8kooJnDsxAfibt0A+lXJV0ySliGYyfvwmkmq1B10ZxrNBHdY1I1s1PKPyIuiJy8TD+etaMldtiOr3Ad0oKW/w7ewHrWev1poT6+RN5SIeod8zhoa5R5YyVVxXy1qrjvPFz1u7B4mXuJBwlD5QTmg/auaK8u71Wlq1G32Ld1pJbNyiqfG98JKBN1wkA3hnV/MMvMWYcAABeOOwwW+4ZyGrOeMovewIVgeaxaxtC4Y8wsBGZrDlhLAK2B0/WPJDWxbtuQVuEe8UI24RTbTbitEv26kTAbWeUX+/yrOm2m7Nx9I+tcDYXDvr3Nvq31qu4klImX7KOn2vLeLzQLsWbPqAotWPeeA9dEMvLeCSrzLTbT+rYob+FgIwck2gDBaEGJRIgos3avI+MrfyXatJjSoNFJz9uAhX8jn6Rc+Y9Rug2w8pxAyjzjDjrQ1ZPA9B0qw1B8iDYUD/wEqA7ViytAdWFuyRZSnfNiv7vsVvA8DgwDptcaSXX7nZ3bQa2ajFfcrczAHEYU1WWTCLVeZvad7N0dx+JxRDK5mmLdwp+6NA9yj/jQl+9gU+Vuy5rPkS1JUB/hgAlvURior3DXhfskRnb33nLbPaIaEWxt4/MGvXyQDeTK726Ufdu7B4m0v9hSvXu981i/f1N75DpQLWGtZYuDY/O7AY79LVPAHvh4adLebdLd7DtZJ1k+tjbZ06Ye1tHHRf3P6oe0zgDddqB4zFZED41XJKcRBzQa0KLd4GmOB+noC5ALeAl2LDGUrFEltKnheu0RS8oZxw0EarWrLCYt6xACOHuvdvqA5ydNBiSNV6j/FfhkAETio0XhJEtO7Yz1EijxZMt2xHMi0hC+uTJ9dSqTPMQIBbt+anZFoOXTAMZvI3sGmgk8p3uveLnljmxWWF8C7gnBPAygWccdLIpM6qKfgciVwtdACgnOAJwByWcvzkRIBpL4DufEdpGuShkF5EYdog5d5BmEOpIawtm8dN5gHvAQ9ieULzWEGJwgu2zzcNjMMDB/RCwE5PCtEflQIwdDi/Ynw4XPgLZWV8T96I/7VZC2OG76UIeancNjeKw5wQshjvELxWILOgufAOWgV4q3SYny9TwJveH1JuJCUq2ZFWqOdyXvRn4NEZFm4OQXsyxhveSORfPfYV4NjlU58beOyIPcTFfSm0P28iliTf+Xingfe4GWWpvLSKvFuzjOYzVo2VLh7QbHsB/+pf0pL8V27wpdwwJ/8seeCLn7f2U5nXhHtLNL6K5TpaJ0888muazxy5ybVvrMYzsRc2/o2/97+OQ3Ky5QaodeGr7Gvf4o2s5tDIwk1qCLzhEYRn4CCBmxWAN34AuONHSdXE2Ai8/WH4KBiymNv0jKWvJka6MpCeeVhzzspujgm0DZXlOhtMotvMRFVTSBLqXb78Xs7DYL4nSa1J7uuMG40X8mHzWfmC3N8WmFuh0d6lspqOv5bM9lS/YrzTrWNSxp/bbzMEF87ioO/13o/3tSWvNX+1W/uAp5TPpuzoIwMfoJCSZ6v9rDyOpJBC4jQq+SxzsgmwyDgMC7d+5OLJGG57DA4cgg/7PQe8Q0mYDqUA3tqISriGpGBmUX1ygIRpxiPNQgwrNyzc+9sPLUu5WbgtlhuZ0p8fGGg4ddGydV+je+q169e781ZbGCUY6Q4OcJP2rICgLDYClilBmk+uEr+5YDJyhi0F3pjNvsUb7qQOvK0W9gcGvC9aorPvGPDeN+8BzEep1JMFJQtIdMm3RtX7Z91nBoDf/ekPuq17n3fnL12jqzmAN9YcgALVz/rA+1OL8T5mIP1Kt2UZzR9bPLxczb1fPSoOa7s91dqDZ7AlNLf29rsvfgXg/bkR15PEQAB30qsqiSb3cOeZPKDCeobFjtrMAomkCc+ODWUzvL5kcdX3ctaGgO8/DgiDIZPcBxqRchGz65u6NOQm0dXeXqtZgitIEv/1Zo75Avb2mruKc2dSGBPPoAoOD7N7WFOc/hegDySk4+bFl/zRLW49p6u56ChZITEWgCv7D67nzFeQeIO7KBfvQR8HSAgH6zj3nUAr9rlK56EGvAFaU1rBS4F0CI8Euqj7DyzOkdwV62b3s6ecwKws0dRRUEnnZskx+3XUY6OG9bFvRcW8HIdyxvkS9vg5iw8/c0bW8DOW4HET5VftB4nmaKmmJVll3RAjXyas5Dx4mTOG1ODx5GETHjuVGy2Ad9DAUMapLajzJxfBN5c5W7XTeRWKAZl8tf5Qpvi1z5FRkZI+Qhs0u1QwBPBWw+KFUMr5AuicFV3GS/SZ+8o96bImfutSV0rSW0UKWYUF5Ve4mrO1aIN3yrCU6KJ+Vm9P+t4tm+YeGp/LUYVYQ3bM455fn6asRfKeagOzfHQwRQXsfPd6cz//ZuRQm7mhJTe0Htyct9kGgg+2njL+/ayc12hyLhfB5K0FDdA7ZiHt1e2FCvNoo3Zee7SbX9JdNe07yK2etvFvzgDvYCRTPfRztc+EnEFGcjVpXxWfhIRE+I2s5k/s5xldryw5jh1qOEzgYgUAzpJijNGyGO8UK6dNxPXlP86UJ2FLv9ct75dZ9/AC8C9ZraVE2CvbUzS89P4lfSmvodyxAlfruVP5obIKV+xbvIdWy1X634pfXKWtpde2YqCXtzMFrV2LP9NQixbGDosQalr9m4ovHz+A2utX3kdrZNGB1qHW0viW91OEckktAEipWCmVGTF/WchTp5iw0fY1rY0Agi6Ygi/tsH6zJTgy8K2kZgEiyILIswi+E/Aen2ldJ02w+hdWYbmcbpiwiIziTy1Ge3d3q3uC7OhWCmzHsmlvIYGage+nqCNNT9qTJnjftGRpbxiINeBtQBZKSbYKodA2G8b4DCDFD0EJkSEoAph7PwGQCBr71oBS1o4QUNLSiCCU4+bFl8u9rmzkECQOTYFgwPuDD7sLFy+YxdtivC2bNYX9yuJdl1NDVnOpNQ5p8X4PwNtA8PlLV7vfNlfzV978RwTLDVT1gDfLif2SWc0vWo1lAO9HVs/cUmhPWLxxpng5qwDetHgb8P7Mgbdlmg6LN+EwE1GJFkLgCehYOBRosksgTt7ra8I/kSAMWapRIxoWcgA/1auOpG2MEYfrNMu8CZzHw7F+WppYoL6XSWgbxwB22bWSegcicwFE0mOsQYRMsI2eRlOAKKMbgadEPn6gJHsxPRZUOxzZzjXHDqbczTyVLyuYCS2bDrAA4bLVRPcLrKF3oHMAb5NBbF8/h4WcQqKStTKvC/oAXkC3b8y/gWom60P2f3kjIFEb3NUJ0OmujutEN1CepHJoQRSxxpSlY80dSPZYRQYG+lZLGVZYeOyHHIW9rHrikIvst9EMPFwYL25WcQBzuKtHqB5DGXziCSIByn1OWXVBM+UPFd/geRCLVTCDYCMhW4cSJIbSMlz0hkyayS77teWbNOWhCaPAOylqfJ05x/ByUAZ4KXgyUGdf46zo0ap6VZ+vkskKZQj/jh8PSfE9EeNKMd4V+DjuQmd+Rp/fDgHP0Dq7CvCu53lsfP01G7uj/VkoJ8avzMqUdkvDK3SuvjDkbQ9YbvFOypmjdBxPmgkxbTd5dGVFKQ+1nzMy54UH3+r3r6bcqNuHMnytVzPOfrr1lkx6tH4ttHj/W//Z/zY78rlNsBh4m7t5ZDVHcp0DTw4CzSyBtwHsiGsqLd74POK7hweJtOGavPbitdb3ywDevbmc4S0vkvGEgByq1ySiLWBu61i8QbQvwtVchwf/Pdo+8LuOvskybR29jbm+twHt3MAnLd7FTZPXFG6c7We0+9kD3gEyFs7/0OLdn7M6QU+p4aVNrRLM423ZihIRRSy1QxZ7D7fVPeNLSF62C8C9YzwK1iEm5nECTMKXaJHHDQUwWZPrVwijSKrmekK7TODiuVm4nxmYQ1mwJ6zDvc1yYA/NpXzPrNs7W4hJtkstYzOEawDtS+ZiffHKq92Zc1e6k1aaCMCBljxa4fF8MXzakny/UGAsN2J1SPWB9zI+Gsq4BMzd3Ywu1eyB3IUFvJ8JeH/4AePOv/Odv2QWb7nqHxV4nzPgjRjvUeD9dNdczf+0u/uLj1nH++K161Yj+XF3/94dw4P23BFXc6lFYMmCxRtreShX82NPu3t3P+kem5X98MBKoHFcLsQDeNPq5j/8tj6FCrfiRJuBhApqIQkJDDJJGLUssHR63LgnC7OgfcWKEwwCgGcAmcA4k3H1oK5WZARw1PQqV+mhTZa0VZA3gYk9I4B3v52Yj5iNelagtBCtCvShLcBwACZZxtVfgfFIdsgHFvIM8xQkcKaJ7zl/E9hFX6TcOkT5MvO+Q8Zr7lgqLWQFjXhoyBjJ2Z0x+NZfAm/FiZ84iZriUIBgnbBecF2XVRwu6xHTrzXUWkRivXBF74VvOSjnNJCe8kRr74qvhYwTIq54iwCK3OhR5s7C9VDRAPHhlkX9FIE4wLm8B2HcgFcF9h74GkuauQu3Jl3Kx56CMvhHIgH94djUdzt+9fnfnPySFKYOvhXjn38SPRXjNrUAP0YiPk4ImXLQkANv96IIhYzaxBZ1mkou531Zsd9X34di7mk9AmgqN4aHNRRDroG3gLpmpVjResuNADW3ri+QzV4WIB90cuSDeeAde3FJS8NrhuOKGeyv2/LWZ4B3rVHmo476nOU9Gr9yVeBdyxxH7DfpdCi/zI+mvP7o1m5xjlXHXfVsDeC96qjrORkPEx0bz3BtNmaBtzP/qUXoMxZdFUwUjD0SgbBmt5cTQ2KiqOMd9SmhqT3n1u4A3rB6s9wGY+IUi5QMNtwe5SEhJjt85Q9r4N0jthbxhfAcD2jQ+CRTnMmcXvb9RQLvut6unrNss9QW71VZSyuD6KrtrXP9EuGz1f7RLODzc91qs9Xv1vdpT45uj6l907+4FpYmd1qxCescj9wyM/tmaPHus8W5eHOKYUXbPes4BE8sa48AACAASURBVDBQPAA34ie9PCF4E6zaTz0EhoDbwDdAOHND+SAlwvcFYraHzyib0TG6Pg34PEyHgDeAHARW41oGtnf3kPDrgYFSixs3t3LU335439zJ7bPOEoQdA+A+ay7lF693l6/etIRp1wy4GuC2ZEsAZeFiG/G/NewLoV1in6zr+rOycKOP3nONsH14p9I53uShAzaU/9JEywIJ128B720D3h+ynNK33/pL5lJvAJiTUfZFAm+80JehxfuHZvH+rEvA+xtm8bZnIq4V7uEn7J+DJwLedz7+yID3se7yDQDv3e7unc8NKMLSrtj4Hq/lSrpAbV/gr1PW1rETB+aifrfbsjrpqDcd7qu4H+DtOetPe3msiEFNdIFnCExg6ufCKPoyj9MZ5pRx4OH27NZXz+CtUAdZygGu6DYdWbkTmHNgVgIEArlakNX7WMcpi3dam1WBd3nw+rM5LwG8R4U+8aWyWkBqxgGZypfBylmCG593ekoIzENOMJhJQzx5iGdaF70q4zWBOV2TBfjzFPFhRlyqI67M6ALkDAVw5Qgs5cxq73HkTOTGZHu+fkyaiHlWLDj2J+abfAWKBy7BmBhY7hGNJ7+y9BX3g45pqKAXBRK2IWGtPAg37W8mbGPmdOw/9/qhEgHyFZQ5mBJXeLg7f2+vBL9zgBKAk/y26NocMAsvq9rqXXskkTzcqDIA3vF5YTnXfvOqBQ7kRdjqWPSxVNhq1sXH9XIvBl8PLJ+r2wjCU+I1rH+PfUUbDrgdOGd/lJG1HcicWs+lst9awHvw7B5LbL6Z8tSMGxeKuc3n6IKY6KMAtLxHxh+m/ZdWP1mpFnatumyJLDbdsnjX8ldxXvp+XH5vdeUY65lrrOcNs+rN/YYDeB+tldb66llTs7qK9289HQN+lYho2Tpu/Nv/+f8+u9pzm2yMTmuXpshoHgIu3M0BwpHlHHlRcAhAI3vOympEjDdBNzTMjLnEAWcsCTGMPBlyRkwKQ5jYCY1++fkAeIc21ydsluHxwMmk0SoB1dQINjSaS5nvko02BL/LtaokjKPtCHat5WWwpP+ZKZYH5Cp35kN3tbvy1esx1PmntoB3q89zfWv1ezaxWxJ85ueB+w80wr2YWYm25PKDpNfXBc/ugWt7Ug28M5BTH+haThfeY0z4uGuxxygJBtdy8CNYjw/dBTOkKvEcDE2bgGBaIr22hWepLmU3CcdEoLyGVjUDachAfmgu5U+2H3SPH93tHiF22yzbAKb75k6OrMQQ3E+eOtNdsVrV5w1sn7t4pTt/9ZoJ/RLkVYEJIMHdKn1vjlkJKEynfjs6CfdgugOLD5RAukVraUWxFX1pyZPBSwsAROANVm2QZ8es+R+aqzmA91tzwLtQXoA9AnjLcn7IGO/3fvqj7tG9XyXg/eo3/lFzj5UrLhQaJwwcPTPg/aPv/Un3xccfdKcBvC3x3I4B7ztf/IrJ3saTqwXox2Qq4/wpC/I+cdxqpj81+tjdJr0wY3SUzELiKguZOjSvhQ26L2s9mP3a9wLrhQfwdotdHc82xlrTsU3iwdy6hQ0x4rCkEvCpr3BBp5s6QrJgceX37jbvZc7kwq7YVK0VRujnJj91OvDvB2JDbfEOUDFqaQARRAv+e+QQqKsQ6JAZn40Ij8hiplyiaRV3q7cekZ+bY0zBSCJO3L3jHCTmUArFieMn8TAojyhqAISKL3D/Y461o50HYD6VcRyJ2zDPBOGI2WcdcXNJR0y5KdJgOYcBgVZxfh68BOXN2Hr6iZlI+Rf4dI2vt9eZONG5riu++I5AWvwuODAUjmfNEr5pseFIXgv56jSs4cgPgeuRb8CzrJM+wBi8Ixwt5gTUUijMpOORG3u8yPkceYWcVK+sPi8s3XhXgmV/L/CNsIG4FtoTfmn/hLdjyH/FfkuekLisfwbVZ2LMZ6m80FoHz8/yElNIYryxN2PQvkdqPqwsDdNgesi3Z6yzaYb1R0tGbH6/BjrOit2qUwWdjn2z5LNxizcm/GUA7yU9etHXDDjsovUc9qKvlFtHjoySzItHuoaVuX5GKri6wMtjvH/tPTNKOTyqlsuni+dmYWLBlwO8PbEHDixauy3GG1ZuWJRk8XbgbTMC7f1pc508Z2U0YPUOi7c0+UouggQoOgjFdFOhDBfQxwAGD6ByXqs5HmazHDv4CyZXfF1reAfE1GBq80xRY136al0qoSQOkfLv1p09ZeDS7qTr2PoLpOuWlnW2g04nKw/Cb2gB2KO2yylKQO1orawDvCnszDy2VjCN7jMCLC1239K8GgHUbQ+fXXa0tNTrb8QoBnXjL7nqSqeJv8GLEO6iOtyWvMyAN3gRAFWUmwmonPdLQCXfP26xiie5sZdjD3wiS57mlWIv6nAbsN6xBF+waO88/KLbtb8fW4mrfXPDRtgNBPKTxv8uXDSX8qu3uqvXzaXcMhmbdNxtWDznE+vjE3OVlYXVhS77w1N3pf2tGcrCeXIHRmIkfueHFARZ3pV5QJJnG2QYBoIAO7R62YeKZffnU/bXPAh4f9BdMFfzBLwLV3PyQk5oX4Mvizf6/az7/PbH3Xs/E/A+e+GyJVf7o+7Wb/xjzBECYITrThpYhsX7h9/9+93dX35AV/MrN25221b//O7nn9khC4t3GQ/sA2W/ZcXkjNivU6eQ6dqcD8zF/MAANoEenkLQZqePKY2fWEz+U3NjtwvMIGqg375CdUxknJdLLNbrQFZXgIe0zzNgcCjsz46dWCTIi4+SoE9qdm8BTjL/Fq0brXim63CDJgi0ecF3KGGmOuMAeuHpoFwFaIMu1g5+RC26RjRenxUCFP0X3lOa8Y+nBeUcyR0tJCYSi9JruhatCDYdfMt6Hjs2xw4nQZ1LBuu4rNmlsIW4clrEUxI3rdOxpK3We/AO1hQP6ynJ3MG/mI27DWtFoUA7xvw0KCsHF3UD4XBX96zqIC7GmbMWvOLKZT0Wv4rs2VT4uaKEniS+Jpoc3232fI4aU4//PGyBSgOfm+DPAkzGVqw/Ydw4ZXIW49thAEFFGZPFmDmdZc7goo6Ef5pXWcZlvUc7aR3RTaeRJG7Emct+9V+l1TvOoFHgzWmOp/j5kkIMXgTwDlkrvA4097KC5+9ibPFdmUyNI6tAeoxWwTdT8lz9eabiarpG3zaB9ZwQqeEVr3qF5nvQjmVeFSTn56tfZX/i71pSKZnjVH/LOa3vXzLLL+ManrSDhlvr2b+hphXxsaO+VktoB169Gr3M9WuY+X/VUYwD73KGp1Z+LeA93ejo+tajeknAWxpkuOQJeNuPAe+9SLAGCxMs3qZVBcOH+9NZs3ifh9XbtLJMHmI/qrWJ+CV3CihASo7/CvCShzYKRhpamjnCb1mwB5PaQM6tTbZKIrGl3jGtZy4h91XnYUmbvw7XtDwc1hnDeqC+D3brfrTangXtFHoK7hKCFD4f4bs1iG9pYAdAe077yGf3HxoKC1mlNA+wJoGf5Fq0+hzx2nArf2xge+uxAaawYFKoo4Mmpy4LWPUA9X3KOF2ATJl6kavCrUIQhGEdRa1hy1T+xBK1bT+0ZGkWZ7z96F73ZOehYTWzfJvnDyzrp80SfMlqU1+wTOVnz1/uTp+7yAzLENSZwNeeKzdYqja8nxJO6uN3aHHRVe59PDgQyvt1bBeHmD1KttGpc7Y86MOqk5OsYT4w9xHjzeRqb32Hcw/hHQmtei/nzwEOILTS4m1r9PlnvxDwvnPbFBKXut/5gz/qXv/2P55KJsGee9LA8jOb1x/86f/b3fvkQwPeGwa8bxF43zHgXbqaD0L7wj0bc2z9Bhg5ccpi6A1UH5jCQ4K4kpoRWtnne1tW3s1KjR0zcH3u7HnzHLD1smuePbMrDq1WOd2X4dWFH2bJymAN71M8QwarpGEqRcp958iFuLZYMb7Hd/4Z5tNiwNlHenbg7FQ5LGbn9lriErJkNc9ltRSzLJEQ6+b0DhlLFJf23/g5gvWPe9oCIK+Yk93KcY4w14HVkq7lekUIWnpEAHSGB9TSklzPBfrgteCWbbfaK+GbfiIxmVzWtUaMDfeEZVLKaJ+GQoRAjZnrBb5Z251J2wDU3Tp+0vI1IJs6FSrIsA5gqyR6CB+gMoXALlYnUJMWB9QZw+LegSWdCgb7Gz8hi1SWGIJorLmDRoBsJm9jKVf7Mf5DizgMINYn9g2hOnCnR8JbhkIESUayOrnSs6dOBkGxpbGCoyms3qHwiaWO9c1K6Wwdj/VqWbwT2VSx3bTkFzyt5vmhuCjJjvPqCjpZvLEGxRX+PrKeh5zUks1aMllTJu11sr/vWm33t1X/JJm3aOdzcmRrJjod/27q01LpugTUleC1PgXrZ6RTrPgi7m/du9ooXtx8BPdaMhd6alnub+1eN/jv2u2TRWpsYfE+eptD4F1Sx1y72Viw+tN5BizJkTRVTmzW1Zw8fnrxp1zNcYCxrIUJLQG8YdnZMYs3yvLgB8AbTBBWKVi54WoOq/emaVxPn4Z2WPV0JTgoEUp2GwphWzFeo5a4WpCfAt7koRUjrdah9X29bC2mNzunrm1dSgpLE5i1+rTkeWtZnZc84Gt6TSk0vOgutsBx63lzALfVduv72hU9st6OKfvI7Io9tz7wjqdIwBwH3i4E+3Phcgt3SbyifCG8bFASDJnKEccNfsQsyoXQaSJwb5qHeyWYu7uZ8y2EsQBK8MGx2HCmITbL+t4Ts3A/ZJI0WLq3H1is8L273YElUttATLIJ4ZtnL1iytBvd1VdudWfNpXzz/EW6pUKog/if+JpPAxm9A6Ho36iul4K/hhMW8RCuaYXmSxfVnL1/jghEt4B3niu1lqzwBfD+8ENLrmZlz77jwJtJrHoZYMPqrN6hpahSDAB754tPDHj/sHv4hQFvU0z8zh/+re4NA977iMeHC7ldjzMDwPv7f/L/9ID3jpWC+4Ku5jm52hB466kY/6H1GyAe4OMQIQIAVlReKBYWgPmYKVT2HnzRPba64gBnFy3h2+FxlKPatGZgwcQdyBWAMAbLG2Dn3XMAP7euPjPgjmRfAOWyhodF3K17SR7EAoRA7QubzmMBvbScaebsZoCpyICeErbBTVpx4wHQVMPafqjkjtrVXtIMzTuoZzwyJy3vg75lqgDeibp6W6r3Jug4db52R18VePcOwfAw8N66FMbYfJbRClWCd8m9JgJ4Y0pzNplwX+572KTBUPiCkg2JGPGDbOHWAOcLxGRrh6XAGjAJmxQjstEDrMK9+zT5gSzJ9hks5UgqC2+FDXgxKPM97/P1kJIEIFtrJaoJL4bY4q5OdBLRdhty7uzmru4yS7w955TRBIA3jSD4DZmMVnDPrE5ALsMIQTxoCGXX2CcRcPAXyokOTnGGxOel10L/7FA/EwAv8/m4ooQqotEY77gvMU5nYlr5OEe4mxJgpqCrHeTW/FAk8VNXtKY63mV2OXxvc8v1YEhHlpnnZLOWPLby9ynEQ+vfun+4O/vgd3g65Dvm214Ke8oerAq8cW/wxZarcQt4l/1YDnSH8zf1ydh8jElQ9bNb4yqeR/Ida3N5L3tXvkBX8qkeZBnmKPQSrY4rTpa2WHo9r7ryy4H3eG82/p3/4v+YXbGjAW/FTSGBEazdB2bhhpvn7j7KiGXgDUsOGHkA77NmORDwVikxMH3FKvlE97SXHn+VGHFx+LtA0rfYjRNyjuWZn3pqOuescuU+mFFW9Lb5RPmB2g1+bvusut/WAc/ShB7tpUPv6MxhnWcfrcfQ8xy9v+mZlI+n22nNSesAHb9/3hIefZt69qgiq1i/cjRcVyeKUFBAxMklfsZnf5gsraSsLFTxbsQy+kPKvpVzU1pJYOEG2N62+GmWBXOFH2rbRuwjBa0QtuqDpggVodUI/4Ucx9vQV0iTOPyRodzcyS1++6l59OzRrXzLEoHdN7fy+4zpfra/a17HFg9s7Z45d8mylF/vrrzyuiVNu9GdtCRqz4+dMqR5ksDdih+5a+w0zYTAWM/sBq054IPZNZTTFwKmC2fP4XrOSzJPHFgRMTw5y094lmULS7kOaDHxSrt527wMPvrIyolduEDgjXOAwvkS4E3X+kMH3j8y4P1pBt5v/RMWg/2UwBRg//TpE/Qk+P7f/7+7+7c/snJisnjvWEm4Lz6fB955P2isLMu0eYr7lt4UBN4eLwtrtmVP3zNr9yMD3pjSi7aOh8fPGPg4S4DFmUVaev4YlDH6iKRVPBfhDWGgG3QDaziAG5O12Y8SiiFTPcA4WnIwjnrVPeYLxpJ0LCW7SQBNN8DCrdhw/Z0bIchw5TZ+Q9kNhQMBYrjfc61kfeVnKJ8lKktgUDtE1k4qMBx0JcU8ujp5cACcVsJJAbzH6G9AqyXCKfgte1PMUWlBjfMkW6wls3BSE792LwW3mpd0ojnAOstaTkMDcy/kmHKuPV3cMUbMFxAaOmR/sySdZBZ66tCKDCUIYvYRHy4LOcMFsB6ekFCJ0TzzvceQw9OBVMI55g7UDz/o85EkLxSCA/oBwI2wm6eod25/h9EDHkSgE4QsCHg7nViG93BLh2EESs8TcFtn+VcocezHE7dpnLLGs4veJWSm59wUn5V8nMKt1FW6hPMZ6zPnap7Pj976sw0RYsxKkoecH5XyoHaPro+14rwWZwfbSvw15l5DimdPneGts12tjL+GZ0Db02SuvfIs0N6YlvT+/ADvekbGgdz8vLW+rXjblAWU9FfM+UpWZ/CUo8uqg/Vc6dlHUfLkOXsZFu96J/TD46bXawVVh/OjJXM+vi/XAt5jGj0yS8R422FEi3cFvCEEM5kREtQUwBtu5gTezMIpVycmjUGSGBBV0C/OE38GtMxKeIMvdZCRES4F3kmInieeut3WVlvGUAs3sKrBFw2803YmX5lmqK1xrdKvsbZaILN50LQ6+IK/18Ffv5ZstuqemVto2Rx5SrTQUnVMg+f2QfwigDf6SbxXjoP7rxRgR6mhspD36bIPzOG+K8VX9DknSzPWjRhoA2HMIWFAG2AbP6HkY91auF+y7I7caqPfggwVy017xCGFC+/JQoKasbBwWXKtpxZXvGeW7D2L992xmtGPH5ql29zZd7cedwcWw20Z1boTFjuJMj9nLc75+s03uwuXrnWnzgBwn+wOnltsMkBNkkgtLhjQZYZmkrDoICPxGzclSi5UTCj5IRQJ/hmpjdZonNXlQZ/pMABLCGN9C2WsZR/cx6fJyu48GAqQD5nV/LyVE8vAW2AwvwTsEmRQzDhBNYD3L+lq3rN4E3jDXR8Z448xFvWpKTh+YBZvAG/zHTDg/ZqFNz0h8N54/tSe4HQ5wQJJW9YWzp3NM6YMwdxhmF7iC2fac6Oz55Z5fs9qij+ybOlo8tLVV7uNUxe6Q7N4I+IcpsMNWNixjvYsxPAjuz3bQ45tnH0A49wjdlY6+IYlHDSF38rYDRMkADnozV2hHahoy4X1MK81ZpDrRXCnbagXaAzAD4SgRGJ0aaBWW4Cc2dI9wZYSc+G9uUfDTR1Zu41e6XYMfwQSCUCgLH2hTGFtexfc2Lx3gcCQfakJO1BY0dlKEdYrwcV2ijYSXfswfU/oXeQJKB+re2OLq0sCeBk057b4nees0aWe3NUttzm9mStIABO5br5etKhHBvbMk3Ocs8s2riRhorYiS7o8/lRPnKCWfys2HJnUqeixv1luFUoRJuHTmsY0jfGSxBuCPDA2m8tQNpeGBigPFGOO5gWoEZ/OWHBaus1DhPHh5vUBHovv3PuI4QxGM8rXExnUHdg5Pw9gjq7IfV9rFB4KKauPexFoXK7gSPSgvaRjJ58T5dipQAvZ0OlDR4GDaXBMfx+KmVAkimYcHDWAd7CXePbXH3j3AWcrhrst37Zlj0x2/WcP247ZHOMb+GwOLpVtl33qMcZiB6wKvYpbZ/8snj1xsA/CS1e1Og/anREgqr4OgXdrHvoH6BqQIlT7Syey7rn2bvXi6lYf47M55DPmvd3q1DI8M74OG//uf/l/zq7Q3CYb62wC3m7xhoWDFm8TgHYsrrG0eKNtMGNYvC9YrOP5BLxN8464KAgBlq0W3DSEQbopGvME6D7wjKMqS5Y1RnPAe8riOzvOCcqamvhpRtsiaC31KgC3peiKJ/IgLQhylWe0CHDp922GvbQlHbyrvGpX5VXujWcdzQLuCYwmHthqsxVHsmTzT7l9L7kX3Q4FRF9oGQ6oLxBrfZhoCkyPVo98T3wen9ROAXXfIjYvteVuMOAB+2bV3DHL6rYl8sJvxE/DiljWpSXtufWGYh/BiVw4+wrE7DnDZ9l/JjKmA+IYQPczAPxtS9BmANt+tsydfOuhxfza7wP7nDGLlmnrhAmgpyxu+8K1G+ZWrizlp89cMOH0tLUsl0zZdAvhQkGkUjbOvPp04XPMw9qtS8W9sHBn4J2/6M2xg6T0LW9xK2+5bpqUwf7zJ+fbfUGhDHn/g/cJvN966y3m+oDwXgLvMeUH+BMzkbvF++cGvB+YxXszXM0Li/cpWAZPbDCe/ocW4w3gfdzuhcUbdcM//wwWb3uulxObtr5a9+FhhfAnyzWCdTh4aqEBAJ/2Q+ulAWMrvN7tou76nc9IP5ev37J1vmYx3qdNkQJwC+CN6FslxMN9UISEQKs4ZHdj5ozBZRmu6QDYeAbiwmEtF+DG33R7h6XczlICIUfVTBzGePEi+VZarwB1uNwBNu8DkBKdJWQcAiwzbwOI+IrCZZ1gT+7P4RLNOHG3YuLzE6Z0QJKu0psBShgk+PMnOiAv3baDXOZEIlfsze6G8ksQru8dWJUb50S4aKoHCDfonyvU+VM76tZXm29luFfNQc1S3OOhJ2xDlnC7OGVN7/Fht6Ij9MSbZ3vU83BuFQeevBIw1wDcDCNQ3P5xm3NYyDfwg6zqWCeAcSZv81rj+M3pcKjtTFjAWp+SD8USeIx4JGYTo4TyQIkCs2pMGc5lxZYCBkoZAPCTSMpGj0Wz3KOsGT0pCkMKgXtY/NWOLP5SFnEN8NvpvOdSHt4HRr895YW/xzBK3pg9pbBPMBQNNFnB4lDy8ySUq+wf2EGhKGoBb5wSOlvm6TlR/cLrxki/ZfFugedhm1k2bfX/y7V4B3iu5L2wHDcBaqj+8nnKnTxyvoZ32xyrGQN1cf14aEHBj2YaXtfq3G962TMn6bBp8S5xDGdkMXeuL3SbwJHvH1O81Od7UE5fxTN8ZAtL1XO8VH4e3b9zwJvsY4Y5LLF4t4A33KgCeF84d8H+3jTmLYs3mDddqxgzp/UNAj0w4eSAAomykupACILIGk9NjqacR88ETzwK8GaXRmhuFNRqMtMaTLHmFtOrFzHmZXRxiydGu1ElZNXnrLEzeGuLllZvf5UNrwP9qC+PDlMTYws+1zAEphmtbBN4U1qYfsCyzT8m7GpDzQ9HDy4VWePWT+3NvuVe6xNWrprepKCTNVDJ0WKMAsXa08Vn7tFCSxwUbybQAmTv7Mu6jb93d3YtU7nVXLb2Yg+Wz43zRNlpIXy5BSa5Z4pSg+XFyh2jAQtuwAA/5rpuCdK2tsyVHFnKrRY3fm9blnLEGNMeaMnRzl+83F0k4H7FEoJdsbrcFwTerBOy3gd0ckEwjTUL8SWviulJmCIsN/ytb5mMaUzwI/Ae7peadgalB4skW9G9bH3sC0I5w7qupIeBTSSA9wcffMAcHt9+69spuRoTSPlrDHgzxrsA3u+9+0MD3rcHwBtWcZwVoCN4HSCr+cPbH3fHDNBcfeU1B963FwNvniRGY2fPnbG1PrRwhR1aqJHwDha946jxba7mO+ZqTuBttHPZ4vQ3L93sDo/ZPSw5BbWKEqjRpRz14cONWZSX1izTOBLJceYo7EvZpZANZcqHpRweFoonJhi3fiEBHPpHt3YG6Tood/Ant1hr9jAU03iIu7KTJsK7Ik4k0EqmKN0PYCUXYsYX08otlRT2FEDgSUsSdgKxwAR+AvnuLyIlC0GalE2i/SIm2RVGeS76fylhV/RvTuHquyRtEvQ9dk7aQb3GtddFq9lK3Ge4ZXNMdMjyYwghwPpIfSYRI+5T3gHMM2P5HazDCyL4EfeelzAL/k5rurcPHhaCYk7mhfE4vwBYRQI9xI4jJI+Wb5Q1k4s6LdLmrg7wy3uK9WOsP8NpBPCjGr08JdDvLJ0EABcAFe1Cl0rA7vQqxYR4uTwokDQXSeUEvmEVx9+wgiOUgbHgTNQmKzjd1+ndiKz7Tq8kwtgHWnPNmTwQIBNOAu/izKxDlOJYiXFyOvlMjVkKYimfnCISveQY774BJXJorAS8Ocw8z1O0PymnDW4tz4Hl4D8/99cNePtem9Wixg7CKEurM94N+Qg93/pbf3RZxmSg3vav71pQYmp1q/MUxfjnC54ZLawO+isD4grPqnudzaWN8Yx+Xa5vvmDM2o1lbZk9VwPe4EerGf/KIWz8e//V/zVLanOW0bGOlhZvuJPPAW9pOlVfEnVeL5hwCuCtOpNIlAQtOw4HHHDqtjS1bvGGG7sfgpE4Buysn3Qjhjs/7W3g3WaSJSEvufpFgN/WcwbKkSJ+dVVSX7e/697f7++qRN/adtOzkUuarDpjun7O2t4C3rNPhLyzqiKgaHD+3qy8iluS5XuC6Mr26jmL73qCpzcsgTP2t9YpWQQp4ENKQcZoC13xHBGM4QbwtqzV4DP4wfes6wzQNqIwpJabMpZAAS3etGbzDnAX/16doYUHnjv7B3RjfrJvNbd3Hpll+x6B9+72w+7pnrmUGwiCIInqDEj+df7CFc9SfrE7SQu3Cb8BOhijWCoznEaKOSV0coWhEimFe7iBspA3CGxDD6QPA3gPaGbE4l17BbkY3rt1Yw3gDQCB/sHDCa7mZ83V/qjA+4vkav4ps77/7l/7290bbvEW8IYb9PNubwfA+//rtj771ID3Iet4owzbZ7ft/QKLN+kbJGDnEtYS73e2LWTBaO25uVtvuM0fOQAAIABJREFUnjvbnYZr7XNL2Pfgjrmaw+J9rLtk8fqbl19lnLeUOfJnQBABLNZILHoIpQ1d0F3JBJr3H64FLOI++2GNFA3qH4kYTjsQG+mejvwpqBhiwN4APoGcW87xN13j3TJLlESyRoOIZYYVXr8JPLU1pBLww5ZU5UBM5AkleAnOArAAqBhoYsksxIg70KYE5K7SAObwHGASMU8yRgnWLfHJY60CNYkiw3JlYx+VkDSHMcI+ITtw41RqJgcWwwC0lVRdCtTlV+RZZvkmICUQjCcHAJJqoYztz0oR39/uVp34Jt8rXnyDJQ30I1frkIEcjHKx3HUaGeoRAuC122Xxhrs3spKfIailRdw+g7xFV3G6pyPDurxPqNzwtXWn8j4sJI06PvULRbcOVskq0Xfsey+9B47kCdgYGkSA7S7q1g/kUoiYcSTFhMEFllq52wuEy8Kv1ewDbz+fHJxj7ZVoMSsEeI87dgRhBCbPFm9v3OWi0uJNisdauDJAZwT2gM6JeIViJIB3fN6Sd5bk25GCqyXl4YmrykO9HaJx+avZ71lLfVYA1E+Yfj/3bO3XGF/q2xoWb9LKmMXbc6S0+j2F9ceBW+ZLrXbxfRpf0+o819pqzxy01Hx2waOxPZeQ50R3W7mA5ucMfHwo1w8s3t6/MQ/tsv3VgfcCLc3UuNcC3uRslAwyEyIjlCsWBNLIYP7EtP575gKKn4jxhoYUhzHc+mDtPm9ZzVnH2zJowjUJzBiHBAWPBLzxTNRMhbCN+pqufSbRSnjWQVYCh+jfNIXMA+/VQJuYZYtk2OHBRa37lmzexEDxiJI2yMOO/oQWQ271bY1HjzS9KtEffdzraLa0RaafHWC2NXfj30Owa905PU9hsZhqoQbm8b6OuYz7+8Abz82dC/1A0ED5vrR4h1dKlAhTJnXFcUfCNGQo30M8t/MSCXt5jokzx6bcBUsKUBSejLeY4G/qP3sLEA5G7hYsJsGyhGnmOr6PmO3tRwTaOwa8d8yyumeJ2w7M2n4CoTKmNLx85aolS7Ps5Gbp3rSEaaeMjwGEYe0P3d0W81TuR8nqEKlzpGiQihQyOlgkeocywGfbBcJyzql8rDlPyC1gmgkcRBvkknyjy/Kk6VK9L8k3U1OfrsrSHAQl9oPPwP9h8Qbwfus72dU8MgDz2eSXhfAVKgQK0pHVXMnVhsBbdbdhaAPw/pEB70e/AvB+RuD91KzWn/3qEzOQwdVcFuQxjXjMAegC36POsYCPZXg+fZYuvPCqODAFzMmNg27nweeW1dxivA3AXLn5Rnf6slm8LbN52DqVb9oivnEWci3lck73cTu3Yt/LayvWRt4Wsgpj7gXSfRX4m8CE1rjsjvvMxoas6Qlsu2s6sqojkduhudsDFD1nEjdk3sa9SKIld3btFWvTk4SV/ED9YVfyqzxO0+ewigMoGQ0yARsuUrxxxIirrjUSiJnnAGPF3TJOl+rsxi5raijggkL9PQXuLNz3eNEAeGeajzuitn0W4DUsJYYTsZdDrfK29WgHycEozPm+4jO4LwuJCCTE+YaFPGdVD+AOrwplVC88FbDoWE+GIzhy5DVu7Q3Zxi5LuQLibKeHIBZNHgYIk4A3wnH+IHQPcpUBXCqrpAgBDTN+3JWDwh8AvirNSP7jXkSMJQc1Q8fjTBw5Fo7Dcl4kunUdUVIuhRWZdEaDi3Ip4DdANizisIbDCg5ATtd0D104ZuGGtKYHHZLf+zAdeEv+5mTrTPRFVB8LjypdkrheAtVcRDVaWrzp0eCsKSlna6Th75UrxPtJGhg7hHwb8VEz3/tly13GV5WHiv1c9bPVr9b3fWZRPmfs7/4cDNuOA0yrlvetj3fW4o3nRfvF/Ngy9b3z1C8lJ22/VgPebHi+UbJ6PTuRRNOFvtHP1jN7t9fjnpuHWA+fs7LP7akbXBHK5CPcqr06sscG57ufYa0KUKsAb52JR99zR7Z4cwM4hyutWDwcPKEIQDGBtx38+A3BOcV4w0qERDae1RxZb+GOeGbzjLn0ifGe8jre/TgsPBYWb8v/a4cTftMt1YVvlD7RnLiWe4KGwpozteCr1NKu25gC3jFPre39MuOv20xzegusdm8+3o60qb5GN61jVW4NY522JehNb/5W27PfQ0Cpmh67nn0Imai4oRWbnuYlySn95GnY0rBiKxmjEqc9Rgy38RBYvQ8MSCB5Y1aKuHsgmbFcQOOV9l0o5vhMWMUj0ZoAuF7GT1gCytyJt82q/f+z995NdiVJlt8FEimATAAJWUDJltUleqZH7Kyg2CVptDXuUHwVkksaafwe1LT9HNTGf7m7Zpw125khd2a6u6qAUtCpM5HIBM/vuMdV7z6Zia7enXqorHz53hVxIzwi/Lgfd996quzkT6uDXb0XxfyAxFdat1bkxV5ZvuyM1rduvVVd37wlwL1RnWjNOtH3ZQ+PZaiZ8UFNDXBnJdHNjGc/hT6Z7W613gfW10PR9zVGx73NCho06nltDApz40GbJqFjV8juc6VXthwdeTdENbfHO4E3Md7U8c5kXO0rF4WezzAfLAEcTLM+rZ5STuwvB4C3aNf0wyrZlO3x3jPw3hLQ7gLvxuMdho6m79pzyOuug84uVGu6phkUAhgeWxmFDw7k/VbW+guvDqrnqi2+qzJlQg/V5r33qis379vjfeoM4IyRILjjYovSxZ30nhJjhEMYUTdG4jSrJOjm2GJEbktPKGbB2GgYDzUgq917gPzIkk4xeICfve6KD4+QCZ6LRG5H/o33B9lxjLljywty4WZ4c1NzoVm1KBfFtycffvhyUMvApXR3QTcP8FdKazleWVn9I4M32bwjcRd1x5skgtw/c5QU7amA7NZmWu/99cRHL5hsNG/nhmk/SfFu95W1Mg9jjOPHMpvgKwxOA2uyjTgtuTNgZIjQYzQulhW6LvseYwxA3fH7uS7wOxeN0LNgPpRM+KVB9FV859uxHjpvQfYt4NuhGeHx9g/ZygkTUDgFSdu8ugDa7RmPcJz4CSCOEDiqIcfEZrM2iGxRA0L6Qm481zLnhzEu19J/S8Vgo+/RB11HXIYvQkhMS3dyNqj14QUvMeHtcKI6Rty6Z6ytXjcTZsc853+ttTj3gZhTASioXtAYCbiG5nEi72Yf6Wpww5VxklUxCXz3pk75cxawPZ8uNuZGYz6edu1p3893t+7Rb+raDcNhgvZdZLP3AFOxfR4/E3BLQDzSnqle5l4/jVf75u7+Mr/nPvEcTnhT430OTZt8iXpBWexOE4F37KGjgtp8FptJbSz2n7FJsMDWHu8B4I1SY+CtjeDK5SuiZ24E8CbGG9DN4stm7IW+ST9UHvNECoWV76SXck8nXitrrq2cUEqGOgbr/mT4uyjwHtdn3nuyoybd+U2C7nYbFhGX+SZJMxKL3Ou36ZzYw89xpWs93DRwPKkf2qBh3HFnA+b1ZPLlB68lYa6hRa+POscPdV8qPEWumMuA6ShDqEzlgO1deZcVw43RDhD3Uh48K5YD1ysKUFS5bV594B2+iKQpsVuCh6zEiqVDDLditg93t6pd6OTbL6qjvV2BlkOtaQKNUgjXNq+5JNg1UcrX5d1eXduQkiivqJTWI/TlVDKH+qxNd2qv3cV7FJ7tmDvxiM2T1KugAenoqwO8B5c9zkqancF7+zV5PRy4W6dtwRRoXkPAu9TxjsRKvazm6UnjCktam03bTOBNVnOSq209ksf76vWGaj4CvPF4K8b7W4A3ydWSao4HPKnmk4B3vb4JCFwR1Rxv8aES99lbqLFdlVF4RWWVAN6Pv/xVtf3t1wT0V5v33zfwfi0ZgJLOy5GzyKpjuxFZEm3JAC3gfqi8AMRpE/+6JmYEeyAJu06S3RGsj5Ti2gM7fnyi59l8+RXloADRADZ7Fp0XIUqWFQ/qK7XtWLHqr2Rkgp0WoDsSu/m9wXlQ12ODT3BuhJ53BKDnrRPpdMWkxrzFExjgxvSEMv72dkeWbscmQ4UmWZv6hlCzGJOmnKC7xmAyAKVBIK1L4HSaIKm7PLTBd9f7VLNfBuYLKsI0ZboPvD1jPVSjC1T3WhnrjsHNFRIieVkYDNOzDYLE820AGc6FWBVYs2KMPXZpKIk7pv7lBHDFm96sl+43I81kIxh8y8sM0JV84wmHoWCPtynfAcyhjF+S7Nd1um20VO0A5FTWiBq4+tFjAbRoeLzqj2rd0G21OIQhMv4zOT/ky04ZeecxqilxIsDaoNwefGqKl0zpYQxwPXqo9k5umIOJYUvXxyhSM8uYT/l9A7hTN+N41h2o+zWFNanmHteYg32K+DAgT1kfkKtpH30PvKf10Jzf5348VX8dA6bOF3jn/O23aQ4P97w79bTemkXepl1j0e+njsmiF/5NnDfGUDPLrS/8x//1/zwRUUzqGC9crbvUoNubiSy5xHiP8XgX4M3CCvDG431FMXTU8V5zcjU23lhMy+5XNi57h/CIoSgn8I4NLz1JbD/ZKYOTZgZMOAl4e+Of0LsT+0znvWlwPWngzyLo85072sltr9YswvnbckxkEV78dRbwO+muswDviedPMiZY/+nM7kHg7TbkYZOeM1gpRcHptUqfU3bQ3m1lvQZkHxxAJacudpQFs4Gtpu0WRW9UCeLKbeBdW3OtBZaET6lAoc5K6bVHXR7uI9GIXx3uVHuiEe8JcFOP+/QQgCRjoBQ+6MdXbihp2p3bopdT+nDDniOrjiiheecSrVt7e1qP2wbegZWKUpx+aI9J0kpDM6zPdnh4b7Vuz8lpIKEAqFp5Z81sty3By2yS3lUsCyvJ57I+4/GV8urkao7xvlz99Cc/9Tg7M3aLWl7W7nLf+BYWQqGaq5zYv/jTalvJ1VYU4/23/t3/qHr3JyonNgi8RTUXII4Y77sjMd6TgHeRX9apde1FSMtLeaePJJOvXqnX9PnqstgOyra38+Srav/ZE7noVqubeLxvKcb7UgO8yWh+0cA1S0kReiX52ttSIj5lwIdVQZm5q5InwDdhE4ROmW6rn5DbKOkVfs42eOSzwBfJ72gEI919pjwjmQAPHwdILgabiME1xdmMsaShJ9jG620jFMwPgDle8PS+RsbpAhCj7rWN3jXaadbK8bpkeZaUIcs5rk8B7Sz3BwAHeDmjfF2HnD4Bt2dyLn9HsjcYJkFbj9lf3hcMVu7XNmiFtI3b0yYp20PzrKZCT7jmuPnZlDGLmem+tNxkeILHv2Tl5jO6PTLnR6kyJKR4uJvxwZBCGEIYKgPMs95F3L+lw+uLGRQ2eLQyo2fFh0jWhpe8GQ+y3LvkGSCdMbOxKeq4+5q6dpnfsaQ0i1asd9GW+LQB7dbfsq2s97ygmRO7Hh5vgXHLBfeP5GyuH56g3OXNaBey4OdCWMg5VzKoNwacsqx2QDOypC9cVi+NTTY4FcCdCm9fZtrftzXDRfXyNhCaT+eabeWedtS0e077ftr1J30/7drTvh937cbDPIEB47Vt9ArnC7yHmbhRTnN2SD2ZxzPfCCzap+UuZ3Ee1frZfE3+7o8eY6SZtWEX/pP/5n9ZHHh7k2luVS+oKF5a9FGyUGr5ocQPSjSKGAnX8GxhqQR4r19ZN/BeVxwgdbyh+aGAALxJrubFr/VEbeAddMBcxL3Ih9W0VlCHZHlAge12WKPYD3Vk3GbyJOkoxL2LzHL+rAM473HT2j35eqH4zP5qAdayEc5+8oQji8hOFN3W+Ytbn72otIPG5mx/yOH4TjvLolVb8eds0ywLZjpe6rZHO0f7uxkJo8h45Rxs36ewYNpNLTVbYcbsK3v0rjzLzk4uSu/RIWA7YhztDS7X9o7T9Oew96EQdzFyoThRECxNzPkbz95LgQrqcB/JC7mv+OA9xXC/1M/h1hMbDcUZry4rvvf65l0ZBTEMXqvWtE6tCJQ5WVHGU7p8WD3O4TUpE6XdYwYoiZ5DhxM8MzjTGVIwnQHbLB7a9tJl0la1HlIDnHWQuNdQ5nLbnWIAHC8W2aqWQjz/uoBnKcfB+ntXNorHG+Dq5GoClwBvnq8wkzyOGGPyXxlZ2gLV3DRPAdjHoprj8T5v4F1YBu05yFOwL8G+In7/mPhonlMGlpcC4KeSF7znh1uPFYbwDG6sgPe7LeAdnnzavYRQALgVnqD/GWzvbj+vdlWK7FRJAYUSBLxvOpHbruq+s0euy6CzojEHDAEqoF0faa+0PDmO9rW9wbHjhRxY2ulHKMUFHHi6lrJXHB0gOeZOeAkNj+w11uf2rALE2buzjJlAG+XLaLfjxMmmDkhPY4JBnAFSgD2HaeAhN8jPRnHt/tLBd/2lJMtkxYkNIIRF4gRgzGB/jCcU72dk7A4q9LKStieLgrwKTujW1LPuxm2n4kuz8np1H7YmzDhle5JxKwzqzV4Te2VrrRrpiLhhneip7pNgDFqTKR5woHVmPCebehg/Yn1sElnGGAQjIcaUcL9ihLGRxcaVyIDPpWmjxdQx5AxLxIYbCLC+0K9ZQxyKOv1OSAA5D5bIUJ5sEIC764gD6DUGpW53Rm7UPWtRSMeMjTgGu7GWNACWv0vyQZLpyciAbCdIr+nmjhUHiBPLDuiWR9yx61GuzNR0rauuNW4wHj8+X9UJCugvFPp6DXQoRxnKUeDtr9pgPJ+umHVryZ9PWfJVgonV1RfmX5tbgrzg22n3nPb9greNPpjQb4vct5nL0bftpafT054A/YWp2ebKuLafrX3+VMO3Hy6uP3IXy9zsyvXiGu1ZRub8z11kPDv9v8AcO5enaOukC1xwBuA93rZipbZ101BAg+o00eOtzdyxfsRKavEmqZqBt5SzPtU8FsiumBbgHUpqAG+XyWJSZYMmexmZX5OFfGI29zlAN93T78GzCtsC41yfcpZ7x7mzLg7s6t1xO8u9R595Xi/04jZC00SHTKGzDITX8vF9dhbg7QV8YKOYpVkcMzGj+kC7J9+rKIlx92QbxvvicUFxzM2N9YHSX4DLA4GQvd09AV/qcB8k4PYuZUAXchPjVxiARbLawLsrX+ETRPG7xKaGcql7ooieON/Ermjs1OHeUxkqJVBTwrYjfUZs90XRci/LGLiuMmBXr96srl2/Xa2KUr6mzyrFo55kn6MQuqxN+h/dptrN15U3W3ZD6/QP5/B3AO/wTr7Yem7Q81JJ20ggt72zXd2+fbu6d/+egb6dmQKA0QkthT7Xo/llIeZox0g460bWj0mLh6tFz8BBnY8n9/PPFOMtVtOHP/2pvbp4oEjxFcKR6mprjpQc8+HXVXI1eZd/+Rd/dq7AuwCA9hwqifwwcqxrT6IOO+0N8KfM9MiQQPQpsvP8m2r3mZKrSbG/8dY71WV5vKGaS9P3WDrGm/JRrsMtozOyrfCFU5Wc89OTkVz71rr2PTx528+eaS4cSuauOW4cUEL5Mujte8wJwJQzglPq7Kq7jt6JrM+AzvITiqUBj2U+2AdRgolvQFrIT9awT6BokIeAGYcjo3pvcAZIk7Gk9twHfdkZrKFIax+HJu3a464sQJ3xKFfmddOx5jnW7WUwJkvTpsElkodIwNSS90jIleVG7SXPOUEfaH4siYVQ4piDMdDmwERbGlAcXs7+brII8KZvR72VbeBdeAr1NOmGwpGEkeHxKAUFu4EJoVM5E74NI8Gv8dHFe2wDca5HUNEzfMZZ0r3eFFZNGPsCoHMF/aMyBIY/f57mg9SnfFmMNQlw6V9nRS+1wyldJgBOVvtgLuAwSUCMtznDSAJYxFP5N6Uk3eKynqXHPMyk+XQZ116MjNm2MoYh91lTHIOdM7oHuHbSNumXMJVw4kSOgYhdJ3Y8zou4cceSl3aWTSbpSeX6ZdQKXb+vz7SBt6V7Ln2pkYmF1uPm9DO/m6anTfv+LA2Ydm3vo7PuUdmQ9s5U9IVcCTtNtVF84NVeG3ytnNL9/A/zaJj99cbPNKtqzWwcbupZun7hc+cdj4VvNHDid3bvosst+DCzA++BLHl9G80iwHt1ZVWlxBrgDdW8xHhHHe/QINoYbgR4s8F4M50NeHtRnBBT4W1hhsk99hjPofaGOzynZrnHYuNaZmV/djbAefK9x8zqORaGoXZ3vWLzLFMesfxZrEe6zzubAaEBMkF7m+fVnIsmNQvwHnq+ct7w+c09xvXN5Occ5zGvr9sCVx0WSasjCmEwwGQobaHKNUaBtiGulP6C+VJnKRewIJ4bEArQKQmPSrhHRxGpnb25dcZktZoar1DZrGjaf6PfgA8BHQDtkUD+gbzbu8pSvuf48SNRgAWmiIfFEKg157rovxsbmwJB16tLa+vV8po8zqKb4+V5TT1k0Y6t4F4EPhIDG16mQhRt2kEt6vJXJCAi3jZi2CPj9Gt5EvEq0i9PnsiLKkMASx7X2hZQ21RbfvSjHyr+ck01qXWxJWXbPhfg3cjMuJjFeeS9f6y9+3pextkeb7X/w59+aCCIMbUYL/qGitJfUfEZlfxU/fJl9au//H8V4y2quYDp3/x3/sPq/Z/+jvojDGKU+HJytYNtxXj/U2U1/yaTq42nmvfl06IL4CS+Uwo7xmA83q+Ua8DJwAQsTGvGaKzM9jtPvxbd/BvTnDfvC3gT470iJgRJwZA7U4FF83Xs7qtq+8Wz6plizZf0nnwmqwIExHlbdrV/7W3vOAnpteub7qNDGaWIcb6k/ZE8B4UpAO33qo5haro2ODJlSjZgJzJTR9xy7kGmqyeFtwO8y/qbv610AtJjDjUx+2Uu6TOHi+SMtxUoGSmas8cyKJDAzd59POWmNAuMZ8x4gPg4x68MPWl7x2MGj9MoY3YFKg3lO2J7Ad4R5mGvuGtZq3QZQFDzFUOIqwv4tDDpROxyvKcfLWWdJba9ngzNggIe47tsmff89JXGSmSw2Fz4dZ2RvXvNAqGLllAyrLevVfcbdzOoDhkr+2LYAtMDrnGONbcYSDJYIQ2G9oAzP51TIMMGMEiy/iaLwRnbcx0KO4yumUY6WBiwiEwtV7c7SWXKIL8dLuAa46V0WCQcDA86lWqCts4P19CK77HDQB1lzfp75sA+lm3ryEvKbnjyQ0ailngaaZwlvRgEYEVE/oOgqBPHHuC7tNVzCE87seMJ8Mt161j51lDOC7yn6X/Tvh+SzHk/G0rkPc33Wtp1rhTsbPi0Z36TwNt5EzrjmUtV67NJwLujpyDuEwZjxG2UB097/vqSE4D3bNrtvJLyZo6f+XnH3P4s58/vqOg2YiaGw7h2T6eaJxVt4C7nArxljQR4X7PHW3VSie9OqrnLTRTTPYKcwtammmP9JTFSbKyzA+/p2U6no8xxg963Xo2zTp1FaCZPg0kgNT2Hxao7dKG5ShHMPiH7dNRRLsCka83r4e5Nko4hZbalqZmYi9y7eIBDqRj3quPHx/V537PYu1BNAR9aBTxfJtx7jLe88YQ357aBSrsJZf1v53cotPK6lIs2NFc1EOg9FI2c34BuQC+A+5gyRyiDOUYR71TktDsP4xgABwpfeE2CrliU5ZB9QAIxkHgWTwH5Atv78iDj6QbcHggokKztRCAaZQzv4pUrKmkoYHfz9l0BXQHuVZWH0ncnusdJxpCSvEchvgZXjpFVaamoi8xnwfbxe3vZ07dTFEHapefEAHBwtK9EWypXpv7YVtwvHpljff5U8clXNjerGwLcO7vbBuQ/+OH71aZKlb2qVvwTiZFiFArAnX0WliPfPPBmUYZq/vlnn4tOvVL97MOfJb2VEmso8jxADwDmyDtSNz11TwvwFtBdVub4P/q3/4Pqgw9/4QR8AMGVDvD+JwLe37bqeB936ngbAAK2koVR91sCbydWkgKOx/uiDoReHmBO8awkpoI1oXruuwBvZTUn+/Pm2+8m8F7XsAAygup70QnVBESVPfxwZ6t6/uSR675HJQ/Jltpu5peOBrQyIjdv3LChbk8yGkzcJZXOk5dcAMD7no7Bg8exgCSDGX1OWy9dUS6CVSVrE6g3CAU0ADy9DISHD3DTJBQLf2qRVV9fHzgSvF4vw6gUpI6IJ2a3NbxXfxjA8rXDJAJsO4mbPe1Q0QHf0OypOU68eCQEs9fWbI9IAhc3SCCZz9SowYDALqMm5lsAo0jWVkI8gnIO6Dbwtje8lDWjT1Q/Wv1vmrrrWIe31THivmDuDfXzjwPhzR5Sz/no9Vqk2sA7MOGwx7vkhmhmZsyJLuuut6cDnD3uBfiXtScyeYehFOp/eMq9Tti6lMcDrK03cQ0j6wwjiLEhR0Lb2B1gP2rDR0dFZZlgUtDY8CbHeNCvmZANsGsjieTOVWoiPhxPNGXOAOqvHU4YJR2902K8MtBF9JisXuxzzYt+L2bOYpAI2ebTBrTHUIYsx14R8wFPePwo1DHLmTmRm9aRcPYUdhWGnYgj9/HOLRAe9g7ISlkpwNttcQ9N1iGn6X/Tvq8FbcE3bRDZvsRfV+Ddr8RSZvisHu++AXuSV3pc5bLzGvPfJo/4JPE86/Oe5fyzAu+z9PGF//S//V/H2E7QFvmvLHij3ReQollcYuMuC34oFfxgyYdWitJdygOhUNJpKwLa0Mz5oYb3mpTd1XYd74zx9t0L8NYb9oWSAZkNwOu1/xftqb15Q2uflaz5F8WxQLvXNbHhDvRXB/wtuFqOPW0S2A6jRGoWpae6V5oBbJ9FyL0NTe7yfi/22rkI+F20j/tgNe49/0S1WutZMnpu+5pjpqBv2ih4naexl7Xxtgw+6ZzAu6aH181JJaf2lDTtLMpHzPmSQTeU4+K5DgqqgIoUOajTUMn5AXSTRI3EiGWzK4pW6a9a1gBmbRzgRQAfCZ7TqAHr+rM6Bi9qJBuSwg8FVuD6WCD/mNhxeQ33BX72RC8nfhpFG2qkKeXKlL2uWtzEcK/Ku70q0O24Uv0ESTOgdSF/tomQKKxRU5l2ce9IjOZatVYCvdh4ePbkwX6tjNhqnDygL/L5T6tHX3+pNW9NoGtT4OyJEoJ2e2ejAAAgAElEQVS9Evi/qbUTz/jL6t133q1u3LotI8Cq2i06M7HenktduZnVA9HISqztndVq5O/+ulLuOX0yM7ZHAo0Pv/jCCTN/9rOPPD7cL2BWypeV42iVa7Drn1PNQNfG460Y71/98v+rtgW8YSD80b/1x9UPPvp9Ac+g0wK8l+zx3rLHewvgrTjYG06udlx98/XDuo63AUa/34oBiqFCSbfHWzKgF3lJaJ6ptSje7Hgaw92nXwXwFpgAeK/J410t94A3sakCnq+OFL8thsXRvkIbZEyhnBjX4V4lgzKsB2T+2jWxLPQ8u0rsd6zkcQCCa9evew4BCAiPwFDlpKO5PJxA8dZ8IgEWNeWXRU8/1rwjfwoyfCyPNB5g19F2rWZemUQqPeTh6TM/JDF2HOU1gT0dwJ2hGhwQDPeYf0VRx6Nr45OOSzgb4A+wDbUemn4yPdALgp5OFnWtE+RUgCHAfKItXldKabOAWkXiwvzQfbkvfRSPxppBfeqoD16AtyWLjOnqUyexszElkhq5FFmOPQDRbfCGxTiF0SI6JNbc0ofxhrbmLOIaOUWaPTf7kXZ3qHuxtrXZOgGGYt9oJ3j1TOkZSuNSDcQrrfJvDBX24MX6086T4TMwomSsdxweQBxgbW+3DSKcnRT1Wq/LhG4FqJsBkXTwbE0x7DR9SL9HlnInZct67swpQgIiSVskdzNPSWEdpZSZ9TTalwn1PLb6u8zhWj6b4UmdtWU0tvzm/m0QHnXBbTiyUYCkbeQNWEq5iPrirAPICPMRYw25FTimBt65VkaVBs+oxPkhO8O1J4ou1shvka3GaNusrSF209fakQkx8EF/JR932ZD60XvWK7+F8Xza1G/msObc6iuX7Vvw3p7icW7MsO7L/d/dUge7teyzHV/HnE0q507Tqft7+uC9Zxn8CcdM6/P2qWfo/bEtmNYHZ3y88znd49vSfz2Z5sAkPYa1gPf/NiBqsXB7yk+YYH3LWB94A65RsKFV2uMFpZSSQFArBcZLcrUO8JbnCY83tVnJJDw5xjuUelvPs61F/uvEOUMTwnvR5Jky9NyTgHf7amOPe0OLVUjWZCGoM4oPUuyb8Z4kpWedIKMe74l36y2Ncwj5madaf3lZFHiXhowD3qNenJGmDwLvZrwmGgM8hWf3eI9YYVNWyj3a92oDb5KjlU2L98xtFGs8dfZst7zcYXiL48NA1fcgRN93gDefeMMtqkNGbpoWXGrLKjM692atUbK0AwGdA4HtIyVteynv4ZHaQYZmwAz01DUBlA1RdjeuXRNYWVcSMzzcKqcjj4hjQtMjag+h6bqpPNvb0YySvUZWiMOjFCWBcj7qO9Y7vC2sUV8+/EzgZVfJIy9UzwSwNwT6VxRa8/DhA3vg7t+7V21vq1a4Eszx+Zraw73WxAS6e/dtxZnfFNgksVYk8GrX/fYHWUt4dvGfxCooV+mvDWUeTt+CS7z6gwcC3gJ+H30UwNswKr1C7uuWQlQkFqOFqeYCAo9VHuzXv/wXoncDvK9Uf/j3/rj6oYA3Pc76v7oSVPMjUcD/ucqJdTzeksOvv3rYlBMDXKDL90BM87QR97kumeBl4I0Nhr0IhZ1QA8nR3tMvBby/TuD9XrV2i3Ji6xqZSDAlxC3wEh7gl2rX7vNHwpXyXLsusy7BHND1CbUC3sD8YPhIQofC72RrmjdQzYnzR45IHIV80IebYkWQOOpABi08yFvPtyx7127eVh+tKF/AlgD4mrXLoz3dVwBiRTJOyAIGHYxisDxCxsJbGSaPNOrk/mhAm2N1AsgykE5gSAelkbmw2IOKnvTl9MraxFJo0e738HSbrYZhgmSreMNhp0BNzwRufIfHHADYBpmBxEI/6TI+Yo2IoWUMALYAtTAD+If1Am+4s3TjjY1Y95jffBcAC6PckkC7v8++eZ3zqwb4CY5ZI+xw6Kny4bQo6+8I7PH9uq/iKeX5aFb3+2EPS1l7OCHXnbI+uU3xat+dqzpeHMYB+XEwdmBM8YF6kyEFgO8C3MOAGMc6xt9INuUhf4cimntaWT8N/qMf0PcMUqGj26scHnKPhRO34SmPLOkuL5ex4gGCAcNRd9zhEIwZTcouqlfg6Dq9WvHyHKtJXwNbTmzpt8mVsJy7/J5p8Am03a74G494vG/Ad0nuVuqbB6APtokT1ZX501pv+nrUZOA9J6LrSVT7z7KHTTgke24YitWg7w3qsW1j1VA7/f0ZumSSDju/Y2VaT47/PtMHTMRXns29Z30jwHvO8TyLp7ffI2fFFIuPwGRsO3rdnh7EfB6TE2CwTT09fg7gPQp8Ms9kfZ9FgDce7xLjfUXZe6HRFeAdWV2ZaGX7KLtIWDBPRDVcCHh7gxkPSPh6kkCMLJwc3+vtec4/i/A05/Y39lBwcwevD+suqUV57ivXo0rC2dvYBSxnv958V+iC/mmgoft9kzV2vnuWo4eNPC0lxQeWPu+1rSP6ZTy9JLfAw5hzy2Vbo9+W1P5GEzS/Mse6xin7Pkpbcu+zd5vYQHnUUOQAE3g4D6lcIBr5ocCuE6YJHGCEc/UBK4ON4l7mSYnrjrsX4I33yBqoQaXb6zhNSlUZdrnfoKxCYwXoH4lSfiDP4r5qJWPoA2i/Jiu0TgVwE1tLAquN66rBffWaQQoABiXPsaKv5RFEoesAs3zg9IrRR9Hj2e9J2SSL9RKd5JhXDBBH1VPFbfOMMHmeCXzt7T8W4LlY7cmjCfDeENPn6dOnXseuyQiwRqZgAS/6kOsfC3DtKvHc/bffq955T1TtipJVgKNM6dZu59xKyVmAd38udNdTnhlP7EuV0Hr44KG90h9//LFBW+CiMGYU4N02GrCx45ct/tcnAt6f/fIvqu2n3yrE/XL1h3/3H1Q//uQPdMSS+21FJb4MvDXm//z/AXhHObEbb6mOt0DmV1890N9QuksM7OzAG0OR6aXU71abl04ExOS53Rfwpl44Hu8b77xXrd6Wx1vlxC5KfggxsPfXWcE1FxR7/vTLz6pLop0zxgDePZXL25OBhf1tTR5qjAfMIwA2socB6VRth5JL1nOMMacuzXmsMmQryrR/w8nNCJ8g6d++5hrzBuYG++YTxZRfkPGaGNbD7V0rCdD0V2TEOcb4pbwGZMvH6GTDUqGgO0t4xO8aNDg7OJ55AGh49MBlg2bQNtjivea7Y8X1nm2cPKnB6E6PuMbM88zzlzwHeMRJ0NZK2AYFP9cNzzoDfx1jj2x4ZZtFK1vV+Qxha4FfL6EBjALIRfxxAW4Ghwbm1BIH/MljbhBHwwXMiF3mPECir5vAnDlpYBrrl5et8r0/SmMEb63oxk+/qV4fvbb5wM7K3Z9x8Xe2vBw7gbnWWr7ztMIQikSPAbxDoQRc4/lugHesoVFlIsB3fBsMB7OQPP7le7zmMc+C6s7QsX5zmTC8xTOmAdZU9AgRwNIV4R1ZHsyx4loXYSgUME4ZR2TSa16MjWuKtxXcvFd0U7IhYnHPrmwxJbMv28spNHO3weXLgoa+LEMYuRcK2wMwvqLPIot7GGkdfmHwHVV58N63X82eF+NbdBMbkeoD45nO82VJmQHI9RML1yGeeW5tKMh9cFIbLeUdHWbyE33XwLvd1Ll7vzdek84vwLv0xji80NbJcmlppv2Erpyn7f21ZuJ4xhTuvM5isCiGqfOU8zdzLR68JR3+cw7BXgx4p4LZe6JzAd5kNVeymaCaRx3viPHOhBgDwNsD/V0D75b09S1A06w4k2qELyw0nQ03VNqYIqMKcXfW8H1PqKZ4zxdt47R+WfS6s5yHYl6/xtG36wOKYhQf2Lpf+w5muVt/YRpaBosXvaiws3gSy3iW8S0Aoj0/JxiUes89ArxHVtTGU2+lsvVYVqhQmJ0QjRrcAiMCB5GZXB5mAW9AYzBeFFaCNKYyP9SDXeAdR4T/LbxxtcKga9h/pUBrx29LWX/prOhbppIfUA5MQJ97O15VitClS/Lsydu3IUr5FVGIoZevCsAtycgXnomSYzuzH+fN2t6KpgZ9hEwAfO3xcYBrEB+XeKvnPpGXnZJoh2rXvmju0Iahtso0IRD9pLq6qTZonXvx/IWT+lBG8UjAA2bAHdUIR4l7Io84F72kdZDkWjdu3q3ef/8jtVuAC8VVnYA1vE5ShoT2FKPpkjoMvEfPa428N5+hDScooOWFYopXtQDvZRk3Pv74kxp4M6btpFZthZCpSmRyiZN+8vir6vNf/WW1Jar5xZU1A++ffPo3DM27wHtXHu9/XL345kuX8rr51r1zAN5iLOBxk4LNwF88FSiQzB2Iav7im4fVaynnN2QUqYE33/MweojIMaCycHsvqufffCE6+J48/1ECK2qDB3C8rPJ069oDyRC+K5lgPgGQ8Yaj9GO0Yk69knyssj/KiINXfl8GplfKFbAmQ9IVMu6rP4ipRz6OdI01XZdydLvb2zaEMXMAEIwTXvJL9u5haErae3qIGUbAJd5xG3kABAYeAh2SY7bfY+jIGXfreVrirPU5ZQCJLWZelJUUQ5k9rXhXHScs3oaQeImnNY3d3u4AcvaqYqxTH2HAiYzcYTghKeEr8jM4lEV0dPcjMlrW6b58lr+7n0eCrCTV2oPKnPbiYuAH28DA257n6CP6DwBoEEhWb2pYOwyBJG7Fcx5PHaAegA44RCSKN76eJX5TZN8zi+eYgW3YzLSYj/XeOkPImNfWdlcwvm3vTcZuuy3RqDRO0EclnCa93urzoLFH+E+pKW7rTN4nZCGAN+P/qpQ4M3DDisO1Yo8oMffOSYBn2cnYoHzDamHukOgw4sMjk3p8FrHlpQxakwPDceOWnXyOWhRabAAPVzxr2IEirMJyLxkpMd7MOSdhy0RskSsAXRWdVfKg8Wc+RZw4xoMA7fxde2p1/aCmh+xHWFLKHe8TvIVBptnLzTqZR9FvBKR+56GcAXh732udPw54j4tT7t96Hg/pdwm8+1Ve5gGvfuYe42ySwWFm4D1mvAaGt/PRvMaOeZ511A86pA9Ma2F8/9cWeP/D/+5/H+21lnIVE2FY2SqKceniQs90yYv0hGHBh2qO56DU8XZ8JzFdepUYb7zexePtGO+0OJNpeLTYR1rdM37UFlUGMQcy1tjaHzVgovEsmSgZE0Ei+2jbGq2bdwW3R0ft9DA78CxiPtznYxvduSTnzgq8s+M6Fx70Z8w2kyYc9V0Bb1OAO8PNjj9pDLrAO6z7C768p04C3mWcy+9JctkF3rEPt8+fJtddcFT28VrSOs3MZDWZnMdzOu9lxYSyV85ifGyQCegGIPKbec78pt5seKkjlm6SAb8tG/U5eKUyMVL0fyT0QXE/MeDWvai/TdI0/T4SvfylPH9QVfFULK+oPOHVTf1cF9i+KhCixFOAFsd+DtMA4zY5BihHbnvRP6OGsU0Q6HmAXyn+xOzioSbOdlVf7T577hjuoE8KRH/7rUCMcllsbghw7dkjwnr38MED98ndO3f9XNuiB8P44bsn8oLT51CKyXB9rCRw77/7YbV58530eAP6Mx43RbM/vyZH03RlvLOedQaqtw7NmASQEGSAEeu+qfTq808++sTliqynO9YYz30IXcNIiRhwp9cDpKmvn6qc2Oe//CsB76+ljK8qxvvfr3786R+OBd7PFdN9Sfe4Jer+S4Gyr75UP0/0eDfsIOYqSvMVjYGBbHq8L8rjbTAlj/ZFZF4J3158+0Ae70iuFsBbtb/1vdcWaZv2sMvLfbwvg9D2E9X+fu4EejA0eLIlySNABgAMoAVkvqR0mO55+ZpyDshDjScYkM74oOiHg++i59eBjDqn+n5VID2yoZ9WW1vblhsSrK1dkSddQJ08AbBPjo90HbUNTzcAAgMVhhHAJ/dnkWQ+YxDg/HXFm78UqwwQj8eR8/D4kZQQLLUszzvxuuy0lzJuF3DF+Yyx2Sqt7cWkY4NPAWyAWoIPHqpOxAj4yMXWwA9vd1KfuSirkHULssvjHSeXA1UJTEkPL7jLmHlxC0BTU6brVbyR6QiXizWq0OQtgd7jAXuRmC1o4QGmDbzTG+4Yco5J7zlZ7iM2ITyeBag583cBgPV+EAAnQh/CSx4gMTpgtv0ynmVe4N3ezdq2NK8KuTHU0JTuyX2sAG/Xc0/WlcGzzsFsaYNJfoeQ2AhVurvkCbBXHA95xofDYHASvggrSEUuQXjsaVFrG+NXMA6cnE1r+bKqTTAefOYyZoBzZ/gnjCC9xhbDBLnttY0QAfq8tbsTqx8e+jQeMZWJL4dxFSbf9HYHbb5QzfmcWHDCQVy+TO+hy9NOnEjORWIZ07zJBG6EUbZXYf6KORHzxjrt0KbJWExVIUf1CA9D77wh6rJlv62z5JA058b86DDk2gLVfs86MO67oc8N+ic8nOfl1Icfe8dJ5xbMUE6e+y5tTDDlmfvAe9x874/Z9HEPwZmn7fMc63bm+jzPsI479ixjOfsaeQ4tdSc1uCjWzHk6grnf9PSFf/jfDwDvFtCugfdAb494vK1URSIPW7ChGibwdoy3Nn/HeJsyF8CbBDDdGO/RcmJBSuy+THcDeLNItmK8y1HFOjjWKjeNaj4BHPeFZdh61XRy3+JXYsUmisOMluvha7SV5Ske78ELvBngPak2+jlMjcnd2RmELugYOXHEM7y4xzvm59DSVjzeKdtlvKd645OhkHO0xBfHNs1r0jYXikM9R3KYi27U7wd7KDS/Sgw33lWXwjLgfmWAHYB7R55u1cHW34Bxlz6yEtEAWNNMx4zQ0OIbpV7IJBsGgFKCC/o23mwDbnny8Cgf4g2UIk7NYOARHsENlQK7KtCKN3D5sjJUk0EXNIgnttWQIgmdOdxeGwACVmzDAWGvTir3KGcH8vBTmoxY22N5FS9LwX65u69kbgLY8vISK7yjuNy1y6vV5i0lT3v+1OsglGNo+bzwmPB8OzIg0BfE9L54/twU+TvvvlNtvXiu7/are2//uHrr3g8NigD/9jH5AYbn+PRNepa1ob2WcK/e37Uwda9FV6OAHwnYfSmqOWOJxzuAd3inDDhKjHduaoWG7BhvlHn19VPFdn/+a3m8H30lD/OKs5pP8ng/E9CGfXD77fuulf3lwy8mAO/uWjkIvFG8VxJ4vRaYEkDYF/DGi+1yYjXVPIA3gDMSZBHLTFZ9AeRDyciLp9XWMxlUNEdIgLZx546V8F0xNQ5ltEK68ORZJqS8s14eKOM9z3D95i0r8Ri3oIrDhCAjcwCVAAMvFd7A3sp3JOtj3pJBn/3zEpnQAXWaz7A+MGzvaP4QjoGif1ntAUxSbu+lgPqS2sFx+6LE40W/KIMHnnnaeKi5zjzCOIBX/sThA2SABhgFa2SZmNykAgPSax3FnumkiafsFF91/BkTrZ6iLSAeS1x6XA36iFGGVRCx4hjjnMTNidug7KMk6CQb5kuSMNoSXtbSqJLqz7Rn1uvWOhUwoBQnpHlhmMHgEDT8SL5m8J2Au/zGE8v4cqxjgw0McyGRjBiH+fwi9RGXXHtoZ1afQ9Ou+2xB3aGoeLEmtldrYqTpm2KMDW+3QXi9HsQ6aeNFJpi0N9dWNjqVh21R0akN7y/Q3wS8qSN+qvGzkSXZDWk4MZDIH++lNn7APIhQAANt0795H5/5+5LBnDJhAPMEtt6Xst/N6MjxzpU+wwUMezs7lsfKIhCft39HklASfi55TgC8oc3j8Y5Efllarf7NM0BDDy2ae0V9emSLEIgw+tbLa06g4iG0RLcU/5E9dIx+294T2qCurR4N6be0owbpblcYLWZ5ze3xnnDdNwnUzsoomKdts3q8x43XtH6fp8+nXav/fR8KzvPc895r2vGFMTXtuLN/39N7vK7NCbxb68kI8B72cOeq11psvPCweeRi5onpjT3Ad4n9bHu8h4B3O8bbWc0H6njPArz77rTvgfcwEJttknwPvDsA9QxU839ZgXdQyQN0E3vK72MpuYBF5nHzw98C3QIDHB8aCf+Fl6JWdsbYA8ya0UYey1ooviVjsjMc27stxoxA/dHhnj13eOqOBPgNEuQNRCNAWWH9IDnVZXkKryjWlQzPKGeuC4tyqwuTGwvgXVgIUCxRfCKbdjY/p443PeuG4XU7FYgKrxpU1yiFBujn+cN7qARYUr5XpFyxDr5UVvXbN8lOflTtq62r8npDs8RYQTuJ3QVwbwtwo5xhzAAw4fHmOUmQhdfSrZVSeWX9dnX9+v1q/frVAN6s/em5b8trmeNDwNvKcK3QzeKLmA14ZwBAvb9haKGWM/Wdv3zwpfv4408+xoFp4A0NswHeqbSnFACaA3hHVvPniu3+DOAtyvmplOrxwHtPVPP/u3qumG6S3t1VNngynz/84rOFgTdGHtd9Vhy5+xjgLXkkxvvZN58bOF3H433nbRl3BLyTah41mwF4okMf7cjbLcCtUmKEReD1PpGcbKh02JUNhRlorA3IAdibNw3WDNuhnstog3xfI5maxvqFjDCvNBeWJT8bkg3GErkh1IP3xIubIq5x3pFR6mBbzAsBjzXlM4CpwjyK5E+qUa7rrxEHDkjAo6jnNN3b8wPPtcYP5oraEpnAVUtebX8pYxNA5rLCwwDreNJhe2Pwijhc5kD8BuCQDDA8w87lrl6M2uZlxscoR9xv23BYgFDCHD+TdQFAmwGwLp+oPrzcDQBnzXC8OO1PkB3AMIx4fI5hyACcJGNkVC8IL6G3DW5WbBodK7zAxSMerJmI/84wldrLqs8MohJ4FwYfxhKvd+HBDeC4HOXMMJpidNDYuEBhgtWyqJb63sybAKKBtgl7cTtLY31CXyns/j1p5vf9sPXlyiXcH0C/oheWNQKgjcwHTbsDvN3QYrTM/CS5r2JCZExIpBeMpuL1Dwo8rKIoPdei6oO/U47j6KCmx2cFiMM4gPotr7PYGRE2gNyEBxrWzanXz4gpd8iFzQFNXzUO+zRHMHYY1kp354pXjNT86Xhvj3O0x1nTnaxNhhgD78igTgJh2gbjBTkChEf29DDUhLGgGUuYLnwfNHbaETOoUPg7wPE7BN4d9hT9NC8+4ZwzeLXrTWjgzZu67qR7lu86/dLSN9rn9tu3EPDWtWfZ2Zv7zmhBSZmf/ehZeiVXtwXH+yzjOZ+hpacHWa7nEeyek6Pv8T4v4G1PWc/jTZIlFASUmeLxnga88XjFMtd9mYXW8nifK/C2nj5evKZ7vLudvJjHe3SgZxfj9rmzeLVGendg45797uOO/M483h7PtgzFJjr29a+kx7vr7bYMpwJhf76VoDCe8SIuL8qCURIwKMO7ApnEcOPh3penDCW8sE4iW3UB3PEu5kn87te49L1MK4uETe3p5thYAMsrkkAdGXC79nbxbkN1tcIdJ66pxNSGaLHQba/i4RZAQJkHSFg10djbh2IlNYG3QbXunR41gzx7twH+zZxxEib92LOtUlCnx0piJQXx8EBGACfHorNUykp9QcIqKPWbageUwx0B50vp1dhRPC5ezKvyErJuQf/FI0gfP330qLp+65bBNwAfKi8K47Y8koCDG/KA4xU/PBQAu363un33HqpqJfa5k3uVfh6ZxQmg+rLezMNZtufFgDcxvabhy+gA8KaNn3wE8Mb3GFmKh4C3vdyMgY0hQTV/IeCNx/vFROBN9u6I8X7+FR5usQUUew1L42zAW2W6iPFW8rPAGVKa9Vz7z76snn4l4K22XifGW1nn+8CbfWtJAPxw91n1+OGvRVE/MtBFoUbhpy8QNfY4ZPulvMsYjPBswypx0kIAiZ6h1B2OSYrIhdcWRZw2YMyhgN26wDDJAtlnyUKOUk+SKAw6sFH25a02FZhrSNauXV23zB1onvk5AQkC4qwH+5I/koxhHOD+JAx0GImMXabQSsYB77SbOOe19Wh7eOIyq7TAB9nBl0QJdrZwAQa80sS11t5fkrkZfHNalDtrTDEBdIoNLDK7UVotKLkmptmrXcKJgp3keutaQwDgPIvnude3KEPK/AtwTgI8ecclp+FBl0GAeygrvVex9Gw0Jcya+ZCrW9hjcgGLu+SPQXQYmSJDd9KNc8GLGGD1S8aSvwYwGlSFwaLUtvb1rQWFcYImtT3SXrF9S3dGfxnIv7uf93fA9rexKnfXhsLaau6byKGOC4h4/gg3xLqWZpXSf/zNKaZxR6x3GAcCjOOoMXPR+0h8HkYWgGVkXy/x/1zINeI9F7RPmbqeoN99EUYPfrOWYxwC4AYgpjwYoQJR590eckI4YDC4jnj4n90CthdbdyyY7kfGwKXjavUhetJGhvr5Q3/0o/s3z4RxOCjrkaX9YrViKnpkS1+2LER8OPMqSpcRux43MstC38NMwcC8rHBMjM2FDUaloGIgj1wFw2v7EJDzE7TUo7N6vEeSs42RyEkfnwVQjbuue3JBgLfAI3ROienZ6JzjjBGTgDcXnIVl0B/PaW0fpz+MO28WrWHaPfvfv4nxntaGswPvaXdof99dcS/8Z//DUDmx5oSmQ7rAxXtHZ/nPRbfQzYeAt6z9hyRdynJiTALiX65K2YCSSYz3mpRTLIFkHyZ7JEpJWRXawspeWwPvovTbklwv55N7ZRLVnFtOmKAtIpzv0Uyn+Gvw3NJ93YNbbbRWF+ePXnSGEZ7NS91tWxGGnnI9w93mPaS/8Mx7/pmOd4d25Xfu67VPn+Nk9+wEy1jz3VQBGblrQzMf16D2ZLd26APDUdLI6St7c6EPRnwboBZlB6Wa+YqyDeDeEc3Vdbil5MNkATQirN5o/VM83KW/8x5uRt8AFIA75kuAD7cBD7vKLh0Tv42hTt7A/QPFbwt4oyADRJBhFCmSMa6KRh6/tXboPRRZJzSypy3V96RD4hkChBvO+eZQmfVjEJ+Gg1SgKGWI9+VQVGmotoBqEridqm0UHNtRDDex3dSnxusOtfGqqLgv5f3jurSP0k/00W3V4EaBoh+vKokWAOiZKOd4QW7I6zfcY8UAACAASURBVPlCdGKUKDzdW7ouIIrPOfe5votM2JcFPJ/LI3qneu+nH0lZF5UYvdRrXtBViwQBekMBbkt9f13qbQSMxMyuiQKLfNLAGhjy6HJRAjQPHwp4a/g/Vow3snWKwSOTUVldz/ExtMj+r6nmMjA8f5Yeb1HNOx5v3Rt5Ya9gmyD84E/T4w2AuvP2+4YhDz7/lUt7XQRMpSeu7BKW1Jyf0YfhcVzXWKCIe2xRmInxNtYAeJ8ouRrA+zMzD/B4r731ro6R/MnjHVRzMnrLU6zf+1uPDbxPVFYM4wrl4YhPxZB1JBkn4zveOjxXTiKl+8GiQJEmXpT2vdTfS6J7k0TNhiBitgUaL1N+U8fsbO947ppFoWfFKAbYZl89TENO7cWW/Blc6T7st+zHhxiNJIPE5dsjp3sw/2jPuijn9M2B9m9jKrWHz5zgjUSCiiu/6Jjwa45Th74eXl15wfWsGI1gv3AtJ5XT+fSBQQUHmYKdtbMBOngiE7yGotlaVzje5cx0Cxjeuo+zbzM2qXFGzrcwttXJvnJy+HI2KkZmdJLfuZxZAnGDcL23JxwYhhGQJG7+O+aVb+ZX42lm7gQQzK9r/YHnCY+mH8nLIM8dz1nixb1uEcPsfshs65TWssc8YsbNDILS7vPzOtyyKAx5j+GtqqsfDCnPzQ4U0Lv7GmfAbyO2BNythcerbGv/K7GRNnJ4hOhq9pwYD2S4kL/tsMj4fgPypLCbgeQYbI2Lfp8kcIddEvkAYhxsFUUuMp1+xIlH7XByfTCfIlEbADcS5GH0iIzksaaGwaRkJi85NQJUx6vOEuA+87pbvsJAkM/vPkBWc78rWyZAHIZUxIqXZG2l3jnzIr3h9twva/3frN5+5+3qpkJPEAP2KCc+xfhLMk/vzTKW45SChtLRe3pDmt/GCh6vDjhs68A8VDkwn2NcKFP7eqN3HP5kVuA163Hj7jvp/PmA2OgdJjrrxjSoG9LR6uMJHTdNFe33//Q+m3PEWqEsueTOOsyDcjb3yQufcBaTQVlU8uah2M/Rkp6+NTvwbk3OnKD94QplL6kvU4A3XjQEwsBbVnoUinUprjMDbzzetmpn8pVsU00NmtopkwdhGvAemTBjFq/ZR4aFORWKhaxyswHvUa8z/dATqtkbPdeRQ17PuS7wL+PBVsTGT9B+Js15H3H6ZtGS8/TktzdM7h+0S7LNkiCYMliRpTy8vALbAghOjCgQ7hjuPJ62lpqlqfVm8wPUWjH1ehOKXClR5POg4nEMtFE8UvoNLflIgBswsi/vshO14UnGG0XCJykea6aTX9F6oTVD4AhqrWP9SrIuZxFO7z73hYaZGwV1r63I2/IQY4JXxZ7uBN70BxmTaTEGhh3F3wJiuOKRMkjj7V4TMIFiTpLIK8oaDSuAF6AHJg8/xMfC+AE8A1J4/0wJ065SMkznbOu65Lfgux3VbMbDef36dfctfQ7wQ+F+JgoySiBlovZ3D+TRvF6998GPq6WVdUFSu0vtpSlJymhHPDPPGWMf3pd43tgvijx210AA+6yvoYSX/XNRghvg/VrA+9M6Htj1eI0fUg4SfNsQomYYUPFeT/lMHu8vMsb7RGNdU81RPNVf7BmI02HL4/1a/XnnnfdNA37w2a8lX6KMXywlj8p6l32SyvIw8FbeAANvlPiQ42UpuWQ1f/Llr+15uyZK++W33ut5vI0a1EDlNNl/Iar5E8Wof215BxCvatzJZO8khABm5QDYWBfYlyKOLJBoD0332vVrHq9tyQ7ggORm9BqGL14bGK21b5odIWUbrxjzhesij3jNXqi0GB5D7rkkkA97hXjjKzqv0NShRBP3DbME6LBC+TSeQI+BPONVBLhgHH+lhaJ4SdjHYbCxj18W9R1535M8cw5lzzYE/Om/g8wBAVS9uKoyZnrWlz5X2dZ1XUqskawtDHgRM+3EZqbhRrZqs0tCotOoxNUKa6aG2gbd9Svxbls2ETVPAb2xeQ4AZ+84pQeDok5SPIeWeD2MUmfhcQULZhZ19wlrGB7y1v5bg6/2fCprTn5mvngAvGJ48AMm8OZ3m4rOuFkOTUEu4Dtrrtt4Ff1kTE4f9lhb7fbVelsdtNuf9/MA71bP5hyuF5p6tLzo5MjFh+07hsc7cgJFLHn+WCWKmHGDyJqVFfH9kegtErVhbDLw5j58VjzkFpfS5zElzSgAbDtZYcgZfe3s5TKA4A13MjQ+z5hr5lVjHApWBobqQKP0v37SHVkkwetuMYj2urgkpGOuxRYJeyPkwQmFU/7bwBtP932B7p/85KfVBx984HMwLrvcod57zybnitbBHeUZIe+KjeNTwHdnbrR0z3Ge0NqI1D7xjO+ng8Oc+Qvpxk3jJrEuO0aTBZ5nEUbnrM+9QHOaJTCUsLNconVug1M8tVrTa54b/Caee7Q9Z+mHHkYKRWqOR+4ZLvvAe1qH8H1j+OrCzzbwLgspFBg2YTb7fSnVB+nxLsB7VZvtujZhFNCzAO/S7u+B92RZ+B54zzFXzuPQ30bg7a04YjhLDPexacEnzs7N5s2mTRki52XA05xMlij1k0oUCoJX33pFaN667wr41qJTFJBi8UdxkaJEsrQTeZVPBbqPTd8mWZpiU6G04h2FTkpyIjzcit0GaKxRf1jlwCgnA20vvEwY/SJWtPG8l3blopn6aJMzIhM06ZlMbwdkSPHeEugB9B2oPSSgQiEEiIQ3TF7GywIIUvoA3njGeXziu00flCeaz1GSUJowHqDEoQABqAGJ1zavu/8PtB6W2FqYBHhub966qWRizxw/Di0dgLUtb+Ytec0BQUcvT6pbd+5Xm7fvmb4bWXmHgXcdd20QHn3UNfS0N4PexjJF9ut0U1y3fWxLNqwUq7++/FJlt9RKA2+zC6DfNlTzcEsVZXsB4A1VV48CK+JPVcf72VefVa81BncFvAFxn3+Gx3s24F0SY7EnoZSzT5nmKeBtmCeqeQ28H/5K/XlcXVVytSv33pMxRMaSE8IX1OGUE8MLCoA73FFc9Atlu38sHE5d8KATH1GjWn2H1wvKOMCXfczl+BTOgfK9efuODTWUpDs8ENjWCXikkSmyh+O5hRnm2G1TymNOIJP2YEuukTuAC7HfKPXkRkDuLlE7XHJL8rYVySvyx3xnV3dmZn0P04N7w15Y0fy7JuOQkyruyfutsQasOEQCIwnGL80LgCpjzzUuMW/wgqvywSvJNIB6WUZ2ao/zGZ58kh5ecX9rHmnc8HziaSSJoD3CxctLy0i66KzQMtywFgE8yHRNLgevKe31aFjfrJXFBGRLAHBAjENcjKzVz4BAypUF8wcDgcubZd4LlzErxxGDDPDLkloxI5IyXVOqc5IUcKqJG+C/fB514u0dd6I21kw+49nC63qBsBVKumktdInF4hs24AYkklSsXVKrpWiOuCfbSmhZHwuFOtgxbaNuGMia13g9cVQZDSA96ZXsnPTcBtMg8DLrsGPya292tLUNvO31Nei2KdIKsT3iTrprikbsRqx/hG8kQ9I0mVQYbcChnwHdJMJLA4cBcV1CLOqJI5c2fsAQw0xgixBXiHErgDs2w1EHT+jsycion6WG8Lmfpjx4vwyjEuvDW0oY+bOf/az68MOf2ajFtZxIzjHqr82CIQzsxdaODG4vPJ9ZI2Z9jXq8R0duGvCehiEmteUs587yjNPA8TxQqjMfvOxMA7dDfdm7yrRLzPKQvWOmt2veizZGxkWA9/m3Z9b2d4H3dKdV+7qj+tEcfopc6JvBHaGaT6NL9CdmW05Y32yFZIFjgyLGuwBvbVzEePeBN5ZylBwWESij1LeFvskiU1PNQ+VJJT86g7UzFtz0eKfQnw/wLhvQ8IAGuWj8DFlIsGq6pWfwrJLUOm66x9vOhE67iyDOp3Qv0Lg0Ci/yXAvd7bfnpCnA29vvoqt96BgTX+2a8ZEAJqpWe5MmPhNaGpUGBDD2tEnvyluFog74PqS0UaH3tTaWIt+xAbcWk57oFtpwmvTdznheQL/uK8BNrDSAG/B9LEo5nmRiL1FAL5EoSvW3V9Y2TCVfWQtKubO+tuS4bkEmKCrP3MzD9CqEVuYzTVO0Yh01gfGqsJZQXumxYq5Ze17pOwAN4BE6cHheXkYCSGeAliceb6WAH31JX9zYvGHFh2tBHcQTyXcAcYAIayJA5fL6WvVI9+EFrZxzoKbfuHHTRkqUJcA2Y/NcCtSGWEF4iV+oVNna5WvVBz/9uLpCwiw9DepmWfdCGJISi1Kovu6vR40nA8UzxcedOH0NKcJmr2KJ5ewJoUGY05qzDwC8v/S+8JHreHPLAN7R5oZxY4OIvdyZXM1jhcf7G3m8VU7s26+qE/V73+ON8YNYZpgSAbzliRZgvPuOvEICKHMDb8nRZbzD8jADvB1f7VhqmBECjhhl5PF+/OCXg8D7outihxcU2vLhzlPTzS9J3szskIHrgARrZDeXpxs2A3RvZA06qQ1dkjkAADRyx1dTSeAIGvgle7IxVDOXH6lUHbIS4ABATvxoeM2RTX8OGMNgDrhMYMlxUdJTnxNvnrHknONSTWQo1wtwbznXcZQT42dfRiKysDPOywLjGMyRXxvTJUMwOa4A8nWPkngRwEIsq1kgGmGyrB8pLIO43lUBfOZGlBzV3NE9AUHODG0wHwnkADmm6suzjucfwxygfom4XZgAgA8DlTD0lSUiIpbxPsZ6WcjAwc6LkAB7Fn2Co3jDaMLc8TEQFbKmOCDQGdTDQ45HnKRgZFF3JnULOP0K4CMhGLHIDf25XLeukV1PwDIPY5z8MoiLGHGvWrTTGbzDGx7hNJFV3R5b6r5T35rYZeqLZynGAumCcVZWy+gjblWuXea2b90C3qEdzAq821fJx8jAgdFvhj+xQuy4fNuvbCyMZG1BMQ9gnX8nKDfwRt6LY8ggPrziwYDg3AxPZOxsKLEwNJtoAcp0tan90Ue+Jn9TxgyaOv1cYsPtpSZEIAwf9oo7lp9zWyAc6cq1ttFR49niX+kr977v6+oPKZOuWS95Zx947/33qh/9+MfVPZVLdOgJbIhM2hZG3lOx1CI5J/vPoQxc9MVUvbTlVCsy0MhLM1bTmItT7zNBEM5y7jT5svQvpFtPu3KO3ZRrt3WxcVec1reztaR71Pk+8yhWOFsG9T4mmFcZ7iDQKd3TXcN+s8C7t37+5/9jt5xY26M99BRdi1Frk/D6FaDbwBvqqrOtivamDRnKKJl9+duZzpNqzuZaPN4lxvuysv8W4E2sWUfJjtnj65cfd2CCgFAdi+I5aRxGLZHtoydNkm6LBjaa1qY/+0RpBDr6+M2A4TcxsWd9xvNdAGa963d73LTJHWVIFnuFzjDOmNEF9LSDDdlUaOK3pbAQj4zXCas4Htc9ebHwZrFRA4zDYyC1rFVaryjwdYtToacVxZNc640Jci3Ljh8P2uaxkkwBMiKGW2W4BHZPXN8Yr0XQZYkNXZNBbm39WnVJ7y+pJjcKJWCoeAxCZWzigq0couywRPQ22YjBZJ3ACynwQ5LHV/LaSWkmsRWe6RUBgJdqFx5vkpuRlZx8Eyho9AUAg/YDDPA6wQqgXwHO9kAmwCbuFW9D+Rzlhxex2vQ16xbhNVGS7cDKE8YO+v7mzRs2QJLADtBBois83tTyhn6Ot/iVvGVv3X9P3tC71QUpgoVMCPWxLU192RuZf508F9E3s77CqNI9vn0/9zf0UfXbV/J404d4vAFLQ8C7oZeGkTXItAV4N1TzUym8f0N1vH/y8z/y3TEMESPp8VJf/tmf/OPqqeKpFwHeGHsipRMgUwqt5O2VQDKGniXJRgAxeZUFqPYFvB99EcD72rt4vN/veLzJJXBRwJt8Bfuq4b2jxHAXJPe0FQ8zCfSQPUp0rcuAAj10XzLg+vOZAZsSbMgEIBpguOL8BXjgIl7aJegkG4wrhh2zzDSHALwAeb7nWtC4GQvmPOPgOsLqL5IDlvuxL5PBfF3A2kCc+t0C3CjsAPESa0w7MAbhdWZOcB3mAgB9D8+4DA141u2N01zeF3uFvX5NRrMrAszkk4BVgxyEZ52szvKs65qEdHj+k2AsiCxBGU59AnMMSaVoj7OpU/ectihB2ZoMEdCz6QMkx2MGlZhr5b+SAA0ZL3OB8BqPK5/Zc4mhKoC4j2NNSXBW2D5hpNOPTvaaBfAWLf21y2EBxql+0Bj2nJU7mUJehRgHALrbGj/2aXo6xZzqcFFIMGujQepbGQcPsI41z4jc8oqMkP/h4gW84mU9LMAxymoZzJdzJSsRAhQzv+mjiFcuLTpX4N2nwfcXnRZt/2LaAnl2+A1h0EjArL9d093gmzGQAQqwno3G4BHAO9YSzmtX6QgwKqki9hsav94TL+29z/tynFPKoyEzkaAtEp2RnC3+JhYfwxdGMjzmKXdOVgi7JRNgwvQpuU7QYcPE482qpqdnX1gi01JEm1gDmJ+0gX3gxo1byh1yS2UGb1R375Jw867DQEyXZ25rf2Mf21L+hdhzZgDenhctyTP+H9Uvpulx076ftMd81+B4UtvO+t0QpgjnxVmvPPn8s4zH6JWHgPcZmHOZFyhXn7l0kFgq2/fG2D2hL3rrzjTdvHul0eeea9h6977QB97TqBjt7xvPSXbbAsC7JG/Bgm/gLW/S5eLxTit+Elprq70XKgPvWHjdgblRlgWsZGkePwznDbwbm2Uvj9Qcsyo3XS92s3uf5rhBB0TNc955HHu+C8C4Fg2Bh3mmSP/8s5xb5kX7mt3rvSngXQxgUQYrflCOS61f4ksBjsQXO2EaCj5lgUxfjTlVx/y2a9rbKh6bRf07LeWGLOiAuZdYVTLlD8ox96bu905mJ1cSGGjmprujhBIjLe+fwPbqurzDUtSXMwlVeBAi5g5lpFZQwYoO2CzrbUC15v60MJUn8oDbC0JtY3nW9MyvBIReS2Er2dIBJFa6pFDbgwrwlifOXnG1EbAMGDmSYeKKPH0o5/QVig7VGWALAAABQfQpDSNx5I4ACQCBGG7mAEnqKCfG3zsC2MTm2atiL8drA/Tnz57ZW3FD5cjo1C15w6+Lon5Zse0H+wJsyt5+U9nNVwUQAd5OBdUD3lPnbN9oMxfwDoW2/yoedsYemQMINsD75wZcACjiWtse7wDxGW/vI/AQIU/yeCu52he/ijrefeBtYOh9QoBQwO3P/9k/qZ4++JUB7937eLyXZ/Z4F+CNF/GymBZ4tYhntidZshEATfHIBXinx/uaKO19qrmTq2lU8IK+2t9SDe9H8nyrJjcxzYBVxXnjveXaKNYox8gkwAevFsYXnp9QBxIMLksOMdAwl/BmnRDjbS+c4v+hbgvsInNHuj4sMujozvScYMHZxx0XTmLCAKhHLgsm2dW5AVYjhtuJmogXldyyfmxITpcE5pxoEWq4rntZyn/Ml4jxdqkmjR/zhnvznnnGHI9SfwIF+o3RL1hvYpHomcjRgHeTOQLThc8A44BSzoc669rI9qALoJNjQscDaChveKJM60swSDTPWBcOD6nfLVoucfS6dnjMC5wFXGeJrwRH5GkLkMUrGEE2Lhrsxlpn42ZL2P229pYm4w5qepY0w8ttqjrrjT3janN6yQP4ETue4Nv0dLy7XCeMnQEuR0nKBt+lIdYR2kwXaOqRPT1yXhC2EF5xTvE4K5lY0KQjthkvbczDTCaWz2yAD2DU57GPNPe1IdaL/xz7InOhvQVOA96tRaV9l0bDKsORXm/WGSdno0wdxjEPpfsxWCpxQdYY1nFYS/6tPkcmySKOzC0rLMJVJZzLhIodYWAp5ecIJwhlHQU/6rkjIxEKQCLg8HgDfu0hd4gK9P8wLjlsIGO3o344AxOgP9buxvPtBlsFZA3VXMBgTnvSybSqUCuXHlO7P/zww+rjTz8VQ0qVMZg7uibzd1uge1vziv1qEeA9DhRO0+OmfT+yabTHO3WJScec5buztO0s90Ve2g7Ecq3fhCPsfJ+5C0D9VB09YhSgTh7vwurIo9q5MqZ2uBfE5jVNf/keeDce7wZ4YxFHgdBmXLKaJ/AuXngPclqIrNTVlvCm778T4N0TlrMKehg3vgfeU+fdyAGTJv1kQ0tcalyf2w47pTnj7921rHWvtQjwZrEOOl4mGeqtP7WnAs+uNmwzTKCTi1YOyNsjhlsK9K4SsJCBmO/Z1M3ia3ngC/D25gAodBfwvniDwiKOyuDa2/4dnlB7CaRshicrvFkuCwY40L3xHBsUuLSLFEIpEiRcWr+6aVBCvGpQZ6O/SvKzGIfywC1VLJXjVJWdMM1qDGuES6Lp2cmWTv1tGRmI334lUITPCEUMbymABSULJQmlhjZDm+UcACTx5QAfAMiK2otiD+0WjxYAArotMoTXmmcGVK9KCTZ4L2Ex6ii821z/zp07UaZNyhFeDL+XBxNPOWOI1xxlCu/h02dP7K1ZUWKq3R3dR4re/fd/VN28c9fKM5J7Mi/wnn+C1Wc4Id6E8/vAG7n65OME3lb6u8A7VPv4Ca9VyBXg9QXAG6q5gDfJ1f7w7/1x9dOf/02DI2fhNs1TRhAZSv78T/5p9QRALMAH1VwR0XMBb7yIPBkl6gDeJ0JmVqiJ8a6Btzy5zx6mx5vkaqPAm0R+ACm53hX3rdjmlzvV7vMn1dPHj62Ub6jkXBhoNBdN2w6AT+I1WA4wQgDX9ty67BCx1ABPhYTsE/6Atzk835EnAC83AA/a+UUbiZB9POaAbHtwDaIIAyjUdXm0Jc/LGLvVlmBtCLjS++oHJ2YyiCXpGV60mDv2sJPpXN8BUjB4MI9JrgZ4R8mnLfwmxhtgA5gj94FXEOdtALREbgQyMAdQiczdXmKSLcG8WdI10As4ATbOS2j4zjSdJd4YfzMJZAQQHZ9pD4CHjs6z4GVH/jBq8IyMLXkiljWHic8t+StMacaTrTG3p9Qx1wFwDXq9puROkMDTHnGvfbF/FGpzsH8i5M6gu6anZwkzQBRGBYj3gG+zkKjoQCJJGUj03itdAkiuHt7oBkjGZzEJC0C2gk+/SG4iRjza57VW8uyyWsSIu3xWHkdYiGPEMW7meQaRGaLgu4b1InogvOTeEwbWgBH9t69MD1aUmWWPjZu1+6T5IEKFyHDf6TM2tXwZMjvhZbC+MLCtSkbQO69ojSVkiH7EuOSqAZ5PkUeBPeIUrzPGYhgNTszHfhnfG4C7Xn2EpZCLgP6JbOWUBgu21qXMV+K64bA59T2yG7tns6I2xuUA3kduNyUxg+25Jtm10Vfrwscff2zgDfUcIM4Ts05gzIIRY+CNsar2CI1nhLa9sn/dgHffkTgg2mf6aBLIPitmmNaws19/vH47i2Y9rn1nbddcXutzBt7tZ5qGDvrJLjseby99EyyZAXyb240IKhuXN/fY6LBWt6nmlCNBIXV5nowvQwElA/CGKHfQ+y6nxRsleIVFiZ+8Z/v+ps6mItHu/Np27ZWrZ0Gsmz55kZ9m0Q0bTbsjelageazBPYkMvSM22K45Z9rUmuH73IBnOPKNHHLWSTa9UeP6bNZNfdz5sywtCwLvtjtm+gN6M6/7EWHJ8EGs9xHDHVZ+3rMxA3xRIojZ3pfCXsqC7ZM0jURGSeXk1q9J+GPZzp/Qga0o2zvpn1C4ipTy9pJ+SFDkXK94HgDcKOmO4cbLjSIjSrkTFEXcHfWtARmA7bXLqv+rUmAXpUyQMCyyzcZtIrN1oTUXsBdW1tr7kkqhFUxaZryNFyQo5Qb9uj8KlTOk+3M8GtQjhmKI51rvieN1bGF4/4jxhvbqPBVar0zl03oUZQwBMJccB8/6AwAy6JASfUUgnHsDsDe0tq3pOaH9keMiYrVR9qP0E0Djm6+/drZ2rg1dl2ztAG7qgOOpJBnb9vYLjx3xwLAWjqW8Xr/9lpLtqJSV6ifjuZsdeNfwYRaJGzxmGvA2CDF4yhhv9RnA25Wg0tsWmdiLzIWCHORLqOZhbAGYvHj2SOA5gDflxP7g7/6D6sPf+VsGmDAUAN70PYnL/kwebwNvvTfwFrj4/NdKrvYaVkF6FkOrBRbFs7GPhKD7hxbAuLgk6ujrkwCJlBOrqeYVdbwB3n/l8e4Dbz9TAu+TVwrbUGK1gxffVq+UTI/5yNhvKDs9Y86Y7mucuT9eZDL2m0KubPavJKMbivlfk/fd3mwZrkw51zxZkwHG3nJdy+wK9WXERAuACyRQ7xcQuSOmxClUb8kdHnaHm1BHW8fzN/sz57H30rYdEsBpfFYU2oGXmb4hHIUuw+vOsUFVrmQwkNEJ+msa5vger69jwj3HFUamGuCADQwM5G9A9lf13AB9QCkU+1OtO+gAeNAjzpsQjlM/A3OTFa0kiKJ8m2N5dR2MXWFQUGI9jGn6oU8MdPAwql0wLBxXbvANwJe+IWr/xvWbYotcMwjl5ZJMyIHXQ8BN1IeOPTjWXAPzWF3rrdkxvV6rijEyjJBljQ6afKlRjXETgBjx4k7IZoBNneoA4rBwAN8YjsIrzr3irvx2Aji1MQxVBfBHu6I2dr5SliPOOz4zHdrU5/B0O3O2k0MCFClpF0YeWCIXL0YCMY81AJF9x3NV7cjYZTNE2hqnrRPx09HJ2tnOMWKMoPXJ+3P7HnHuwF5bcuTQPFuQ47iG+Ri6qR02qsNIX+F1XlHiwuvKy3Hr5m3LIKE8yFGpqAFDxWEb7JUaG1hbGGypEkC4AMZlPjvFYJXjQr/UoJW9sbAs1M/LYh1g/LjoEoJZ2ox9xyERSU3HoGEjT/Q3ew3Mm2Numfv/RQyEOgaP+g9+8EH181/8onpXsd+uDKAXeSTYf3aUZI25URuSUjwGGaE5xo0ItQe3JVoTMQKCNnxec4Xx76Yxbme5xvhjuvilf9wsMdgL33+K7v0mdePzufawfjs8c/l0yCQ32nuzt21YZxkF3lNkr7WYzAXap+Cx6RKfIUtlef4v/qf/o9ND0wS/oEep1gAAIABJREFUYxHzHGtu2STAGI3xdlZzKZ5YuMPDFpZpYmWgylHapFDmUAj4wfJvb8YYCkHcb3iAy+fj/caTwVS3H7yaN3taF3aPSFPx0M83SRvBfpP0k9kFfb7Wz3L0+d97PNgdbc/QeM/KKhhaXma/96QJPrxwjJvGqdSwrOUhhVKOsg5NvFDFA3RnhnKXBJOHW1RolGjHc5J8CbGuFbS4qBUt5rWBT9Au0SRLDewAKIFwmSP4Bw26mYvpOaYkGEY2vGOmZqsdxJbb6+KYUJUFk9IM6MZztroqhUfKyKkUExIFGei7FU4dFOW+4pYGZm5n+Bv0AdpIrDd4yQyn7D0KqioeaT+vQAztofwTTvSSFZdMztQQh/KOEo9BwOtTlmOifFpkkA4PFF5QlHL6DwUKb3b0fQBznp1rUZMbjzUvvI+7UNu15lFOjOs8ff7c193QORhGTGVP+i7HXhM42BNo2pfH4uqNzYiN1z3JdA69/LGo6EfSy3/44SfV5s27Oh/lOz1RRfiLhbfjcWrLbXdOzLMRTQPeDjPAyy8w8VAx3vQZwDtMJ+HtYYxdhxzvURpK7UnC8NEG3s8fVV989svqhYD3awGD3/83/73qZ7/42zEuxDRLZqE4A1T//J+Fxxvvt5OrXRDV/PPMal7qeAd8yL0j+8P7esbLopATJyvgTdp4G39JroccSjFXWi8B7y/S412AdxPjHcAboAQNW8kKlRxu9/FDGahkoNF1Xas440ptICPeVy26RJyu9jv+hgaOUr8h9gMGKkIPyABOfDPZ/UscKecTksDfMCOomW0WRoIPaM1UDrhEaTGdC+jGC87+WmqEMy+R68jtEBmQeWbAMYvErgwDAF/nXNB1aD/KPMa1ddHQTTmnzfqMV1B0mS+6bsacsi5hBGP4oYZzDv2JTLucmDPTM/cw1ovRofZfkUEJ0OdcMVpHeK2uCRjm2C1prpqho2PxpmOkWhWQAugbYAG207BJmwBQr/Vcaxs3qo2bdwy88XobWPqaLCXoFLG4Gni39Ave8lmpN215MBBKoOV1CaZvWZ/y/jVQL5TryJ5OJQUo9X6fcePhGSePBGyEhpLuuUSCLXtfiRnPGHEDtKbGeAHofgBkuk6oFoDZoJm4bnvxWcQjc7pBeNKiDb6JAc/nCmNG8eKyZgQjAlaS6/g5mWDsJVHLuvGEu/tYb8uaxJ+5LnVAu9s7tEf3dK+yTrSu139bwlaiD9JogVyadRRGae8vau+y5Pn23beqd999v7px647ZF4RCHCKHhH8oR4Fl3ayxYExhHMH7zfgwhq/0+Uut+/ym6oVDCQz6S/aN2LlIuug5nsC7ZCMnOZoz8xdvuQ0aGDwiPpyxOpYB8CVMDH0eoQTBwOHc+/fvV7/ze7+o3leJMdgrjCtA3R7vF0qupr2Y1yzAsp/PZaibp+lx0zDEhKHr4IlJxy363Sx9sPC12yF5AxeZ6NQ8g7FiWnsXwyMIzGz68Qg8Yx6PnNvOYjABppZFoRubkosZTzoBt/U82iP90mvTPPrOtD6e9v0F6RFtZ+2FMwFvW8ia15sC3o7j7L3K5lvoX/3vzxV496nkg8C7Bcx7/TJtUJrv4xrfA+9Ze2wI/A5bxmqzf/Rw3mBoYRk6vy3l5f24e4+2vTvBu4vO6ORvFpbRlgTwdhIlvB9JXw46XIDuQi23oct1uLX57kRmUydW04YceRFSUarplKxt4dmx2ohe4gZYo/If/sdvGJj8oE4R9yYF5DVZmeXR2je4V9I0sjY7WZpvZC8UHqxVAU3iLwEIeBWhsaJg4MG1w8Ceo6aPAPWG4aU9VjQbw4A9q47by9Jk0E1l7Y/EZZQ9UpZ0ta14YAGMl0QbjuRJQe/FwFAAB4CA/qH/oKuirAOSgnIeDIEA3+F1A5xEyZYTv8fLT+cCUPA4oPATp42C5FrLuj+AHbos5+AdR6k91DWctEfXfCZQTnJJ4sC5J4YBqj3AFKLUFGCHush7L0+rH3708+qqvHeAbpRoFLNcRdI6Q8e15bwtt31ZnHXeIQ6zUc1RRAHe9BvAG8MKYxztbIA3Y4CyWtb6JclD5Gw+qbYA3r/+Ze3xBnh/9Ht/2/0GcAN4m6HQoprjNbz79vv23tVZzScBbz96AG+A2DLAW+cG8IZqnsBbbXaM97MHHeC9fi+A90WVE6uBt9p+fLhd7SgR28HTrz2OeK/5HmYD85H46s0sL7fzImihePIBkMSdWkzVL07QJ8X7qkIxiKFmXh9D5VYyJ/qWeYvMIT+wWzB2rcl7flVg/Eh9gYxi5KaXkfVS4o55iPfLwFU5Hm6IaYGsAoBDUYya4XinAeu0DRB8qDWF79flLTR1XfOOZG14wFH+qW+PPvBSx2JUYs5QKYBja5Cu853tX32NQZC5FtTcBBVJowdQk4yOF5RzDPLMHQA6oMgA31mdIzs67YoErmJDQN/XfON4ypmeSq5WBLzXb9xVLgklbhRzIDKaxyvmTncNKrPCEBfgneutwa+Nf6zLsW6HcSauVnyWvqLXVYwEDL9nq9edAGj8AqRHbg3HEntdpWRZ1q82QIeKHjHiGLRY1+gbEotFmBR3LDHnrM2OHaqfyu2swUFbgQ0QCsijbKPrp3t+phHWgJB45QCHUfta4Nxe24wjZxQ4z08WnnL6teQUbyPvMKpmH4WI5d/BrJpEVW9CjsqoTP5tz67XP2j/MT6Ok2avgz2iPejuvfvyFv+guqVklRjGDjQP9onzBmgTSpGJ/16+lDHZyYIx8kQWe5nJbOQ7UkWOY+jpkklAOOvPqzIuYbGRGzqrCLjyQIRVYAQx4CZsBBo6Bg5YCJrXF2T4o7zZa+2dGKVPtBZpx6rLh3kP0rgAvH/+u79bvS/P9yXmh3MhiO2iOdoA7xZTbkKXfQ+8Z5OrkaOsJk0AlEj4JKbAGwTeCxtCFgLeoaO2Ei1kVxW9Ywp7tBjfBoF7s240/V9wV963g0h7o3TOwLuNSiePPEvQbyHwxlPkOt7y5LBx8lM83pHhdAB4s9+x3aRFug9gfrPAuwvgFrYwpZx8D7xnXfz64BehSFkZtJ6X65YJ3APeZWJOs5wVb2vHjt+6d6/5HdnsXbt81yzK0baSKKvECoZqEp/bA2QPKEA6anE7yREKqmr9QpOLLOU7ZpkQ3gGYdAxaUXhQqwBBqIO5atRJaNJwFDoaCkpbLTWpUQoMCiBKSVj7iZE+Mp00MqJzGwDCsuK3Ue6p28sPNFNK3kQW2eL5RBkqWXTLAhogjH4parB1NNe/bSup1NkVi8bxpxGvDoioM8HqcxRkYsWXuJYuYiVHbSsKtGmk6R2z4qNjMGI4O6xjWsNrTX9jVAA4cxx9DjiKzw+8bhlw5HiU8mGmouu4Z0+fGnBDN8cjTvZzr3dSlp7qO4wENzcFoklApetRToyqDo++/UaUdYFwGTNeCIDdvveWE88dyOW9omRrV6/fEj39mmMFrdSmjKV6PwF4dwV1fIb80fk4D/B+8PCB+/rTT343GA3Qh3vAO7Tv+LHq3gbeLx5XD1rA+xf/+t+vPvn9v2MPLuPtysUZ4/1nxHg/JMb7ZXXn/nuS3RUB719GHe9B4M2z2eITP+lpwrNsAALwTsAYBp9MrgbV3MnVXlfX336vWn/rveoiwPs0gbf2LKjtx0dKJqjEaqd7z1y2Tpq0gTKeNLxvjD37H/J2qKoCxHWzpV3dVK4DhUHs7WzpGWXM0WU3rtysNmVkOZHC/+TJt5Y7h2ooZtm1v6GUEgJBDLXaSmWAjavkDqBU3bZpqJQDKywZjD2AdZ7rgLrcateN27f8lBiNAtRWyrughIcylkWsK+uM1hu1E9AAXd61v72UyCioucfcuOKs/SQulCcQ0E6yM0CxDkMWGDfu61rfAhasWZRXw1hAeTGO47q8mIft1wUMCOokDAyFdg6o577F0x8UbzKk400nxlxx+TBLNDdW1pWk8PptAW9569V3kfm8UQyZN06uNir2/qQkdQ2vfglXaBKRlaSCNiTVXnEYRAVu4u0OaYqbZChP7c0FGGa8uLO/R94DBMNlpTB0GoRTChEgSPb5rDueZRK9RgLcyd1hz3q5ed2ImG8GodEG/2cmBh7vZH+w/qcxyp58jBSOISdpmAwp0KWTuo4xzaCb7/x9xC57AfV1YCiEeSCeuRgr4vsRD3iZlRh7a+bBbF64MnRBqQ6dIOS+ocHzLBjCAN7vffBD5cvQurqiUA8d+xLDLSDbFPNgSxCmFCU4MXiIfo5RVlUNANmHe9tiJymJ4q6M3EogCvsGdpXTXhIyQGiBKw1o7FohLjYqq1/Rc53jwJR/9b8y9V9QW5YU8kEI1kWFYOmNV0f6Hbl27gbNwXsC3p/+zs+r937wAzM4Lmn+0GYSM24/3wqPN3tfWPFy2Ed1aktBy2s7DihOA5gLAz3u/wYBqJ8vZa7IR/t3HR4w9OUMn01r+7Tvo33j150ZmjB4yCz3HT5xnMG+DZ5jjWtewYCZ3ePdvge6SyTm7Frf2np+995NyATnDhtM67adI/DuI48hk0BHtiYB72mDbszemhj9AS0buj3fWhTaMd4Ru6USQlA+BQQAC6bKaNFuU80L8Ebxwetjj5R3nfY22CQYKQvyOOA9ZnkJBXXMy53YXgA6MUqR+Kf76g7DWRae2PzGt23RyVfOe5PXntw2ZOesrR86vx3XxvepRA/t4vXpZfL2pk89ziweE6Ujvxy69+h5XeDdtfgNA+9CGUZZSy+IlQYSgcmL5ERhoQAAOPEG4YWC3g2YI/YSRRZPl+v25gsfIt7beoOpqch5QD5zOEbSL2GwmgNnT3nEIh4eE78t5dwKP7kbouwR3Y8iiyebBEb2csuLgGdvWUoEyWBIikSsuGMpWS9TCS3UzaIM4iG0ssdmpLbVCcqgsgJunYwovA8oFwdqCx6KoPKGKl3qtcKIBMRGbVZisomPDW+ewT10+uwr308/9kQ7Pk5ZnDP2tnjlyEFhTyDgSeDB4EPnXFVMK4AGoHP79m2DjGeiCVM2CsWHMYJef03AalsUXsANwIvGAiSuCbCgUPm9PNvE5wLYr15VrKw8gYw7fbskBetUm9Szpypbdud+dV9USbwjMdqxDYRPOp63efW3jPgmdP7ZJ2i5+tgZjeJveqw83gLeeP4//uR31Ba8acUzj7IdYQwFdJcgg3mAN+uxqeYyAhl4P1Dste57W2CY8j5DwNsrRVthSPxRYlovaXztCYX2jre7gAcla6OXj559beCNB7QA7wvL6wm81edLAbxfHcsTtvOkuiDP97aYDK8EzNnb8FriVXYG8ARUkXwpDDou+aV9b19yhEfzklki0KhRqkV1FzAGAK0r9IDkUMx3cgIg9zAiMFxjgIp8KlkCT8+0JjnkGQH/yLIzq0NvdyK1iCll33ZSMMJRpMBjBFiRgeCZEsMBrC/qPSEP7kPitAU42KMvKzyisBC4Uu0ZlgwWY1XREXxu0qyRUcerpufPiRr1HBgPaQ80dPrDtcxJKGVq7gWve+RlAIRY3jFYaf1jHhKf7uR71ATX2GKYQbzJRHGRignyeq/qJ4C3rle8zw7X4HKA8ZhFQy/jVVgfphPHnItni8/Ls4UhINdSKM4+gDYB72MtJr4X+aJ4Y+z/ecVMdEnCsKJzRJWKCAfg3qamO+EXwDtozgbmlDhzbDtlzTLGHBDOGuf5RogObStlzdprRIDkYhSw3mfQHeui1248r04MBkhMTzjPQV8SI04yMTMWoqybY+EJIbKM5bUz/jwMfh70+O1X2SdLfHsB7Hw3dnMeGap2LHMzPnF+Ad4AV4D35i15vBX2dIqnXocQW81+630GgwdMMzPLIqyBcAAYOa9k2NqXgez542+rneeP9V7Am4oZZiwQLhCMsNdK7ukM9+zplJ/DQI1s6FG91nhv1r5EyBVlyVZVOUCsjBVCItYUXrKsZIAOCwhpYJ9A9u/cv1d9+vPfkcf7h45Zh53FGsEeFMA7jMdRLi9eQ0ld+w6fRYD3iO48NHkmfPZG9VOD2gl6/xSq+LRHmdb2ad9b6t+AkjzLfQefbcYQtdHEt/MA7x5or8env+62jOOtxo4C70nC1dV9Rtmm00a4+327hVP8+A4zaS9bF/7Lf/R/dlYxNoNxr1DjWoLr2dwcXWg8ZeNp1/EGeKOc1nW8tegw+aEwkVCGGO+o4y0FI73eJHKxxzsVYS/cJetyWjIX7bx+Xcr+M3eBd1cIIuNu+zXq8Z4wv6eO7sITZeqV3yyon3b784+vmdUy1mtZDTiHJre35PwZ80S2rE26d/u8Xh6CMR7vcgaeQPxV7it7bcLLVKjkpRwYnlMU6z1lJidxEUmKyI5d4jTrRDsFuOLJSLltgHfMdU9jKWMxtYISGRViUQoCkRj0Oz8DVDqB7iMla8u4NtMd9T3KlRMw4eGmDjc0UgFEasteFGi0Z8mbfyjKgxAwFdfIkE7m4sh+7Ey06geUSpR/Zyd3vF38/VLAHwXDtVx9HvTjklgIQx3U8MbbAUDgFZRaFPOgrwYNN2iS0FRNudS5gGw8oC7FpOMCCATLgNhavsPrWOLFaYuTsek+zwW41pTxmczlUHK5VinFhMEE4A7jh+zWr7ROYrAogP+qPJouaSNFzZmd9XoOwJJitqZY360nz6rrd+9X7/zwx/Y0OeS1QIYEi10pHgbeMcbnB7xLVnNTzR8k8P4U4B1Zk9vx6GamFfBNjDcSkh5v4MiWlNkH8lqX5Gp9jzfyvExW7wTeTwW8X2scb771jhOkjQPe9It7I7BRvNhrJCcrqheNvPDF8hrhEIR46LtTyYA+O1KytEcPfm3gvSmP98bdd0UJlWfKFntARMydE8V4H219W72U13tP1E8FKoidoGSC2vcYYzNWHC96aq8ysf2vBJQxIkWGcsUkJx16b/+ZvWxL8oStkISQvuQlBRz6dtS0vlRdV1w4jBIYFMhUAaKm/nIsNFnvvUHPdj1uPTfMFHJBsHZQd7sfAnGEV5pcCI4zV1iF5x8gUGucDHFrytTONWgH7ceDTgwtzxXJVgO80B4b1AGbCfjNgFH7nPlczwITIBJhRfI2/jnPAu/TA86a5HmaOgL9iAGONQNDAdenRCLPt6J5y2cAlxPibAVmVq/d1Hp11etWYRYVA4u93shhb0oURS/2MgmN6ebNq7HlxLofTohYSxknx2mj+zipGowewCqrbRghLYJi51jDyC2m3YSYvTHDuWYB4q4ikXR0rs06yX0Mulk/vH4SkgPYw8gCGM8wISeU4zPy7nghyJnRPFfdBscg0bZgBRALAfMhErSFUQ1DRiRoC+84ax2Z7TXo3ttYUyN+WaEcBvIJOnW838cKkAYI+hHwnc2Kbpn51dYPi2G1bexe1T519623qrff+6AB3pn80aOGcTjHMOLnMdhFfzL2UM2PtQ/uvXhWPfrqYfX86SPtwy9cz57EeYBzHSD8rVraAG/CAzCGUOnAzLBMzGmmVYRbsc68lnf7kpKOXr52q1q9ekOyqxCVJdgpwf4w8GbuaQzuKJv5pz//XXm8f6hQLozcyjuia9vj/QLjrowA7Kdt4N3xUrbGuQX8JgHvSTvFWfTXOHf2fWhmQcgDf9syi09zds77fEPHLzweMwPv3l3n8HjH87fHO9fVzixvr0ct4xFS3TGeT5Gdc/R488RtdWkgGrrTKSNU8zcNvF0uBA9derz5HcmW2BTIDKzaoQBvKZuAb6hvhWperPHfA+/zmH65qb8Bi9qsrfseeJfZ2iw0XcMRSkjWnbWeFoqSqdSATc2Zg4PwbEODA2Tv7QToNo2Sjbjl4Q6lJj3G+l0bjFBevThGO7yUmc6HUhzbXiiKkXnXgBSvugA+CjWxby+phWrPS5QnukTMtmh7UPcA3ni4onRNlDuyslT/L+89sL+GR8g+sKBm+k9isAHbsGUiUZrf43HOZ7Ziqbi2i1Ja8X4GbQ86e1LTrSBzw/BKGVTxl40bofwYlGRyqTBGRK1Wji1JoHhfPJKA9eKlp+8wgKDwkiSteNIB1DY2agyJ2z2W8vv8xXN78W7eummgYZq6lCX6+EAx8rfu3rUShhdzU8nYMAQ8k0IHIMKTt69xJ7P19Zu3RD0XGNLz3L33TrVx7XrEeTvZUcRPjyox3x3w/lQeb4APXrEA3q2VI7i0HnDeFo83wHtbVPOSXI2s5n3g7SR/GmtiLf+UrObKNg6988ade6pdfLn6bIBqXu4cOKNNPw1gAVCzMUAyjjJ7gdT9zBnFcF+SvBxuPa6+/fIz3eZ1AO8776rGuOLCDbwBFgBvAa1jgV95x7e+/sJAaEkgeo361fJKMYedWE23ARQRerEhQwveyK0XTy1zmwLRVzeu22Dz9NGXphZfEWC8qeRgjC0hCtT/JmHT8uWI78S4VRhnXJd99HImRUPWXBJMZ0MHZ24fyCBAP1xTvDbMFRLfucSS9mVkF089JkozMDKvBM+3I1llnpG5XyuV5ZQ2mWKu+xDX7ZAxl2WLWuXMHYP8DCeLJJD4esPQxlqHJYR5w/yzMU2NwwjmtQGwjkcZzzc5ESiblWueE04ZlAatFolifbCB33G1eBPVPrJLi2a+fkPU4jWFaNi77aOT/tx4ZeuMCZ5Lpc63F0z/3aVZjt8JvcYSH07sr/qYccQ4ZHxt8B0t8GWdsMw5rm3Iw5AQBrX88Zqe3jF72QtYZvpkxm5nTI8KEjbgEpeOkSeNl3x3qvALA3QD9VhLndDNa2Vao6zYpne8rQyXuevfzJkA0wDB2GnCyMpzOW6ffcAZ1AOkh7ecOGaNnw2yfIbnP7PmM4o1ULRLOLePIKrPSjgPvTzOKR7vYlgoMd7k4Lh7720Bb4X2yMt8msaQ2ojgyjpppObe7lO8zRQr1N4kY/Te1rPqq88/U7nAbw28S0m4185Qr2SHR0quKWM1ifNOoKcbuMv4ov0KJgvGiSiPCM1d7ZVhdeXyteoKYUQC3hfl7cZoR4x3ERPi/enf23fvuZwYHu/LYlzBiDLwliF+W8nVmMPhWR+nd4Tc9gHav3LAO/f0cbN0YYA6ftrX34y79uwe7sWNEVNV/rEHjHNMNeDXreoYcdKz6y+GqOpdx25T4q501ezA23ewA7Z1ruf7mFePucyiECvDAi/W7dZpv3XAG8XSlHOosD2PN1b+8wbeRcCnecK/93gvIGxnPOV74M0i1QVDXTlFwUgKtEBkyaLq7NwkbaEGt4A2nqwdAWBqcOPRwZME7axcuVi2HUNXKIPWWWOpiMUuQKVBKAqkQUZRuErCMqjs4Ukmw+ux47cJERFVUpv4RcWgXkKBllJPkpoVKevLeOIAvVA6a/pcCE5RAnnfZZQUwUrt0qA/2mBlEEAsRRVv1qHqb5NN2dRKfV9TnnPxh7obnu24ZrlPeDt4zojFjPJEAdgcC2qPW3jgSrx3Aa08B59zLQA6z0E/ACj4G7BiCqYVYJWKStBAJmqAMpmd8Xovy4u6LrADBRAwcF0UXq717MkTgWaVOBJgPxCDAc82ipjrfTuj8FL15NG32sZO7Z1hTPcUk4vHGyXthbwat6U43r3/tryYEKHDi2SPzcim+psH3l/K4x0x3m8GeMNuAFQZeP8JwPsva+C9vHxF5cT+aiTGu5a4HvB2fLT6Dlo/8nJ0qBrbWMr155oMJ5cvSc41bwDeX3/5heRAHu9778rj/b5KnUn2AR32BmLEwuMlpVzJ4fZUi5wkcBcomSVDGYq5679Tu17x+U7+pbEHjEFFL4lKyU0QCjnAKZQMxpikacjplhRrSlOtwC5R+3jh6ULxJsabBH28XM9bnwF0kC0nIyMpGl5i1xGXAUGly2CuUE4pkghGPXuymiM1JF6jn500kGzOuh7GtXUZzOkf1iWAM1566K5BOyezu+jpXofCCBie0PAoQx1/iVc6493t/0j6djGEGSDpevZg63quSVwb1eRJ17pI+0jURntNSU8Dmp/TAE7GEldTUR9qjbq8eVuZze+pz2SscpaAWB9ivQwDKH8X4F3kpZGbmEczA2+enXWD9VTjb7lywjipfkk1t7HPmDuMP3jyMaQAUiMvQtK88/sIG0pF1qLRBlYNxd1ttsEkvO+mTUv+YKOcQnkmX0ehrPO5aesRVuQ1OMueBTW9gHxumEpvGmuNv2lbnSCJ9uozECqA3PtBeMUjBpwkYiTcw1ueMeEkbcs8EEVmTF0H/HocIxyi7HaOgKdv89kjnKB5FeAdXRDfhAEnmBfkF6B8IxnNrym/xkWFQ73W/ch+bwOBvo8wiQh7DNmNscTBv8Kzqb/2BbbJQ8E6TTUKPNsX6Ft5uSuxXl5pvEm0CJsFqjn7tftL1zUrTHOePZg5/lI/MAagmK8rp8Pa+ialAHRe8NBsvNCzWMb1DDfv3Kk++uTn1Qc/EvDWesI+w1x3YlUSNpLnBFPnnB7vvsyXv6d5ac8CYKd5vGu23rjGTfn87G1b8MY6bRLIntau89edm+cY36dDwJnzWuCZqTTCnuD76aB9uCfnA97daww5GtpHdNvUBe3zj+skj3cff140nalZnztU81i+xltWRijWPR5Wid8KihUxZGy68ngX4J2eukhOwaIfWRmJA10nHhSqeXq8SYiCAoJyUHu82XimUM1nA97xjOPivL2vtfthnhjvKVa1acM7bQJOO3/a92/6+uPvH0rXub5qM1Nnq81bTLoXuzMD1Qch5TpT2tnPRlY/1IAd3liy9Xkn6VsBmqEsBCikfrSSLwG2Ba5Rcve0gaI4Y7jaF+ByTW7NJeZXeK6jAc08yYUxKZoRTx2gkGOJsY6EQjELrFyWpD0ZI+j4ccCuvKvcj9hplC4UW5K3oFg7nkyU02VRSS+RBEY1SvFM2FuTyhMxstwHZcneqOJBKdHIdVfHd3j5Mcih8KGkOBM7MXYwZUjiJgOEy+noWKthnm+R84H3QWENSm3pE35z3fi3dY/aAAAgAElEQVQ7gLdpqzrBZY3s3Yk40HbCNa4F0yAMCEE5JO8EihdjwUZKWTQ83YBj3hPvzr1g7eyqFBjjiqeQJHe0yV5DXYdxxdu5LrBAnDcxxTfl3QQ07UsxX4dyrGfflTfyus5BEUaRunETGvFy9e3X32i9vOqs0s8eP1HCqI3qnQ9+JCCh5Fm1wSXygtur1ln22/MlhTcB6Kzzsx/72rX4YuBA3CLG+6sHAqh6lk9ENQ+PN31ePN7ZluLxVgMYV0qKhenglajmT+Tx/qssJ7ZS/eLf+PvVx79HcrWI+3VYgeTyRKAG4P1YwPuCZGZTse/kFfjsVwG8l5RczTLWVs1NJUVAox2AA5LwYfBQwLbqrz/TWO/qeyUyk6xvKqv4hn4f7b6ovlbs+rGK624qlnzjLXm8l1SaSspxeCNhbLD/KfZaVPkLkuVLAtGAPxIwnRzsuITUVdUPBvDuao5tPX1enUjGAczXxGagHdsaf4A6Bjko6gCWYHpElu8AM6JRkw8lwSkyBKhHFgCj9BFhKMwbkhti4OF5kTvXauYaenyyKiMrh2TPlzebuXxFidUYu6B1h+EJJgYncG0bojCSqa0HSuZ4rGsu6/OrYl8wZ1jDDiTrXPuKjEsBMBSfrflDJvMyt+h+8iBATyeMhPht9v5SdqzIpcdb3lMne9PzoFuQAItlJEqJkZFd7By8fPrwso5Dj2D+7JEDQuvKpcsb1cate9WVzbdkMFSsOmNm0O0eTeBdPJzdPaIsVzVdeUTp7M+gmHnGxwKwr7QOEBN/qJhgDEVx3/DoIvhWzlOHsEffgC/LRwHyLFwBQk3JNs0+AGn8xFoVj5MgEfEOIfd/QT+PrOlOysaMcEiTQCEGIdekxsAR8eEuYUa8v/cIYsL5gZZesrrzbHqPzPP4iX5rxbRuXraRPQG5c83woKObml7KatnrDUDnOMIhMOIkQG+tbZ6x+beNyGmQcCuKrgFN3Y9d4u/dQMsv5xNmAPvisuYWjC0nMaNdArrsZ1DkAeeEGJHAzzrpMtUnMIwolwBtVj9Qo/7h559Xjx997TUcivkSffJKXu5DzYuDLc0N5iBMsTQc8GzaM9YcjhXMDfRiWFGE5KyqnN6V68pFoDjv10oS+coJUdCjSPoYORR4ThIiArzf/+GPZMS76nWRcdrVOrOzlR5v9t6W/jXkmJpVP5vmpZ31OkN7zUSAeUbd2uJyBh30LOeerc/egO7c6vxiuxsdj76eMKwfYwRqXmUd6q6b3e/bd+qfO+674XuPtnmS7t59nvMC3oPe7ta+EMzN0i/R4gv/1T/6vzqtmUdA+oJYgDeKZbFWmxpKMiYp7oCFEuONtbx4mlBYo453AG/X8daCx4JYYsFol2mjPeA9NHnP47PJ1qmySQ/f6SwT9KyLw3k8+7hrTLNGTrv3mfplxtIG09qwyPfdhWXeK/TiUOrT2yC9+G2lPOhjK8pSbqkD/fTZU9NJUXxQeEsm84iNtLTUyivvo/5nlCopVsfaGOWNK2Kf7U0wZTOSvFghoF4pgN40btGjTd8OpYyFY0WKB+ADDzcZpflZIhaW+D0pBpGlNjx+sbqEcuglx/pneWa8DcUjwxdBHXVZsIzljuzkUcrF9EgnUSNDecRGWnfKNdZ6q/+OD0Y372YMwssfXh+UV9PFdX/WI8538iG9oqyRvGf6nL5krWLt4hjWJ27O5yhlfI6HEE81QJ2+i3CZVRtMDHR0ly15Dun7K/KI7+tzkkfdVCkplDjGGs8htkwUtxtKzMY18JpzT0oivZAcmDasxFaAelgG0M2/faSEPjLIvPX+B9Wdt+47gzT0c2fG55noYYPB7J/eflqUMOKqvV1OBRP0UNfI5M2lNTUsCii9jvEGeB8LeKucmFKTAb6d1bxl+GpXrijAm1mB6WCLrObU8f72K9G5RTX/1wS8/+DvRFk2gQTGqaaak1zti78wqN28fU/HXKl+/St5wAW8LyXw7seyt5+30JQBsoDnre0XMnxtqf0YWl57n7q5eU3yeFQ9+uZbyY08xQLdV++8U504xpu46zAYAEwA3nvbz23YIvnbkRgbABuSMq3JgIWHivlK+MAhoQrQ0SU3VxUvTVu2JBenkifCN64KoDO/9qRQH0iWyJR/U15oDHVULrCsMrdhSSSTA3aISxdB6c2xRYaOZMRhPYE1Qe4BwjScRTzlG6YJ2cOp7czAMj9tbNJ18T5jpHKeAsJfBKxz0thY4HVBY8IcjnUqQjmc8EzfA5hdZgxDgLOaZ0I5EhbqOTjHc9OJ56L8GWNkKnL+5jroFhjuHcpiw0DjicGo1U4gxSxw/W3mtuJloZmT2fySYrwNvAPvAk+8pkLhHX2N94APHKyrxBzhml4FtXYdKZs98cD7kqsTSg+S9boACoAm60rOpIhnp4Y8QDC8xvZyO2t4lPVyjLWNnBni4M+C7o2BNbzi0TpP+zTA1obY4unXt69EN3f8v/PvIL+s0cEAYgwYt1JLnGRhYfwJ2rW94vU57QWmvO/rTCxIicjdxniWMChENnSv43j9yfUD+MYAQb1r8nNAa/c45TkYjUxZb+qPlwWphCgEFIhRDkskFQsA1ALZlA9MwP0aYwfJ4SjnlXlJaAo1uKli4bVdJSkxQq9R/UDrAmUAnzz6pnqsBISUCiS53YXX8nofK6u/QPfL/Rf2etuIzMymXJiMghjC1qhhT7v0HfPVeQ407gDvyyQ2lIG1A7wtS6Fj87ybCln66ONPq/cEvGFO0V8BvHe1l+jeeLw17vPqXzbkDwj2vNfpX+JNZhYfmoftzya1/azPNQ92Gu2TLjCb9hzzfO/n6gzkgINongv2jh0oOjXhav3nPFtbZtNVhptzVuDdkavJkDAcQ60T3jjwtscbOpu8ESibAbwpyxAUUjbw8wTeNciYSXkcLx/fA+/RvvkeeC+yOs0KvEMJgQmJwrq1tVM9evyo+lalpJ6KiowX2JQxU9SaTOP2FtTNQnELD2e9iVgJi7/RcxpWC3F/sq5TZaAkSUvg7aRJUAxRogVu1pRcag0lAaMYirI+cyZgMgXr59TJgVCKY1GtjcokyDL4Dl0n2pG0dtpi4B+eFidos3c7MsZC33Z+CGfopSRLKIGAVK5fPDhOUJTPV7qhLafdZEilH8KzzSto6aL3ObZUypUTOjYKvD3dpvVF3e1CiSVO1xR/sibrGQHYeGVQyuyVk2J8WR64F88FnLQW8fkeFGO9vyNq4JKUaWc7p1az+pAkWCidV6+u10mouAcx9VB4yaoOMKOtmzqfjLt42lfwsqufDhX7f+32neqespsTZ889Twy8w0v2XQBvxtfA++EXViZnBt4ah2BXBfDe/v/Ze+8+Se/ryq+mw4TOE5FBJAIkl6RsyYorrSRr135Pzq/E9sf2C3H6Y72rlUhRIhgAkAAmYGL3TPf09HSY8fmee39PqvBUdc2ApIQCm9Nd9dQTfvGee889d+eegHdEvE9ksP7ev/53Kif2Z6bwAzYBmY54W1ztPwzufK6It0DAaYC3XUWOgkXJHteCl8F8eKBoqXI5F5TrvaE8SqJcOEUIal28pvz6K69pLojWneVQDLqIGJ4oR1n3daBo8Lbu/5nOA0NkQyD6vPp+T5FPIqAAgAvqN0A444e9cVnOrGBqBDMDhwp96dJhGhMI9l1Sfir3+EiOmKe6DhE5gDSAgYj2HmXE1D4bOg6sAXvFYo3knorSes6lPJXiYGaLlPkZg3xf8wCQwBgnEkd+Lns5AJD8a9dNx6FO5FpAA0COmjpjlnvnOvzQL1B56SPotXZSkaYBoNJnOAGYE9DbDcp1TXKaccDzdxGgYz7Z4aUXBhNRblJPEHHkmQGUnKfMPdqL+RoloSglJ5cPdc5R/hfAQtV8VRFvcrxjtKVhBIjnLy8Bde5/rC3zAG+dUH15JPbEnhgc+2JSHMspw5pW2RqxkHnkFwaGHQCwLzLlIGo+h4p4hMiTtp9R4lKDG0C2CFUajYpieHthjt0iwGj86Y9ZIxwdRrk7GQ6B1A2qvfY57Sf/tbCeIuPQqXkPwTALioVwG9/zGm2g38xDT0q/mzeYSn41nQPckMvy6W0/X4wV5iXK/y5TZqZG3QbOHweY698a0Ae9nfXVKUX0Z3UxLqjPEtCjGI6aOIAXRoGF3zIVK/oi9E+IehOdZsydg/XFfpFOINZwHGUWxlS7nPHcV/rF/rYcLgDvEC7kvDh/yCdn/V7mOWhDbGXrlyTw1ry5oDm1DPCWEwBHqmn8dB3BLd+XgLdYUB99L3K813Q86yJ9xX4D8Db7ozRxtTlnu0/4ZxTo9nlmOMeo088DvOe/9rinymE44dkmf7O/XSbf++nvq7cnh07dcZrP0584dDqO/Mn382KBd++zjznAQeJcDU57jub3usC66xD4zQBvNmios40c7zBkG8AbcTUZEpW4GmIxFmYBWATQKOPH3ruIzQy1WfHStUrFnKJlvwHew432DfA+xUBieo90AnUj3gG8jxWqZK7cf7AzuHnrpijFNw3QMA1rsFgi2gm0y2aIoWNQHuDbLOOyqDqSUnK3MbyJkBHhJocb4RcZTVYUluGFyBo0T0qBaU4ifEg6CPW3w9BLg8eAjp8SKY0ZWq4ZUeg0ajHuigFm0xbgrwiQoj4AGkobPVPUzSrPCKkBxJ2HHe3nerj6C/Vqp7JAbyXXs5hSjc2jC7wjShb0TAzHANNR8iciR1FbmOMsAqQ3uD4/GPsIVBX6eOTePnf1BSJo5KcCuLln3ocCy7NwPtayx6LsokC/qQhmEWmDogvQgjpOtIg8XCIU24porwh4owYPy4GoKz/ksG4oMu4IqAwp1kUiQLu7AuTKq0dMZ+eRgLvWzFdfV01p0dQdESpluxrAu7lJDo3LIqs81TCfFPEOo95pBVlODNBWgPczxNUiJF6t4a2IdwJvC+wV4P15HfH+4Z/9u8G/+v0/cxsAvOlDi+OJ3vlPf/cfB7d//fNTA28ib4wV2t2iYKRMQWfGOSRDmrxXWKFEKx9qXkKN3pKI2zrAe0H5oalqHg4mgSoi38rz3BPd/O6NXysCdijGwqacAlcNWB4oSkZ6AloJUM65NiCaPGDdicqFIa6nsnbaO8nbpI+dG+vxjtQSyt3KI6W2td7DwQPgKXWyYcrwIrLGN5w2gnI+c1vHup88GwHSoWrNfGf+75LiYlq50iWUBkF3Oj0MZxu06Tx3ETqjTJ7BMgJu1OmG1q12pNIB73N+R990f4z5ArotvCoKtgUaGdsG6awF0Jwj+u171cvn9XxeDJ0FSr1lvmuJiEe0PCjwzveGJq3znV8VyNH5D6Hrnt8Uzf81rW/Kn003T0X71r0a8BoztqO343K+R02ZOuIdFSUApU+VYrAvBgfAmzFEPrtp11yO67L2lmv6b6034FAmLlHXZHfEIXReRHyZ6xYDM4rmb6oyZKoePVyYUD42nAsRUU5quh2aAeKNlXWaEnl3lRoU0U1NLyypVESXcykEOGElRbScyDfzwiwmwDy55dSx9u+xpttaN0DneWsmFP2U4ei6SWFp6dksmAkodnQ8QbmF0ILRgVgbPzyTncB2UmTE3MyNYAOEV4V2QucA9gBVN6QYTgqMa5TjVOZ3QG6Abg43EyfbGO2FWHeCEu+0B6v5x14WbSCtBNHLj1WN4OAxDIco67UoOvuymCZnBLxNoefk2MM4M0pZTiLeCbyXBLw1OdT26l8LQWbz+Rc5yrQ3fKSIN1TzDVHToZpb4NCVToJqbkbIPACrMcDnB7+1Y7s7b4ajs+0j5r/2eIA7LsJf7mD+a49/7r4td5Iae993hz9/kcA79/mpb+K3A3hzu/NEy4fGbQeKNssYeqVOP2c1lv6b//n/bH2lb3J2B1/z70I1N5WTjTPL7QxHvEuOd9DDMAKgsBIhwnAlwmaqeQLvAN0JvBOAx4MN02fcrRiaI8HOdKOjnGPs0TaqJp9rnkk6z3ene8LTHjVfrsl8zxWbXzVwc9TOUAFp6ofu5qvO4xiLyT3KJdh8P3JxHbEBeIuGeU9G/Y3rNwY3b1yXIS6KckZhba/YAIjGKHW5Te92Dneo+tZ1V3k7cqcBDUR/iBQR5YbK7fImzumjNEqU5llEX8Gge9UGO4rbRS3ZQLsYLjEDoxZ3mu/N/ol5hJNA92lrDtuTWrxEigG2RNuhtVNmhfI3GHchPGMDn+cj2uOFK6tS2yCOz+Oqw6+2gyiBu+67UFqjpFG0tw0hl8Ph3kJwh/OWmsGoQft+dF9QxzEwcYys0jZql6cH1AEPEEm/kQvI+aGLs66tCzgReeAYyo65vrq+TwQbsS7E68oi/ZCyYwIv68qrBXhzbSKaqEdD08d837n/wGBmS1R0KMZE4Mm3v6s874PDY9fzvvrqa0G7lOGNYRbq5u4Mt1eM75LzWI/N57MA744+wjDdzCPDlG/qeAO4vuscbxmQ5HlXC2hEkpqAhrs0kTSN3t2Hinh/0Qbe3/+DP/fYKCWmoH1i9P/07/928NWvf2Zho2kj3iF4mE0EaFPbLVMCz/n8GQFV+yNCpZ3NtPV95XjviJHyXG2+ceWafjLifUYGvucCNFABT7XTiaKcuxJY2759Q/NAomWUzFTfMo4NmhGxAlxqvDCfSVdA8IzxuKVUAsbtDjXAdZ4FlRK7qOvhxCFa7vxv0hfkbGE8EpHb3n5gKjdUdJw/sFdgk1jpW78ztteVC8oYfKxxClAmH5xjDVhjYXEqBP3Ge2gTPMWhJIAB8EaHgDlLNJ3cbcOTBtBlfQqlZkUazRRJ2nUCgKhTHmDflHTORVk9zRFaD5os92kqOvnryQR4onvCaUX6hiPkOi8MnVKWD5vB5+WZU2DNRivrh/GWKOpaKxcFuDcuv6Hc3ou6mu4z+7/g2a4oYVkXZgHe9bqfZ9f4PFQf7j8Q8H4E8N73uOd5oMyzHtmBpzkTa1KmiWgsnVDqSw/gdmOtwikBFnfkN5ktOFDsGGT9DwcSYznAeQDXooER9HQAZlEVD0DutkpVb4sWlnuw0yXBc6YFuU2pPg4d3WMMBW9K1UUJs+fay0oKkdd2xgAMJuYQPx4XpbwZzlXmGI6V0NywMyL3z2DApJOAbvR9hhEf6VV6Pke9QxTNn9mJxvvhmAsht+Kg4Nkyfx5nltgq0LmJdgNyET1ztNyOCpzZYVeGIzn2iFhM095k/CcrzQ4p2kTCiidPJKgm4P308UOnjDgNhDryqssN1dyOBBzJ1GKHCar1wCXfdK/nyTsngi2QrsmsNg3gXfZDmpNVdm1zw8D7WwBvaX4w7xFpRNOA+Q0jKiL2PUbriL109FsNVtvU36lW2Mn3ke056bTzPMek7/a1zjzXje23x+Ew8aFjnL2Y1zC9e5Zzt+4i7brp7ysnTfWF+ajm01+3feSLBN0+cwdYd+3+IeD933aAd18HND/veqfs2cyIUJXjneJqJeLt3FHTz6Hh1cDbirGu+0sODTQe/di7j5BFCkHZwdfcIgN4NwdCub95G3biBO22Yqf3+9qwb7C8TAXDvmu/rAWP8/Y5dSbeWyfHu4Djlw+85/eM9Ue8iWjIBINmLvonYO6BSk5dv3FT+bGfWxiJMWUHFAZQw3uNGRAGEsyQAPMWMXMOtX4wTIkiW+m3CKYF+HMtWZfaCaOGetuAxbOUBCOPWwABSrSNtVhbAmg3Oir0XgJ4OipdHAL0dwI87stCWxieWX/7UIaGae42ugP448ovEWWuZ1qlIzLhPPDLjgVbgWOHSxN4F4OZ6BnRiYh0i3aatFXuh3M6ylbo5xibuY454q33XULMdMcFtx0GMD+AbRu4+r5zZgEvRC0f7vjfNYFo8re5/hWJ4GAEAcQ575by93A6+HyITmUbU2qMyCSACOGcfdRpBbI2Ni7KQAsF+82LW3LSiIYtUI7TEuCxK1XsK6+9NnhFP88ELhC8w4B0i2W/eBzhA2m0dTYsHTn98jBiPlYrcwJmxgMupQK8v2PgTS1l8rvrMeO1oYPcFy2uRh/rGR/eH1zvAO8f/Bd/YedC9Jlo2YjkqY8+/pGA969+ZgM/xNXOKseb8mJiJozJ8S4qzGFYh2aCRa00H0xrTaeXNQp0DqFt5TVLf0FpICdq9w2V9jLwVo43UTQ7xszG0I++80yU4ifK897fFdhi/CPAp/l4Bhq2GA44nF3xA7ExjRk0AIiePRWbgrJejK2HGk/HAGTlfV699orH8Y5yhTnvouYrdG5AKvcP3RWHFhFoALOp6Ep5YPwjYMpsx5FG9O4R1FiBXCjbW3LyEC1DiwABuogi1mCN6Bljif0ZWjtgGQV/rnOIBoVAMWDZomgIUdEnOBMtGAUzQXR61pXM/2aMR9Q6FNAre0INyHdoRyLj9Ad/W5Q1j3d5NANVaNE4xp6Z+cHcgc6LKGSpa067kKLyVMwaRNvgIZzduKK8fNghV9QOzL1YX4obqpvjHXYHpe5GOVEnTxurbjPfcDbuK+ItJ8yBIt7UddbSG2k76hsy0FmjTe0nLz/nLNFuR8J1D6UKg8GdgXjk7ifZyf/GUslYznKK7nF9FwAK0M6Slbi7yGUOVfESNWcZCNVxUoq4j/BYpJuTdZFWSkAcLAHWZ4B31A4vVHUznLAJ0wlCH0Gp1ogIarVrjRNFJx86UomeK8/8RD/5EJ7bheEYe378XczA2JNKPng8s2ujG8CF8Bwlu2xD8pzsJy51RtuE42FRDkrmOsrhRL4XvW6mUKidFZFWVRgBkc5VVmsme0l40riVI479log3ZcSOAd5PtgdHjzV3rEeha0Ez18+Cxip9jwOCNBmXmeMHvRFSvJQCcm5jS06idd+P+S00t3805hlTuvzaekS8v/Xu+wbeywBvnXNfegLYDqRsuRLJCwJubcf29FtGOXKeWtrzPsM8Nui81+4F3hO233mv3e6l+SLeLfdB2hLTj4LfDuDt9ewUa/m45+zS7bvn/q0C3k53MY1MUe4G8Ea8xcDbquaxWEbUe9hr1w+8Y2luv7qdP9yc1UAfIerVNwn6Pu8bpP9igPccgmn//IA3wl6Kxgh4H2ijfKAI182bNxXp+9Kbpw00z4GkI3qRFmDEsMDAwogycAjhMAw4qLcYvBigKBWTO1aizYByDO9lKG0yADB+KWtyzt54GR7OK0zF3GJ4JSWwGRgNrBbzK9iQEUXmXzNfRB/HkCLigTgaeaeHMjgBFhhqJxblCaG4MKbSo6+TLHLaCHu0/60Mv9EzaRh4B5XcUXRTKiMaxwsgDK6CssrLAkINUO8oYYJwjF6+V8TUTF1Xm+CwiPejPFDkl6rETCqfEymPF20T4B+QjpgaZauILOJ0BIzfuX3b4B2AdE9CPWsqP8ZxUHGtWCtDjdQDImKAw0cCTeTc0n97jlyuDi4JrJvOqP7EkKQNS03vAryLg6O1QbQU98esUp1IdzkqUgESvBSjXEY3ubU3xNqg34l4P0OEDz2AFvD2wPGrbOoA75AcfKY85e3BDQHv+7evK9dxeQDV/Ad/+BcGCJFyIPo3IE99HMD7YxS5AnjLCP3Vp7/QGBMgNK01IoIjVvwqosUYtDPFoCSM+KCbhiNgUZHsI6VnUDoItf/1i1cGm5cDeFdlqEwZhkXC2JazBHaJ9RQeDx7cvqUomNIM1Idb1664/3DO7EuBGEfJFdVxZzI8VCkgIuBOUQB0CohjjAdFG12CYKyc11ih5V0qizskXUTPX8YRoJX8U3JJGU+AiCdKU3gqXQByuWG5cIJSjmxHIJ/xwbG8h9MIDYQn0hRg/CAwt6hxSzTTefYu0xURZu7DoJ65RGTUUD3aG+DHXu/cebXF473Hfp/UCnLDWacA40UTgXPzTTvL0qlHCgDjmfkFoIg5HXm8gH2uYad/asiUzzgP6w7AG8bF+U05S1R7fWXtsk73coE3c8/jjrV4X8J4At5PEdzTGs26HkURQ23faydAm5bMQIbZS+kU4v2yPlWigrQ9fW8QD/MpjMqYhnUmY+R9B73cwov0icZ3gNIsP2gON/RsFLzDSRJR3wC4BvRxIU9W7quoiRONJX2I8RJgmT0hnoX7syK6o9qhjG4FdQu2oUofVQCoJ+69y1HjcJIGHZ2HivlnRXbvGREZD0czFyt2HffHs5eIde6d3HNWAYm9FFCOGCECdsx1ADgq+NI40LMTIafUm2uMZ465ATv7Ih1HSzB3cJI4/QrGeDi6yfHG4eYSYvtSNNcPlRaWtR6jqo+aOY5tzsE+iKjpCSlXjnjLNcR+LCfbOTlbFy+Iaq49JoA3zh++xbPL8aT2AXh/+B0B7/c+cLrKkvQp2sAbqvlsEe+JNmzaISMW0f630o7pO3Dc9cNEGI9Q+8DUPCW9wpnVd+fjPo85PPY1RbvMiyvqa48OWkxz/iZyqtp6dl9kdSt9/XXa1p7mey/y2n3Au3s/Z36TEe8A3mzGirRNAN7ePNPA7w6OfuA9LjI2Od+iRMqSl9lqt74B2vd536D4lwG803Xb1xhjPv/nDLyfNID39QTeNosMsm1RGGDzX5RdSiMCswQBH1TJRWM8hspNRJXomUB31A6NCBZAhVI75CpTziSUiPHyh2qswYYnXRpZJdLR6I8CusPfT8SbW4vca+7DebEIpBWQnRF3qO0WJSvpIul5NJ0Pc8hR7sivc16gje6aZmhTa4K30sagNwMjd98x0b6o7VtvnnFcOOaiRqscH6nEXBSSMfgt3qWfAHlhRJJKE7WQUWSOPFTukfbmvCicA5DJ4dtSdJoIFUJrqFNviJpLLW/oshcunPPvnBvw/TjFr8gJJyWA8/L9yNU7HKzIMbItpXuAxsWLlw2IUPeGmbCnCMejvSdWxL6mut5ESVDIxnA0M6EaK8GacAs123Eq4D1m085UgDhnHAObwsD7poC3asB/B1VzRIIgkhP19rhJo7piMgX4tsiZPwvgff3LT0XVvj440bP88FONWdcAACAASURBVM/+7eCHf/SXBvBN4I0x//Hf/ycDb+pkb11VuSiN7c+mAt5hnDM+QsSpzt08LnmpCb5hiDw/eTrYUT8cK8JFSTCAt6xptWup/xw0e4A3p7XDjLxo5fXu3LurnO87aiiU10UlF/jdEcPlUG1Efumlq0RhlVag8wNm6VscZBfU9+yVDzSOjqWOvqw9c1URcyLQO9sqUaWxg8FOegP9i37DkeimvAe9NRxzMR/2lUceToOLLlMG4IVWzs1Srotx57x5Hevzmq4bueUBZsNpbnE1VM31PkJtAGNTzhH843t6/6zex4nOy1FrmDZ6P2pUB5CBEYNDq8w3aPOALpgAdiLgmEp6OoAeh2JhwTT3W6uZa2jDTjHVXddxjj4UaKcKaHQJVJ2XovnaFnW8yfEG4Od8yPXtRUa8h4D3gzuDo71tAbEogwZzhQoS/LEspfsFja8iZmaYm/nXJV/aYmEuKcYYpfYzopQh0maHqed6sowMWNMxmg5Ug/ME0ZE3nVwpL5fhyLXjKZkIke7D2IHSXSuOo3rP9XA22flLWgHro9fJaMgAOjgLci0PfrQ+z7xwQKragbngKC6R4oyEO4qO0BupQV5fIr+cdCW+43zxAsCz/3JRy170KpQ7QHkrxn/x59IMAaS5/ygjtqh0joh64+SBhk4kPJgCdlTg/EFNn3XCoB3GQDBIQoiTyD1ioZp/yuk/UtSbf8/oORBWXLZzm2sgCohGg1K/KDdJ1BsHnZzvBXifBXirnjf0d+1Ebocu8F4V8P72h98bvPv+tyM1RYEr2m5fzj32jVlVzZuO60ZDVr/681MD0LLOjjpz/d5Y4G3QP/oVfqbJKHAe4N3XLpOfiKk1vtH6MEPf533Xbn8+HnhP41iobO+etp7mnpqVJ6Y5/kUe0zdWZrnWzMD7v/tf/q/WSO3rYAz+xgxseYBKZCiMU34i2gatnCjeE8qJiUYLEHCJIG04w8BbIFwLkkuKaRPC6C2lxMKpGYO3BC282TRHi6mo4QVtrsXDjTgKeIcRbqwR/zf21ddOkzpt8nd7PGOzjIa5j832yPPM98ydLbBv4e7xopWvDx3Wd14Pnp5Fv/PxPBN0/Hfbi58VVzWoiXgDvO8rAnbrxg1RbL90LU4ATGwajMsA3gamGCUnRFQQDCOHm6jyY4E2lS5RCSSLlFHzE9CFIquMTvJLEUtbleHO3wA3LGlHEIOj5/lV5TmWza4stBn1DECcSr98lroOVibH2M3SWjgAPN/9gwhZ0MpNYNf/gr4ZwD029aAMuqsSxPF72yHV7MTOmqRjC0i2Yw4jH9VrR+BiWrtfABkyPAHS/F0Em4hiR6SxlCmKCGgIrpHjCohSri7A2yJnikxqUwU4E8nmepvKu+N31KI3VP6L97bFYoBGjIo0ax/rI9Fw2mZbuduXBbi4OfK7NyXAxb2R6+rccF3jiYwz6MDcK6CCKCHRctcL5/o6bmfnoXIDNwdvvfOe6IqFPgnoybFDxKTADDtT6ldEtEa8pmCmlBz8Zp+1gLfu/aPvfl/G7AWNxRBEsuPI0K5OUbAmkm6KsWE1AYD37o6B94OvvhTwXlA5MYD3X6kd1HcWYxJgAWSpTz7+0d8Nbn32sSJmTxRNfsUMjl99Sl1vUZ29J8T16le2SxkTBt6kXZBigPiflIntsIlom4cnAWJdd1dGLVE8It5bl19xHuaJ8jBPGEvMCxwPjtrHeDa8cVmxJwKlquUN9RTjW+dkvhDhNEDRldBfePLg9uD5sgAtjAYZ+TjJGKMPVOWAsQw4da6z7vdR1uul6gBOG8b/Y6UoAIpx9qB2zHccUabN0AYQeFgT6EYdnegz5+BeqBVPtJ99GuB7CHjXNdagsTq9QmBYoIfxSc4198s+Tc44DAMEppzaoh++53rfdlBJ8Enno5Y2QBqaOveE88g5y7pn7r+kdAAmSwQcxzxzCEo74784w5wyAdDT82DYYm/wKuX8WGcAHmgpsFZR63xJrJBz65cHZxXtXjq36VzfWlk87QtPheKYi9FC38+W4x3fGwm8Hwt40+f0NY4KACbMG6L2yVpyNJ91yMCXMRdrfiibx3uMZUe77RTKe7dDK+eyh3o4aVt7Zq7zrGW8zx4Rtk+sl4DKcCYS8Y0ouSPj5E9HqDsUxBEHcx3uoG+nEofbLm6n+W/R3qnp6kRmTYNOh23khkcaImusgbcj5aQUkDseTpSTZ6jyy5miCHlE1VOkjbFgSntEhOtXsWXCOoz5nC/mtJ0ReJMA4Xou9DEoL8bYKHT8dC4AigHiKORbf8CCgLQDCwMpY+xlUO9l+0pL5fCpBDYR0tN1EBBEydxpXOSS617sIAN4i8ECK4w1BQcAEe9lR7wFvKkvzso9Bni//8F3Bu998JHWIYC3zqvrm2peqZrXa2yjUXIEdUyiHvTVtQMnh7C6VxsNvKe1Lb2fD59yqnf6gHMv6PS1T3l1mzWn/C6zaOi74wKKUzWFD+qes1yiCyKnPWNt646/t5F1IXrs8cY0PW3rj3yEeez60SdsrjZt/Nnt+TMzA+9GLl6345rAu5njDe0L4L0valup402ZklAs7US8tTBVwPtcAm8MNDyzXsTjEQrdtQu8DUgADX3emJHRHb4bo2DSJJlnAsW5p4m2TzvcX+Jx3TzOORa9vjbtPsWpJ/8Ua9us5+4dSz1dMPr7HeAN2FUJlQK8yfG+SY73F18YeAftNjbIwKbaSAHURAeotY2jizxIbfAY9QdPd23Uciwb/NlzikaJ4nZBuWVQU4uBG9GUANwF/POl4tgK+ywa1e3mMRHRC4ybYjTxu+vzZt621ckpV4YX36rCPrsjGwbdnDfNw3g/oGFOvkA3vk4YDCXqPbqpi1HVWPhK1NWGZIgGlX6ociczCoOTkOWCyGGJaFsx3cA7wH8YuqGGbgAgAz9KIZ4z8AaEQwkvQmzQfMmt5Tjn1eo7gIgw8ILiCf0XQ9alxgSSNpXzDYAnnxdnCLm/+wJEqExzI+TVQvOl3QDcAB8AyEOBbUAY+eAHABh9vr51xbn6Lo1joSCxGOxNCeDdfUULjnFGTjFhpgHeH37ne4rkrA6Oja7J845c6LI2+B4MbhJ40wd6GupoX//ik8GDm18MTtSOP1Q5sWbEmzunvZgPAG8i3sdifFwU8AYMArwBvORbh4Hf3enLcydwcfoAudpEE7NWsZ0DMUiDVSL6tvqAObYuQLp16Zr2JEV75VSAOlzFFH2pYGtUmgfONQdEQC4OoM0ccD1qvUd+MvW+n6r+rzGA+hjWiCNsOg/52jguyO/1s+h+AAKkirCfRj50lO1i6qIBEGr7UM6lsqz310UjX5HKN5HppzqWscy52KvJ7UXN3V3Dfevu+JwyZdzHDsBfwDtKPS1Y8RyRNcAz18BZxH2S++0UAD0T4Jfn4n7QjzAY1/3vi76+L9DBs+NEKHYD/0Ibt6FrKq/yvC0MGYwS7oU5x9+lhJgp+MxPR3FRXi9VHIicAnL1GZFKtdPZ1UsC35oj5zXnULUue5sXV/AT/9e2IxgdOEBnfY0C3k8fqUSk67kz2MUs0PV0l56ZJp4DHPnd4DfsnjONHJ9h2yuYRol2PQKbxxiY5o17yOT2E9HuYCiFAyxBdTKMYu2NtYHUllgTda9MBa8tRH0DfPMcwUwqEfIc+2ZIpF4H/ZKLfYCYYqDGClQ5Ugy8af+gpQfoLlFy8sDlEMPBK6FDK4g7+p17ktObYs+JXPEE2kTNcz2vgbcHebSM/6H/aYMCxIuKukPj6YTIf+3IlqNIcyso+UTIAcfB2KE/YHwd4gDH1iXXnIASEW9EAwH2Opa8bus+WDdBPxXwVimx9RLxJl0pnHesmU2q+aocre++/+Hg/Q+/M7h4WbXpnaJBOlOomkfEm31rtN1Z1t1px/UQYKtbcKpTjLKfp7Wp+4B333n6bO9JD+BzT2FfjjtH3731Xrs6YNjemarhOwfFujL8zVMscT5JYQ923DitC8QqdPpGnNXJM6ldXma0vWtjdNv0Nwq8i1FNjmlFNZ8IvGuvXZSjCSpTc0APA+8ySCd1GZtsbgJDwHvYexOT9/SDp2/yzzNBTzMBx37npQPv8Z6xodadhgbL5J+iW2ZdWH7TwJtIVG2oe4UDEjhSbDqeouTPj2U0QykXpe2J8snIJWVXxyhYk+Lx2roMTeWKLclzbo+4jeYAnDb78dSXtsvVOP4eXpwDvAjgOQIc4miux50GP7mXRAtN7ZTxYzE43bHNsYyW40aLWRTz05cqNi3G3rjo68jBWm9EZfEvANc2HmtEA3h7put90zkNMOLBAcs2lnAamD4eYka8iHhznlJ2jOhd6FOcdQSQz4gePpaxAyDbELApeeQ4ILgeUT87IAXAARnQdDFStwTczBDQdaGeA8gRvdoUbbAI1gFUDrIOrGnsiooDbrYU3XQ9cT0LFMizEuPa1ng5Uue98fZ7jq4g+OXyOAA7+iLbpNmU0wPv0Zt+YtLcgEdQzQWuPvzOd5U7KeDtouIwLFKsSv+WsRbumDAxi4H5RGDx+pcA719bDxng/QNTzUNBnjGFCjlo4OMfiWouVfNjjf9LAG85LT77RDnepuKOA96lJWIvge66tEx0T84k13fnGlmbWAZtAEyi4YgWDUTtvjhYQ/hO7XxicbVUTmZ8e90KgUAcAwFu0u/Pcweq8XuuXOBxKZaKqdTUu2bMhXBZVAhYGKB+DyU5BP3EbAG4ookig96UbaLQ4FUZ94wnTgpo9arhGs0nFl2Duv1IDr6DvUeuXrAqlgZAZVfif0f7T82YuKCoGw4gR8sFkp1rzXmsXq064ETY5TAiTxwQDOhmHJ8zq4b88OOqdjg960olmjOl9BeOeI7hb5wBOKqYP2U+AiIYEEXgsES7i+ghoLsAU87DnKz0G3Q/OB8s9EZOutbKQ9ZL6rRLzXz9Eqrml3T6oKTHcvf1AO8DKfUDtOyQMeNI5dY8uoNV4TGXa2AZIyXXOldls5y8bLIWh5fEfR2pebm6wghI0NUE3gyQEGFLR6qvXXB7RvYaVjkj1hFwj1HU5Jmz5EgH7T0EzeLziH5HAhRAFAp2sINIK8hz2AGZQp1e7xt2nM7vfSltMlPsM6fZzl7o6Ip4nwh0x1xh/wmVdEfMtR96P/IcCtZMnFDHoDWCEwZqvx0VjfWsZRgUgMAz5O/F7nNOFGtYPCtOhWWxXbwGMY4052M84aCAzaD+MXNBbaC1G+ANYHdZwBbwFpNEwNsRb53v7ArAWyUGTTXPiHeygLrAm/zuDz787uCyKh6QKjIP8O6zP2NY1IbWrFBqnqCWrzUKLTY3swm/9wqcTTqPu30KA3PMOV7cd18U8I4bHbov9qMp2zPWn2K4+a/8GX2C7qej9VbGX/x3FXh3n+hrBN6izimn7EBUc9PPU8TItD5txhiWVjXvAd5e2NgucjHsB94F3PV0mQ0kRlwMohiMY4zMb4D3DNOyPrQ9wSdP0KGJ7024fzn4XQfeRzIa9snxlkF8yxHvL60yjDBP5E5HdAJDxEJmueYtCMxA434q9dTHyh98Kqo5w3RFhvOmqLAbioAuLq9Efi1GTxnftjPTSMvmdZSj2D2dhTkilIB9BGGi/i5R7aCRU8tU0TYMIRuOXCr6LXLUAcAp0ZPR1xJ5aM7OJggMqnnbuTY8+JrAu6aNs7aE6nXQhx1djBB2ALY0/mxI6jgiiEUYKNgCkasd4zYFnfR8YUQumb1T1gjuExo5h0JBhgYO+OB9ItJQok0BFjh8pAg5ZcI47+6jxwbh0Cehoq+urdiQA3xfE3DEmUH/I8DlMnCKjkAFho7JczhHX+vmXeUNP5TC+aaohge6xyePDwZvyBgjGiurzdTFQt8v7deOiEVUa2TbtgzS0c6yqYH3OQFvpUbUwDuM3yqnFqNVN9EF3jeuS1ztxq8EbAW8RTX/AVTzCnhDNRd4MfBWxPvXinifCnjTpDAdxH44vyzAqDJgUp9m7jFu+cHZYcdXOm4WFeWibvqKIlNHmoO08wKlfwzA2asoExXPVGoUG9vxzMxizfd4MT8ib7ph8g/OuryXStUpWowyt3O/5ZRB3Iy5xZh4KocM7zN+AZqPocATtZfTZWNz3cJ2e1pP7IjD8BfdmusxJo8QaNM4Rr28RJF3RU893heFV2OL9YMxhhL/gcYxN7ksZwYRcIB7JVoIHFejUL0EFgYsDebIHuXKBKQplbaiVAjXGGftsAMAujuijiE+GBoM4RBjbDparv+gvOM4wGEImGd+8Jxci3kMNR2DGmefU9OSVRLpbNJiEOBZpva41q0n+o4IQhKtujq49No7ruOtu8gV0Iudt5mSZtM0Kr2ezeq11XdGRbwP9x6Yas4I4anhqVj3a6GOCXnVZK2ygzAcM85HBqzHTboPo/xWjCc7C73W8XltFEf5xLBrYg0cD7zjmeP7trf4rv/NdTiBsUcuY9b2UJDwo4xlDTxhLlkvwGKFIX4Xdct1H9wn/1aANt6v1Mi5rudNMewzRm7Hr5heAO+G0Joj3Cnixl5ksT/GktuH6Dc09hD5RFH+hFJmpu+zBoUDIhst56QtTUa2HQgx7xuU7dwneR+FdAuwOd+dtuPZgnoP6D6DmjlpFGLgWMCUKDl0dp0b3QfKez5TCopLsuk+DbwvzAC83/3AEe/LV6/NHfHuA4jdSOmsU6IPeE+y8vrubcQG1nqrF3hPuPj81+63X8fdfzs3vcYpfc87zefd55q1P2cC3p0meDZLCVOvMi/u9XVGvLt3fea//1//76a7YrJHRz3SdPiER7M+5WSq+dPBvgwAogSR942nMuicAG+MR4C3DcnM8carz4ZpB6MXc5vgsdineWLDvnVTcY/1YJgCeLsFpgfeNgtPPYf6QMR8XrUXNyw5ExtSfUYbhLM8eGNk+TQtcYl+r12riTvAu3zW9bWNxebde5nQUN2unacm/PhoeRvAWGZKzwjwLjneN5Xj/eWvv7Dw0onAVBEaC9qYNntR15Y1L8i9ExS0oNT+7raoqLeVS6m8cH2+qsgO+adrm5dlXF8wzTdiVpWNGdbTUP/EAVVbeNqFGBYRFgDggYAeABHjHSEpq/A6wo0ZWQBzGGY2Fm1UBfCtF/eMjuZdeA1h5LVWpaFlqzMOm2OpGEdJN7XRFQZheZlOTpQtSxjZJoPaikFvoB7rB79TXo0TUFu5vCLSvezIHOsYEcFS5mh1VaWhlOPKHQEooPxC/zXlHHqtDDBE1wDblEq6d0/ATgdvKgJJvXYifBcVQSQqzsZAnvwjlxJbN/Ai95fvAnx2ldtNm24KXN+7f2+wo++/8vrrjrDsbD8aXHvjbRliAu9EqwCErjGdr5jMrYZt1vG2XyRawoCtfhUDtd0nzWpg4QCnj2OkUYsecEjEe1HA+whNAke8ObXOZ7BRxmUz4s2YE/VazqQW8P7TvzHwVpa9I2+0i6OcBt5/n8B7XxHvq1NGvKMdYv9CqVt5yQLeD+7fGezeueV5ZRVj2Kb8FOCju6Nvl6STAM10QWwSRJmWRGU+g4icKasR/TagZugbYAd129dkzgAW7KhK0JLl/fx3AYIWqov9D7Ewv51jlAieoY/e4zNqbPMvwJi62NTy3ZVQG4JQ0L9XVpTCIHAOkwCwt6JI86Ii/Iwt55rrPtEhAGzgiCK6j6PtGWsQ19FcuaAyeXYGibWxJ8cQgAdgATDkuojB0Z7oEjCGV3U845/5gu4B98erCKtyHSjnzTJkoWaOeju2wrG1KUKFm34HQMESCZFDatkHM0FA1nnDkQceWIp1CQZORh/VZxcEvLdeedvg5hmq5h6r9WtIXM1zZWSGYnsijPhrlKr5oXK8FxCZ0/GHRGGZB04xDielHVleq2MdIvcfgTvGUZSPjPKTMBg81xJQF6dpAMjYr4vjsLmZl7keBansAoq53nyVTSKfvN77vXh4rvDNEMKML7rdcpzG8hKRX+elF4V0T6KIAHsdsKPAXofYc9S/MCgQLPPL5+dk7CNpegsoa3VMp4OvXPW1a4ozBvyjNs464xZig65usT2cxREpp+oGYm8wUlxj3Dx8P3ysSvk82EOhjxBVOGKn4tA8trS19810RmjNtZqJ1oazqsdNuhesJJxiPD97eZQSky6CfgJ4yy4mPSwj3gvK8QaIR5JQRPBHRbzJ8TbwJudcA6hNNZ+Q412t9dnc2W/jBrbbo7F3zArUJgJvWn2ijcl4Hndnfe/32N49553J9h1xK30Oh7HtPdQm3T2577n7Pm+3aV9/dj936kj1mmzX+8hGO0ccZLoOjVXnxb0Kk+jFnbHRCi0WwPAVhoH3BOU9t1mj1esFvaw/EW0qeToYo6X2JvVu8Tbzr9/TZn4EnVOzCNqNI97KRRsC3izQXpPrXCeulkSm8LAWz2O5PxaS6sGnAN5ePKcH3iWH6bQd1jeB56k1eNp7Gvm9EVTzWc4/NIG7wHvCDB/6aArg7W4cMzP7FpPmc3UnuEsvzfLgnWNHg+8O8NYYfqYcbxRun4gVcp8c7+s3Bp/+8pdWw3a+ps6L4QllD2VljPdl/YvwEgXFnslw3tu+K3GumzK+Vd9Xhg4U2M2Lrw5WNgS8tfkT8S5mRZXXWO43jfz6z3ZjQtUN40PzWgb3YxncewKFUP2a0ffoh/Ld2PANvn3iWJir/sgxViKmXeBd2m7IK1sMsMY5m80ekQmvWBV4ifWLkjcy5tVWGOyGdtkV0MYtnoYhqO9zTJRuCqXaKN8DGOEYHCWULTpyZJuIHOCcCOMT5edyfKGT8y+531Dwya33Gqi1cEu5sUTAoegCvF3LWe9DuQV4E6ncUDQ16oYv6vc1gW1FI01JvzDYvicwpXt79Y03Ik8XATki7KIEU092TTVgr776ZpTEERBEnbf1as7HzgboXnL7TQe82xHvmC0YsgbeqJon8F5wxFsfknOO8yjpnmUNLxnozu7Vafj8yeOHAu+fOeKNLrXF1f7wr0zrpu8CeGfE+8eIq/3UOd4A7xUByE9/SV3vSVTz2o+OYY29f176Ig+37w1279626JEHL2PVQlBuLIOEYHEEMLAoEwAc4STNNej9gAdEmKKMVihO14JZkeLBhKRWMx8CUOwksoJbPY8MeD2Wm8Y+4IyWjvxNpgQUWyvzk/ed94fug/M89R+MMoDxziOVLxP4JgK5JQYFInKPFUl/hgiZ1hjqweNAe6SUhmONJ/KslzUuPa90RaLmLgGmMbqrdYAyVQB41MsB1yiaU0LwrCPskdpiNoxz1YNybkeXNQkoixTlpgyiM5LOPKERrOoOfVbXwNFHO0GNd+47Am48p2m/PP+J5wvjiXnJfTFHQ1wNcSv1D4KSq1Jz33pFDN4NzQ+xWvqAt+dKpka0Z1HvXyPLiammO1Rz95760IEf2EAFeHv8R3S6sIbwrJQygF5G8Yvre6xJODx4dqf4pA5FEYiMG2zvapWTzQAWm629H3XX28KGKdHwAMCZV54reziJmBfZJNVQDcM+giZEuBnewRqK+uFZ3syfaV+zejhVNgKY87VnmbIht0Pki/M9UqUSIMcTcp0Uy7TAGcymqKltIM7vVkkP5XTXF7f6OGX5EDUjfSJyxa1d4vkYDlx3v94nwu7v5jH2fvDKZ62WVLdPiNHBfqGs4/J5QPeGRNP0r6LezDMc1HUN7wDe1ikgf1zA+6yo5md6gPfK2oZqeH8weE953pfFkiJ/vAW8tTcU8cFRg7ULlboR7e535o2Q/saUxTsOg96J2zmgz26fdL6+77rNJ5yg/f0XC7y7OK7PVm452TXwZwLenYecFnSXpum7t1n6dHxQbJazjD62G03v9u3XBryJdO9rI63E1ax6GpSyoJqvOMfSud4IVmiDxNhEtKXU3rUBnzSyb4D3/IOj9wzfAO80jF4+8Mb4CFVzRYlknFLH+/qX1wc///hjqw17G5exwlzBCAV4l1zRqOKtSA9GsErV3L/3pYAbwBsa7CUZ1gLeingvLl8w8I6YbkTuWgvClMD7OTRPK6buqB6w1JkpiwMbpjGghhZzA29bLz4qAt9B3y1/27SdKuJde8VNgzRCaRuOtoXyvSa9DFCDgQoACOBdPK4y1AW8WZ/CubHkyFyJGLEGuVyOjCKAr+m6egjAsYGF2o41bnVNqt0ZcYEWC03WQF7fIzd3TXRz7odoNVHsC4qA7CnyyPVYrMndXtP7OCC5x02VhoJOvC9l6TUJq+1uP/D5MbD2BULow4uXL4lqfi8iHQZVina/8tpgT3TzswK6F69cVRRXkXtHkOpeajup9H7jjRcBvEEURGZu3boh7YHM8R4DvN0Phul1xDuANzTrR4Ovrn82uHdLwFvn/MGf/peD3/ujv5YglajO+nsJKisKy3Ji/Owf/n5w45N/cg3dratXpW2wNvjkFzMA70yloKIGY5xIMfW3UVWWVZyCTWUGMebYwwJshBHBvIx0DkfsEpAvUkZI/WM15Iz+uX60QB8gAwBSxMoitI2zJEBJzpAYizl/YuCmToI9TAEMHYVMpzP/OC0lQSUgN6KlEvpD+E9GPk68NdHCoZI/0vg80ZjjutdeveKShDtf3bKj6ozG+5ocRbwc/UbjwA4IwC4K/4tOyyi0eMrHEY1dkdOJeuA4lYi8M3YvaByj+s9rFyq6nESA7TIfmR84wIpoGp/ZHlDbodoPuARUEy1nbhHhxrEADdw54axtScsm2u6cWfcrA0rtSc63xNVWLwK8N9WMU0S8XwTwRmxSJZ72xUg6ePRA67XEFuk5R32hXrMeAtfSWZm6Ju73BN0WbwT0aawDrGl3B4QttBnK8PRBKJBnUMLjIZxLxYAfB7xHAYAAZsnQKNFdj3OPuGhWA80CumvnUID6mN2VoeuId+R7MxZ9fnkeYvmJ+cN8Jv3BwNujnrFPhRsEd0VZl23I9+MmmC8ZLXeuec5BrqnxjwOpqKObjo72zRaaigAAIABJREFUiFO3kgkhxzHO4xOJoBmE23mB44rSm7pWA3jzvo8VTf3kWI6hZBwU4F35m7OtA3jrXsU2Wz4n0C3gfX51Q8r6sGJwlOp8AsZHmmshrqbou6nm0wFvBNypevDOu9+2wNrVVyihKKcfEe8nYqQprQkHcosiT3s3InIvGnjPF9H2MB376toV3QMnAtw5gHcfMJ581x4Mk5+rMTdHHTj0XFNUGum9p+qA9r31gdsXCby7DsGJ99zw6ZXj5gHP83y3r21/a4A3RiSq5uRllSg4myvLaYl4G3jzA7gw3VzAmwXaeUOM3TrqzTJvD+dUEe86ojG2wVoR70K96C5J8e2XGfH2RtwzSfs6/YV97hmYm+gp7qs1gePBGrc22Ws3HPFu92HHqV6d97cu4m27pG7DugG6bYvXPyPeWcf7eka890TpZvMvxmk4ogLURKQmaKzHAmeP7t0W8L6uiLdqSMsIXVO9WmoMr84NvCltY7Rso/uAGqGKvj6RMBNRtknAOwz/BAfZsWXxLqBlXMR71FjOYKPHkw0+fTloQ8PtXIFvG6I5Bh3Bjsh2RMCjjJON+BR6Yh1yXeGMHtkngZGoSyAoxwvHoNcDqOdar/guIBmQQIkfojKsdZwH4TUMKijJURM86JAXpDxOHW9AxpoiIYAKA38ZZYB67oPrPZLS+SVFJhHbYt0EzGBEYlghEU+0fV/gZl2RcwzPja3Lg22BlIPdJ4N3v/s9KdmvO82gKQw5NFcaAoYvEnh/JeCNFkCIq62kuFo74k07Ru/FWC78CCLeT6XSf1vR7ru3fq32eTb4oYD3D/9YVHMBJqKFS2Z/COTKafXzf/jR4Pon/+h8SYD3qpwYn/z8Y5UTGxfxLqA1jNGiM35Oew+AjVI/LoFHpIxILrmYFlyTQW+KqqKruLIK1ggErufQex6b1P/1ThU7loFS1mBG1GtRLC9VGnAE2J8FaEflehlhNNcPLqApVb59jVwBGZfpTIkUlHg/sE6KVOUkchWRBGMWSUtDxsrWaleYFy4BplOsrpJKsatxJyE3OfpoF8AQ4BqHBOXtiAA6go5DQV/CwCdybkErOxeoWCKHg56B+vSAY8b2WTm4VjSuKSO2pyg7fXpe9FvSzZgTOLCYj6x3kf4RKt+wRVx6TM/JfGN9A/RDj3eUW/cIqOd6PD9VBJ4q7QOAfkH3zTyCdfecmuhb1wYbV94UaFGOtxwg9Flrd+ow/yJVZZ6IN0MG4C2K/84dA+/nAlp2EHC/RGqVt2zQBRNEf9utksOpAtSZH81zl/Q41l8+Lw/QjHQ7TcrOzAC5beBd9mAE2BJe5/ipjmNOeA+LMVz2MosG5gByZNj32mFxpbOjFn6L8WkQHQuqB2pcut4lDbB5zuKMqtaGqJ3N/HG+uIF7WIKwepzS4TzyLAHmSDrOCMCyfqzcHlRxr+v+LEE41UFOiHwDwPkdZzJjWA4hi8fxuAHkj45R0hc1XGsMaSitqLenea5knpty9DDfNc8DeG8KeG+6pJ3V7NXnAbxRNQf4zw68qV7xjvQ8AN7XXnnVKRm/SeDdx9icx77tFSbuZexOBsDez8fY333PNcpWmfa9vjYZeu4XCrzbd/n1Au8psFnj9rr3Ng94nue7ff36EoB395JtY7dQzYOeWVPN2Rj3qeGdwDvo5hiikePNBm1xNUSJlD95zhHv8IJDJXS022t1bErFmxsLeH1PwwOY+6uNq/rIjpFeDssDJk+EegPr64BRn/d5BE9zzrHfaU3QyXSWoXN0FqCh9WgUniztN+KGmnm28fGEE3S+PyKgeepm6lt6u587D/PUV2t7l8tpCuAsbeBon8b14RECRUS8VbuYOt6ffyk6tyKbGvxLWVbHxljItuh0GBCaD7InjjCU73+lOr83BLwlwIRS8JZyGa8CvK8a9CDJVto+Yg28imHfecrGJhbTLCiJAJAnuhbAe1/5t4AQz03Ms+oUzTlnyy297kzHAkQa8zYjed127katY7GMKEqlsksr+BIjeskGHRGgMJ58iAF0gHW/pS9jnGHsMzeJIrEmAQKgjPOlyP0GfEQ9cIx91idABHmulEbifnbVV+SFEzUhx5T73FM0cQvlZwCIaLusczhS7itKDdh2zWW9v3VxK66bRiLK5uTRrgmU7CmfHNDD+ugcXvUBnz1Qbjf3RQ3wp1mzHcrzsbQC9hSxR1gNxdtzOkfkG4egkfvD7VCM5fao76zqvaM/6nHHqzLaiZTq/a++uqk87b3Bt8nxlqo54lZQzcOcD72CyimX4L8Abz4/1BgDeN+7FcD7B3/y14MfCHgrqdhXxQDHUUHE++c//tHgy1/+RGNU9P0rVxJ4K+JN3WlzuuM+mz6acr+FMhdjIPrTRjUHW7gpIsbHMrahv1Of9/jwsU4tMEd9JT+NxpVVk2WQMyfIY+XrBkqlVbMcERRU5YACNLgmjAs0APgeZdMW11S7WuAbqjqRs8UFalnj7OG+UvNEE89q6H6maEccQUXB3rOygJuCzWBvcFXGQuoyBCsj5oEdbFpQDpQy4TrP+hvxP6c4aJ/eJ2qrcc7zWERQP4D6PfXTgYAuw4uShZS447kpWcZ4ZY6c1d5ukAhtFzFGl2uLuukAde4BlggrBE4ngBYUdd6DBUKes/Nw83mLIFuZ09wPLDmrqWd+Ocru52GzwBzRnEDVfEXl37aufctUXsTVCtW8qfVTbIzavjg98HY8WGsCwHt/+87g6SOliWgNsRCansm63bATNE6d8VzSDfQ91iBAI+tJVSnBdc/dChHlVifbLsogMCJfdDxOi5atVMbJ0IwuYzPGcRj6CbrHCG5UgZDi+IG23lpGGPj8L8qkxbof04A12UA+J2JZ18NWy1xuP0t8p0TD47N0XlnILGxB1jaqCiwxHsUiWpRDCPDO01iczkroaAZAJY82c+Q7gTd9Adh23rc1BSj/hW0qxxHzj3vwHsFYJCVI6USKUj8XCI8Smc0GRbgzrU4zVuQIWNR5BLyhj+PsWRLDM3K8VUFDUXY7+ADerCUl4q3IuKnmYmXUOd5RihC2SaQdyEEnTYl33v+263gX4M2cpSThnhzj2NzdiHe3+5u3H3beaCvJu/oYYDr+W+2rTfz+hHPHuJxgvfUZdmPuvZxzEuAc+dxdR9PE63dt71GYZGhSVm+MdjjUvVbbcuPP8fI+mc06bh49l2XNNjXHQ80LvJvf73NWdG/zFFTz5qOOoneGQdsHvPGsH0E1B3jLgLXIigxWNusCvNmMiwEU+WoYxh3g3fVMj52YTc9KGO+TXr3qh3N0+Mv0nLVvi5HZfs4+z1pniWwtwM38fi+ys823zFU7XcMBil7Ua7YlL4DZPK9RE7wG3jGHLMTkiLeo5s7x3pGg1E3led8c7EIphiSeEdo4vqjfIraCpa6SQQbetwS8leO9B/BecD3nratvKJ/xqoyRVDVPwFM/U7RIt38jsS1eBXifwWAmcqRr7ZInqujXGRkPjsJnFM3Hp7OrO94ialy3Z/378FrCeYZVzdtZfeGEKNvOqGU4DMky5/ir/B6KwBjT4IAwUImcOgKo94K6yTG+EwKRNa1cQIBXiJw9NEgDUGMIRUQb+i2RDpVZkrEPaIYm+giFcmoQ6/17t2/r93UrnLsud+asksfKMaYk67x8l5xvzkP+92MZUyinv6I8XEcIBSio7821iHIvSogHyvkjKaa7/1WW7LyEfQBwoSaejodOX8wzxiOOVcZK/EYUFYrvV7dr4B3lxOiEAN6R443BXmZlQO4m8H6qOt53bv46gLcM4u//iSLef/JXBt4MfQNvcsYB3j/58eDLn/1YBvFTA+81UZp/+bOPA3gbRDvBvDUG28CblIJUKEacC5vey2iMkxjXGOwSIlPUi+gvisQu6Qc21/8ZiMsgf45qMm8W5emqgcMBUkwx/5ZshAASOo8E557BmhblXRPXfUq6wBmAumqFc48AAtgVjpSXqLija5w/xercrkT+yo4XTi/WjFi/dZwBOQfg/CuzSYBZIIRxCqO35LRC63edcKWNEU2Eks/Yh7ZOOgROKF7otbCv72udOBCjAzBxQWMXYMQx0Kwpe3RBjifG/VO9xzlL7jd2AZRinuPoqQCrQNGy/uZ5AXJEvgHkLhfmsmlKo8E5BtjUGLGzDeDEHLQzROXfFGFmfYVqfn7z2mDz2luDJQEhA+90yAwB75Z9MR/whpZ8qLSJfelwPH1430DL6yEpLB5ndIScOwl8Sk8UByH9ytpVHIKsNZGDHOtffK04FGExJGU9HTOek02P09CED7soouTQrEs99HC4lj3Ye0E1X2tAYZ2C7hLs48J5xffNhgBMTwRYcWMVqSMfznfn9R5WjMY8Pzm+PadRr5eD8YLqWpNDXeZBrOGh/m7hPTs4oOujKyCWgca5qef+UcRbazvfYf2+oPOhyM/9IyJ6rHn9VNHpA1UNCeAturmBd+5p1oHw9M7+wO4M4L2UEW+U9JfkmEIDwqlLRM8d8ab8HetGUs1VUeDsurRZJAA40PfDVVGAN06E2PsQd4Rq/t63Bbxffc1pGJRCRFfjsdKYKuCd/d1nzfT1zfT26/B+HMNmPFyKTyZ83hPRHhrSjTeKE2fomLyfUcO3eWw4eMq9DWOISRphQ4/c0SyadN9ukVzfRx2XK33fKUZ+3jcWTnXSGb4UIrynf82KQZpXetHAexYnwNcGvE01ryLe8vBZkTS6vQbe5G1Rj1Q0cxkVvE8ko+QCAbydHtSMeH8DvCeM2m+A9+iFajZP2dcBvKOkSgLvp0dVxPvGlzcd8QbYFOAdBkiW68JQpptlZB2Sp3nvlkS3FPFWSTHongG8Xx+sXFR9TwNvAE+JlpfWmRJ4G0QgBqO5LDC0px+ExOyBT+BdzmhnwIgNtAu86/6ZbgEurImglochGcZYidK0e7xstoWqWWrc8n4YYcEBKBEB2syUY+dSQgeP/NWoOxwURY4BtEcJslBCxxiJnNOIagOGuJYjgXuPHe2zyFqKP5majpCbwf6iATnlyPgO5cMuKp+W9W9X+f1E/qDxcl5AOvnlUHoB20TA7t5VBE1Rjc2Lm4Pt+w8UUVlXhB2q+SOtsYp5KyLy5jvvSNxHjgEM1ATcjsE2DPE+g2uiUTMCeCOuhVFw5/YtO2qIeI8C3ozl2AkCJJY0oniHcQ3w/nxw/9avXYby+3/816Kb/7WiQBIL1FdggiDIBND4xU/+YfD5z34kbKz8+CuXB+sXNwa/+NnPND9EoXaUi6duO3+qCH0ZR6gqm64aoJKorQWP9F3GdTiDyBEN0SbfvEAAKQvY4K4xfCJj+jjr8mY0zSrLRM2ybFYYcfx4IHte8m+8AwhT5xV/MU43ORpwnAg56quItoUWioWoslzTkt4jKmzLnzQtRdARcQoQFy3Lj+cnz1LN0UY6SLZPjHX6IyKw/Hisk2+c88OpXjojolNHAiE41KE+W1FcH8DOOFTkGYCD5gFg+4nmA0CDmsaUYuOuduVoRKAQujn7P68QxAqjM64RIXt+R8mdqDZXP6fxzXxDvNDHkUYi9Loi8I869pHmBhoDtC+R0OcAeAGaVaXgLAkESXK6jnh3BnmbpTUn8IambOAtqjnAW23QAt65LmPneDR4qCa4zjnLmuUxkvtF0b+J5TDHEM9AabvGs1RjvBVhLgC6HBhgIg4JB1ARmjRo9nXjO75vjuaYtN7LCt4CIA2cElHmcAaM594N2yzNLimOkTMSIjVTJPcZtEtg+iwJKK9KUHTZwJs0jWRplfnlyZXrO0wC6tHDugB8w8IE/FIeU+0cwBvmBg5VCArYrQLejnhLwBLgLXo6jrWYw8lqyWcuIFPJlLq3GnifX1HKkMYm90sk/lhr+4nOOQl4s9aF8GQAb35ofHZy5vg77344eB/gLWcscwhKPQ5Z1t0QWwyHBy/3W8cBM2ofGAdUp90nxoHFYeZjZ9JN+HP6a4+GQROF3YrvZIxjYB7gPfRIMwPvXPhGtE3smrND6HmB5zS91lcRaJKzovf8XvRmf+5qtZvju55HTduJZav3husDZgTeLLjNs4/w+rgtgvrUpJobeGtjfGpVcxYwLThZw7QAb9PMHfEW+CbH2zleUOxC2dxmAylw5D/l4t+dxOMnZjeXYJKhP9kjO+3kH9UP3rhm6qIZenPkBZvP2X2uvkHbBk+zRLyHBqH76/TPEnOsvt85TuWbmOX7Lxd45xyCcijjAWeUy4kl1bwG3lE2qYrOeRxF3rWjZVA6Ad6KeG/fDeCNwb0uALZ55XXnNC5J2Irax6cC3gYERAmo1X3gUkREXp9oc1d2YszHBnwKMmsY6GU9cLsX73L1b5mX0wFvnyOdbQbdnJ/edFQnQUwOs0K/ZOAVkSkceQX8ezQxppJiW+4PsO2yPZmLXX4nqldUzMkjJWc0yoihrk2O7FODZNY4dCsADoBkPmP9W5VRyL2jcxHHkT8cbUd+LcCbNRBHC2sg9090EOFJnqwIwq0KcCOGtas8W9TQye1mbq4ruou6+VOtrcuKjh4fCvTv7A4WlQP49gcfSuhKglaAsJcEvMu8ch/TrIhaGXijsr9X53hnHW+Oh8nRBd5hSMQMZcwR8b4n4P3gq8/1fEdBNVeeNyV6EKUiMmcjT3Pnk3/8h8Gvfvr3BtoA7w05I35BxDuBt8WVWq96TnmEJ9BBqM7gm/ZK4B208yjhRA3hQ419QB51eVfXttSP0MT1RBZ0wiBXVBjqqn8A6fpJxW9AJsAdA9nzw1G4cAQF4pJhvaCIOTkkFaIpN04ImgVAgDHLLhE9o2Qcec8L+mHu8/eijPIFlLw97iOHnB9nEDv1AKXsiH47X5Z5xPhA7Erjr4iZxrwj2n3oPdldzH17CmF1BCg20HHEOdgkzj+2cJW+Z0eGcsFdUlRgQ/OONQ2HBOCc5yePO1TN0UsI1W/o42fVF9DNrU7uPg+nSKTgMBfJ8w6hQ8B2OEfCMHPOru4BcL4khz5U80Wpmq9KdHJ5TVReOTTi1tvER4/AJuuHleYUxprHFOcCeB8IeEsA0xFvrSfUhX+eOekRlQ0asdc2exli36SdzcBJR6Dpzx5rYWsBrEK5mi4EkoYD0c4L+jb3DuZmOE3ie5wjVNPLK4CxZ16C7QLGeb+cx4+TXyvcDbM9GAr+eoK8fBY7ENJm44bG7qn+2vi9AEaGXUQes3HlKLsmxovacenCuip4EPFedX42RxfAzxj1eM5tgjkJ0GZsEO2mKsiJosQAagQEWVdYj6m5zVwhvYg0E0qRMdYOFal+nnoPnq9d4O1Oh0Wi+bfQyPEGeGtNJg2FHG8Db53PtcWriLfSCqTLcU4OokWcQxJna0a8m8AbIbZvvfNtAW/leL+qvV77Ay1CxPsJji+dvzC6uKNJwNvN39ijR9lJ09m/423ob4A3ndC2rRsTcOSvQzinc9RvK/COdWz8qwu8y3jrQyY+4+8y8P4f/rf/p/WMfZOq7cUaXiDrWsMFeLNYRY7WEy0uRGai9A71QRGwoBSMwDZAG7o5m6x/B3gH5Q/gzQbFeuDod/HC896pIt7V2jJ2RExqh7GUlb7Zk5/Ps/BMeYk8rOsY6UYFw5DwABiJRHuA97ivlefszp4G5c2XxC6aEgEPlTuZambO1lrjjp7HM1gis91zd6nmwU2TYStbHAdVyfGugLeet+Ry0lco4IaBYl//YEHfQzF3995XinhfFzAj4r3g+t3rAG9RKxfPraXXPCLexWDCMLQ7aGJaAmMFah4UTwFvbeiPRXdGbIr3UVk39OW2PFcBB2Gc2/ApY6LyviSwqv6eAXgXow6zCgMy2y76qT0wmpGeytDE2M37McBLA9Xri5XLw1gtdb1tyGbEG6CN8CNGGRGFQykyExXBIEa5GSEqXoAH1jwAOr/z2QVFTnjqPQFmvoOQGiBkhaiKzun3BbLJTX2sqOAlqZUDMADYWwLYtKNrgEupGzE1csCvvXItwLzuZW2D/n0+2H6g8nOyAzc2RWF/ohJmOufVV99Q7uNKAm8ioEVQqR6Z84zzptp2ReXHqaBxduf2V6YclxzvKCdGrjIxnABIsSZ6YPuGKgfNGOCNwNpzUSxdfgh2AaPPwPvHCbyJeF8R8N4y8MawXnCpIHq+4YQ1tom/nTPJ+Sh1ZIHPYFyZrpxrF0wHAPehVNO379+VkX4gKv8l1VK/ptOSc17K9eEUI0KucyqlCvCOYW6nq24BGvfJMxnbA+ir/ITSPnsiOaY6sb4j2rYAfkykcHp5iBs46P8cQQxwFvn7UZ4J8SkcLK4tzr0DxJ22ELnlFqeClmuwjlhVrAQWriJSnRFywzefh2cKIE6OfTvyE/ZPIPdoS2aXyzLRv6apq8MZkL5VQH2U50NEDSBvBkCqQ0dfyslkW0FOPZ0A8MP+zxzClsAGKIrmJ7BGdLwZKLqm5xuRRAFYzgHwXMLGgL9Nk9GUckYsUU5MZRZN5ZUDp6wIofZtXkg1BhszZGh9qT8b/9so4F0i3i6LhSI/DeUc4lBg9zrqlJeSy1sM2FiL+DGo43NYSNagCPvI4oywcgCWsALUJ1ynsHpKZYYyz8rYjkh2sWcD/NdrdwApD7UE0IEd6jACjpRSj95rQO7tpRynQXuut+Nba3gNbx5b2SoAfINu/iWVQmua+v2sgPcFlVFEcAxnlHdJ1nPPnZI7H7fm3G+Np1AnB3grFUEMriPtaVDKOQgblDxvot8W4USXQGP2UCAZ6vkJEW+P3diLo019U/maEXhT1oya4poHAO/z61c0ViUASMQbZ8OIiLdoJIN33vnAwPuqgDcOXO6BMoIBvIM6X16jgHf5bBoa+TjbuDhs+ubEPPbv5Gv3XZkpVRucxdzpwzxVT8bgzz+Hx2lR/o8DGAMTjNQO8I41dfz9d++xqSyerpT+h+85Yp79/7QXb6b2eO5kk02FC2Ign/LSsb6d9tX9bm+aQudSZ6YH3rHjtwfA8I2PA94R8ZaXMMXVolwIC1YAb6LbAG/oaC6ZZFXzqPUY9FDEYNhYQuXc9LeZgHdzVPdHX3+3gPekAdT8bNgLWTz4owd6eyVorFmxweTPuMHbWnd8cJt18C8BeAf4HO6f0cBbtMiS4+2I980BwBvlatu1xXFhfFLOKVOfXL8UV9t9QMRb5cSkas7xqJmvS733/IZyvAW8I7e0Bt7eIhJ4c5HWLGl0uBWTKX0iIHCseUwE06VKFB3AUCT3s+pdnySAd7UJ5dpRos2+bqtdpgfe3fHm9RcRG0cc+l9dA4GmDKMUEWkEb8jny3IzfgZE1aJ8TTFGMWSsbq7PHZHW8xMN55HCmaj8VgFomoL8U0CDaewy9iirdEG0c9Y5crcRScOBsCOxta3Ll30Pj1Ru7KpUubnetso8regcRzISyQUnz3tdueEIrgH0Of9t0bkPRFe8LLCJM+BAFSRefe0NHS9Qp2a59vqbppoTHTHcNQhpj8t5NqIm8C6OSZev0li7/RKBN6AGsMZ/BJ0++cmPBLz/ToHiArwvDX4pVXMiUyibO8psYbKGAZbzCtDAOGKPYS/C+buMqrH+LvAixO/kTJa40q0bXwz2VOv70rVXB1tXVPf6zLmB0pEHx3bsALrTuQXtN4ECoMiGJw4p0dX54Z4AhKHQLeE+xJ1QV1bEd0HzzW2ruYeQIZRt58QTHSWyjNFvAN5Ykf1soOCIaKfyYTgYMgrHMxLRD+VwInIByDH4AeML2pOhsCP2Bhjns7I6OBIa1kCsHRXA4s3cW3Pxh/Lt6Gb5jm8nRAddd1oOJOe0pqFKSyPkBpMGYAOQBpseC6TzXswtRMaoIiCRR+tfyNFlZXX94txcjXFE2gSOaJ8VMRJWJOpGlBLhyueksQlwryjibfEqgZrKnE57GofQsA0wbGz3rzZEhocj3gbe5HjjAtMzBgsh6dxFV4Jh4gtElNc13hlbBsRtwzGi0RGUKGurGSfMj6wME+Jine/57F6MKxAdx0QEvQIa0eEBut3Ndd+XdaO0TrEpKqdnp5Em4Is8clLEOw6J4RVpVl77mf9inJxVzesh4C2wbHE1gHZGpQ1E2e9w3FKdoES8Na8RJSNNhDbAQYXmEDYqOxwMJfYGHGeom1vPASeT19LTAG/mgBxE5Hi7nrjOyb0h8CmRuPPav3ESPc+I94LXL1gRrAHhIgJ4f+ud9ySuFsAbfRCYcM5Fl+5Cqc5Rd8Mw6MjuHTHmh0f4ePDbtu9Gzo0cQ9PMm1HHjL92Wf/Gn7mM23KEx2FjiE9Evoy54hzOOdkwcDw5WtaTB+iw3VffHZO7uQdNnhWt/aoa/+VsfdearrXn2f+nu0Ic1WyVLu6wLcYx/YtEHjipjSff1bT24rizNNvrJQHvumP75PybwBvKJsapaWDO8VakoAW8wwu3LOEYKJmnBd7TeqyaDdj3HL87wHs6sFEtNh30PIuHacjrNstsY7H4BnhXLTYKeGPcArwpu3d/++Hgxk0Bb4mr7QmEnZERNBJ4a6UiX3OxAG+pmm/f+0IG6QNvFKsblwS83xqcE/Be6gDvuj+DYtstCVbovl4sE3gT8T6UwRgRb4A3VHOZPWlc1lHniHpXqrM+R1kkSx5hcwDNNo7jngIsh+FVcm8bW5s+DEGgdvRqFPCujMQ0OoOaF3Vyi8iao976D8YOr7PnqNMcJcgcEdF3cTBimq4rKm0DTT9E56DN8juUWTsR06HIuYvRTE1jyoQB7gDqVjzWdfw7aQNrq45iQR3cVD1wQPiOot5bW5sBQmTAbel9QMn9ew8EyNeVLy7VbV33rY++KyeMaogbeAdNFIpx8zXPxjsKeLv+s4zEO3cU8VZqwsSId3H+pDuv9EeXak6k//uimv/en/7N4Jno/E3gDSv7k3/68eCzf/xPFfDevHjJdbwBsmfUdv3Am5xJGb1KeUJnpKpPnBGKSIESSBIgvn39i8G9G9eljv3a4MqE8OAUAAAgAElEQVQrb8lYXhk8VcMaeCs/OyJtaAGAMqFih+PT1Hj6lggnpjM55ZkC8UxRe6K49PNzeUycz4megwzux6LcO6dU5+Y5jnQP5C8/h0pqcbfIoQ3LhX/5YY+to3Hub6MVLM4wJl1+KSOoZxiX/A3QEAW7CPIBwPlZdM36OhEg0VhGQSmdFBwGzlt0K0w3TOCNRcWz+8X7pHWoTSiTZ8OYaDjUc60r0NVdGkxrD2XBiDIaiFtMLsqF7WvOME8urJ73+QDooSBvnXAKUw3OoRWjS1LSjjSMBVGHz2pdrIC3I955Tymk2VTpr+fI6QzcJvBGXO2J6ngf7qqcmICW75mmYK1hXPA7ANHAUH8kmK7KZvFkhSpecvArwB2gvNTzxlFotX83daQFFMpxle/bAOKMTYNuA+4A1+XVpIb7tuxcilZOL0z0K99r2MJeUxrOmTL8WgtPexXibuvr+q9h4zrqspdXUM1JvTh7YUvAW/oYjnhHWTnmkiPb1uXQv6R8uFxY7FtEu3HQEPHGoXYI8IZGzvjRM5G+AfBeFoPEbA3OIeFER7yhqSOiyKjPsTNTxFv3BHV9CHjj/JMgpoH32sWgmrci3uFsM4dGwPutt98bvPvBtyW4+UYCb1KTBLz1LI54e05UvdnYi+O9Fojo2Ijdvurun0Of9wigncZer3q6urdR9kKWFx0/uHJMMybDadN89T5XOp1GnX5qsDjm3pplPkcdEvdWrz9TuDgmtEL7o3lTKae5UIls99kY/1yB99AcGR/x7i528XcfYGVwhDcW+lMNvENcDWEK5XhDMYNqbkMo6nW6HmhfxBuHfXpvmxHv2Sfy+PyT4Qk+PKyK13eaAZfLWn1oiQhM/+XOkV1X0PTGQNfjFytunq+xCpWeH3I6NRbk00z8eYC3jbTGBjyJxXPqph3zxcCLw5v/tNcZtbCdqSLW2X+OZkTE28Bb6tQ3b95SxPuGVLPHAG93aADviHjvDfYc8RbwVsSbcToN8K6p5uG3jVdliuaza4vHcJGhgScd0RbAFIY/+2yIqwWtPOZHgEZH0gyKg4bYfHl8Vc6YCeMYgO0cxaQEm7oeNMiI1EUErQb9cf822QrYb4xdm/jl76R1lmhRAcIYoBZp4vw6FmON6DJrlesd629KHkKvRG2ciBugANAAELcgGqJO5H1fCBaPI8A6XwHWHlW6DsB6Y0P513pxbhvAOseeQMWGaMxBeVftbkXG9xTh21O7X1R5MkowQj2nXNJrr7062BH1f0fjhmj49p37qhe7ofzE1cGh2um1t1Q6CXVeovZVxPvlAm/nRuu+76q2fB/wrseFExYqo7+UEys53ihZ/0Cq5uR4P28Bb0UNNSw+FfD+5Cd/K2MaVXOV0kvg7drb0E1NuWy4lBrrsUuB4UACeCOUR3+obw6gLAsQR460WCSKgK2dFytBVPMdRfO3XnlDokZvC9CpDruM/+eU4AoaReSFYtQ72hb54XYE6b8SOV6UQb+Eajkq3qZhBzDgd9OEAcfyKmCg23Gg3wEF1H027VVjhj31hOgxBrZFyShpRjSZf6NsEiDcom0GSwnI0yHg6Dgvzyfozwi5hUI6oJA5tqT2RmjK+e/Q2plDsM/ScWDaeh4PADfwBogjAmXLK/sV0AZOQVWaCLWOseMOYJEOGCKUfGMRxKx25DnpO44lG4F5CpBm/SEiDiWYZ0dhnjkHJFkmcs9v6MnAIKANOJ0cKufXLw7WLkeOt6ggXq9KBIzrOeLdWq3ij2i/2V6MqQDUcpYU4K31WQ/l+X9EO+hznHwAZfoKdgtLl9kcrlFNLnzsgU17J0qIBduHPG/GlOnq+s8sHSjnBvI4fuK+7ehLkO31mv8yB9xOEjs0oy9ahnKusaz3zi93TneMZZ83Pmi1m7/fTQfs3Urbbdz+K+1Qj+Fyoox4LxDx3lSOt4C3crytGu51HDp5zEPnaJPaod8j3YpmIRVCcwQRMjG4Dg8ea+qgzq8rp4YAVSJIYSCfnHFkUbSs++25ZRRcbGSAXRkjakPd14JKAS6fzTremeNNus0JLDLo5RnxJs/bDjvNo+US8RbwPiPNjhbwzhx9j1KA91vvOuL9yusC3nLewg59ecB7gvXXcdiMmimz2+v1WWLbboPQqqXT7hg3O+Or+d2RwHuyVdtHw+/SputB0Dvg07YZteKUOVueKuLq44+cbW3ymlactbN/dapvtJwS1Zwd/dVxgcCxLZhzbqob6R7UwRSznqPlrKJP+ru5usQYqvl4I7gJnmJxbt9uAd3cFLS5iHgTpVFExnlbGO5EzSIaxItoEZEEyiC0qeaRS2kBFTZn8kjTELbCrDf9pFfpqa08a+/qiGGZuYPTNu6Li3izCLd7ZL6FZ7Yp1x0MbSEVZh2LTfseKVXlNcoe1gmLQT5WM3BWRk5ZwprX73fajPQDTNtlL+24F0lJqTeJMibSrEjhoxp4PxrcuiXg/cV104612w9FvCO9sw28HwG8FfE+IOKtebA2RcS7Bt7t3s74i245I2YyMDASokzJQ9VmJjJwWANvTBmD63prcKTGBlyI+TRf04yHAp4dfXaedUTE4sX54p670flJg6Ht2Q4nYaxDUkYmYq37JSLNehI5jvFcpY4u4BinIlRkR590P86FNUA+cU42AN20dQTWZOhbNE2gmRegnGg17wHCoZIDvFnL7t+/b0Vz7oFoNgCb6zx8uG07k+NxfHA/V69cEy3ywNfjO7s6J4rob7zxhunmNtQE6g6VY3ztzbdUUky1vB21L1TzlwO8vXawBtM2WuPv3b8zI/DO77vlUTV/JEXzLyyuVoD391E1F2B6lnsAddoXZPl8+tOfDH7+o//PwHtLtHuA96ef/MJGdVEVj3lTVijWvtq0D6o5+5FAsBp8e/uBqZrnMeQVCQbcQJ9fWT4j0TeVdSM94NrrgyuvvmXg/czUbJw1JX+d1giBwVKOCVDlWu0GAowf+gEmBPXDcNxItE3MEtrQkWYcPs7PjjEPTOM/fmOMIh7mqB6pW84nj3rDqKsDCiKPlVxq3gtRN98P4K5Q1UtqiAE5EwrQjJJpQBMjZSjpUNMtPIeQXDjDAHfQuxnvqJYDuhl3CwiAOeroYogGQuScV0rUtIGuB+impni4+mrjt2zlzHIDPPrNgyvAJe3Hs8YdRvSc8WZGio5f0jkp82bqsKKZ+BYoeXWsz85K+X/98jWJV1018OZD7gsKb6wnmWfdWEgMe2exrvK7Hm/gMtJ0qOMtcbUDRbxR0nbKARjSInmRUse9R/1twGw6G8kXSUAcYoI1MLbDKFdCp/7bq1ED9KZh3cyvLQ7hsJnaK+YoG6UwF9wFTdG5BOgG7JyoA75msEd9E12Lo03MKXO12CjxDYuracydO7+VwJsydTFfcX4xn0IJH4o4mgrhyEGDgW8vMO6JZAt0E/FmvjieDEBzdQCxUlhjci8zdd0gnvMk8M4HLRHvMENxQKGxoDzxs2IzyTFwoRJXozoG8xcl9RBqg7pucUa1b1DNleMt4cYzyysJvO2xMhOG8eDRqvt67Y1vDT6Qqvmrb7ypPX/j1MC72e/jIsCjxktz9PTZt32ft0di+Sv7ewTmqI8Ph3/rXtwntX07yeboC6hNuu8WuKxuIG3rZtCm7DWdHO+mzZRLXM6DfO6XyCLoi0KP7o/J75ZZOmTzNX1SU554dNuWbp11dakv2qe4Pvn2ZssR71LRZwDeubQ3QG2UEmkvk03gjREaABvgXcTVAN5sjuGtd73bqo737MDbOXM27sOAHjs5Wqt3P3j93QLe4wYfUcj28Cksv2p76wXerWVsxKJWg+Vc4qplxgZR4/rTAK0RAfgpp+fLO+zrBN7YV48Fpu5vPxrc/uqrwXUB74cqKdUHvFnPiXhHjndQzTESJgHv4qAqOd7djacG3hhxbPgosCbNXDW8EfSK/Mzo+SL6Q8SOdcARwlFOsJm7Kgw6R2D0H0apBRcBujbAySWu83b7+msk8M4lgfxaXi7JorHrZ2Qc69pWN7f4WjgRSqkdFMh5ZgAax0XJn4Fyt1XSRvddouiAYj5HTI1zAKLJz34ogO26xTLuqOF96eoVM4Du37vrdqS8Eu/jGLiiKC4G5D19tiYqIsYz37+s3HBA9c5DUc9FKed7TyWsRkwHobbX33t/sHnpiqnmpZhcWwwmPd8z9018oUk1998JvAGFDwS8qSc7iWpeb9BhOJVx44i3amU/6ADvEFejjjfOhajjvai1DOD9sx/9e9fXBXhfBHj/8hcGpRZYkpHcC7zVzjiCsXXuKt3jSADxXUWTzqvmNDnC+wLcz+V82tu5JxC1rXrQrw4uJfBGKIuIOTRioq9E0uwgJprpiGaoyjufHMYGisdnpEAv8H10xNgWMHgmVWWiaYAvpBOdssEADTDl+RpFxQOAmbWh3mTOGcWxFwpUn0mdAp0HYE7UD0BOGwBGjsQ+sy4BueJE2RjXgHHayBHStJL411RV/csGAn3ZUdgCyuOaOJ5MAzcAFziXKJWp6gJAVlenvrxp7Txz5LrbF+dHo0Y14ejg3BhK+plzdemAuSQ5J0jm+twCrBzaIPcdor96bgQgKQXF6dCoeKI1bEFjZ/3SVUW+ryo1mPJLkcdv4K2bwj3Vfc0FvHGVqG0PBbyhmh88fGAVaztoUuQO/wu2EmuGRRoBVvRl5nO7tXO8xwPreTjGAYcIYMA4cCTaNarD4ROsoGAOeKX2+IinK4740g3lmcet26UWN8fFep+6Fz5n3FNZ8ksLzmoaD1lnzT2kcpLFKIluwpHIeAR4byriS8R73Y4y2oYAT1DMiXoDwHGcFqdTCECaug4zRU7NArzZ87yX4BjSuRbF8ohmDI2FAN4xX+p74fAyN+PexgFvR7zZv4hyw2bpAO/l82uDc6KaLyvivaBSoBHxTuBtHQAnqhh4v/rGWxJX+44A+JuubgFLhnSN0VTzeIbmi66rmjl/GRd06RNHm2g7x+I+NLf634j+Hgoctb5Y8Eh9ftuf/jOFLSdcu8a2o+8vvjrm3nF4de6lPrbxiW+IcduNrtdrnUdNNWnomFFCj+0Wm8fO+rqBd/POpxkJbrFRB7ppZl1d6qt/3cC79dyjqeY5OKojo/NjzjQGdeWlbjxM0sxNLdWiF0qtEfEmxzsi3gm8Xd9U9LEG8EbV3CUcSjkx06XGR7xLWZEQnJmhE3oi4L8zwLsRrRlavNxt7Qm+0JJDZBeZFPHuLjPtxWEULaQ5crpLS0N+a+w6+y8VeAeNVVRlgLfyGe+rBvNXt28Prn9OxFuGPgrRyfawAah+dFtljnehmj9sRLwB3lDNNy4jrkY5sba4Wi2MFMIgURKsfhVj36DawFvzWBEBQNSegDe1eL0ZOgoQQNR1j5PyaO9zblYGDLPMz8Z9lPMXqnrkO2L3h3BTAJg6glmokpXR3qW4Nw16O+vCFijKwNwrRiypMNDFWWPQoCg0TACGnQuN/GwWcSJtGLiA6dKOzBEi0pwPoE3bEA3nGqyNJVcSuvm6IhXkFkNv5t4B2xh2m8rh5llRkb8g2jpt/FAA+5zADAJsROA5FvE0QD85wqyxzxT1vvbG24M9OXI2BMy3BLwB5zAcoP++bODtfF0Zk9sC3tDjXyjw/td/o0glKuKMgwDegnuDTz/+R0W8/70jSJt65kuXLs8IvMGUS4pwq8SUxsb9O3e8d735rXcliLfpMeKa0IqgPrgj4cMH9webr7yWwJsSQQBvOVt0zLYE7/a27wuIhgo3mgCMAYuXQSVVpHXz0jU5Sl7ReSnVBV1YNOMTKSsLHDw9iIj4cb7PmGOgFqYL6wDjByEl2AWO3jEPNfieQ0dnTzSoDWp3AKPYJynzxTjhnI4UG4hQrkp0WxTXKXGEcBTR8QJAONa5xynaxijnnDiaClCH941DnrUKYKYopBC4o9+LAt44fgxiAOMSbyMiHgyBWP9c4gx0g21B3nnaG/HM7f0HaqfnWW77/lQHuspDiXxluhsgCUAE8D5AEFLnXl3fUi3xzaDVI87lWYerCuA9bOm9EOCtmvSPd26rnBg53gd2xvDsz6wcH2l6vEJAln4Lo71a+4mG4yChv/lcn1lJPB2RHh/8Z/urQRtvrKdlHS6Ry+qaTduuGWFLfMvHMYSCDRDOyMgLN+DmnhvnKEJu46yycLykXUnLM37HWgb5wSh7h1QGO6eU453A+5z0LQrV3MBbDieDbY1nnFv+IVoN5dzOFoA3goYS9ZOjBicVtlLoMAQDijSAeL5ksDh63gDeHap5NMU44K0KExXwVpR7SuDt8ovdiLfu6xU5/t7/4KPBa2I2bQh4L4kdeqg1qgLeOY7cinTXhL143oh26cJxNnQfZXvkECgszGp8FTDbtTLj2yXIE/ZvbZXGtWs8M+pa4+57+P362kNrg687S8S7fScV27T13F1cVrV09bx906f5+Wntsb5reO3pHFRYP6eJgP9zAN7dNutEvJvU8U7TIfBiF3t9ijB22wO/GKcl1wij5Vj0N3K7SzkxjMJCNXfEWxsxER4iO+QtFgqmy4mZwkmtzhAf6VLNTwe8bZmMHT+BFcZ/PtPC4dN0fGGn8viVBaVzX8WDNuJp3F+NxJMCMPJMPGTdDs0NjbdHUO26fd2Xj9ECcR499TvNz1obs69d+XlGr8F9M3/E5zO4ZIa/jTd/RARk2tsYtcDFECgLaUSHocseq7/2AN4SV/vqzu3Bl59/GRFvbeqlhqrnWEa87A3lP33vSHnXRLx3MuLNGMb7v3H5DZcTWzq3bqM5hIPCkx/TIAza7riuomyGaESTBOgMvB8ZBB4J3HCeqAlc53GbNqrrOOfQEReiWWmgTdtojePKuYkOsOZEfW1ASv6Nka/jiRAWK7zJroj2r0fA8GeAidrIdfuysuU8DRptXJOoNo5CqMLkCUIjd8kiR6giQl6E1nj/gtY1aOW8h3o53+f8PAMOFdTKeR+FciLh5BLeunXTayB/cw4i6qyB9zQeyCO/ooj4vo5/pHxuIuCsibe+/HKwtnXJ0dBHO9uDi6LREiE5ew4lc0UfBcqhXRONNPA2vBheu0/RPfmVdk5sLHsIhak03oO7EfGWwNuC7udIIJMxYaeNx2KTttUf8f5Xf/zXg//8z/+tcnXPO+LH82MUF+D9C1HNjw4fOz/+8uWrg896I94xNkq/E7W9oL0IgLGncX4ogHpWufLkODOmkataO7co4H1rsKvUgAK8z4iODpDkyU4O9gb3rmvu6pjzaxdCVE+AvHIKQdE+tzJ4/VsfKDXgfQ2/Av6gQit3WYrJZwaK6CsSbPVvjbc9MVo87mCeZLSNslnPBSZPZGQ7uq71gCikqegAmxKZTkMwFBdi9QWkG5wxbzKCZgotIAVQQd16gRGXBqPcEowBXb+kV5j5Aeg2wwPwnWWVvNHQoKB9/euSZQDqoFMz13BQIFjF3DKFHdCdoByQvpAUewsnJnMmVNk5dzAAeD7HAHkG3iYimLWdiyPOpm+qphuS2rEhGrHOsayI/BmBbiKSZW8r9XCLE9J7ET9psENVb7/KEeNnju9N/cFcOHy8I5aEgLcYSRqktmnoI/OGnObAOoNjhLWN7wXTJl6xLkU9byj6Oh52RePS3ShOn8PT3831rjxnOFHDeeKoO+3LXM378PjhOwnsS7S06O/E1K/ndHPv9EoMwFZ7upRamXf6oJQuq52o5cEaT1jtm9Ee8cq1TBHp5XMb3vPOrSjqSzkxHKIZ8aZMlyEB0ern1JYP5xJMBKjbz2GFCHQT8cYRFY8P60C+GRx7dpIwfjkHLJIO8K4cEOlMSEfRc6mtn1GpwZpqLocPpR2bOd6yj+uIt+agLn7WEe8oJ0bEm+cMNfNwFjhdhL7Q/Lp27U2XEwvgval7xZEn551UzXHwsm41X5MEteaJaDev8ZsD3sGO4/X1AW9M6dLGxa4+PfBeKAGztO/rtoxrtFFArB2zvl4m8PYa0BoM8UdhxZSPfNfd6d1+yw/bBfLl+2Z4nfJV9vtTfn2INTLLec78j//7/9vGPe7ArmcFD1F6XhsdPEqJr/a0Rn5kRLyDcr6P8Ak1vDPHm/fCCJWnkhxvwHdGvKOkWNSrxHsHRY/F5NTAuxP57aNmTALXfR7BdgcMe6n6rj2pA4e+OynizVI99NyNCWrHX/R3XZ5qaMo0bicAWjXoc+RM8GHUx3Iv3eVC3+9+t/gJujkR3TaZNdVumnsc1+4vlpKSC6eN0wYYNHhdMqNzTxFPqOa3FPH+4tdfGKCx+xdDxWtV6UYB8ADe5MJKeOu+gLdyvPd377m1V6qI91VFRNecexnlxMjljP4sOd5hlDdejnqQ/0YULSLeAG+otgApgDeUuwK8bcgnEGJtoOavaeBpsJx2ofeY97lTuA1j3IZd0CjLfZc0l25krG9BBFj4XNCAk0bu53BEJ4x8wDbXJBrN7xiHAfwjLzzqfKNq/lSAWWBX3wFwn5cjkVYkskgk/FDCTxx3XsegYo4A1NrG+uDu3buOqgDC70sw7Zwi2+R3E8kmCko0nEgr57+sfG4E3W6LBr2l31ckpvNQ318VsAa4b99/IHD+ipwATwcP7j4YrGxdHFxVOTGOw5oEzDSBd7dfTtNPo6jmJeLdpJqfEdg8Po7SSE3gXfdRP/D+3h/95eD3/+K/EtWcCD8lf9rA+5c//g8ynveUwxvA+1effqLof0S3hqnm9ZXDkNX5NF5XJFjHWKCdmWEXROsnNxgHMjBtVaUuu8B7IfPAKVH0TPPkzvXPB0+Vn/7aK6I0U5pMzpnicH4sB81jRbJff/dDKRJ/W3ubSsoBstFRMNWcGvCr+lmx6JoBVLgkHcl6JI0FaqMfCOA/5Wf/ocbHru75SPsm6wjAG9q3ROIAsS4NxtynfQ3nTEf1au9oeKqixzuaawL4jg6GUFvUIY+0EtrlCDE36kRTd5x2RfwMkF4AOrnjPp579gX8d4mFWDSO53JUO0TAHP3mHh0hV06sxnIB7SHcBtWXfNvIwweoc55QT0+gmM8HuK+cDIEufQ/cj9dzll+DKNSwS7m4xupnZx2npRxXyanO8+SQKcwj/zmBQRfAW0ebav5QVPOvBgePFPGW5g1d8Iw8eDsVsma6GUNZii4BhGn0ueYboLI+6ayMVWzPqt52oOdqmy4Aq3L4VPeez2oQ3Fgh86sFXPvOvfzWYDI+q79fdjHGaLFPmmuI4WGaDs0ofOSqh/1RlNo5b7MShvtt5GbfNMWLIxFGybqB93kBbwQLK6o5mgcAVt8236WEH6lTKJlTdk6fC4gT7T7SOhvAuzgPmCtR2tYq6MFNiHSNRo53uc2WqrnGBeJqdY63yp1xb1Jdr4G3qOasT4isKcXEji61y5Lo8uc3yPG+pPkA8KblI7/b5QQbwPvq1dcH7wl4v/7m2wbey8sAb6W7eM8I4H2adb0xMqpfp48Ij/p27dAe/emYd3si3uPSGCcB77q/Yiz32YiTI94t/JgPMT3w9txpTsOSAz4m4t0krhphnAJ4d1v6RY2P9irZvsqQY9Cjun6NUjUfRlDVIjYX1Xye5y0OxJnGcLN/v07gHRHvEFjDC4kRwkJs4J0CRFW023W8A3ijbIpneDkNeNY++zi1a00X8W5sFPnwfeD3G+A9csltTZNxEe9x3/wGeJdNP2yj5ooT4DWo5jXw/mrw6199YYBGW/cB7yPlwu4CvO8ox3v3rrthZUN1vC+/LpGWawLeot9Rq9fA2yRd/0wFvDHGZYwE1Vx0SQHvoKI2gHej47HTbBoFVugsr6ddroa/l4Go0bZZY653o96l8QPTU588KOBEFJslEQPwBNXzrD7HiOHFumQFczkVa2MzHpi6rxzPGrckY5o1DSq5HZEIdZFKo59HipYuC5hjKN0XZZnvAKSfUP1BQIZoOIrVGHgbF7ccuduR2NeaIuHc/yPldq9RDzzPj2r5ef08UpQWii/CUnsPd6W6/arEv143Fd1R0N8A8N6Ts+bDj743OKOI9/GIiHdj6/WvTQ8/47qZ4/3dP/w3gz8Q8FZYa3AoQBhsqDri/clP/qMA7+5g7dJFMwI+//TTENxy7jJRrxogNEeUjX9RtOnb1RUcJuRJiuEggHdeYlxE1wHeCzoH4Pv+bZX6a0S8C/C2iJvozHdvfGlj+t2331Qfr+mcivYrer63q2i4BPW2lXt/7e33B+++912NiQ2LrB3q+INDsUlcI1h07AVFyw1ClwYb61JFljAf4kuPdne0LmxLgO+OxsE9CR0+UH34+xqP+6a0H6LizJqBWrqM9gsSasKxDQvCrHAivjDKHDElwhrib/wNGmT+4pqLCEWYPs6nAwfZSIxIs+nqBi2ZQwsYUZsd6/mhzxYhqIgsEsUnWpcgLnraP5Gr6qt4cXRNcQPx/JccfiLivmcxUBB5M0iHtk+EnL/JPWd9i9SZQNch2lYZ5gVQ80R+jsLaS1Sb1neJ0hoEEv0FyPu+6mW7Dbyb5uPodYqqEKiaE/FGXI3oKq+TpNebFZBtHncfDIkSga7iPpVTIWjmVu5O8U1KiPFDHxctinouRbuH0RiGvkFiebnp41ntNNNaGE5HHAON8/m7KQSX3w3xOy+mzQBWXM9J93mgh1AtwtZtqRhqcXB13yODC01zPPXJnyvifVbzTMB7ZWVTIoAwVEh3idxu1vnIl+V+InJMfvURVQvkREa/5FgOMX4ibzuDTYw9K/cXF69njKnrh1bbRxeE+RFPMxJ4n9EcFuPsrCjw53Vvy6otj1MpVM0B3gL/FkBEEBEHlean9mtHvCcAb88bnefSlVcV8f5IwPstpyZhK8OKKc7a3xbgHWNu0lwZ85n7rTImchS7tdOZMvw9r1IVmi7Cy2XEhaJ92Cf5XYZvd0A2/m7fd8eAq4dtfsOLWY77bryWv9sR6g7s9tyP7+faWwydvMNWxmhlw024+Sk+mkqvrj0AACAASURBVAeIDs3jMdf7BnjnGvEigLeN09zQJkW8C9Uc4xXQHcCbiMVk4F1TzfEIh/fZlLoO8J44tmZUNf8GeI9qzfZi8w3wnmI1w8xoGHtlMx8HvAks7VYR72HgXebaUMRb6zMA5dG9mxXwpre6wNu5lAm8C2NlGuCNp528T6Jrj3cVtRGFjahck2pe2VZQJb2fxVyNxba5aU7TbtMek4apAUFUQPB+WhlBtfHaFJQpUfGg1UW0j4gGYLrkVVrBGuonedOok8sZyGkBKVwnqjacWKWc/nR031Gc8jtKyZR1UfRSQIG1joj5BQFgrrsn4Lys764rEn1E7rAAi+nmMppuK4IN8Kau97761VR9HbOtnOFNvbexsVnR1jluW+d6sq9cbgF0R9sF6ojSwnA4kfGxKnB/8XKIq/1GgLecAVDNz8jgHBXxro2ajkEiYHGk6PWDr76sVM0r4K0I85GcC1S7AHiTRPHZx/80+OQf/9aR5jVF+q8oB/7zX31mB8aCoz4YtaNfbeAdefqwsxgD5xShgo3juUw/I3D3lYD3g3uDDdXxvvSayonpfhARc16oIk33bt1Qye3DwWvXxDYReNncWjfrYVcsBlgNd5QqcO31t6VG/AMxHS4LGCO6dzzYP1T0WsD14AmAGCcO+eDLqtd+0VU/qG/NmNiV0v3d+zcHDzTnn+zel5PljkDEY4GPBQFv0Wg1CQGly0vnNUbXTO22yrdSvbBHz8pBRC47+6vHvR5tWWBlCTVyjSHGTZQZSzDs+RxpAogMAt6cd572pRWkyR2Hsps0Xou1OWdcAmcCNmdc4iwcIAifRTmraFdAiFXWrcmQveR87wTQFiGL61tpWpF9q6cT0ac2txwxS9JiwLkYaRSZZw4oh+lTUbYTfNowj2ciqzsWjnhW/2oAXwOFAOCFcp1rGnWb9Gsv0RPgChDSuHy8fdfAmxJ3MGdwhkXUH8AcTB4/so3vYN7EvRe2VCxwVsa3FwXHIPcfEba4/XCe+Dc7DwsgDqAegAUgmaDAj12DFwz7EMjEd4FTpKyrAMx45ljfs9kalM8uhbMA7+b5i0Oh5JebVeBrcO62HkhderM5b5sR3B7gzfhDOM36BLQtz8z3SanQPFE/MDaP5FQ+1rzld4/DHIMEd2Cd0FclR5j7B8yjkO4INe1e2qAZpSwRb6WSLFrVXGuAI95QzZX24xQEnWMC8KbkHRHvcFekorn+ta3tzhfwvvyKIt4fDd546+3BpvaAs1DN9dzjIt5dkNUXiGq2fN+xfamYk75f9uXm9WIQN5iCfqOA2dEzr1wjGJ+1kybGWIJZxnDjQsPlwNp3MSni7SObugj8PUI/qb7vHOtDD5pzNssvNituNJ+jC7ydUnTKV58Y7aynnUThfpHAO3wSk1wls935LI6HuPTpr22qeTX4csGub7es3B5FOa7qAVMGYh3xCSO4bB5tqnlRNRf9BUXzBN7OmUN4SEYBAkZnk27O78v6wZANKmGUExoPvEsnjGqMUYN8fKP1LhwTd9nmVG52fH29voVr0nAZ/m69qHS/F3GJ9v00yy34k8RDrdbwB7mwVR+MiBKVzzqPPOrt7p1Munbe0kT3Y/X9aeZW2Amnfk1aSEaftO3hHJ6fNW2wjEyNckd5sKMeZY73LeX0loh3UM1DJdwmlFadYCMl1RyAlxHv7TufD/ZlhDNMAd4bV96IiLc87his7Yh30DTjf2lcZX/Wm1dEyDEQDhSxIb+bEj0WoMljm3MGeqP1VjM30wrOJSLSGY/tteZ0vVRwfaiOx+QkAlTo4yVyFPdRa1V4TBajFGqn6eKhasz7gAqMLijlRExDFE0UcxllVhDWMUQwiWjz/hMZbTRHqdNtxV+1BWB7U7RxvkONYdPRRSnn+4W6zj3vKAp6UUbTqqLYtyXqxfoHEN9RzjbfBWBzDZ6R9wH+u/oO5WPoiAeKvkJJ5+eegPu6Ij8oS9+9e085/luDt9551yBlHPCeayPpZGHxbE1xtd0RwDvyaQNkBR03jO7mGkcuYxd4f+cP/mLwB//mvx6cERimBjLA0XuE5tCvfvrTFvC+LND7+WefyagW8DaduqY7d+cuRoGp5hoHtC8j6amiX87x1L7kHFzGl0DqskDifYmnPd6+N1hvAG+OI+JNNHNHqSLP1dfrinTDFtnYVAkrRa0R7Xsoxsgdge/Lr705+PDD35Mj5arAt0oNKcWA+txPNL/2dnXPoqkWcLsqVXVy/LmxPTm/iHjfFeh+cO+Got33/PNMpcgWpLTIuMLJdl7OF0AD5eWcLYJ7gnQD/RcVRUI4MHJAVZRJ9x9CXUSWUSSH/i6Vf+sNxMrMHo1aOcDPlHGtKTyTwW6GhKt2zhzwEG8LJWnqkQN2cCQx5rAFXGfZJdHIVSdSDu0WEJ77W4LvylRm4fFcB5SGPgbgexk9BLVZUC91b9gVvE/eOJRuAzwAFPfKWhjiZq4/3qCpc04i4l6R9H+eG2XT4dKMV/72clMbBLGmtA36GGdRi/wAtpBYK/tiLNAm54jYow/BtSwUGRC5RKIxsA2qCaBlznw4vMPJ4VxvhL9wqDnyTdpM2UEzes252S8awZFyhwU4N00/R9jdr8FqsLHsNiszJp63/Dm0auczVLZFN0/VgZpo0wDecT07TbkhxmneawynUftC7LHxTFl1vRnx1lxijHJ+l++zVkFEuoMqjoMVB5A+Q8ugAG/Nd2p50zfhXdDctxCggLfJ/enIUF9QxxtwWx3rh8pxkcch2vecdAaNySVF489e2DANvkS82ZPMBiHHG9o65zMrR862zPE+uyptjgTe8FDMGsGJyBxO4I2mx3sffjR4861vzQy8Z7FHY5yMsnGjjyqHURkqnX/HAus8Lj4fbQe0r11bmc2xW1+uW1gsPqnz17v2bfbrmPuOZ+s+d+Pv0Tcx5mzDEe/ugWWpGWUuVVctTVAcVhPufdJHw2zAU54ov1atMyNOM+Tw6R4zAVM0R0W14s6T4z107WG2TuuQzrDsOXqiT+DM//R/tHO8J8v114Nv3GQtisZRt7Spal6XEyvAG6PVwBuFV3K6UTfXpo7hijceg8DCOVaUHA+8Sw7WLLm4bXXv4REyy2I0NGlGLkzzDeby7a7y9KxnnUdZ3MZ0zwW9jRYw1hmo87TprM85PKdOB+r6ruvnbSHrNBR7vuj6oNgZju4449KRmhLxvusc768UrYsc76CaJ/C2IRRGQeTmY6zIwKCcmKjmAO/HoqDy0crmRZXNkbjaFlRz1YqGvqnt2uqosRXpJw3YHLfF81u8+1HrNCLeT1DlRXCKWtIyTspQ76rZxuPn8qjvhzFps2VMy3TpWH0t3/7cTZIRdj4xzRKDLo3sMPJC7G1oHNpYCiOVqAiwBOPc0U6ot9y/fjBu6QOAMxFCR6HTcQj4di6dOvC81q/9/f2o5a3jDxTJBjCVOt9EtjcVgeZ69wSwoQ8DtvfVf0vLgL5Vg23aipzvXYE01kAi49zTQynKr61J7EvG4L3bd1Q+RoBNpcscGdd9rwmg3db7eNyJ1AKmzgvwXb56zUJWo4D3PKA7RlG7/wrwtrjavTt6hjrifaIc70VHUmn46Kd6zUijPgfWKOD90e//+eAP/jKA9zERUxke1gAZCbyvOeJ9JCAK8HaecalV3RliJ86ZhLkpcTVFpBCvImJEXzuyWoTBNEbOakJua34+FgNhDVVzR7xXLNjlvU/0VWjo5PGelWMA+jXRZYuJ6X4PBVp31F+XlQLw7Y/+M9HIrykStq5+JR1k4L58/PiJ+l+55d4nBfYdiaYLl+Skua8xck9OlYx4S6zr8MmOxq7UuwdHgwOxH05Unmx9Q8JMapttOWKg3J5b29DYU9qCxjPrCmCXdAXGl8t/Zpkx6nWvi1XBemHhP1HtyadnJaDU3nk9K/stz8t3SaVYUBuhMUAEjr4F59jhFl4Va0Xwcs1xooSxhPke+HE9coC3Iv7PjykBFnnkpGzYismc22dqu3jpPaKYNr5omMj9xh4IIqlWVbU3UXzsC699SV3HsYCjk+g+942gGzm3gVk5DzR25n7qSeT1ksuT64UunQZ30NaDjm7Q2lrraDXU6cXy03jYf7QrnQwBbz0bdg3AmTHJ+hHrDCBUl04gXsAITJxSOgxb22sa6xDjn3sFTnKMnY6sacE48vykhrnH/+g12Arp9BWaIX6WeG63a6DNoQXZTsvW3lfbh9Vui7PL0eWy/htmt6BVOcdo+6B7dLmNer1x+oQ3w5pqfmFV4mrqUzt2TDWPCjo8XykH5pJ7aCpozJlm/v+z9yZscqTZdV4CqAWFfW2gd/QyJEXLCyVSpulF0mM9tuTH9n/y+k+8/g2bm2RLekiLpKaX6Z7pbmyFpQq1AQWgfd5z742IjFwiswro7hkie2pQlZkR8cUX33LPPefeK8CNzLyAd8TVs7Z0gTd9GnuJGW+k5jpPeguir6vP7bgJhw7J1U6tnXXSt9Oa5ytOxIgaKcqSAbw1QBrgzfg18FaM9xqMt1Qrztzu+t2A72S8uYbG8SVVR/hU5cTe+0CMt0JshhjviYfZeWPITpuwA3uhAMPH95irjhq1v4/02znLBh26Zp1nXuK4oXMMfT6vT4/72SKleI97jaMd31d0jp+lD8L7q8hx7Y5x5n+5O1gGL7JgLdPWoe/+oMD7AKmqDJBKMPPs6RDwjmQqTrCmjWXVMs6QSLExraTUvIB3bsUL9H7rUZ715eNMsuMcO9T4N8B7qIemfz40EY521vDNvjLgncnVkJpvKpM5ydW++sXXo239PgS8YRctNQd43/nKwBvra+PcJcW6viPgfcOxZcRCGlgSwdkYh/OBd5RbEesro2RPoG9/j8RqMhQiCtRdNwm8+wZeGnEzO/p4wLsv9myZnJSLYhql4WpbMr9QyYcAD2aMZIjBJtA3YdRmQscMcQmGjlAZZSQmzjQTsrnut17PeV9GPcZeOUqIEwZYEIvNi6RrSI4B67sqNca1YMRhq4jhhrHm+1zn3HkBLwENrgfwPpDh/vCBWFYlZLsgUPX4keTqqIPUFozAfYH0DYH1Z5LAH2p9RVp+U7VdYVg2BOIw0rrAm/t5FXNjEHiLof30d37X4FQ4UuZoSuMy3rIM+4lkkBpfz3tS898CeP9n/8XoZCY8gxUjlh7g/dVf/9Xos7/sSM3fEvD+6kslH1NSPDNSMN5htPZfBbzJFI3zA/D0XEw5zC5xlCdT5XCCLPYN4y3gff3m6Kok4yfTyWHUA4sm58sJEu/pisSR4tRxDgFdGFD3REzvlbffUey7GG8B7zWxWuxtJEU6kGMLwx95OS/GayXwIzP4o8cPVL/9oYH3AzHe+zsP5ATQnBdgPbUaCcFeysEBQObYLSkjmKtnBLxh3XEQPVZeAZxCTtAnRpu9mVrzMIRnNO6uqg46Zefuwdwzx8WAuz43TiSNowK0wDTG+5qutYbjAQALaDTrnI69Zs5lv/ufYIebuQdrToyrWHuXdsIJAFh1zG3s2TgHDnb3EtADTomRJc6WZwtQorQgMCwiicvRZydnJm/DsYL0/KQSUBEDj7PA7H5mgGeOsE6SkM7vmckHZFecN0AqMlxbju+rlfMu5MiR9LF9nQQcWkofeR5QDFFbvhJ44WR46vKMEQLAZcnt8FxjpKgTM95SHdgG0n1yT84n4MSQpRSJeO9oUFzfa10C9QLe9GVMgWTF07AMZX/kAeAVCkPw+gyQ7Q/zmWb/NHfNMXaARib8bMz4c8kn1emqsbnp0TMjuVrL4E8C7zMAb5dvHAfeETObIScFvDO++1DA+4WeAT8Ni61vh8OVfTOS8LXAm/EZJfe8Fyb71tp/Mfadlb8B3orbFuu9mhUQKFZGVnUDbycojGSFjLU+8I6wj2DqC3jbpaPxelE16T+F8f7glkD4Fa0lSm5KFn2X8BWjbqdLu+ZNrn7dJ9Duj+Pv5iOsMeU/bQE1Y637/el28BTH+xjwTkJi2oU7Y7n/8RglNOUSOdKntrPONWy3x3r1Ol6DlNbAhY+zhw/f9/Q7bq85ezRNY7/pwuO0t2mNnbpHfxr9Q+e26acIvLuez3mMdwDviO/2hqpYs/mMdwHvaVJzPJGRXK0LvBd7DCwU85/YUQejJ/jrmp3ehAan6NwueMN4LzZCFv3WqwDeUXs2GG+SqwG87yfw/lLAe2cO8A7JOcZPxHg/kfQU4L3zSMayjNINSe4A3mcEvNcFwlckvXQqIzZi24zBDJUB1myl+sxjzZs1ZYNU01qM7O6TR64NSuIWmzu5EQ0D76EePR7w7uMoJ11U4yqpjNcoGX8wh/05ajamDFAbs0j9lLtLwBiWKpggJOZRxick6SH9h8lmPeN3zs33NyRtBUxQXxsADRtLNQfOx/dgBzkeIM1rRzG/AHGYK9jsCwLe6zIakY47vliM+CMBJ+K6AdhPFQ+IIxImBtXQruLtef+0SmBRdxqmktJh+/vKaq568MiNr918W8y4mM4O8HYt7ykAdOhJTft8CHhv674+/Z2/Mzolg1Oq59EK8ksbbCFxLh3rBPBG0qm8Ag/vfNPEeP/W7/3HZrwNvBnLemYw6AbefxPA+4AYbwHK6wLev/zqF/pbJd3sti6jexh4r+iZGzALyLhMGE4rgAhjSHuZpeZSJpxV5vSr737oTMUnNb8wcE9KwnqSUAUZ1aoiZtlulDXCcFaSNhnFDzSfrr797ui3xXifh/FW/Cc5A5CRk2QNR8pl3QNjiefbAG8xoo/koNlSLehN1RLfJMZbwPvx3W/UridiyKSgkPOFnE8vBdR4xoxD3rOqhqSAOHN0b7D5vF8JABmLAHuM9w3AuMb2I41DwBxZ8XEwAWb25cigVB1zjPvCSXRaoP6sfmCWo8xbAHQeEOf0esI8TMAdTnTY2nB6IVfH+YRihEfljOk4PSgHBnbUe7T9iZxVDgfR3y7xJ3BBtYAXAhij7w80CkjillJkgA1AxjXQ9Z4zh1d5MwFkVET+iRjwSOoWDDhZsZ05nfeIxTagJqt6OLqC2Q9JekjsA2jxa1trIRJyNfs2zj0nZVR7vBYF8GI9xenHjcN44yBiDADSvf4UtvXihSQ9ZPhODInkX9SPQbOT51EuK8B3laD0um5/YrkDUkJumyJbawxd7HTF88caMW11DkDfIpF6nvWc6zPnyOBeaW/M9rE1uLsG9ffT2cA72srZpjHes4F3xYZHtn6XzjsksRpJ1iQxB3hnjLf7Qv+t4nA6EvDmNquON2PqjBjvi8l4y1Er5493V0IwspxYH3iT1Tyk5qfxHBlwoxbpA+8Ll68G433ro9FlgLfGEIz8M+01OG0d356vSZtlfEWfxSrXtybs2xmVdRZmaTvAGyeLzZIZNnQ5kYb2qLnHDx084/M45+tB3kN9Pq/JQ89z6HaPcu1Fr1nx46Voa/JCvQq7wzDuGMi70zGD9/PrDbwPndU8gHcAcDZ0GKLpUvPXBby9DfVWm/G/54HnRYD1It8ZmhDNQtf5YsWQLXps9zYLXCx8bO+L8xbE7lebjbV//Gt0SMxdmF7R5BzbufgjWYTxkdM1LSafYMWrtZlPxVZIr2jgrY1VdncAb8lAbwtEffmlQPQU4F3HIzUv4B0x3kqudluMt4A3dX2JJzt7+W0z3uuqB0o9Z4dHWnJdjFRsKA0LXHuLnTwYfZHR/ECZoncUV0ptUAyWkstzl33gTZcvvPG6m44OvKc9XuJOyyFYkqJgd4nzba3Y+g7vVVgLhjAGF0nTzBYk823gLUPf7HYa/STNomxX1CtXf2o9q8oMW0p4Bpi4JDYbEB41uYP13hcbSuI0+u3enTvKxHverDcSYwwlgPj29laE36gdACLCcHgfI2pXzCSs26VrV0f37923cXxDZau2JWN1Fm4dw9p657YcMDIa3//4E7EiVw0WkCwCuvk56mvCbzlFbogKo6TmZOH+RIbhilj3Z88ELlzWjrEbxnO7+Y/LEBl7feD9s9/7IwHvfzo6lcDbjlc9D4D31z//m9Fnf/EvpgBvyfgb4D29tE6IYsFQJw1GOS8ScfoRhpp9CiDjCGm9v3nn9mhPz3hD/frWe7dGpwy8AzSeEHN7QsCRZGIoswifisRc4bTZUrjGYwHva2+pDNDHf1fXu6afSwbXZE6n1BHjgOOqpjLPnfG4rx+yxBPy8ERx3Q8EvPckNX98T8ncDlW//PIFO2+2NhUWsi0grTF6WtJ5JOWcc0djhEaigED+HhVGCJOAf4tnQdZ9JxDUvQOqmTFI1AHJO2KcAXuOPQYMoyTBySCnwznXEF5RuTOtEbpPGHDirskuzX07T0Iq1xyKAejWuWHZWceobrImSS6AxU4zzq1F0UBXX7TsPJZe/zA3n6rkG+1h3r6Q4+Fw/6HWt8hg7ZJPhIZwfphJLxYARndBvDwNwuCPWuNqI+0EcDnEgB/KnsE0h3zdJQXJpq7PfExmYffv3hhCrh21rWMtqpcvax1+/GsmvEqvpRSaDPw4HoghDoAd4NvHAoRJYgdgQ6pMHL3X87gPzsezxCiNknGtbJx10ZeXQyZY6ADshFVwfCQhC6diWz983FqKbmtBSN2b5zDzg/2F/qq20iZdKrKstwCwHkLf+dfdT32VaQt8E7MezH0rNT+rtfSSQiMiq3kw3uHUqJwCkdGcH94juRpgm7JiMN6R4dxgOMvnoYYYB95xLwBbHCbshbEhxN4/bvtFjPcJxXifXJXKyVLzc3JAag/R+8Tes2eQaI8KCCQjZJ4zGmHFW+Ct5Grej0NqXuXEivE+f+mK19cPBLwvSWq+rjlP2wgJcwiD+z56dhrI6LZ5aFeYBbyb9/uJjHubxdjxrJWpDQn7cj6QmgW8F7W3F/1eM1k7vwwB72Ode9oFf+Lv9Z/UNCf+oonbjkoAHEdq3u1e24bz+ttr8PwH0t1Shu7nlUjNy3iN/STKkkyL8T4Q0A6pecTGVEwkzM0PD7zHuj3c6ROTbHpHD02woc+XmU99H9vQ5O+fu7+ODSWOm9e2497XcY9fpt/63x2aCMucu/Ha5Q41fu5pwLubfKckd95xgjUeA97fC3gfjDYFvO8oLvOLL38xeiLWsi81b4A7hpohTCVXC8Z7XyVrYG7XtHkT313AGzmokxTaQMiMxWlEFfhpaqnbkgt2HENvn4y8YtnIaI6xgUyynukY8La8sID30DZePf8qgHdXChYsk9ekMjjMkITl0TwznkFmq63yO8EmKcOz6y6L2ZdlCgBi5TWDTfZzDH0ZSBHbHUAdltqy26zrDbPNMZQLY90j7tv5KgAvAtIuBSYDnnJxtOySysAAvPfEJl64SHmpl2IV1wyiKUHFMU76pfZsi2lF6kvWbkA95+d8tG9bSbtgCs8qvv85RrQY+Mtv3VAStouWPQK4M5J9mWE/vj72N6EFgDdZd1cVK9wAbzYzSWY9xhpgckTg7Tl0cvTLz44PvEEOxFYH490C78gXgIxbTZZya1OM954yk5+WHPzG+x/LEaBnI5bUJbZUUxsHFQY9wHtdagTAGs8ehAO43lUc9sWLV0cfffS7qtn+tsaSDHLHgDN5UgngxSY6G9C5pzG1pfGyp3MDHPaUcwHg/XTvsRJ2SSEhwHDmbCQpfXRfTrID/ib2HPBwynHj+2KMCU+4LCk5Y/yxnAeMOUA4EnO+x3gjrIEs4dSiLycjOQaeS7KA0wiHRLBplNAje7qcSoB1jcGDBOvrOiegdJ8kdeQ/ICs7wEzj8IycATixYMcpywQgJ5b8xCkyt0c/xXwVCCF5mH6thIe17jj5l/rb6w3j6YXm3LNdNReGG4k/Eu4oyfcCVhlgoz4CiBmMAHpQuJDIjXmPTJvruqxaJF4LYJ0lyQCo6h/HiDumPMA3YQiW4cv54KzqBknxudU3mR+gHJyxJMX9FTsfhFo4AJwIEkdIOgp9f7muho0Fi09t6pCaB5APOfELjQsk6oyPcgLEetdK4Mluz/2T4Zu9hLCKSIpJ/HC03fvTFGd5jMjOntZhAvkVIG8lQa4Y6VrL2PNiqWsBGQ51mYrFDJ4TSOKI8ACFwDkT5cQa4C3HkYF3OCh8TCVYs4KJXAgC3sR5p8z8uf628xXgra87DwDOmJeRlA/nAmu/gXfWrm+Bd6/PnNW8D7zloFuD8QaU0xz1AckGE3i7KkIB7/NivM9HVvNICxpZzeu5F/A+dxHg/dtjwNvlzhYE3svYhbOBd+V06a7h9Pd82xqVU3vO+XbATxl4L9OHR954Zxx4HNv6VdjG05w5XrrL5hq44aO24VUB72jrbGQ96/7qthjiXrdryxpI+vajAm9L71wO5kdgvGfIY5qOnMPODg3yoc+XmXRvgPcyvTX7u0ed2NPO2MgY08W1zLkbGJoztQ+8n6n47hMBqQcyjikp9fkXXwbwJh9xw+KmTco5vMdFi2C8d4jxvvvVaO/BHXvRVyUHPXPxusCBYkjFqAHEGxaNONvGaApzq6ylMI5hEoPxJissGXkpgXWgmFsz3hhYmer2xwLerZfdVmJj7IWZGa/xJBohK89PGgdBUx5MgMHie90X63BUVahkURhxAG9BPLI9JxPOdWGYouTXS7PZMNOVsKqYI4A4oKaYdMYNv5uF1PO+cvWq2grTFQmvDKLFjBrcw3TqvFdUEoxjAPHcBuAFQ/yhxgrG/+WrVyQNfuhM0Tduvqs61yo9JUb+imp5XyBeWEDihQwdYgi7xvPisyzM7iF3ip04Pcb7409/WzLoCwJlqpkO4/2KgDeOJBVDNvD+1Rd/M/r5v/7nx2K8eZ7nxHhXuABMlhNtcU+wwSiBtXc9uH1H1QMeKwHSxdFN1eNeUVz4CYFPGNZn5EFQYjYb8An0wr/liWUgh8P50qXro3ff+UT1xt+TEwbQK3C+JnZdF3nxMmsPJ/BmvOzLKWfgrXAPpMgkO9xUnPezg20BajlcVLYLqYWg7wAAIABJREFUFs9jXFYAMd4lI2c8A7YOBZwB3BtnUU+8bJKsMWZJ0sfYZqwxxkj8hdydZm9LZUG2dNjnyxpLzzROD2CbBRScFE5jC7BO2VBUF4B2VAI4qRxeoX4stQiDl3F8mlrLAG87q066XvoB+NGsciSjQ9kR2a8FB3PuIfH2qxmIkbki0qqFK5I2B7BGyq2fYhT9d2RVNxAH9CBzzzrKLwGlzl8BoC2mOVeUXO/s6uTa5KABdBf4zjj4kK4jS88648kgR7b4KIf2PaCMe6h04R5fWVaLZ8VnaQv62XFXzBkrAZBKZ4Z+s+ap5AGU8X46E5zlHEBtMoQmc7zOxI/PmDHDKatupOm2IPPilak+jeiZwNssdCSvZE7W2pzVx3z9YJp5MAWauckuCz5pAE8D3n62FU4A8LZ6R3NKaomz5y4KeEs90jDelNYLtVLJ0x0+ZedFh/EW00189yzgTaK9SlgXEv8h4M09ltSc7PVIzRVGpHXipBwEkTk/HEYkVoNtd/m9LvBWVRKSq5HV3B4NO1d4puFwCeB9SkqTBN4ffuzkaqdVaq+AN3tB9Hu7yrsfPHfizaH1fGx/YIx232geULzb7q+Lndh5Ynv29kwb2tv87NYO2d5Dn8/bB8M+mn7tpfpvykWO0655bf4hPusqKfrXi8/mANohGnneDdinM/vcy97730rgDRuAzKxkms5qbjnXrHJiP16M99AkGfp8mQHxBngv01uzv7sMOJ5/xeKXTcR4TVnm3NOANydCas7/H0oCuCNj9qGA2J1NAe/PpwFvYo5zwclSEmzBxGDvPLwTwHvztuPWiFM8I+P+TAJvsqmuyeCN0nwAyhphk1LziGfF+ES6qIRPkrfuiGklxhsprGW3GAOYF50NKTKKs0eVlH2RZ3g0xruuG+x9vCzLzPbwO8C7NgBLPwHIfCez7ToeMo/D2QDTyfcLZPM7IJg1vu6ZDNMYtVWjm+/yvTXHfCvBWsblOkmaQFoBacAMsd0AdeK2KRFG0rWo4b0hxiZKjlV7Hou9hjE9Jxk6gBzmEsBCXPcTSYYvKMka9/rwzt3Rqo5/R4nUYA+fbBE3ftage1fXfOu990dXFe/8/QnVE8fkJmZ1LP3TIs+I70RfDRkas4D3uozip0+pd/56gPc3X/589G//9Z/bSdTEeP/iSwHUnZFyjtlwrTjW/h2X1LyAt2XfPAs9VwAf9Za5L9hBZORIzfcFvNd0Tzc//ET9r7rpAopmJGXEi0bz3MGZYim0jHViqp0RH/ZcIGxN8tPz566NLqqc2Mbpiy59tXFGz3gD1jpk5vXimAMxx8jUef4HqjsM471577aY3R3ViH6kmE79K7b9pZjeVdW1PidHB69tOcwYk2eVWA02nHHIuZgmAGmAM4vZnt6rLOOMZ4Ai4xVmlDwFsLCOCcbxZBbR4nzLqa38QB2DQaR2UzKPl2PAJRfHSCJb/CrZnBu2GfZWiQD1HVhF4sq3kd2qrUjh6Q+c8/tyRuLp4/M1ZLq1bqFGUfsj9zUgB6wcBjJ4gM8IGTCopu0GLqxnUUOc+9ENO7N0MeKA8u/laLTst0C7AVGOENZEnq1LTumVINMJ15ByZ6w4YQdOyOcQBfUZCWKp2OJM8JRqU9ZtYsJxgunnpOJyUQdYws/8JAdDA3JI5NZxJ4YXJYAkcfxev3gWJMKMkoh+PiTzU3s51rJ9x7vHeyeR3pPVG6m03jdgVhucGM+l4wLk4CSK88d7sbq3f8daS5+3a7jnSe4NyXF3AFNcI85RYLhG+SQDvhDwDi+InDUbAt6XnNuE0IdYx0PhYIeELxv9FMBbz72k5gm8X/J3Mt7cKs+KuP4u8GYuc+x8xpvrdGO8Q2q+rnUCxptn3QfeOAJinOleLDUX8BaDb8bbjvAYv6wrUfyQrOanNK8DeFMyEkfZ+rpCitif5EgI4N0FKO1+2Gej6ynM+7d53jO+tKz9OxN4T9lkhs49/Pm4omqR+63veC4sc8AS3x1q9xKn+sG/Os/+HcocvigjPvWmfp2B93/3v/xxMyNZP4cGQH0+63sl18TDinGJzOe5Nl2Sqh04c2dkNceItOTctXK1IRHb5fguwHf8S41R2KVTSqIWWc0jxo5rYzw3ydWIGYtlfM6g60y4jnxv1gFD/TC8MC0+/udN5v5n/UVvICRmohHHkcMcp09oyFLHL/CMZvcw7vDxnlsOHM/30nWv6xFX3vv8YJHFuWKZYuNle0bGJuNVjHcA7+3R3c1NAe8vxHgrnlfn7sYtt8CbixKzK+AN4/3w9mjr3i9HO/e/VbK13TBmJWclzvv0hSuqdSvDV4arY05TEtlmuqUxcRORICeYERtnYov2lDEbqflT1SgGTFhSmDGDxwfeQ/N32tMuD3s7tswIua/CoK3kapFchsRFmY04693iHAiDLGNbMdThgYjhAwwkCK/yYYAUPuNZcBwyb/oSVo9zIDdnPGDsOTmb1jfYvquw2ToOsA2QAQTdF0sNy0hpMYAQta7PX1DmcYEZGHDivs286xmclQQYdpHEUsSMc96HygFwSec9q9Jie0oe9kzXJA4XMLT53R0b85dUQmxL8bbX3nlH0uLr6igZZDYGJ4F3d5O0KR2Du9fxi3mYAV7BeD8VA39fbCkx3sl4P0XlRIw3Ay2l5uGpMeDovhaJ8XZNdaTmYqS++cVno3/7r/5MwFsl10iudv2GKgN8IQZcMd7cEEatATjjZPxeymFEO+hT2Nqner426YlFdvvIoK6xpf3r/h0lNYPxPg/j/bEYbwHvui9ky/oxZNF1MaUZH9TChn3FhAsww1zTXmfJMkCb/S4y6VNOc10gjTECWMYxQ1kkGGWynnMeci483Lxr5lsTXpUHdmVoI5VV5nW1hYR81PB+rEz47JLn1SeAP8Yn2fVhxXAKkencY0pJ2xhzSN7Zh82yS4YOG7euPrE0XN/bFetOu/ibecZ+/1BOIhzlnAsAigOI+WFlh5xA6wLRdCFAINYYFT8j5ExJVpkrfE6f7CKPle2AgwnJPzHcT5TvgLl6RrHr1OwO3EZytEg8F3HYmpuyFQAoIe9ecV4Evsdcdsk51rx8FvFoALARM+0640jQs+a4WfJMfNaCNz1JwJqcmgAvnrHjlpFtex8IRtm8H0oZftJmcZ4AtZX+tyRdTtETJBn0AKPmOKxoJGD0PMWZ6CSRlAAMBY7rpuP4wCFDu7P9KX0yGDOTDWNtsA0+Z+zh+AFQw5YS24wSIxwMOCSQrjvwiMOsEgiZtRNJ+lT0U4DucmT6vj0lwtFRTrmaVgB2ryDp2KxxXftVtCv7bAwYdlYA7nlsRci9uXkzWPbIc4LzQnkwxHY7uZoSkjE2yR/Ac+wy3jhdHSf/HKm5cirohzJiLygnJtn5S/rG4DaBN7H8JDfLJHrFeEd9cDktSnGQfdium6y1UboOsE1yNQNvOQhEY4eDGkdAMt5I3wHediKcVgZ07d2r5wDeG+mECdAdTpd82jDeYsU/+dlvjd77UMBbqqdivJ+jvqms/54yDAj+N+7oXso244l3HO29DWKSvW5sse56G+uiSw3GIIpxVC8PqemWVPt+306b3y7f/tg589r9G5jxt789574XPM3Mr73Ocx+3bbOOH7Kryx6bf/xiNsXEOWr9fgU3N3QfXkt7zewe0x2pYTalM3TWWPrv/9cWeE8OzMmjpgFve2zLG5pJHBx7pQUCcA3wBmzvd7Kas8lHrHcYtwW8G8abut5if6KUWBd4h0FNyBSJQyzdcrKWoYfXnWT9CTv7Po/yTJedQMv44P72AO+jMaDN8+ol+BicWJ0HPVRLsj8m+lKb6dvF+FFd4M0nBt4yfQJ4748eGXjDeBPjPQ94M5aJ21WmZCU/2310Z7R995fKbv6tGHBl/5WxsHrmsjKb3xQQuT5acw3RiPm0YZgGi7e9BBZuTwd4O/Or5u6eWMTdrUdi12TYa24HuRNM86sB3keZbePHBICOdtkU9IJZiYRgWiP5UWU3r0zRrEcG4Ric3E/G85b0k89ZTFmniM91IjbLaANEOO67SWgk5UICbz4DeBfLze8AdcAOMduVcA0QtCMp7+Xrco7ovMh6KSUG4NoC3AmYsMRuCYBcErgmdnZXx4ej8rSu/Vyxvpu+B0D+wwePrGh4S+Wqtp7sKt77UiZXSzFuD3gHCBxfQ0NUMbxWTntqZgcAmgBvjWOymn/SkZoDvL3fdIE3PZ/Gep0zgPeuGP1fNVnN+8nVCniTXO1bAe+//ld/Goy35NDX5Hj46kuAt5LOcT2ggyfoJLNmpprvALxJrqaxgsTfOQBgvHNiF/DeFPBGar4m4P22GO+VDRnUZsYAPGmM+x5bM9wsZm7iltpn9/q9CNH1y+AQAFfsrd4j3h+QueZ48QDnOBR2JDHf39sePXl435UNcEgDisOo5WSKVc/kaQBljmOscm8wdwBsvk8bHj6MsmPnpKQ4LQcd42qXRGn6lyR/rBvIsncA3nIEEP/KZ47rBpyTAFCsNEnZcATxA3irsmbs+QeS4K/oPJRs43ZxKLGP42jHaXQgxx7vk6Wfcx0oOz+OKJ7LGQFxHlI4xILdxgnGnCEJ1nP19XOArnMp4MzPBFtq37raSuhNJDsLNU4MBUcIG2j55Doxs4S14DAlyvRXxFLD8gO81XeWpiczDrADkBNWIHvH8cQGUDmH8lF4iTULnvHjjhmHtQzgHeyq1mYk9i51hkOGuPH4Po4NCAgz6wYBQTpE8EcAGMaY/zNiDkF53VckDOM+SNyGzBqmPxJ22UlkcB6Z9x0DriNdazpBaJVkjKzppX5B8ZDNoS05iJ0J3utxDGraHvZLMN5NibHspVn/jJl2yaqHIyDAm2cXzh/+Ud/Bdm+IWV7NTOCoGwJ4VxnBDJ8y4w3QTkdKxnjDgFeMN5eoGO8u8Ob+SyHh3AAVa89TGG9wxniT1bzDeIvBBpA7PAIQ7ZJiAH7KDoYjYVXAG8Z71VJznFJRx9u1vK3Wsr4hGG+B808+BXjfEvC+qnmoc+sZU96yBd5tf/XX+mUSoQ7Zt/3Po1JFfx+ptsQY7doejINh0J3zquc8HbqProKoCIeB4dd8PHTfi55n2vde57mP065Fjp1nWw/Z3UOM+Nzrs7bMctgt0vDed+a2NQyksSMWue9ZKObEjwW8WexZEDBQGXQ2KLRJvj7gvdyTOM5EWPbYN8B7yrMZiMEffJqvFXiPT6cGeNu4SoOnaWB/w4mn3QfeTsRDVvPDiPF+JBnx3c17oy8sNQd4wxJiZDmncm5MOrdP1wLvPWUz307G+wAWjK+snxfjfWN04erN0YYkaZQ9WpGx7Yy8aag1wDs3PbNexOxhICGpk1GypzJH1PE+lIFgA+6VSs0Hn+hCX4hHALipZxQWb/x/xELygm0rmV0wkdwPtU+1HukrTvYoA9k1cdWJwWgr2ZneR73DCZ0oChlnZiu3k1EOxtMw3XovnIbKei6wzblZ4zCqCnyz9mGgA2j4HsdjwLIG7ghQwaJRY3hb5Zwwts/LoEIezP3BkpPoirrfxMECUADotPftd94WEFMm58OXTqjGWDolwIFRhnE/jfFeGHjPUqL05tsY8Bbb+kTj5uNPfkusacR4e+zxXBYB3k93lTDwG8VUf2W2tA+8Sbzlknxqw3dffT76q3/5JwbeZ6UMuC7gTTkx6pufMsDSmJ4BvINBipeBt54JydUccsFYCDg8WgMsifHuAm9LzceAd8Zg2oEVUmIDoAYM22qOzTydQ55r2KM2JhUHz7PSG67+IeDYxN+6ZnOsIWYv2UefqeSakr29UBgIIJokfPty5gBaGXeAXMaYs4f7OpHQDue2679LcVHstSXucjRE5uZwRDHGDGDyb85hZ5PGMOObBp3eOO2+QsUG8AZoAbphniu7tM8pBp7wijNi0DGUYbwB7pyfvmIOOA46cKR7A7k5fwDQicEmRIN5R8k8MvUzP5gr6g05LwUiHSMeJeCeW2UQDobTiq3l3uLMWR6M8BP1aeK3cLrB9KLY4Nn4GUayMeYkc5YayRVHHQA8gLcTtzXS9Uhyhmw5GJDMSG3GMljLaEb86/sFVAO8k8F3cjbK2OnvYPGjjCDj8eRKSNYrg7iBmRGws1T4X8B67Bn50jUgy0k+h/zamew1lu1IDSo0VCHMBZ5JfifCjQKAF3OM04b78i3knIoHBjCMG4p1N0BWrMnZlx76kW/DsMwNjG+3/+ZfXYO3YxfYsZFJ1mLG4HDRWJfU/IyAN7Jzq554XjwTqxPSWcD9KYfCi3I+AHongHf0Qxd4u0+dXA3gHQn7KC9IIrvm3AW8+RfHh5OrMT6lXDHjLSXTAPAmB8faaTleu4y3XfMR3w/4rjJqAO8zZy+rnNjPgvFWObF1hWpGqTQyr0dYRbzi3xY01MhoQcWg/do8186gap5dC6j99FEhxBPOn3rEnb/5NR/9UHjaeNv6thVDbr41/TqB92C/VXf9hv27CACddctvgHfNh1hBZ75eFeP9Bni3XfwGeE8Zbr+2wBsbo/tEu5tDGHs2Lcr4rw2ngDfJ1cQAPSLGW1LkLxupeQJvg8pgdf1yDGgCbyV0Ang/EeO9fe8bMeABvE8o4QxlSQDeZy+/ZYCwQrmgzLA8JjV324jrI+Icw0EbvAyMZwJ8eyoJtasf2B63wVLzYFy6m87RYrxfzW5UzDuMNm2MGPTMcC5DqMtQA1wAv+3GETHryDTpX56cmXAbi9ijKn2oPjPro3O75A5MCwCZeGAyPMuIBfRwTs4NgANoE2Lj2sr6Luy2HYwAcQw7ndNydQGPLSkK+B5gBjB0XgAbA5j+hb0lmzWsJLHdOAfuf3fbgOOKMlTDxBPCA+AAzOw+3BqdUX1XQPeagNdVHY/cFeBdJcXm9fpUxnvWvCzJYPeEgA0ZpsicYbw/+uRnSp51QTWsNXaOALw3b39lZ8NvU8f7H7XlxKYB732N0zNi+d9SXPs3v/xaY3d7IeBtA17t5hkgC34O481zVr89N3iaDbxDai5ABHSuUAakWakKYRxi/wbjDbOIEYxEWf+Aw5PxxsnmerY5yUuxUccJAiX4Id46YnpfSGb+SMD7UPN0FYZZIJOxEDWeZZjDTqttW1JSMC4BvowhwOijhw/MYF9wbGhInakzTvgD1yRWm/4g+/6eSonx+UVJvrkfxuO+3gNEn5WKA2k5ZfDoszWStem6sNg7Ul0wJ3EKFOClf2kLMnvmCEoaHEMXL0kmrOP3pFI4gFlXdv5IcBhzEOCOggQw/UTZ17kWjgG+81yfP5XKAqeJlRACPCSBA9SjVgm5O4wrACaYceT8pyTrd3fDKHOuzH8BqMFx4FhtA4lIVAaY8wMzECXRVrCelgA7NjwypTteXn1JtnTHlStXhmt2O6Gb4taVK8OloQDjxFozGJAme1X1Amu5ecWPO0cFf7vWOPkhlBcCeboTtgEKs7QZ7bcasMqCJRC389YeBC37DDxUPgHmYh2MZHJ2FGTyOSegMxjnXlPabWl1xsmnzNqZts3E0i/l4Ew/gN4PJ2beomXbXIbVKABabmi9JanHauVkqbkQDo1wqDrEQM+4C7w5WTDeIafn/rw7cy96H9YfmflL1k7qeAuAW2qOkqGctHZ4RD335YA3E5p+z2dhxlvAe0PAWw6glxOMt9h3jQ8z87qXVQHvkpqfsDRd9+e+LseNU7Oa8SaLO8kr3zfjreRqBt5RYq/d41pbpJ517HJdID6+l0/bH/rs9ARznHuEv6f7bxjvMSXAJGj22EglyrTrxud9fDJOgswD3uGs7Bw/bc+adeGp1x7/8hvgPdl5bxjv6QPqR2C8I8Y7EhNF4iHLYbXZOaYNg9QJSF611HzOjJry0bxJNDTB+p/Pd2X0/bsT+87YG7HotWecp7AvJ3T3BACq47yG7n3Cs1kXs5d0CRfDKwTejrZoHboL3H5I7Ka/OsnVOhtW47DHbpq4z7p4hw03Wg1DnovhFY7kai8FvCXPTeD9xWefjzPec4A3Md5mvA28fzl6KtbPHud1Ae/zVyU3V0kpAW+SQZ2y1JwYs7bslgF3ji2bfY4H04827wOde1fxpDCHjm00lV6S7PHn+mMC79qcI0FNgBfsybi3YKd5wSZyDy4XRh85yzCAJySsfOb6xE6ERVIkMX4y3jgeI7dyWbBO8X5l8+X7AJzKiO0yZHpVKTEzgoANkkcJhDgGPGt605ZdgQ3YbF5IyS+oxBhdzXfMHmr+bt3flPGmpFzKXvtIIJy49bdULgzwskl285T2Hgp8w56dE3C5AAsipQOhnwbe/mlDhKrfumN+HvDurzuN1LUzJxhDgJDHD4PxvvXxJwJiSq7GI4AFYgoAHLuTs7c+8RlM1EMx3ve/+1Lxvk9Hv/P3/xMB738WdbzVNzzLhvH++vPRX//LP3UuggDeN0bfffNLKTW2Xdu5ZbzjGfv/O4waoJsfwKbj+fVMAD8A74j4FPvLWNLe1WW8b6TUHJDNLeCcgkkGANrBxb0yx+l/liPGJ4Cny+YZgNR+UGtQdyWquLEE7mrRqphaQBwMP8kPcZY9E/g9lOwboOlObsb/CY93nDIA5YsqWYfzaRe5ugD5hu6ZMmGM7YoBp8HniO2W7BxAbeCNo4hcCMQiewxFmTDnmbChT/kmSuGFgo3r7UiuToy1a9drrzcrrnkAIGIeREgaDgEY3ohhdnw12c6RXJs5D8D8TCXSOG/Nbedc0JyjHbDbrEucAyM8mHTqWSs0BPCs90iEiASerif5JEw/Gdi9Gqu/zCKTwwEVhX6PmuZkmQ9HnjOYe51A3hwdHIyi3TZmQE8a2Fdp1XCyAM4BsYcCemRYN+Az0Ip/kalXbLHLmiH59kRjz+fUxRgT4yPFCBJ0SftJIsaYo89cXzwZcthf1gL3HQoAA/aIKaesIAor5y7IdSASTsalApzjDcLJgBOhQHWOPd8f6144gaJ2eILxAocJvslHYucRIFnvddThBs3NmCdrOP8xP2pe2LHU37zbeVvJ2V46j4K6RH1xRvsbUvMVSnbpfDigyI1QsdFeYmCsHRaA3D5+zHg7dp+fdIhwBjs7QnUQioLIAVIVC8LJlqEIzVrG3kPbifHmeWlcqz1r1PE28FZoxyhi98nqTpUEg/6UmrPmALwruZqzmrt30qnRxHhHDPmGqgEQ4/3+hx+qjvcVJWqM/AzcF/MqmMXZwNsL1MxXrUHR733gbUe1jZj4XqxS/qb/fwh429dUTkb/29oh/SZN2p9dAD/7uGj36wXe8/twoIcHCM/jnPt1HjtkWw8BbzvQjtjAys9xxMMnDpsvNR/HEP3vlj3UCtrirsbdQu0lfyTgTSwUcd+/ycC7NZiWgJsTg2ECWHv16DzAxlCbPvwmjj8G8B4G3bHsloR3vEWtxGyxiTJryC52dGqw48vdjXyBw+fHeEf+3O5yPy415/ZnP3EAAv/ZoLIBlMxAMt4uJ1aMt2J2v/j5Z0cC3iRYeyZpuEGlgPeGYsXOSW5+xsBbjJKMSRtvCbYDBLUbV4gVYRtgcxTfLQZxR4Y34B6mgBreATImN7sfG3i3jziM1lZ2HmxNyFm5wwDiTswFONIm4FhOSu3YkI3nWDkoQrIIaCbBWsRxAgAAEdwz0nSSWmHs8z7MNobmebGDMIElSeecMOCAcj5/ooRrl1SPm3btCDwR/w3DiNycsQIAfKw4aWwnwPauWD7GzlWVFqM+8rZAZQAhxYbrGdG+a9fEbgvcbm09cczotZtKrqf4WDJzA7pfABrS4J5wFKYRMAS8u5AwYGIaXsno+i9YfAFvGO8Pb31sNkrLvoF32GoFWPKpTaxPMuYFYonxvv/Nl44H/p3f/09Hv98F3slGEuNdUnOA94b6neRqd7/7Vn22JTDUB96xOIwBb0aFngnA2+oGGa0FvCNfVdQ8ttT8diRXI8b7hsr4rEhCipFOHe8dXX9PChQAGo4a2CqAp58TJbEcsxt9VmuJs4XjzIpW2WlWIKWMk3TV5ecacwLeJFDal8PG5YiQjcs5RhgXidXOSn0ByCSrOcY3IBfgCEwhcRxSYpfH04UBz4C0ko4HyNT9wHymXJd24yCv8RuJBRXfrXM5hEJyc/rOCa0y07/XmJRBA4CRTj+V8/2Z2o1zAIk6QB81QzCZz6Mc3yqZ0pHKSmmisY3zizbt75BjIpQizA3qdBtk4CRTe1fF9hmUG/iGMw15duVzeHogR4WuDYhaU+wsDgJAPYoTGPOSbgPikRnjdKDfD0lYB0GAgkSANxLpCaBbhh5rBU+TKgSui51gs55hOPKCES5GnORc/nF8eMWNA8orjjwAoDOxo6hJxyHxxiTnYg0Pli/2XWqLW2HhmPdQauCEwJlAXztmvBhYEn65bnzUKgc4OQSH+6gkthkj7iSb3q+YHzwj5kLeixl7gHVkqMfxULHgVUGgVBuRtC1jxgH69oqG5Dz2RtaMmpPxb+zHk+Z5lNPKUmrqb77l5GrK0F8x3uzWdvCoj11Czc5VHF+w4BGjz/xxNnGNI9fSFuMNKPdzih0gVA8uGRex9TxLnhnrWySsC8dEt50VXQ97rU24jfGW4uyUGO+K8bb6IGO8ZwFvS9PtnKd/o9/puggbksJFTsiPFeP9/ocfqOSkgLfmVAFvO3wax1DrtOgC8Vx9Z/xTa3sqFno26EnVN68xw799y20e8PaZe8Dbo2EGEJ1ktMevNiYln3I3r5Pxnt+HAz3c69PjnOsHPXbAtl4EeB+5vd44jwrb+1cdtwMm2jTlWt17S3O+reOd7aq63v3zvXLg3cjoMGIzgdp4cjUY7zfAe95g6y4OE8xS19qtRWvOyd4A79gLhxaAbhf+NID3jqTmAt6f/Xw54P1YjPedX462xHo/k9TcwFtS8w1JzWG7FwHeITNnQwwpJWXJth5vikVEZn4QgJyYSADslA3ypwO847nbePMqzhYTAAAgAElEQVS8CYYxkv4AwGHCdKfqo5CUk0hHoARWTcYan0USJwy8YClLVu44UH2OMQ8Yj3JI4huTFQc8Y/A8EWtNFnIAAhnJCywAypnnHI8xSow2xj81oAHTyNUpZQXA4XgkvZau67y0AXBEbDivLWWTJukU2Wxh1mElkdSeERC8c/ueAdc7H30sKfFVS2l/MODtTgN4P1B5s8ejD259ZOB9qJrbZoFscHeMVRv24wucjVcZw4/vfTu6+yslSRPw/u2/J8b7H/7T0Yru+bmeHQANk3RFgOL2V1+M/s3/+8dmvDckpQZ431fZL7JinySGGAg1dol2w+V52JSXgR7AT3HdmXTvJL8beItdZaTo/QcC3gcqr7eqLN7XXU7svLpXbK6e2dYDhXw82rRaxGAI8Jmx4gDwkkLbucN51VWRYAyQFMUFR9/r/2XUJhzx8ZVZnSOABcjKnfhQwPu5xg21w/mbF+1nHDFutpUngrF2XmAcALav722p7XT3+kaozLh/6oQ/lcOHkoNnGMMam2TMfymgvCbZeDkknGywsXtCOQLwXtd3cDThjALsA1jPiI3bEHiNmGyBZgxt+sJOO3Jb2AMTMdV6RswRugWnANcBNJZTkP2MHAt8lzllWbz62w40nYZ75t+oYlDVDdJBmI4mHP4A4DUlKFwVgOZch87urbFohxu6gbBfkLEjRWesHuJw1LilfbqQAD6OCh2v90LAHIAB5wpOuCjDFSDVfeUlU4DY9x5gBZY4SpsJWCOF5vdM2IYjJTLUCww6hvwgQKSZ5mDcsfSqjJghjxFx/muVc67TlGVVm5DQ05+oCMzgEvJBezJGHudGPJtI3ueEbpaFh/OI7wIkM3d6rqkRehNrLZL5cHBa1eH20CzNLbKlS04fyduivrhjlQveMi5o+lgsecqqe8DbeeOSxfW1YbzxBZNcTY7lDc1Fkqs1wJtYbNb83AvoY5QZzlBv2T+Au346wBvHgx21zFmAdyQkDca7jfNfFHivCXSfFuvtrOZaK0Jj0APePL+UmnfLiTm5mxlv+i5CJYgFx4mJmolQng9ufeh94EwCb1h51rBygBQsNgOee2IMzhij018d4O3h1Fujk0xojq3P+S4XAX10r9V8Md21HeDtd9IhOWla9AF5uSzjhDOw+tgtzQPeixFLc3ppkQbM6+J5j+Cn+tkb4B1jL6dTAe3CGz8B4K2NWZuzy4llJs1gvCObcCs1R2YehsByWc0HV4+lhu4yUvMeFvai2X1v4vNeSyaPb9+pB1qHjBuN8cDnLpndz71+DrVm/sIyfHR4sCdftaAu+hiO68nqtNSLw9B12y+MSV+n3kl4WeuIcca7Iyefdmw9wNzLQkqIedAvJ7Yo8A5u2jJP1fC11LwPvNfPKakajPc48J4lNce+AnjbbESZooRNWwIRe2JjYQSMuSNDTzBLvfssb/xQvNbQE1nu8+kPOAw/4tGTR0zPf0lDLQV2nGMa6pajqgSNgAYMjlnslEz6mZeBmQPAjmrk4/o+DNOKgbzKimUpMUAPL/5+nLWUAdLO7iyW0BJdnR/AfPasQJKMOQALckE+A6hUUraIrxUzKVC4s7XtOFxYbwxIQDosOYwMJct4epcuXhk9loSYGMD3BbwpsfM9QH8O4x2zJqBe/D5u3Nhw45573d2XmgdTpZdAwrbGzpbu6cMe8GbsY8K31yBesW/UyRQjTvzedwLenyfwVoz3P5TU3MBbUnOYPT0IA++vfzH6q//n/zbj3ADvu3f09+PRCcAZRu7YJSaBN223/JiYYQEhwAZx9DbuZd17/GvfAnjvP344AbxfUKpLjqqdrQeq606pzJCaAzFCjhuAJPIQRC1eJ/EC2On5wiivAc4lTxUM16cBUhkPgPgq08SmDogHAMBy7yuOHbC24cSJJ5V473G0Px8jzgTyAjjhk2XZlDWD1Q3mGPB6gLNHAL6+G+/J2aY+OC8gDjvMng1QZMzioNpQu3AcMQcOdU47oHTmHbUJJwIlwdbFEgPGcYCw71Mqj30ethonEqzyaeLB6RMcS2oD7BWZ/QGLtOEAgA3rnA4vwFAlP3SVAWpQqx8ptQaYxZFBeT/GakjOHePg7iiGn8z/zMWnOoaXS5hatq4SqJQ9QwmArB1HQK4RXDNkzTDIUg45eRzXwJlHvoaQ2Js513HFyeHUW9FnZp4V1w6YRRkPIHXZbDPhhCCQ4BHJOiAVJwEAMZlYJPqoCdQWGPiI4ye+HMSaTDprjqXSet8GhH5M1MbAh/F2jXEUT86Ozpsk/1LbrXpAlUF8OD9qsxO4EZoUTDrrScinY08P50L7E0tG+3dkV6+1k/vSZ8wBADhtLEcBKxPzgntCHp3OCIP57i7D+XVP9FkBSp4IORgIDdgQ+4uzZ8XlxGC8sTPljLLMPWLVURnAdOMYxKnhEnLUqUd2nlJz7iEKC2QSPrPeOFRi/kRteJ5PW1e7bWfGrtPyDuO9KPB2Mk7t2wbelBMzQ17AO/ILMOa6wPvWx58aeF+5dtXAm/aHnL4Sv8VaHo8n1/VcyMeJiZ6VZ1DRWfS99fOd2ASakmCx0jQ2pm0ED78839im0e4rYePmbuNDCmBPWpt2wNV1fK3llJHjdj0Xa892bOB9DDVp95Z+nN8HDeTpzRqwrUO5NfuOliHEJs6STr1X01/HZLxjSfJwaufX2PAaa+aJ/+F/+5OxbhkafGNs7BQQV7GPJf0KqdhzJx5C3oW32hu0Sm6wgePBZfF2giEnP+kCbzzasaG2dbzDCHENb2KavBjy3hEHzoynNr8fxj1vrZFa687kgjFvcISkc7HX0PMZOstxjreseOoFllv8hto47fNZnqOjnKt/TIDy2Q9haGgdZfEwYO10pqsqE38oO8Qx3s5qvjn67LNWas4cGLuWjnfco4E3ZXwVh005MQHv7Xu/cnK1kw3jTS1vSc0vqaRYSs0xpszE5TxuDbOQ07KPkNiL+O4njx5YzgrwJvGTcaz+jYj3aaOiPytexZOadY52E/eTLKMifw9VfMWjZixifsdxj7qZkkZGGTH6kzreJGQK0NR4MDF4MPD0vZLgAkaqJu16AhhACWwj6xplwwAygAf6GDac88GAO9mUft8SWL6o5FbIQh8oGRm1kKklvala3RioxGg/1TkB8tTutrxX7ORlHQNDvnn7jtlGMtqScOqp4mrP6TkDvPb1+1vvvu9yYjBbBt422gKo8LLtPfU5jvdto32emETjz5vzmskUOwPjvaXs6x9Iar6h+MvnzyMhEJcLqXmAb4+l3lg0SzUXeMN8RkKzVYGH21/9omG8T4t5fUsJ5e4r6dgTOSBOusTX+Abru8/h2x03ABBnmpdR7kzSJMJjU1V7nPpKzo4HdyRh13NbldTcjDexm0h/6fMnjxTbfnd08fyZBG7BojozNEBLoCJqQ+ve9UyeCUU4V0DVkdb5T9gXFDJgy9BhLQFHljkjE0b2LVAESCSDuYAuMZ3n5cDB1n8iZwfgDLDAtSn1BfhFYg4APyOmG5k3Yx9nD+A/aoYDDE85VIL9ms9xBuDYoY92nW9A2ciJv4YRFvMLOGUc4ijiHgHSltgT2sA95zhj32euoNZwuTZKigqI41RYV1xqV9ZO/1dCQlh3gzv1iOcsQ8ty38ipAJhlTULifuCqCxoX2BRiKfkdWTuAGSCGXDzivdMBoTYB1K22dggAbHsrUzcLzHe5nrN7C8hoDACiAaOM3kN5gMi8DpDHSUO5NJcntN2J2kFMuPqIahK0dSVLhGklkUMm2PIYig5E8jh1gj07aZAXZ13pZMdZl3GcYEt53Gj8NJm2NQZQzkS8OI4XnE2mkpONztkenRjAF7LAdcRpG0x4qDIicVs4GCKTOnXJsxxaxoyjfopW1y6q++F5MwhLPu670zUMsmhSJghM5xMltYKxh0kGeANoI6t6Gz/vlTjHQYyFcFjhuAglAPNiQ+zvGeWSWLFSIWq4A7IB855fAtuW8jvbvJ67lV3qJwC4gTfSc4B/Xos9Mp0QoXQitp95TEw++Yoi1t19yTP0vbSODoD39woLOCW5uGO8zXiLjUfy71c43SLGm8SlGqcAb60n6wLdq6pLfkqqNQao3RyW8+fz5hkm4/3hRx+NPvjolpJwXrczjP70OBkC3gZPXQAaI7Fe0+3b3r7Qud9ybjUnWOCXAPbDdvME8O6dm3wC815z7V/3wew2+Ng5TTyObb1AF73Cr4zb60exXxdtzMS5e3283LXtxWkvHQh30aYkCm4f4Pi1B4C3LzV+7Xmjdei+Xjnw5oIFviOOO4C3pWha/IjjIrlaF3gzYCNhSwHvfnI15F1iDjA2UqL2YwLvmGBDC9Pi4+EN8B7uq9cLvAcW64G5PTTJpt5dZxFnLbGRJcMEA25HMYgPXyHwZtMmqzkZzRcF3uFk0catTfupgPeOsm1PB96YDdNi2n9M4D2+scT86i64IR1n0Q5DKoB31OrN9zDYtG5VcrRizKoMEwClpLMAoUia9sy1gvkuYJskaRXrHXW4I9M5n1cdb47jd2oqew1UeSdnnpbhB3AHXNO2KwLU/EvJsAs6L8eRWO205LIwU49Vcozay2RBp12b9x5YInpGzCIy43PXro9uvveBYzqJ764Y765xtRjwnuFkm7KhTgLvjwS8L80A3jwTgHfGCxYAnwm8ldVcrBYs16ql5jJUxRDf+frL0b9JxnsR4O1h0ADv1mAGJAE+LDXH+ZtSbJddwv6Scf7wu+9GO5Rzu6CyZQbeyp0AKJERfbD7aPRQlQUAwdSjLqBXhiN7OEm/hHKUb0FJ7wTniw0HZOkP4yHGpJ3VGjcG6uQTwGsC66s2AVjlqxHTLaeM5OOwd+t2FgUbCpA8vaEMygkK9hWy4FAEjZsz5wQEdA7Ou6XxA3J1YiaNbd57qBAGxuW6QDRZxLl3nEeo1ugTxu2Gzx1tbFnlUHjgJDAYl4MJkH1WY9OZxwV0ndzMgB6QHxXWAbSMe8YN/Y9zy2w0TKS+i4Qdhr/izUNNckL3yxw4qe+pbSRLBOQKLPOe5c0ww2b+Ce2ABYfBpowZYDwqBvBdnAk8AxwTvOgjnpul6Eh2iSEH55RsW4CUfo2s6YBXreBZ6osxFc+T0JaI6cdR4phr2zH84HwicZdAusNa4j3a4rYyIxxrHeqjEBm5aJbBl1laOwJxFKj/DP5pZ5S5CkaWsD5AesSHA9KDpVV7YWrzHF4e/RPEBiEp/B7tzizq5bBAbk7CNucrIDwikrix3hgc2lEUtdLbeukRVmBHb9rPrMGA2wCq3Fc6AQg5sFNF/Vpl15inafx2HWR8z7H53C9zU53EeF1XDewKUXAiPykr/LyJk5eSAGk54B/FDfPHJcHoCwC5k9615cG8v1lqXiRPhDK0wDuSq/lB0IVjwDsc486OL+C97uRqWidWlDfAyoEED5T+srMkgTcqUAHvtfMt8EZNAfAmO7sdiDx73tF4WpOz4YNbtwy8r78F8JYSg16lD1kzGtVWrHFNsjXTdH3gPQ4ppgNvn6W2j7jvBjhPswfGvjrxR9+mnvXtaaFtzXeN3Y8BvHnOcw4fSkz8BnhPPrXfWODteT57TA9hgtcCvEt21MR4LwG8u5nNW6n53y7g/Ton8HHO/ZvLeP80gDfggeRquwbeITX/7PM2xnsZxtvJ1XbJ5CwD7gjAu1gJ4t8CeD9WRmmxTjJYIoNurDw/dcbbHFIaKSyTlYm5u2TWhoqBAtCBKYvYbf3uWsqSvspoM1DX+/SN5d/6GyO9GDSAN8YXgLmcj1zHsaLJmAEM+PtCJlwr4A2ggSU/f171o3WNYsM5LiS7q2YnYW4xXmEM9+WcwSi+qIRr+3v7luci+QVY3P/ujjMuv/3BB3J4CuhL3n7h0hUbaS8x0jXknRQqX9zTDw28LTU32xaG93Tgre/IKN3qSM1/9h/8kaTm/+VoBUZfzwBF1CkZ+msCMHe+/sXo//sX/5el5scD3qpJjfMFua86h/723xofzl8l45zkajtivE+dvzS6dutTG8qCIWbWD/Yeju7f/lrtEpsrZ4pBlo1TnGxh4AGWyFxM4kOMcv42o06/eI7ZkjQ4YxyUFBxWGblx1YcGPJ2EuQMEao4e6Ad2k/At6neviZF2oj+P3wBT9BnggbFYziDGrUE34ISxrTHP55adZw16S771g9oM5QXtY6xWXW++xzpl9hVQxA/Z3QHeSnrFK3IXRMZ3mHLaU5VOnJk7wSnHu8yYADZz8qLGMHO0csQEYI6+5Xfk4i6VZofEuttOzHrEfwPG5QCB1bVEHccEFVUAy5HLgedrRQBOMLUDp4KTuakNrn6gR8HxxHAD3GG4XaqJdYXjWRt0bpzEBo4AdX3o8mQ6zo4Uy6rphciU78zimS37hNQSAbxDhWPgmgwrCiTHhlfSM3QrVh5xvJw2ygfwXEkIGJ8h14/YaFhxgBpsr9UEAEak6oAxmFDGEWM8JdgwwrDswSyH4yDCS2DtuVbI53GQWQni5G30h+7d9x9OBaT0BqpZlq1AeNxT3jcAvhjxTLIYTjD9XwHLvkIl/66EmREygQoh4vypx75GeTgy4eMEy2dKWUByLxhUG3iHGoDyXPYxTAHeNMPZ6/1L3LsVZrDygF47M6JCj9szlfFugfeplTNeI05vUFVEjLTaNw14e6DAeMt5UMB7BcZ7AngTHZ/AW86G9wW8P/z4owZ405WuOU+Mdz7T0MMWexceEJyAXca7DyeOCryHampPgy2DjHYD7qcdnR6d2Xio4xyY/NJxQ+OOY1vPafJr+OgN402nHovxZpX6dQHeB/Zew3pHGRE2W7zyxXizueIpr5JifxuAtxe13gN8nRN4mXOP+z3ZhPrv1JowgwV7hUtGxU68wlM2p+p7pybu8nUw3p14oGK8G+AtoxTgffvu/dHnXxxNah7AG6m5QMkRgLd3Y5IbER4i4Ler2Ezq7IpaCyyQMd5s2P28A9Gx/e36dTy5Oqe5kLhq2Gw2jEJKGrLN9pliaLcJq2oBru9iYPPCoHTpMEvUg3ksJi7KIBFDWsnXoqa3GW2SUHVACowZPxjojvuUQVV1vMuoB6zwgpGhhjF/31FCMAyBkqgDSK5IKg7ogRGHbeR8B2I5YZxgEJ8IiBMnzvs7T/ZcWumKwBEAe11xtk6uBuhIxrvY5XpaxwPe4yzHdKn5OOO9GPAWwECu3gHen/z7fzj6fSVXWxXwRo2NPB/gvS5jG+D9lwDvxw+OAbzVX5IE0//PxKIiYbWkmxhvPeMNsmbLcL8nxntXEm2A9/WPPh2tyFAWFAnpt4D3vW9/ofmza9DI2LEaTExjZFVGdq6a4Eq2dP7K26M1yUnJ9g7wO6XrrAixAf74sgEEoIv/HF+aMlMYOlhiAUMcYtQiJtb76cGeHUZrZiPFympu7KqcFy9YXBQajG8SrFnCrfcJWUDWjfMH9hs2k9Jfzryv61HD284HtQPnEb9bkaHx6JwC+g5x8dQLBwziLNrXZyQD5L3K/B/zSw6HTJhmFt+ZvmHJo5xogGgBJfVFKdwK2O4I5DMvkco763zKx6tKAfdY84nr13y27DxL+7m2NvNZ98Jc5V+DN70fcz/mLC/awDlKuh6xz3IUqH3cO33nfDT5PuPjEPDreOUAywbeZE3Pigdek4jep/a2xpidYF6hghkPIBtJvAh5Ye6bWTabXEnPNEYEMkkOR6w5Gc4B35Q8827MGu11MFQ8nMdrnaXysLvB8Bo4dllygKll1lkaDFCJBLsBbpwjmWmz4cFkewVuQHXI7ZGpG5CbOU/A7XtIxj+BeutQwBnIbYdzk5togHiznziiPCWmVaIMZ0PUTmd+OEa/EsLBo2uMuKSWk6FRVqzUAPodJQSseyfEA2ezHRD2kgXzH+x/yMxjf4nYe0B3SM05zzSpeeRgQVZOQjVqeK/BeFPqDOAdT0XHRmmzqO0eipYV6nhLar527oqzoBfwdtu8BgTnjDOVRH/vqZTYhx/DeEvZJicta06oHDqMd8ZE26HiTo65Nw94t/tC7bG1m8a+2+ytOGfMyce/3oyXfM1ltBkRQ+cciPmePL5jGXQc0Us222N1qGnLn/N1HdHaSx59fqwDRu4RmzLJ/I6rCoZiwPuXpURf82ocSIs2rnftuPF8LSk154kfB3j/j//7n44dPjSw+5/3/y62m3+D8cZIpXQIMd6HkVyNuC4nvIjP2HDYzGpzNPB2rHdkLWWDCql5GLqO0/oRY7yXlZovIyVnFAw9g0WHWfd7E89tgUQQTTxWnmh2u7rAe47XcU6ZraF7+iGl5v37ntc2L2FjE3joTuLzJt8Im5VO4iRTelMqzNGugfeugPddAe+2jvfyjHcCb9fxniI1lzTXHmYj6Rh3hsuWveMt1/yEiVUpJhI3PVeG3RMwa9lBUVgtDK4f99UF3sEaxjNpgTfMBfcXgNyzrJlnNkL0v8qQDE0FOMFoZZ1yuSUz4PoddknGDOw2Bn6UMxIbbkZKddi1tiGHBTADSDgnv8OaFXOIDL2b3bxqegMq6HtAjcuP6fpXBbb5l5re58UYYtjfuX3bsluk7Pe//VaJd9aUUOdaxuRKkYBk+NLl0b27mwbkZ1XP+orqWZ+TJBqDlNzesOHHAt4D8XCvE3h//O/9hwbelPF6YWAK8BZYfgXAO5xgAO8otYeKYE9A1mEWArbnVVf9mvr6lObBXfX9ziOVb1P/Xrv1s9EKBrXAD8D78GB7dOebr+SnInGYQKKMbJ5/1aJmXm1rTpHg8Pq7Hwp83xwdvBCo1QJguSnxuWayYz2t5H8h640xuMJ9AxphkKVKeao2okoBYAB2DR51DzsC04xly791PSevggU1UyepvsYPjpxQV+w42RnXAYxzDhhtStZh7AOkCWcoZhigU8ZygVJn89f3qSdOqANlzRjPjG/m5tppye/JbaBXJWiD+QbI1xxlvvDie75H5lwmJAR8ui/9fCIUg3srOT/HFYvP/TMfmb9m4YvpBhDn/MXyDAdAONrsZNG/XI/5w3JBf9COcnqUGoD3nfTO+0DIy5E+O0bX8ms+ANsVewyWq4zusT4ByCPLNPZN1OGOvBNy+On/Vgh1SJa9yjdWRYZT2Egus0byP5wFUbUggCIOGwTr8Yp1Pta6KlGG3BoHq+XYzvBNjDMOHfajZM9Lyg1IRbpM/DXqHgPENFhhojlxyskBrI3DqHEapZye75g5j5roTkqZcnUz4sRTW7bOfdBwoF9K4HOvStTo/jPv6zra0RaPIdY3nhelrsxOw/rquRhoc39Zxs2AnGzykZCuqc1Nv3ifi1JiZrxtv9CbkYnekn7/S8x/Ae+sU86TsBc4ssDjGDkpxhtH27oyrhPj7aQCfpWTI7Or+9qyiU8TInZ1dFrA2+XEkvF2PLoJdt05Dj1sZO1XBt4fCXjfeEtlBDdiTFqyH33jthstFMjI9zweZoPkJnlagp7WDixHQz2mtAcqgeERkOiQ7Tv/8zm2Z3cO5O/Z6vavI7S3Odjz68e2g7qtmfd7n/F+fcTZpG08TsiEombRV1mc8f3lbe+4dv+aNTfm2vFxsUUbOogJThwHeE+bBMcB3q5z2mG8MX66wNuGBl7SN8C7NwCGBkTPG2ewNTyGFgfe3esfH3hPu5s5+8ICfTH/ZicYb25huHuOOPlz0cgLGOzOAN7f3rk7+kLAe0cMJ/FvRwLeOtKMt4E3ydWuyYMuqZvZ19nA2yYGbJqAw65qMFPHm7JimHVkdQ4z66cHvCNJWhjQPFfAcBjFZXDG6Krxb7bGWXajLrAlpbpBZN0Vw826VFmfOY2T6wDgbVCKqaY8In97WUd2Go7EYsow5Lt1jx0XqmPKAMfAZ92DldlX7eerSgjGuNgTI8m5zDiKWaUNGwI+gBIAHGAJlpt2lkz4HsnY9N8FsbBkWYZ9A1hdufG2Ynov2CiP3N5pEJZBon+XYrx/ROD90b/7D0Z/APCWI+ElLBQxt7qndbGod77+Khlvxb8rQd1bb12bm1zNG3jORSc1yucbjDfAbk/11J8YjL6QQ+y0EpK9c/OGZO0nRndvf6ukcVuj1QuXR9cB3mK8Mc4By8+eKjnid1+7NvCGQfDa6J239QzOKjeAnveeQPddqRpwRl9/5/3RWQFv1SMbvRQQCakw9HfEoTqDsp09sHpkswYgRBiEk/npHLvkYFDVATJhn5KBzPhzqTrd367GEUnGLlw8bwOb8nOWkLtePAkAKXW3bRDMPUdFkYgfx3Bn7AK8LRcXKw4YrvrxMLSX5Izgu8jHo7RXAHpngE/HeQFWK0s8J0M67zAMPUOAN/OP4yum2+O9A9C5fwCaJePEXusahHowo6lXzqTmb8u/cSgAlukHfbctbUr1gZC48y+vSv5WoNbv6b7d3zqP5fA6TzGHIeeOigdcg3sK4B6gj3Ywt83k6viIsQ7FTCVvK6Ox6np79jkMAJDHmoTKJlQ1zqquazkxXyp5Qv3AMSEBd2w1wNtlv4I1t9zaGckTfJdzNfd/g3e4edroZF3I0zPrvmOv4zk6lthybvUHRAohCOpngPr3MLXI1w2AY6xioEa5KwBkM7lydUyG3Oy4PjNDDXAk6ZzCFJwkLxwGzt7P/K5+S/YcMAyo9mrr/9lN3OzHntMY2OxWhG/QFsdgRzgGwJvfYayf42iw5F6OhA7wdiI6XpbNE+OuvmULyXPxbBwrz/17vEffkVuhmLBwuhDHXcBbiQsFutcFvsm4HknXorW0J2LykcKrvfQL1UiUm2Um8GaOcZ+McakL3vvwfQFvSc0NvGG8GUexdnQZbl8xFRDRb/RRbgRT/nH/0tAE7a3dH8Dd+x6/5jMJxjsdPbNPO/WT5YD3FEtxHg050aZxEDh07aFbeQO8J3voNwN4h+04DryXwRST4/QN8J4xm+ZNwj7j3fdz9Y99rYz3guUUhpQK07phceDdPfp4wJOy7zUAACAASURBVPt4zHZ6cKc+09neyJ8M8Fa7yWq+p1CMB2K8jw68v5Y091chNTfwFsNEcrVLlBMjq3nEmC0KvHcA3jLsYUOQwVoq6/9CVtavvTy0Qb36z9vnHo4/5LzBTllWro9dCoi/UzFTXk5nHnb22mC8HfsoY8qxjGajotyhgRjMmwzsAsywW5WczaAA5kYGGux0ZHtej7hDGyQB0A1qZGA+kJzXbLgAy2MBobNisIn73hNzyXlgwZDrPhObCctabSPJFb+TBR2wDkDavHvPMejvvf++/o1YcTITv3X95uiBvvdESdiuf3hLrPdNGXRkNf/NAN7rFy8LeAcAMeOtfrnzy69Hf/nPkZo/ngDeNrwbtmeakRDlhnheFRZAwi6eyVPifB37e1LA+/rojJ7h/ft3neAukqv9zPGb1N3maR8KeG/e/cbgZQVAKB35LTFSly4rTlnnPFCt7DvffSvnysHo2tsA77dHJwXcT0iCGoyfxqNBRTqKGMNqG21gfFG3GwCxRgIxMfFPmJ8C2KfX5CTShrOlvymHtaoxclrllTjXOuW2dMYthbHs6zzU5D7jmG4dr1ASg3EBWJQUXDVk1k8T5IYEmxcqNT5nLjCPiCNnnpEIEPk6+915165XcjW/FyXxYOHZh56SsFFtA1CZqc7QDEBzScABY46jTqlsE6cNCE6g6+eeDgbmlR1lGvvcB9erhIY4xQqMW/qd7KoBN6DSDrqoc839lIOjQkm472Lc3QG6Pt83w65/cZzVOlH5HpysUXMY3FnrBWsM13JiLoPcGIOxhkRSNa7vcmWWLYcTxKAfJ4UTxIGxKTUHewyzG+fzqQDgKbFGSUEd61Wt/XbAmBEOZ2HEosMgx/gydHKsOSAzxkjg5wRVnJvrEBKQDLGzguvnuUIcKo4cuTVQ0CwwgNYSbFOzBL37My+0XqPLGOV9bIZIcMd65ph3A/Ng7i1VRz1gMJ6x5I6DD1Y8kteVJzsAufNXuNZ5MfK0IeLeTygDOrklLLOnhjcAGidCytHNettpwKnCGeIyYi6yiZNCiQ5RajrjOs9yFvA2GtUR4RCBtV6ljrfWiVMA7wzXcp8QApDJ8Dwm9VmUE2uBN1LzYKuJw8e50UrNCTd498MPRrduifGWY7CAN33P+G8Y7xx0k3/P3pWnh0K2zo7xI1HAHJ35HQK/zecL2r39uxo//xvgHVP7DeMd82qKIycQ9xTg7QV35qTprm/TvvQDAe/YwENqTlZzxW81UnM2k9hAMVqRmEeMN7HexXhHPFQx3uFNxlPabrzZM7NXj6U+GWeEJ3wblj7Fa3zq1pvtEY03cInrDy0+Y6dKL+TQ6Y8CvPsOg9nt6g3YWV7HGVLz7tGLM9t1x/3JMm3yzJ8kNgQ6HbiMoyQcYbOuOfuptFJzvMVVzzik5nsHqhF8LOD9lYB3xngztyrG28A7GO8VGfgAbwyekpp7VKcxZnAtgwTpKkb9vuTmsAJORMNCDXPVAO+h0fdDfB6bRwFuDCJ7oFPiaaPTxl0k3HHMI4+N++gA70icI4OKZ8JnAJ5k0Fl3AD4cg/FuJggpqNilYLCJXV1x1mgYQIxmpLAY6AbLUi4Ua1g1vBupupoCUKHeLOCBclbcC+AbMATrtacEahWG81BhCBidFyQHpqTVodpxWRJorgsY3FdJOup40/btBw9HF999b3RNrDfGOUapJYreOGKtgqOYvo1Mm9tsRPONKzs9sOzHyonNi/GOOTgtq3k/xrsY7wDeIUcl/nVV/X/vV78U8FYd78divJXl/ZoY703X8d624Y1iY9Z8DcY7Mklblg2o0pin1jSgkHh6nvf1a1dG56WIeLh5X7Wyo5zYWwLeKwBvS81l7D7bG927/SuB031nqqdk1seffjq6rph72O4nat89tQuGF+B9/sqN0ferKjOnONATYq8axjS3d7Oxag8gYU9jYlsx7M91jVWUtBozxJofEtvt2HCVB1O2dfZZQDdKB+K+mc/EfSNZhTFkXDqhIKFgukcMdJQTJDGjXdSAB5jAjAPG6eg9OQyQjOP0AbhHlnGALcnHAggyaUr6DejGEcTf1PMGjOFseJpJ0GCqAbzMB3IfEHPNeGdeMKeQrJeiA4DOnON9O5d0HKoP5pRjyA30eH5t7HZJzunPit1mnFk5QKgb8vIE48zrSjbHfRHyweyomHCuXWDczH069Gqt4fyRmRyHAUnaIl8E98JaAMSsWHL6Gt7fABrWOpnhkMM7cjedCjDdEWfOu7QrkpaF7LlJnEVD/V78BFjFfgLEwngHkCcZo8E1zyoWQP0Qqx2SdSrLsJ6ZqfWqULZQyOIBcoC+E2ZRA7ySgDDAJ2sq0mtKxCFZ13uZNb1lnVP6jNzbTHlkWSf0wftKF2zbM5DrTDpGKvu7S5vhQEB+XXHxMOM4TH1MrGtVxs63Shst0wZ8BwseddJpZ4BvJ6Gz0iHYfq+NxGcrWRyx+rjVuN9nqFGyBrm/m2qBcca7gHeUEzt5Soy3pebJeBMv7gt4k3FfOmEb/cq+va51/6LW9PNX7Tzv1vF2OTGcNH4+OrfGWBd4n5OSxWOkGG/fS/2UzdL/27c78WrqcPsTnCRl/07aPVbwzQEk06/Qvjtk+8Y0YVy0bZ9/znHrfRJ4L37tedc5akz7UH+8ns97z4258HouNGOvbZ9JKRHr8hNYa6xd3Vw9MRaXUqoXarMzrj1xYw/MdECkmmbsYlORX6e1dY3p4/QHBN7U14xspiRXY6P0xkdJEBvEAG8t/AbdUVZsnVIjju+OTKeTwDtiv8Oj/GqHTlc20u/iCRDLWrTEwB1eXDpnO6Jnb1ZzjsPGz2z3om2cYqy/Poa73wMtUOgz+UcBznX24wNvJH0Rmcco+iGA93oC7xMJvCtbfT1fx3iDmTQ393a2BLyV0VwSaOLgTsmwB5x4xGf84NRyYouOiSXmzbyv9p0l4cVlHmEsxtoQRk4ZucTHxRk51ga7DTYMsqzhm0y175YO0XcwnHkBJDDeAShm1ji/jBxnvs6EkcXCVablKrcEWHAdboGNAigR9x11WvcFbqi5zWfbJLUjblxrIYmwqAEMM06SShwGJcUl2zkA5ZIynMN+bz8GsKu8GCy6/iax2hkBRMc9jgHv6APb7UutYvMf3HLAu30+3dwHbhcMdC+52hjwdiyoYvJh6/Ts7n3zKwHvPx4D3vcFcJ8IeJ808A5FxLRXvR8KBwxlzUoUD+kNR15N8jwyz29of3ooxntr86Fjzd/66BMZyheiF2EgBbg3736rvU7x0hpWSNZvSGp+48YNG/Z7Aq+PpHp4KsD61s33Ruev6v1Tymx+UmNJEuFg8WDyMWPD4Ajb+aXGwfZoe+uBE6oheedfspk/l2Pgua73/FAgmmRrul/iqcnOvSOwfyhwfVoO7QuXrxhUPnr0WOz5E4dV4JDy/aMgiAEvcEviNUmtxWgzFp+prUjun6Pc0Di8pPMA4nAo7at2/Hmx+QB3gCOsPHMDmT1j1EnHSK5KXXCdHim0S/IB/FGRwMoi3055eMmqXedcxzrGWccVMOZ9votDqkI3aLaTpSGtTqdYMeUhY45zRI6ZUK4UkC5pOePWtkjnelyzgHtVNQiZPEA/GOs6T+0lxVwzswDX9Ke5XYw+wCvPlR/Lp5O1ThMm1qJggHk1kvx0HOLg43OrAbweBZPNqzjqAEAwtGG9eDXUuLZCAKac82K4WgYdDPiKHD4wzk58h9wb1wDLXoIpt5kRbhYauM65yVwP002CMu4w6lkTJx6JveJf155G1g7YJqYdkFvJyZBrm0GOtTVk2xhVgP0I63HhLAPxlvX2emXbLxQDnjMG4ylj5/Psyzgxdx2qFnPFHiPBglve7fj1YMApYxauQJ6R1AMrcqSuK2SEPB5q+zPlO+Ffs/wG84zTfBZue+2KmdW8Ad6aSyr9heMbxrtZ+egXS9ejNB0x6qeUqdyMN8BbeVp87263rqdrcEkXl7MKQIy3Klh8+NGt0Vtv31QZQ1XHYH9ugDdtmwW8Z7F97rVmDAW/nnthZ69opPWlOkg7b8jOrbN3/x2yMZc/57iDeN7x8dkylvz4HQwlhhv79g9sH41duxcm1jinpj2QY743udeO771923uY9Bp/nkex3fv3Wzl+wq6NuTv5mjJHppEP+VxRUc57vQHeM3rn1wt4L+p0mIztHh7obQfNXhQXvP4PArwTFE4813ZBxYPbXV6PMnnr9K8FeD997qzm395WjPeXX4gdWzbGu8t4l9T8eiM1XxcDtiIP+jzgzfJGRnPKiO0ovvvwqbIiU34FUP4TB97dxT6MRZhvgWbkfIBjEkLBHuYgGFtnfW/J6KeBjFFaxnCVlAogThKnko+rHjISRctLwyiuOFQM/QLYxXRj6D2SxNxstkAQQIUs0iuiMGHMeVG6aE8x3LDsF65GHW9APeAGhyT1uc2sC3w8vH/fDCfx4YCnpypJd1rGGiw5WW9vvv+BM9+a6f41Bd73vvnCZdPGGe+Qf65RJkoG9ea3vxr9xZ//SQLvcy6tc+/u7QZ4B4huN/++meUwBRhTJ6wiDEGyZbFrwX7iVAnAhqNs896d0cM7d1TW7LwY70+cXA04Qqbk71/sjx7dF6ON9FrXfCbQvi4QSpZ55N0kHnv86AFElwzldwWG3xq9VPKlF3KGvZSRjqzUwAxsgTmI/8hy42dihmGdH8O9jU5rvHyvTMjPNT8PBb73xBA/lYNmw4wXXaNYZ7WfDN8YAwDVDRn0AJQnynS+o7hwwOolKSesytDxsOcraqMTm6lfUU1YrspPUgWOkQbk4CxE/i5HAnW6CZ0goeo2jiDNhwtK8oejaVcgHvYaI2ddjgD6E5BH7PgzgXkStjmmXOev0nqAZRxHPCNAPO9XuT+3jdCQZK05rp6TcyUQ+53vmQXNF/dQidQA/swd5hUMuh1cuiZx7PS9E79lLoaKK/eYYC1xYljmesTSR7bryDbPy9JxJ89KgAyw0jgAuAU4TBvP2DBY7lpjYp/NePFqdzoGK6t2I+Ou7wUVWN/W4WWgxvuxQ1eCsnjD8JP7SYbSEnbX6o6yZlECL0C+wTfrZjoSSmpvVVADUdOBZ8AMFsXJEBm1fW+pMrJTxJnUkanD8CbrbOCt76ZygZMw9uhrg1zOl/cRnqhwkuabbmclYWuk5/4+6z2fhZrF+N1J5iK3hx2tvm6C7yqv5udIZYDTWr9xtgl4ixx6hgpGjjTK1z0nJtsJ2wDDAW5DEVbAm6sS502cuM6jTOWnBbxLas4eVNUdcPK5xB9gWaeA8abUIOC7gLcd9A3wjjrezoCvdr37PsnVPtJ6ckOJOMWq8/x8rlBxxSvZu4byq7+nOyPjmBpLAUz6scw18gq4FkO+PEguUN8ZyvXrRGK3aTbnNND8BnhP9OYb4D3WJcPAO91jXZrci2p3vJUxGfNoHHhPjtU3wHvKHPdS3YlT6fvBflqM97wFc/Lmjs14H90h2DEG2nb1Ge9ZUvPpgobWgxtn7Hir5khhA3i3N/LTAd5ksZXBJ0UIWc2J8f7881cFvNsY72C8h4H3ocDCtmTmezLOX4hFo+SKzMgfCHjPcqBMn7BdB9K4lxUGr3iFiGcsG7Ude105JbV3g20x02UjkrjPyG5e0nAM5VWBMw85DSUnZkO9IyOHOtrBRIUhEUZyMGkY/bxnxjxZOQCHGXABEAhcNgKMfrOFAknFqnPtHTHgNG9D4IDfqdFMpmkSsfE9QLljb5XoaUVx/I82Hxl4v/vxJ4ojF+P96wi8pbTYun9b5bm+DOD9d/9g9Af/6J9Jhnl59MLsW4AuEidt3v5m9Jd/9seWcp++cHb0lhINkcQMxhsm2jXd0/iskTTN+bjmMCdJzQHaugYhUJUZ3xmfda6th5ujRwL1J8+eH928BfCmTjUsk64jg3zr4T21dyeYuuIiycLuvAJIvOXIErv41o13FBMdxvX3YtYi+ViAWsai4YYZNf55bkn2tvIuED++vkrJoF0B34eq674l0C2GXQN7Tca9VhPFkm9HXXCNSWLQV3VPLzSvccif0nsB+nQejUde25QjE7Cn/Bxx2lwUEI3DBxDucp86jtcOQFrHMwaZJwBpgySx2kiaUQxYDaKLkR3eTi+zkZHsq+YG/wKADYQAtajh9IPiLRh0ZfXXPVfYhlVxmguOu9b1mFcGxgmwS0JOmyp+HABdTpNi1W0g5fVg3gGeZsaTfXe1Ar04N9coFj53msB+mem6u4dU3od0mXie24YQBmjjvUNVk0tNMOEd+4whE4nUIswuIG18oeTosY7FPmbQ6WPGjbx6320m03f2sY/TAU3YiQ8jB4aem1WEnC8Sm5l5TplYQlv3VYTQELpjOO4b5PkG+xxy71pro1UpXWdEp7ycsRcJyjKhIEyzkkI2id70dzD+WYfccdox//iJcmnxO90TcvhQIjSIPPsHMNxVdXW61DZ0nKdi5q0R0D0S8kgWftXfJv+CQChOgL2DXTlE5ayhBJhLlOnHDr1pwDvKiTXAWwoSA2/3awBvwLqVADi5yIzP/LTUHOCN1PycFWbUHTfDTj81jHcC7/coJ/axFDQAb8JA9H6y+kj6oz+6IKL/tx/S4Gsua+wemh+GNO8CizPes+ze/rXfAO+J/n4DvMe6ZD7w7s6ROSO3+rTPeM9QNiwFvCcA55iXtW1UeTjxCFeMlTOeZh3vp0jN2aApa6Lv2CNJYg15Wp1NNZMGrVMq49dGaj7NAzf9Qc31BNpr23kNSuiPDrxtDCzebHuLj/7yDjN1Deg2YTngXZtrnsGnjw1z2rXq4sGAtk3pb9LL3uORpDo00QZBV2oO8Ca5WifGey7wjnkDmMTeOpSRv/vozmj7DsnViPGGFeskVxOrRlbz9XOXBoE3G/YzgTniuw90XqSBxLRRtqVivEGJsSzN2GiPLKcKA9xGXkooh/p4FvBupJ2czcxUSjLNcvgB+HHD4ERCJFj9MGRbuXrIPYspLyDtWEjdPccABizrM0BXArME1U2mZhnxJEbz32LjSvpamaT5e1MZyTfOhTSXRFUA8ipFBnDhGvtiFnnWF8VQ8uxdN1xrJkmtdsRgUrqJtfWJZMRXrkm+rPve2TsYXVY5sSvXr1ua+dNnvFuD3c9VjO725h2VTvuFARjA+x/84/9KRukVivj4uVC6CYP70Z1vR3/xZ3862hYo3rgo4C3Z5d3b3y0NvIm3R3Fgo5+sxxkH59WZDPi6JpLvJ1IanBTjffODj5WUXDHaABB994RqBVdNbYcYmNVLuSzQX+dlTFOHGcn2OWWhxxlGmaETxNuSTRkZLSyqLewI/4BF5VkjE3/x4kAx24w/scmP75nlPyHQTUb7UzL0DwUMAOTKky7ZqrKXCzy81L3sP9r0GLp0XSXmzp+zDJ5QBec1yBJkK5Tz1JjcJ1mfxhzXPS1HEGPQc0Mn2BXQp3/WBSSI1WYsEv9NLP3l61pn5DSirWTk5xhKi/HvvhIG4kABFAOsOSdsM8cC6AyikYwzVpOhduUA9SNOJmKc+T7x4z6vzsE8AYgzt3hF6TTqWkdMuBOm6XccNC5FpnMD5AnLAKVV0kOGm+Opif3OrOUcw7FRuiwcaKGGaOWHtKNAKGtCJN3yCh9SdJ5lSsTDuZAJ1lh7nM2c6gWx/sSyFOtRSNwDeLdlEsf3rvpeAe9izpv9rnPdaDOMbEi0nRXboDPY5LZcWQBuP2ufKJKgle0SzgXNEYE7ZyFH5p3x1gb7/drzwDH3Absv5452hDODuRCKCpcF0yZocOkr8juIOjKrV/JLgLsBtudRG7vtBHDESqt/SUYYjoYAxMG6hyOrqQecaz2Lvrl7O0PoH24fRwzKD9XellNs7RRrvPZZsfRPlV+BMJJnSpRIXLbrgSOz50mNMd6xPzrGWyB+TQnTQmquc6n/w16Pe/S9IM9nH0JqLqBPjPe6pOYrKi3mDOsJvOmn8MWR4R2p+ero7XeVXE0O1huWmlOtgDWR9aMda7MZ79mGYFlt9Y0fB3iHpdFee1Z7uzamO7eZLJPt7oPydl4t+5uvNAMPTT3XwjHqy7Zkge/3SKma+wscucRXug6e7mGzpeaL4ZGu7V4KmCWaxUrWY65/FOD9P/0ffzY2gocGT/fz8KaOg6kC3bW5IMUEYCM/a2K8cyN8roBWPmuSq2mhiMRqUc7k1wd4h0d70dcQgB16BuPXWQx4z3KazPNNToDy9H4vep8T31tAar4c8NbQHdcJe3GO1+w7wzgdZ7zH+7B/30MJ347CmLdsa5Ywyhi2QzGVAO/NSq4m4L0zU2oeyWScmg1WVnHYu4/uJvD++njAWwYAyaRgDp/u77juKV72iEVv+3gu8O4OgKVAeIDu5Kdjw4Wt4bcZE2024x3NtbIwFOdpAGaco9losXaKWeU5EjtNjwKqmTMYhSG5BE9Ewp0C7x5lMiSD3RZD7gQ9KvNEtmMdW3GkrGf1O0b/Q0nM+ZyEVQBJ1kzkuIAUiKJzYhtJ6GVwIucjxhhggGNpF7HGgHIclZSGOic5LgDiicITLl9R/K7WUGS9pwW2SORz596mGcx3lfWcpESvBniPGzVl0NUjdz8ZCTxXGx8oC/vD0Qe3ZiVXy03ajyrmbWPgY6BLbfFk8/bo/ncC3oolviXg/Yf/+X9tNuhQhiWPx8DGseB3xHj/qZj++/r8zOim4qrv3lkOeHs86Jnxw3ONWFpiLzsxvWoppd92NT8AtVeVIG1VBnXUUma8AiAAexjScWyBLUuS+XGm56gRvar42lOK04y6xvFDqTAcz/QFYAU2cVWJ2p7JiU3is0M5JFZPSY5r4L2pePN7Bn8XpWh5pmRuJHijtNgZjQcMeXK6G7xITcH6eE7jj7GC82dbsnfX87580XkE9jTGnFROgBWnxmmBaCTYjHES1a0AwP2ggscEpBMSATgF3JCQjXPvaHwD3B2PnbXCsQWe68elsgSaYZgZvwckFYRR1w/zijnj8+n+Od6JDPUvLwMwwDEstdrNd0p27lABYrT1rxn4zL7OsU6Apu8a3DiJluZ6Mt0Azco743OoHXxWpch4hjwf5iDjge/y4u+GKVc/u3wYYSc4YBxXHaDTpcL0wCNDOWtGJIDsAu86J/cVYLvW2gL5Efs9vud0VDwJrGOda+2zcCTGOeqUxUqXVNyenfhfOCQTjBdT6opSMTvd3w41qJhrgLUzqsfaF9L0UG14LqfSwXJ15ir3Znl+wGuv0cbjWaTSjiYcylnijFml+RIMeQBtJzSzgyOBtwB4xI9Xfe2ctynhju+DVgHW7GMBsOOHPaf62AJuq1ECKKMUUR4EgWfaS0z7M61JAO9D5XJ4oT2jkZonkHbelkiWEGsajgmpWVYF4Am1oPxXlERjT6NNWg/IGcA96t5xwMN4ryfjvaLj7OCgo5Lx9q0YvAO810c333lvdEu5Jt5+923tIQrFUHIJ4u7t1PBDr59wtLQbY/3t5ky8qovKSornOeu7qHSOyXhPPXdcfTnbmCP64Lr7dx+Y95N3Tb/HWe8u1bal7KHl2jH47R7jfRT7ddo1PKIaR9esVszHK/NCX8NxNr72Ddnm01pxJODdTp3mlGPXXpbx/qkB70isFkk+fiOBd3lY58yOpSZwTza56KLQGLbz2tF3Kr4B3lN76ygL1yzg/RwmqRhvYrwHGW+YkoDDLeOtGO+7At57MN6ZHVVe87PLMN4JvLcfPzTjLetCV8CQFAvTGIOw7S1YmrvgL7HRFOti1tgxfJguYbxNW2j7ntL5Md5h7DpDsg6EOeMaAO8w9nWfum6ALjkzYMBTVgnjFsZ3JILi3l3f25mhKTuGsRqsEe9XLCmMHN+vWt4AHV5XBJJh7XgfsA7DSj1lvs+pSFrlkk/6+6lYQgxUJ1xTJm3q3SL9hdm+IEkwMbO7khlzHb4PUN9/sqts2dccuoDU+OY77/xowJt45g8+/FgZti8KdGB04wDQc012iP7ojqUx4K1ERk8e3BltfveVWdFb/87vj/7wn/w3Bt7P5KgiKzQqhZMy0rc375rxfnT/niSaAt7vHAV4w4CSiTpY0zImKn43gLDmqdpyoLhqjOjzV1R7PWvz2txLQ76WTO6txnOtF9R9hk2PmsDggQBFPr9+IoO1gGVKel03OkHfvox+QAmJ2yhDtKeY773th06cRR6Gx3J2nBAAOSOnzDnVM9+TGgLVGSzYukIQABUGETjGASr6IcnaGUlUmR8P1H8A6VU5e4izLlYYIIyz55TG21l916yyAIPFUN4vIs7Zpa/AU3o/Sn4ByMLxlTirNWA0xSsJGg6lcmZxLeafQXunpjjn55wlj6c/Ge/864zfSQY4gzhKFUAi88tOypzzeQ7OzQ8vq/ByHleSNo6nH5zMzdnEAV+EnkT2aZxyIUUPBtzOFRw0RE7DdKf8PZx1gPKKAwdYtk68WFLr+ecYaFQ4EarSAulivyuxW4CJGp8+U67Rs2yJYsUtP6dlvb3dMdB+pmUEAB7DyVLrs8NwiI0pFAbYdqwM89uzYAwoWZKecnQOifrWHB7tP2XgTjI6H9kcyzpR4ybilSNRm2O8zZan1DzjwwHejD/qjuMAwclDzfHIsp4OD7PTlQwu3jMQt0ohADPzemNDzinKfwnYniTTuz4i8RpZzQ+T8aZ0GolHfQ73WzrTDbwjuZpl+DrHqpjrtQTekZyU76dDxGMngLeGiTOZG3jDeAO8XdJsNvC+oVwRBt7vvWPgvfKKgPdYhPeA/RrhMW+Ad7O4zfplCXto8FzLfuE1A+9Yf2YB7DfAm/458WMBbwyOKCk2zngDuH/9spqPM97zPIKLzJGfCvD2AMl9195uGzQzXJ2L3NgbxrvppdnAW1JzsVUw3t8JeH/+2edzkqsl4z0LeFPHG0OGWLEjAO99EiKJ0TsQs/e9pLNI6E7IJfm6gTeGzzKMd/AnZXi2C7CjlAAAIABJREFU3qIyLiPZi0WLaUeGYWWJZRpZY9fUfUZipPo8yvhUduGq98v5AewhK6WsmMCkEwopzhv5rAx5AEEZ3wBsfi9gzDGVWI3PKOOEdJGbiUzIcU+OH9fngALHvMqQtKHqOFetocSDW4KrJGubkliTHEpG++7WjuTESrYGoyc58HlivDH2Xklytf5aMCkhMxhzLPQDA8GG8cbGdTswS9vjhoD3g9tficl/Mvrwd//+6D/6J//taP0SwBtHCNm/HV2dwPvPRg/v3dWY3xjdFPuzKONd6y7P1YCMUKdMmhXGRMlxg0dxbW89X+pukzH+JaDM8a6VcMpwO+JecdYw3qCpvLCG6sZZm11KKJI7GZwnQ8dgtTwZY7bkyoVeKRumxGq0j/CGfSXkeykGXKPUZcYe3v2OQtySqSrhmeqM72keP1P89qqY6/PKcA8QJqEfmcqpr008dZT5VN1ujel9MdW81gWuAeTEbdPGApxI0c9ozNFeHBDcF7J5xjOAaEd1xmGUSYJGiAVzh6z8gNM1AX/6lvORm+CFAlpxHBFixouQNEAS4x57gH4wINZnJRnnOswxvuu8CfrMMcdI5Q2MKfkUifBI+Ma/zDEf73kbdb7LiVYVB5zdO6XkVfrLjwvgjCPBcdLFZAdQ5APickM2HQDZY9KMcGTltkMFuAiwS8cKa2mx0JUTwmUK9eVujogArMFqV43vwMkpBXe7YlxVDDm/R4x4faddF9txnjiT43LcGhAz7rwGB/g2Mw5LzTg2s805kY1zfCtVj2EdLHb4PozU0yET7YiVOt6M9ZfvhFPC9Z+zvaHw8MV97QDxoasJh0fOHwPmiJGmvQ7hAHCbGQ/G2/HhCb6dCM3KLdRLOLzIuk5ps2LNaXfsP6uSep89d1m5Ni6Ew0UT2MDYwFuMtxOsqYLANODtFneAN/1m4K3QCgFvErYFW00/8ABpVsjMGSNOrrYs8L75jpKrfTJ65713A3hrfTgK4923X8sH0yQjTceWB1z/pft4A7yn9sz4m7/hwLtudiireb+n/tYw3v/z//nn7YqcC+e8YdMFhbWod79vGZ03mkySklKvNsY7SoqEUToe483GGUwDmyoAHFkX3nJJ7FZlPDqeKGRbhK9gnB61nNj81P+ttzXuLTehvNGQT7V37V+7vTiATZcD1py8NU6XP3a8nWPPb4H1oZlA/NLzis8dJ3x9bGSF4TGxTnvzbV/LSc25yJSV3291Pgj7t3lNa0evFWMnDXO7dzOdjunL/hZxTrSbWMibwnCQEa15s/f0hep4Z1ZzAe+tlJqHIZeGUTlBYBgw7tS+Z2Km95Ca384Y7z0Bb517RdlYiRMrxnvtrOSk8qA3Wc31nWIY4rS6Y3nf96nh3Qfe9uYj0Uu2w92SHu5jbCbjYyUlfzgNkg0ZkzDVe/mIzYbziM1CRz9i/ZUsvGV/woC1YesMusHG8SoZsUv4EHuoz5EvV+wlxznpDQxcZrw205cyUkBGMd6A5KjpGzJ03jdISMMf0BAJkl4kmw3YPhGgRe0nEznXIbmaY2Z1P6yHrJmUhuJ7lB/DsET+S01v6rheVKzwAwFvmMizSvhFLW/A1Cklv7qseF5qOk8C7+i7eOwzxnh/ivXnl/8O5qZ9pUpBxu2W6og/FksawBvGm4uFeiEE//XKonr5fD2yGFpivHce3jXj/UT98cHf+XsG3iRXM/AWs8M4CeB9z1LzBwLe6wbeN0f3lXl8R+oBx14bPHeuiaHYaYEhAcBbkm5+hzVzpvNkvo0DaFeOBwx9142WQQ2Lb9277wrWKvZCZ4h2Loaau76zAC8JeJo9JGM9W0YyYrw9/i3+iDjVky6xCSDHt5GlugRiia8mESK1wgEb56Sq2NBY2FMyth2pDihLxziAJaRsHY/80qXIRv5In5NIkRrypwj3sgpE8muSnQGGzRaOPOYA7tyTw8eUjyCAd5QBZSwcwMhrfMZ4VRZ37fkAb9rP3+tk2Ae0Jxh3hnGSs+lalZH8nK4DcGc+PdF4LyUAz4L28jdSdkB6xWh7LbSsX6BK12Ieer7pPebMoQYfyhLaxTE4ygBPlaQNJYzBuL5vibr+MxjW9+xk0X/cOzkAKg47pOyVKI3nErWy61WgnPcLRMd+EmsUQCtAcjgP+L2Rx1vG3l6rG+4SoL7srVbW3gX7lZeiAD5t6oJxAB5jwPXEzV7TrFAwlI0U36/xmuCZdTSl4i+beNWa/3HvAOmQkXORXGOYPf5alXMMcF0iXy9BBujJlnONZMnbEJ+chNnBNkv8e4cFR3UA8M7YcAA3ABynFvHhGtW6b5JQKuleseGWosdJHdahMYra46xyogC8Xx4S1qGcASrVR0Zzfigr9rwPvPMkkb8lnAZIAIjxXkU+3jDebfiUR4MdNwG+X7zUetYB3t6vO4y3Y7xx2uFusNRcSRoFvG999GkDvE+xPngfDHVWjTnvjfW3QX8A/1mvrokVjyfema4+07PTB9NtrNnXaD7xcJhmQEcDfd4Jg7t73v6x3b/7dv14e/p2/fzWVoflv9OaPO8Evc4rc26BHpr6laOoLpsTLbPtT7l6jSaPiRxOcwdUDbZcB8YBwPzGhIlyvAaPnaJsntic4+6mYQrf17h9M68Vg1nNlwXe3fjGaROkC7wt00qPNP8eZB1P1/KWUQDbPV7HW7KtjPEO1js2QXu+E3hX6Q5L6jLxSHh5F38Y9Ku9q3Ne4/c2zuZU3eOjTpLlwPP4tZc7tr+wtJvpIm0P06B9hSd08RWm772aOl56p5tV17u8rou0e+I73MQyBcN7AHK2bCY6aHLRG5Za9YE3kluDOz3ukpqb8f75Z5Ycs8VizBVwrPi8YAsALAW87ynGW1Lz+8R4q3YxxpwcWTDeZyQ13yBZi8qJra6xkUeipIhHayWEXAtj1sA7k6sF442UrqTmGF5lqNEGLKvF52D/GU0+3zpXbvI96RL37/HZGT82MIgNBJiktLOeXTv2+gxQGL9dpqZYkmK/aGusOyRrCvDRGuaRyMlsttk1JZQSA805YafLAcl3Kl41kqHtNxJXDG3eA5g8py64AAfvFfuFEc65YChh4YgHB5DTlutKYmVAo344I4MOYEqc+gUxncQM3xcAhfG88e57Zjsx0sx4w8eUoe076ioZjjDLPGfGn78dIhozW6pXHYz3xwm8w5i21LxzTKw3MXeqqoRZc8VR7ihD+IPbv1A27yej9wW8/0gx3uuXrgh4x7xYgRHW0U8e3LfU/IFqdxt4vyPgrbhv4pJh3yOOs7eed5rtuEw/DyXBk/rgyfYjM8onAfdIpiH/Eogw71aYNw4TEKsK28qcUFucsdhX42YwjIMJrBfAwjt8AzK4eZKptSZrY+Dm8+HzGKv4LZxSsa7g8XKwpwzLGivUCbccW46ANbHVpBGEnaeOdyQuU3mxfcnk5aiDGdwQwIDxRjYPCGWc41xa51hCX0joR5ZxgWASFPJd+oRSaaxjpwESxFML2BziqFAfRuhExEe/UC4XZ4YnPMJhGsEQcyOeV/oX5hpboIBvl7llLTLoTQdWyf8jQWuy2mobrzoPx5vRVjs4rxOjGYgLyBJDnqCVOcRc5lmUs6ycYuF8Cyk5xiUqPa+2XvdCVo50nAdr5086ZyIvRKzVxYIDnnFk8OwsxXcN8BiHjIvYWsMp2GWqA/COy8jLMuT9OtZrUrLt9XsA5g5Qata5dr2LMYmDM5Kj0S/Uhl+xiiT2hjqf1Rg54sxWa3JSnjCAdyUO9NliaJcFW6WsuL7XhFzTczIE893OjJKe+6u5TtVcMPmea4T3XQ7U9ywQcn/oSSXodpkwM8iRrC3KmAUjzn6mHdPx0i7hdRiKE2/A7hIx3rI/z184r1ANVQHRXokygwSCzJEDJS5EnWTgLaVJeBPZH91bHh8N8Gbe0monVyPvBjHeGgu+t4TDPGOz9ZFojuomp7RHU05sXT/hKA+pOUy9c0hYfaEx5jVnbXQD4P1xAO+zZ09bal7AO24qVtjAGGndJdu+jNO1nsU0kypcJsP2T/O4e78M2bfxOT+zJMvzrz2PcBu69nhTj2fvxBxojZcmtGNWxwy8fyzgfcRr1mH9aw/VsO5eDkVG9zV0H0OfL3UrDitpX0PnngDeY0B8/MpDfXDixwDegO766QPv8JpHgrX19ShX8esGvJebwEND5ccD3v2l7Q3wnvKsfhLAW8asFgEz3o9JrtYCb+I9LTU/d2Um8MZBUmySjbUC3jrftup4Hzi52tMw9H8w4D22JE44N8aBdwc8OwOu7tklbSLREa/unGw3b4zVANLBbIfE03VlU87ohEyAhTSIAQEThnHKHjFqACUYZwAFmEHiuZ0ASgDgkTJgb4hBqQRrxfJRyxhWjnZR0/jytWtuB2DBMd0Z6802vavzId0NaexhI+PdEXvJi1JPW8o2fUaJvi5cuDy6LwacLNmXldH8nBhiMuMG8A4A3tl2OiEEQ2vSlM8HgPcjZRmvGO9DxXiH1PyIwPt3fk+MNzHeYrydZTqUEcQ7A7zNeAt4r8r4BHhv3r+7OPC2S4KYf5V+k1FNXfCn5DigyRiyKBzS+ItSTyFvXiE5Ggn56F+UKQAvDGWcZUrIBWA1qwewLkCEgdqR+OpAG+jB6iQo57vpRCqwHo8t1B12XBQ4Qq5e4MIgS+3AOECOrnnwTICBsYwE9SnlkAQcnlLmS2NtXUCAWujEfO9pDHLOsxcUvoAkXU4LwDwZxXEqALJxNBGKwn59SbW6AWlbijOHrcbgR60BeNuVvP1ACo4NJffjeNpBjXniWJF7k8OAF85FzgnLzbygj3BOwbY73j0TFlYMN8nYHIOeMdp8zn1wDrrDlVEyz4LPg+wdObtCLpjrSOxh4bnRKC9GUrxQvgRYQ80SNbqLZTMwzlJXVdkAkOnkaBqDkemcLOqoX+gqFC+EigR495olUOUM7Qnwot50a4CHjL3uN75fuSKKhOCRRhmtyogeDpkwDOtcrVHZZYkaZ06BfWCy2FzkwSe0FJ5WOy8oI/a501I8eJwDCGmzStORAE9rIzoAADdk7gv+zdFY4K2SUUZbIvQmPdSxFvfYvqbVBaoyzCZ8Auw6sU4BGR0Xz9+p/vA922sbbq5ap+OaMR+ctThdBq4SQLJDsdwvX5LRnuQKJDbDsRIZ1Q1udQnyK5D1/6xyJKwoJwK4mmdh4E3yQa0PSM5fiAF3VvNUgqUgfhJ4yxFKdnQYb5JmNtVAEnwDuA28UTyoj1YEvCklVsC7kqvRfsp6In3nrl/gQIXxvvH26NYnAt7vSmqu6hjHAd5DNiyf2z5sh26zKRxbaj5le6m33gDv6Z0zBBrndOn/z957dEmWH1l+L0VomVqULlQV0LpnwUWLDYfksvm1+GFmycMVt8NzBug+h3M4RHO6qhsNoERqFSpDZSbv75rZ8+ceLiMySwDhVZEe4f7k//2FXbNr18781bBzFyaddF3nwDubf9KAexsR70nAu83xdsT7HHh3R8ak5zNuFDFHjqfY9+99DryjPX4cEe8AGP0Rbwx3nuoo4P3cBjGqy4srw4E3+0fM/GTEe09gjoify4kpQuDiMz9C4G3jCjMmo0xgwBAawlBLow26MJFIG6gYxWHwFvCO59zinYgLdLZziaE0igsIsA8R6MrlxJAHbEQu7JFBcz0vwMRhikUBHgx20sH4TGJpfO8a4VkOiecCNTbqIIeaM0CeiDYXSk4sKuhcJNHwZ4psE9HevHbV596R+veSwPehjEnKN22qnNg153tHHjJlryKaVGP+3Ua8nz0R8P44Vc3PCLzf/+KvDbyXRK0/tIMkIt6U+NoBeP9SwFv08ksrCMrdllDYdMA7TPxwBiwInB4KnD765neqa61oeUaxIpJHtLYi8wBjFIsVSSbi7dQPtS200EqNIqprlW1YE5TJInKe4BwY4TAeQD1UoXn28WyM3gJ4J7PFccTC5dGDW6dSGxV0v6YPop4NDRt1bsC2ym9xKmp5Q48V6IAdQUR7UdvQv47091M5iBg9G1ck2qdoOJFt6OQIT9G3LDyotj5Uv+IF7Zuxgto+x4duziUH4y1o6EuUDdM52AbHVDjT1RYZJa4a244aeyxmvi59P7dlrDEOPVYzUgIVnW33Ba55Z9sSZ2UsAbr5vAA6AlXgsJ4iOY4IiavlZ+VUq5Q22q+i7QjbERV1yUGnvymCj6MFpyf1nImQ6/gltMbndrrJoVFR9MolL+E1B21bBkYMxlJBr+h3RU+KNh6OgWA+RH/opb7VHOZvAEcW7IsId3yWUeH8bI6SYNTuFrVZJQKadbEcbl+91lzfWG3mcQrZGflaz03l3tQ3dvQ89xJ8HxPxVsNZIT4dnjGrxrkCFHNCRDIj0jqOueZrdF+v3PnwKYWCTjBV8i5y0gqgHXM6QDRTHF19Iud/LsH3nUwRdy6o3Dg/AjBb5Vig2iwEIt8e3+grXJRjSHnecnTOU+ZPkyWsDtJ3SKUw3Vy/G3i7DFywOFrgXW1REW/NveR4U21iTtHvtpxY3o2Bd0s1R5tFIF3AG/ANCC9xteHAe665fuN288lnnzd3JKK5vqaSZZrDThPxnmRjts6bIaDbfeys4mrZHsPezoH38MaZBHDHNOmZvxp37omR3/OId7T/pEF3NuCNtxCaee8n6lYGTctlPbriam8ReHfniJiI3ybV3LN524EnteFZevqsx+6yf8NgGzFbDrmoHxJ4n8wPP0OrefWe/r6j1Ejv9UMC76+U473lHG+iuEU1r+cYuXcY6P0R78rxBnhrvwnAuxwyLfiWAQGtknJJWwLeLwW8yYUzMHFkgfZJ679DK5ulbw0+zfGpBIR4YnwVUOxFvImoYNQFyDYN2BGhk8C7Ik5VizdAcdE9A5AHnR+cE+DFCsU2rEPQjIh2GbtBSe/V8CZCvaqIGi+MfpekEnAGWDsCp7+J7BHVI/oHKGDeI0pn9WXTdaNMEXRyXgYA+XwtmCZaOZE+vie/FjGsTYmyvUI3wznf5O++bh4r7xuxNfJ7d5XrfVulxFY3NluquaOrSdf3vB9w5/SDbCDi7edpozuo5m8TeL/3+V82f/O//K/NshTbKb/HVH4CeCvifWl5XuXEBLyV9z0d1Zw0CnEBdNkA710B7qf3vnG1gFb1OA36aKqABTEWIg+3BcjO984UKMYMEVtAtyJTl12SKmpBk1cLECciTlSNXM0wyAPQO68TQRNHvSO1w+0a/+t64/QGcAXCnF8cNNRjHE7a3oreBluBDWy8O/onujRA0tug6s+431W7vnKEGHo40W5ANlE++p77tcCk08fI7wbwOjpMtQDEzRQhJZqs++Y++YlzBgDjemEoGLAJyHDxywLQnI8xxLhgB8aamQN5zwBv5z5DozegjfJgjB+cVHyG84Dr41ywTbhGgLgV0HVMHwNasC4DB0FFumvc8UzsEGAsJuiONJIA6BdzAiogD8gEdHPdzCVxLrWZz6O5Qe3BORxhl8PBqTC6joqyh1hc1n9WmxToDqAec1g5AcqJFzT1OE59Fk7HoJvXK5yLPYdi9Z1yPvLtHE4g9cHLUJs1ltb1DD64fqO5K22ARfqozsN97Cvivau23Na97nC/ROJ1QvTbERujTY9THDCU0mNejlfSm/Ni2lzaAVskmB3aOue8LiW9nDF9E1SC+civj8j2sVhACAC67Bhj2UJ3NdbokukEeB1K5wBvAwf2df63Q+kJvkW7R0RQTiPAMn2ASDlrAeDbdbxRN6dPomrOcdzIsaaEE4IbCkfaRY37eemtcCwYMnawdcwSrp/0hlA1D6p5RbxRNe/leAetnSWuIt7oS1wT8P7s8y9Ux/uOgffcPM+va8vEHO//av5yHronj75Xdy0vW6x7re53dZOdL/odI/3HnOavXg738K1bNtDItWq0nVfzyLjrmN6GYR4baLTBpPdxqXcDVHM7emYwUbv38EOB7sHzDruOicCbMZLjJrrkaBvkLPdZ+3ruy8YbTIWddPz+74thNLw3Tbzv75dqLpoZFLE+4I1BG5Sudwm8B2H22wXeb48OPmlymn5iiCOdyLPOxXjSefj+hwbep5yHTt7aTxR4f6sc76+++jdTjTEYLid9uhfBCODNjN0Cb9fx/n2z9VCROsqJoX58GuAtA2NXysRbEmWCavtawJtIIBHvXHLTidOaFxOdWWMXvLDHh78iLOTvhgLvjHrU2Bg2oTo/27mccRyDHUeEwujl8AAEjOPXyqFjLorvK4oBnoi8a2+j/UoIKcoJse9hM+9yT9RAp9zTm8jHBhTImDSwSOBChBsQXpFx9unmmPI9r6KZVrmkotzyPeI5zKe8eAeUk+e9vrHuPoP4zpryu7dVZmxTIBXgDe28oqlEvXut/v0Bb1PN1V4GFR0DKq6gIsnxPizH++5nAO9/aFau3XC9W4wWRyAr4p1U89mBd1wPP/MyWmF8bD19pAitaknL0DUzROdCnMnq3ik2ZqdQUlujf0XUO17Z53wjgCMAOD/27oSzCKABOJBhTp5tJJJrTQQYkpMtQE7EHKpp1ErWvhUZbGm4YIc0e/P7UK+nfSoqGrHI+ImSR+E/azPODdyc95wA0eBNgMx1zAXKDXqh3GtX+viWmBWAZ0fMUdwXoN9R6sSh6OWXlCq2Itoyzwa9CEA7eeLLGgeVSsFxAUdLirRCPQcsWwtB98fxYIdYJ0Y/Ue88Sn+ZXUC/17YVRWYcMsasoK7j8F6aMa7PjZOfNrGjAIE11M6VUkDJKQcAqF4QooiAbgu06X6dt2qHnPqYno/HqXPVU8OGKLyaKYRg2Z8AKMraGtMJ+uJYUfO76nBHrnuA6HD40aph0BXo5rPS9uD6KgrO7z3gzech7lYgvY5TEW+PpRaI90A7RHqcCfP+aZp1MRzuKuJ9WykxGwje4YzRINvXs99Vn9/Rfe1pbdiHUUHXyKg37Ip9cu6dAhM16nGs9Mzcztyd1z5oYveAt6E5V+ZnMlh3NwdWAObOK2j82JfKvTb4hoEQTg6nhCDUlhUoAMoG3o6Ux/hFLLOlqJs2jlMvHDyI8ZEuRNm96i/xewgFMyecBN4Z+/fyxXNESV96Cj4WwLu/PGbloxfwvgjwVjmxeSLelePNNZFmMAR4X712q/n85z9vbsrZuC6KPE6fkKvsOUA86H09Od/n313AM2hj1no6qGrersWDILLvqcz2Ry+iPXw/9/nZDtm39Tj7eTbbehjw7qKMId/3ddae3RRjeZwBNPmGJ4HGyUeYfYu3Bry7Y3ggAj54Vae9z9qvO5cMNvmkY58DbwurzSaudnrgPQg/wxgs8DGsu842gGfr8LMe+xx457rTXaQnLRRnjnh3n2n/BFvfTCWudh/g/Rupmj/vRbz9WypGe8IOojifHQookOP94v7vmi2Jqx3sArxlx58JeD8T8FYZIEe8dd4TwNsmnW9rkjNrXE+fFPEenBSH5XjX8bvHKieFDWwrj8dWAbyJkGD4h3p51B4OI8XRLW2MIdk+MxmTAbyhlb6x4R73bfTiSN2hIoBVY5hzh1J50G67OadExkp88sqVKzbwy/jnOi0Gpc8AEy4hlrl/AHlANsBiaUnUXZ2T3x311jZcC4JAuyov9VLgR4itOdA9rG9cbW7cviNKtNR5k8bc5hjONgUN33qaiPcnQTU/FPDGoA2DcJiHm+/jQfkNimtHXO3uZ3/hiPeKnAnA4TekPxCp1Ma7meP9WBHvyzNGvGNujVzRebGtImUgIroByAkxyUB3fnDkGJMT/YZyRS4JBjBFGTmiZoFs+T3Bt283AHf35dMWEG8A5US41QaABSKmplqXyriAJ9EmgfBLC2sC1gDQBNSmskNhF6yGTu6IWvTNiJADmAt8x9N364Pj+TYBuq+t5+EKQ1f/BNU31l2zQMjzps+TVqGc+BUBCn5//uypRAL3nS+8uChKrZ6Sa57rMxxGsD+s8I+jisolOt6R5pdQm47IeEWF+RstAzumoOvzdOy3EVNEUXjGIkwSxgj7QGMvYASIjgoCb3ydrsWtbQHNfAcIpgEAyLycMqJrgQGASBvfFVWc+YbPSQvg/rkeR0jpF/o7ItUhoAegc1tlBDebT9dH9F/3oOskTzgo6wHki33TjXQX6I75I1TPC2zXux+VgXrkfBeFnYsvIFdOlNin1/PKlrggYD2va1/QvW1KSfu25pKbYg5sokhPnrzaDVAN8N4FdAugHupkxzgmSa3RO224r7bfF9PBke+Mopo+rd+7dosFxQYjW9n3HJFqxz4bApZ71zwYVOyOI/Y9SsVx5k+eA89kUfMkaQKuYJHzLLW+WdPaHHDyvmlDO2KDup6qo+78ZjiQpsP4z3XCc7Yj7ADvyBX3q414DwPeYiF1I96dGygxOGj7x6iaL6y6jncLvEvV3HnpJyPeV67eFPD+hYD3rWZDawCOLBhvznXvAu327zy556XePPyTAN6+rxOum9681e0Ynd9rjh8mBNtzP47YuT4+Q/WWUUee1a4fPM4k0Djhjk719R8L8Latbn9VZ4x0gkHDGq8i3qPmq+9ZXG2WiDeUrbenan464D3cMAy67ejXWQfRuFEw67HPgXfOzz8Y8OZpnkxrmBZ4f/nlvxl4Y4tUmoft9OyB5SE28BZANvC+1wXek3O8w+53AZekkkO7U56wSgttSzDppwy8DUp0g9Azo/0imhTlfsIgiRq9pfQbkysGMd9hHIdBzecyTgUkiIyU+BLGFyCiIuRQ9DF4MPgNoFEvl7HPNqaw6mK2BEIQSKucbcA05yF/m2sEbG8rasjv5LACKopOWzWRiZZvKLLNvSHOdl3q5mz//NlzG5Dst085MUWiiLC89+HHKhOlfFhtE8Cbe+6PuJxq9e0zRroLUzokkmr+1OJqn6jedQ94I642Sk23QMs44L0q4I3OdBd4O8dbEW+A99wpgLdZDjKuiZSSU1n5D6+9AAAgAElEQVSLbcz3UY6M9RenzZGo1zvPn7ovzIs6yjUDxI/JAVV+uBB5aGro3Wr4BucYzRGd9D+ZEpEre4aja77IyCQ0YpeoSvBg8CnAuqzUATlWEjmLbSFwrig5AJUcc9SOXVfcvr+owVzgKyKKnDUYM2HEytgnmgtg9+VVLeV6rkGrJ+oeVOIAVVZQB5BrTAVlW4BHn7u2ulM2YIBA+yavPI51DO1a7bCk8RR9+Lno7BJh09+MF0exAabanxxpLhagDtsEAMUY4XfmKQSwrPovxyNq/9wDYMsAWaAS5xkl1wyeXCucOSDGc/0E8I17qbJpFT2ukoNsDd3YYx5gZ52GKKFWImjMM/QTKPcWZeR4+uF32rcn3hZt2dLaAfGA9XhYLUCOcmFFRUfADedK9MZeVDyE3dxDiTLnXFXbtUM075G/e6ypWJ1Enmnm9Lw3iXirWsAtzU+rymu+pGbCkfFSbb8rWvVLPdsDCZFBWnlD6TPaWAegOSPqrWdkinywLHje/XHvUksYBE1xlb52QHhdtD0+vb8M2tvv+n8JUEy5WlTHycEWc0LbU4eetAXn6Gd6A86zUDePfoy6eQHvSD8iqhxluDxmcK7goGXsZR/2+ch3hwkyBHjXGm2jvY14F/BWytKAAy6Ox08A74sJvMnzvlhUc+dRycHqcmKR//7alSouN1eu3mh+9oUi3rdvN1c2108CbwPGXmpV23pnBt4n7ZsRj2jix1NHvEeB3wn55eEkH27XTwe86Z+jeuDE2xu5wax2/eCBzoH3+LY/bcTbPSWnn742xl4cdB52LuEdAO/e0Yd1FtsSNiyoeRjCJEzIUU4M4B2LZ9DNiRhA/4o8HHLfWIgwerygyRuOsiQUrmHlxKzQ6lw5SmEMH0ztotP3XHJROPGsescYNxCCcjv+QZ91II07evfYEy6jf45gzpl04Z0TD04vkybFsS0y6UIHzjvD5pNnu4GFZeIO49zq3Z01+bcGdBu9K2Ouu+EQ4M3XuamjaQZ+YcDs7h+rjvde8839h82XX37ZvHj6rM3vthFgY6A1GX2gAN4Z8W6Bt+p4wwyZGPEmkl1RL1sJzh3eQ9V8+4WOq/JYMlIc7bbTqXpG/72eJeI9tr93vIs4LNw3+oyW/nybbsS7rom5pvJPexEg2jHAOJE68lk9dwEkSvRJhnRP7CgprroAR7t0XS6FRA6ogA5zFoCCua3AMgY6+dxVSgywzfZE/oh6P5SQFXMcBj3Am2N4ewF2xKgAFkTEON8zwLYooEQ/d6QWvW7Rn3mBlqCsA8q3VW5rX8/rqlTMjwU6HMVXdPS6FG9R54XG3CNUFx06Wn/abu/mPzE5dCmNcTz3VRmIz5TjDfD+4KOPm9V1CaKpHq5uOlTNbWhXSKtnZE8LvF/ZeUCdbQxjiauJGl7Ae35pthzvMMqid88JSF8kv9lGcDAJ6HPBjpADRsDqYOdF8/ThPRn0l0zlD1q0+oUVkzHsY32zQe0IGwAwyheFsV/lg3hXv4PqahV+J28GSPUEA+2VS4OlAVDmWaGWDtjP0k2A8wQHRLz5bm5R+f7p9LuMarnKCgbdnfVP+xFpJf+6VKQdLY982DAyuN8o98W4qGca800+36TUG2NZayEEsHgWnql8D9xblA6lPzv/VvfvWsnKpeeeXzyXiKPA0orU0F1uT30YevqSnO/QfDk/goF2cumaoeyWWvW8fodSvK3a5Yhd4fRakSgW0W+Lq+l6FnTvCBJiY1iZOmtylyo97Y9tUikf0IoHu7iBuO4Ju4bx6PrtRBV1PSW6xX1Rii1qb8e2BXJ55DVvYOdU1LocfLRv5SPze7Fg3Fbud/HseC9ATvPW/MQ+Bexru9ZZm+u+I8p2MBCpj2PxHFznQJ+tqe1vqxrCddV6X7ToWojcHUKpds67nInkcwP4cCzglDT4DgX3Q9oGhwzP3stelBurtuSZldN5FFjw/J47eE5KMFWgvIPKY6Lxi/tinAl4S208UhqlON7m3UtgkDbPXO4A3sFQqbHoGun5GXXu7ZhNm6nspngGWdkAG5eUBPozzKh0ytmXldcUDgjGEzoUrBFS1kdcjZSJPluMyH4vx/v4tcbdAPDG0WFKMuXZXE4MewEnHMB7TmKI15rPvvhC6ua3m6tXNz2O9ISyMWueTZul27vdJ3otGZcVd9D+6wEf2xigvlUDrXPumOg6z7X3fHnGZf8MPb/vYZgTIO162w5lQAw5RcsHGvyugy1muu/auDuT1LH6badhVzPLZz8E8G6fzBgAGvPN6DsZBK8lmjlqj7PcZ+swy4MzF3RfLTgf8YynAd5tT+G+xzzAU0S8uwP05BV6Um+Bd9Xxzgn7BPCO2p39wBsDQaBb5SxmBd6zjInhALQ3wMYC7x9RxHvW4XsWcDQLaKeXzGLIzzLJzLxtGbHT7jiJiu7jsJBFf2lpXO1QG5j8h3hhexHvWMMQQcHAPdb46QfeXzXPVAN5DppZWLthfCXySekhA+8jiaHtKcfbVHPleO/vFfBWrtgYVfMQTeOYSe2VMULUalfAe1ug7lAGMB59Mz06VPPBRe4sfWvso0nvolu7Fv8ZgHcZthjntXiHQQSWklGkCZicwBKvI+rg35N2Wm1uKriuBeAbBrQidgIFNedhlFmESsY+IBgjGsBdeadFN2dffhztktFOiTDotzVRV8QRUFDCbKhC7+4IiCh6A2inbBPnwvlYglSljM7iRZkmQCAH3VKO+fq1680NgW+AVgBvDLaIercL6AwT6DTAmygoBuJT9V+A9/sffSQa/DUZ7jq7yzcBvCOXsncRYdT11fEeQTVfuyKqOcD7YgITwFcCb9fxTuD99NFD1aPfshMghIX604eKFeSop40+RMIUMdVzNkNAnS7oZiEriME+r51eig2y/eBb18q+cfs9tW0Adc6jnqDzAKgrRzUjazaYg7JuJWaNK8CZDXic1AjtWUAsygoZCNDvHBnnIno6BcHDTxjshaC1jPUrwmREd2lPyp4RmQV407h6MkTQ5di5SB4oINEq7CHyFn0jIttBg04HDSWnOCdYmrkCUE4kl7/zAcYUFWC90gUYM3pEHicRJQ8HnmnvtLnuFScf1OBFOZ44GmXIKH/G3+V4InWCKCZRbDs/cNBTvk/tQ8lDKOmMB5hy3CbgHftiUWCe8nqcl0g34xDWCtdX+b9RBoxnhuga1OSeEnlkDuQdJqU7lNOl56DjWNkaxyQCbA4SBFOics+9Wvjeo5FKGI5DAtjNGEhNiXYsGtRFAKMAch3HrAycHPldfB57hu9oVGAhtql7KRDpfVBk1zGX1eevraw366Q2ILhmwChHFEGOZAaR831A3jcgVuPAtbx1XIT8jlB99+/WBve4gTrucce57ZwZfNUncd09O4N7zDHnhxDdd/grBNaOM+JNP3FKkHaKKjmTgDc1vkMk7ZWE1+wcc4N2mGbZp6O2Ok7F6M/Qzc2SyBJx4aRj54r8M8/ijCLHe6EF3oP2lH1xFldDYL6fag4ID+Ad0fkSV2NuKuC9Luffp59JXO2WKlggjieNhdDQ4Id5tgfCBwFM9+/B64ryb72GP1MAZtTjy89bYD24XdH3h4LyzsZDI95lq8XYGPWKNWfY9/3rxYRb6HxdyTzdHt9xMr9F78VZAOn09zN8y3Hnnnhdg+DX69zo18TjzbLvEODdtTFPzFJdD0LapIPb1NVPus5z4N3XcoPAuzdgu5tVntzoATyDBTtjrz8xKY6YKsZPLjOetDMpzrLnjwd4Yxl2B/QEd8XbBt7dRstjTwu8v/rqq+apIobQ5Mq6coSigHcCAsyco8zx3hLwfqEc7/1dgLcW8MVpgXdEcEELBt6UExO4COCdiuY/BPBunRu9huwH+aMj3uzBJIhhG5TN3iLoNTiHakSBwgHB3G/nhvZx2SEbuKHCjMecvFR2rBrhHBGjneeC4U+UG/q4I3cC4ZV3WXnbGF9Et/mekk1PpXqOqjOA/in5sTonQJtzcX6AByJVnAcwUZEfSjzN853O5TxDFgNdt68labbQdrnq5bWNZk0U0kvzgII0xwYMjVlyvk8LvFc3rouOSoR6BPD2I+4Z30E1l6iTAPWTe/+u6P52UzneAO/XMrReZ8T7AsD72aPm//0v/0XlxO4ZeN8R7RJV81mAN8ARRfjLAn1zAqfU4bbSuJ00AZYuij6++/xh81zlxi4DvO+8LwCr9AIBO1pXPcd9CxpoRZmj7wVjpFgjgG/XhgdkWcAMI14/AnREyZ3WgJOHHH9/Ri505HjKXaTjYYTruBgRXBzvdOzWgohOXnXF+S5AMfR1RWtx/hh4h4I6oneOphMNtfo6JbOoQx7gvXKUy0gt8ObIeniyDAQM7mkvzq1rqfzx7voVvoKg7sKwATi5FBcRVkW/cXCgtM44oI2Kas7cxD5LciQwL0JjRwgSHwB55UQgX77c9j6XlXseQoSXeqXMLF4XbUSud1Uw6AO40Wox4QBuAFkgIoNkcsehyFPPnKj6nh0JODYYqzxTriGiPZ35BrK/I9c9lffQdaBudzg3giruk/rvnlhagvf8rgue+T1AegB4rs/T+BAjtq/9E4R4fmRf5gm155XVtWZN6tvzut3L+k4unGZF42CNsnTZrw7Vz/fIhdc44A4O1Tf31V/3YTnSK7XfMRR0XYdp6X0zbzRr9+WWpl/m2C/2icF7zs3VNsNjSQW8D+ycMfCWPgP7oky+MK+61mMj3rAyYKUgigdjRc/PHTcYAU7EqnFj5wA4NlMTBNRnAt6aL+aoYND6PGmgYJWQEhHAG6aayolt3Gjm16CaB/C2B8sVCSLHuwu81xTxNvBW6cjr11WGDMaovYr0Q3LW3Zr+if7TWwB/esC77LlxNPdoV/e+XLCi/1dvHOZQ6PbKOvYgGBx17kFQPQ54D46As9H1JwG9kyPu7X3yhw68qwu13k1Pz4Nze4ymQeA9KjXmHHj39b9z4D1uOP50I94/beD97MlTR2BaYyuBdxiusYDaeG2B928FvH9/Enhv3mqWNq83C4pozC0I2ImOGsZORbwLeCMqhUp2AO8DAW+sgR8s4n0G4F1tRmSLyIQpogk+wiCJiBI0YbNvbOiFyW3KLX9z76hmd6JgAeQjv5tjWylZ3y/JOC1aOcd2/W9th/GP6jhg4Oq1axZEY/vLAgq0s2t+63y7ik5zTiLme9qeaDnH4Lr5jGMA5q9KeRiAD1DblDgbKuY8S7Yn59sRHhl3RMmp731FJYJW1jeiNJWJpdgk3cXe0nlTr8bvFnj3IhN2BDni/XgI8L4RVMuMeLfA+5cC3vfuKRIt4K3oz1PlfU8LvAOkAryV8qS2hJ6MsjiRNwNJvQOI5YZpnj+61zz6/W90nuXm2nsfCMCi6h1g7dIFgWn6F+JnjhTyU3G/oGN7PjVmjjJGQbuLtA9TclNQD8BdtHSDcyLkorK/3N/SdgW8dT5qwBuAc9CIpncdTX1OJy6S83NtgFtrHiR4NvUlgDjgG8cD7bEgFsCSyuWFVkEwQnBSRPSbKLPmKHKgOY73z99NWQ/AaeozlwckT+DnWsw4tbgGgyxFo+1ACE4N53J7kP9qZwRzUd6aPgOIk1vPoanisCetC1IxUP1fWESQTV1I89lhW/KLOuPV12nncHxwfju7iHzqGnCE4RwDdNGkHEd3kEZXRM+5F56qgViCXV8/cwrOjHzOEcmNVAG+L0dZUcsrtzzmo6Azd0uLhUZFUMP9eGkvnzOdAwMjd/RanYypvP8QFwN002fluNA9b6ok4aqcCGolRb01d+larogevak147IjuzwLpdgIKB4QodW+9EJEHMkD30HbQs/rCB0EHML66dXCGD7FRPuEHoHvP1Xefa/MwTAleP4WbhPo7Bwm5vgAl454H6rufEa86Zuk4yzIkWCnEQ4Bxs8JqjnHDuD9Ws4tot5+uPksLEzoVIxINQmth3HAuwfu7KTSn23E28Bb15KMlbiVYDGEGryYb/q5aOB9XcBb+h0Ab9PTeV4SCbUae6xV9Eq0HlYkxPbp5583t0U1v36NiDfAm2Mz2oI6b/DdgoY/dODNI0zweyrgXe0zDfDuupZsPfiZnnQ5jXJB9TsBho+S0Z+eA+/JLXaijaaMeJ8FeI+qYnw24N3zCbd3HV7e8KhRCzRyvLtU8yonRi6kDGFyvFmY7VEP9dbZqObpRTaAmP41fGH6wwPefQayx/b0xvVga36fwHvQsD9T9NyL5I8k4p2N2vpG08s/imr+rxJXI+JNaZDKf4lcwxD4A3hDCx0GvA8U8Xbep3I9TTUHeGshX1jdEPBecs3gLvAOQEpTyVhSnhzllLZ3EFfbc6RnsI73ILX8nVHN3wLwxmgy9bcjVGSTBIq/2ojIF5RVG6L5jAALAPIQU0NwSwAsKaltOaMsD1blyohAA4g5lvNHkwpObjcvaOgIn/G8nj99qjrbMq5EhQUUOEqdhjcR8yePn5haTjSFSPeGADbzKeD7xvXrVnUGqK8r75vj8vzW9DvCa5ybXMLHDx81FzSn3n7v/WZN5cQwJKt+9+sB4N2lnXOtQbv2bycm1tMC77V1RbwFnIpqTqTNRvPA5F1zzTjgvSoV39DIimfYAu9f/VL1t79TxHpORugttfPjqYA3N+kxQH9Q+1lgTQOC9q6STgickXc8p/Xq2ZOHzb3f/Xszp1rpNz74VCrE5CKHWjtjhf9CvCx+XN/Ya2MYv6ZwJvg2WyGn51INd8TSlGJAec4YBh+R4wmpN2jzGOwCOwKcnudYgwGaCPQZMVY5sKit7SdaxneBc18H36WaM1HrzPkmF5wINuC72BuVG4zq+hzRRDl5motBzUdTgG2hs5PLDyCnFJojsQm87eBwfe9gmNAUjEFajKhf6xzTF9T8LrPUV1hAOYFKtHe4k3BiuDa2c3RDIAuGwv7+nj93vXKuy4iZtgHMoz0jJ1ZL7w+HBRoL9AGAPk6QBSL+Gs+vlMJBGSmDKWvQQEsPlfOoLEA6SqiVl7EX+fc466pEYFRLqPJolZvNZ0U7L5Bdx6X92N4A0yJutFNEYkMsMp5rqcL3rdfJtIohHcr0WEyVdkH/4jvmrw0B72VqtWubObXxqp79dVH1r0rga4F7TgFvotpHXAu9XTsf6Rh7auNtShuqzSF67+v7Q56J7pt8657x2w806loNbLkXnMsAXBwV6WgIFXFExRhZvlk7PeL/GFdH0lVwjrd+jmFR6NrCphSjCOaK+4+cN/SRE+Jq8RkCbWwTQDWcIABv16rPUoCGVHYG8cwj4l3rc680VNxjOdjGA28vsS3wBnxfhHUA8F6/od9VwcCq/qRyArxZq7jEoJoz9hCu/FgR77t374hqvqn5X/3V+K8X6Q7gHf0kgGEo8ffP8RHRr9eFPvp2fxqDNzsxeQ/nJPSOOPq3clSd2OIE1XyKiLfva3rg7ZHR58gaBry7wHnQlq51shpvloj36YH3DwW6B8877DomXdsJOz8dWsN6SHTTk7bI0G1zu7Hn/2ME3hY4EU2rB7wrP+oceI+boGalmp8wkFtP/zTTYP8258C72x5h0Bo0pMe9t3hNdm5MDbz/RcBbObKjgLcp5xivuoYoJ3ZfOd6/bbYffp0Rb40rRFrWrirafXMi8I6FFIfZfvOyjXgDvGVQAiNaqnkYRd3XjxV411xNjrcVynXRJXrUi3wR1A8DG4o57UCbYqBWNKoUhV2WiHw7feeItw15CXspyoaJ5uheKi8TgSa6XZGsinRhQBOlxtFx/c4dsQpUE1nq9cuKals8iciMnJIWagL853XZ+KQsGuPY5a6OrI5eESF+ByhCy12SQNK+6OgA7JsqJba8uh75lvncQt28Na/03PufZ2w33EN/WuC9DvDuUs0jLjwT8L6jcmJ/q3Jiq1cEvDOqYH2wpJr/+h9/1Tz57lsD71u3bkqc8MnUwNtaBwbeAb4BZM+VCuBcbI0Boq9QODc21mS8HzT3v/1Gjqz15uYHn9nBVWJmEaertstoHgAljV4DX4Nq7NaMNKcRa2xqMME2cYfOdG0N5N4zQVguIsYBvg3sydelNBeReTuSBI5Qo9a9xHxFH9LflKxT/20j4zilMOg5hq1QQDTOAa6vZ/QEdovPHJlUtI3UgYgIkjOuNVz9nnfnjgsUAMStmO5cZiLfUSYtotwBHtA7CEdEME0inzxADy9Hm+1kTIdGRsFDm8IXaFCe2cXR/vYnJCg2WI22ZJzHtB1pNQi5GbC7DcJct3Cr9sfZBfiGzTKnh+PtNPZCmI0cd5TTyfOmPJjmW9dcJ3ed6CV9Btq+7lX/EYSI+tIRMOAagkKNrgQ58wmIE1AaZCb9vBgDrfMmQV1Ei+P+4546xmmN7xzbXYcWfdntESjSj5h+T1k4It84KeZ1rDUB1hvLawLfoqCTfmBGUFCjcf/QQ4/QydD9HwiI7ukeX+Ls8N/kgsvWQ1iP9shrs+s4HcZcQ0uLr0g892RNjgDe0a+zxjyX6+caa69/fO8A/BRXk0I+zhGuc04pIAgLWtVc26JEHsCbcmLBtghV8w7wJuINsnXjBPi+TA6/7r/WDOsVuFJB5YXHqv52gLfOKkdeAG8i3hsJvOkPuDpKFK6AtxyCKtX40WefN3ffe0/Ae6NZRh+BNuwD3l2bJcZXz4bx5Wdf6iHvYTneHVweDkT3Hl7M5dOBo9yh722kjXka4O3LmR54nzz3COBd9zdBQb0F/TGbZuMORs+r2U4PvH2bUwLSYW1+2s/eGfAedUHlLJ7iguvazoE3apgWV4uId3ih3x7wZpGY5fVHGfGmgc6Bdy4SY/rLu8zxzk46FHjLWKOGZ1dc7V+nAN42YLTfQYqrbT0o4B0lqcYBb5YEIkVlvDGMiH4cCXgT8d6RcjNUc4zznyLwbiMOmOOZ48291oQMEChRNaIpBrUGX5ETzmeOpubi5pxpDDW9qp4vxpmF1TSvAdlh7JQqspkIOib0cAsyySgneg313NRyflfEm2MQqV4UxXNjY0NMg22fE6MdoM9zYr8FGf+Ux9lRpJsQyYqiUxj77AvFHTo6L85HiSui6weqKkG0e33ziqOQP3Xgfftn1PH+h2YtgTd9tgu8//mf/rF5/C3A+5LyHQW8lTc/DdWcdqvooStmCAShdg/lH5DFcyza/xLCRRonW48fiAq63tz48DOdby2iT55hyNlmfQO0Rf1nP89kUVQkL1TZ48d9VXOPp2jGYTr2WlDVR7CNiaRMugIf9aEZNC47xBYIRwEOyb7Nv6EIy/H9mutDH4CUCHJcoW0j9IYyu+tRy8C3TQj6yWi94Uzhu55zgW38jdkHUOxRTQ+aunPFEXKziBtl0ahRnoDdlHZArMjNgF0r3gfYCcM5wHqoKRtlG+BHJDGia/Fv/V0AKK4zZvpQ8mZ7cxESeDPXkUNfdbVpq2x+74PgHQrotO8ijgM+UxvxirlAuc0qHYc9U6JpXDbHpx2jP1X+dlR6sQI/Dgjyen0dWQs8qda+WhuZdbsBkGF3WGfCTdyvNNNG1n2z9Xy6Bn+0Qs19IaYZreO532TwiLZHmoqeA45HXeOS2npD0derS6suN7YAgwEOJZflR8QcJeAtQHioPk++NyJr1P8+hPUoEMs8Ck2cqLdp2+7z0RuJ3lvwjv7F3MzVxOTndogc7/yhXew8jOfYMjfsqSLiXarmAG+Vr0vgjao9jAr+nh54w/5wq7gvwrwAeNfzxCNgMTTSHyzI9raAN8+ZiPf0wJuUlsWVjeYjUc3fe//95pq0Q1aIeJ8D75jz3hrVvHesQUe1B1jfa4jjemQZtJ8+8K5bHwd2B78bGvE+2ZDxyR8r8A7jvNcqQ7sKHtykFEX5icFyYieBt8szOMqAtxghDKmV9qmaU7ZDNCsv0BjKRJWyBBmRCRahPuA96HE7CbJG4/TYt/0+jZ9uX4iiIqNfs0aGu0ea6D7wItn/DMZcykA5MVtz4zYf+92s93UWevjJiFrPyJz5BrwoT+4Tfa164uKHeHFb2mbB6Npmchu35mrmi7m6ssaB7ON+4D0t1RzDRwJDu0S8HwK8v9XfUnLGYEBcbbVLNV8XSFhy/maYypHjnTatAR053kS8A3hTTgzgXeXEuN/BiHc/BW26ZzTKMz6k/YpqG6PzxOG75DaTAHKLMmDpPVHXNuiZMY9HBQbbeCmkhiFMP3dup94pMeSavAAvOQ8BvVA/cSBGvqqAtf7GGFtSlC9QQNwXkW5erjlMCTEJpnFO6rKjOg5IfvbiubdB1fwFudk6xrJ+UC0HnBO5frm716wKjO+q5BKAfl008+fK++fCoVH6PogssY9A/KrAOOJtqJpz7h2pQS+Luv7+hx9ZebsfeGdLDUa73cxtKw60N+Op/6MCid1PvV50yomhal4Rb4BZlBOL7M/RVHMdUcCQ+tyIq1Eu7ZYi3n/zPwfw9sgjMMs4Uk7v9rPHzT8r4v1YkejLEpJzxPuUwLvqUgO+l9WmGN3QoF+/FolWRv0LRNuePFZEaqO5KeBNxBtZNbcakdSDXTnDBMrEOlCncdMQIYW+jGI6wPQ1x1TKh0XY9Awc3018aQVjg6yKQvnA2cS5DiR4cY60+yPQMOa7Ul2OsluxX0SLA6QwzrnaC0Qi0Tew2jeaBHoXuDySOBVgvS2D5ohg1ZTmWKW8LmBqxf/KI+VEXDgU2Iho+9rs1eNhZdkyR8A1ttQWaB04UixnEes/ueJR2ow8VcYilHWOgShcRsvtQHNH9bE5ByDNL4PYdLAlgHWL8Zkj0cFIcIs7mloU/hK+i0gooAqHS4DSKH3GZyys9Dna7aVo7Mwj2CQcvwTyuC7TzbUvwJw8flPqDeB5cBltNfCWXWNHQzKo9LWdE24DHpXmGQHbyPUONoYjrvq8hmkA+ALSPOLeIK20EVgEfG7nguf8aCdrcOkfa1m4DFV2LHq0mmpe/XNV/XRVAHZJ7+MPuaQAACAASURBVO6nOFpSqM7Hon0SKPMYTBGHXQGFv3WQRN+IqHHMxwByO3tyu1e0IY4S7eOECoP2EB2zmjvtIV2HAt584SNxLgHvfXK8RTWHyQDId8qAot6RYkDZM3QCimqe9Heeq/s3NHOxF+ykjb5uoUA7C6RY3wXe3CsOlgTeM1PNB2wx2ssOCAN66niv9CLeixsSVyPHmz5T4mpoP9Cr5STW+FjQHPXx56Kav/+BIt5XzgS8i2USk0b/ehsOm94rIt6911QR7xEm0kjLqQ84c67hVPOBK8trHwa863o7e5ywjUetfyfPffK6+ST6d99iOYINQBrSWV4/hoh3Xf87A960ZDq3JrXVrBFvz5Q1Rw08imlzvH2IvLD2/DWNDlzwhf/tP/2qz4TqUi+H3dw4yBkYNT3KSQtyzW6ULl3HG8VJKG8s6vr8IMrqhHER4BtD0TneBt94ylHplBdWxu+CFuiL0EU1QADbLITxAwktWgvqXfdVye0XBwzLMBSHvWKQ9kDmwMDRLmEejR4okwBqla8Zenqv3ZOOffpBOunaxnXos+w7aaC86+/PMjGdZd8TE6/7TXr0fdPkb0bUuR947zbf3n/UfPWlyokJZJF7V4CuImA2dtSZeMd4QVxt51kA751HAO8dG2Is4Isr15plAZXI8V6XYJSooDIibLBigDIGMSa9sBPxVlkslfiBPo1qMPRV55X3Uc3760DP8gwHSzp196WFGGOjX0XvHzGCO06WAKUx1plLetFuztKlgoaCeTciFFTjfuBN7maUHiLCFXOPxdQ0H6FMzjM61D4B2g/8TgSpolrsSzSaY/M5dF9+llZV31s52xUV55ibm5s27J4JqFf975onMdCWliWkBl1d574mwTZE1SiLxn77LwUMn78QeBcNXbc6r3zv23ej5FWs8a7ca+hRr0Hf1HBb4OR8yP49emUcLTIgWHVeNS+yjjfAfy1VzbvAu9872P9M7RCSYbsnVfPH935rVfNbP/tzA+/1VDVHGcoUXa0NO1I1/2/K8X6kiPecIt7keL8QVXxHbWMl4IzathFCt0RvPq2It0EPzhgBbJ7nkqi2q1KG97wPDfVY4/O3v1H5MoD31Yh4C3g7ysuIgl4rZe2jHbFO1K8W7YRgvMbYx6SXHFhzUVHEZe5DKupHh06E1TdBm7XAk665mN4e//xof2uiZNTTJccw2gHbPFcbJ6LYag0FNAMyXTObXGQbAjl+mHdMn4061M5PBpDr8wMUoVPkzJ8Vld3iTwKRcsy95t1R/QM76qDrAgpcG9lGDNfLMAtga7DvThYjPDx9PDdo5qGwHuJ/ghKs9eRUU9bN9cqZq7ARBNRNoQ26Ots6+k1UWe8Y/W4iO+irijE2QzIKElBGWauKNEefi2vEYRE2hPOGDchxgGS/B+y6JBzzZFDYEW1kW7sw7bSImu1OOcGZSgDCNcKp/Z22Tg6usAWincpU9+hMcE1/DFE5PUecVIDktJV4rk5B8WfO/g3fBj8ZTq41u1dFI5wVVVnK9p4BeAhr4hgKVXQAeT4qyv+pvS7LhlrUd4Bwj8u8TsYd5/Ez4Rg8J3facOZGX2B9CaBvMUscKzX3OOVCTAIU/m0/ooquttVFHqltD9AIOsLBKWDNsTimgXeW5sP5YIcF7ZHA+4CcfuZhgjYwjRTFt6ZJsRFwKCGiFywO0/kNxhFW03eZcuG5zCtfCAQSNXdaBZ+ZLQGzIVXNW0ZVPsycysLRy/6a85OxRBsPAlg7KrK/wYS5OJ/AW8rmlxe1FlhcLYG3xplz+d1V6eeykaU18TFU8w/el4DnVQFv3feJiHc4nIKuwK/p7Mlrdd+bYN92Nh36a2jGnbSvu+uJR9MQM7brNB928LG2sa99vG38Lm3YfrG8Sa3U/305pmbb6+1sfTb7tncNw44z6dgzRbzpM4NGSp6+APmk87lnDhyjnLWT9u37vhykIx7BpGO9Y+AdtTEHgbfBOJFwREoQVxsGvCkBgSojlD8tBouozOKJrUneEe8wfN8e8A7QzavAzbAJZNLENGlwjwXenDtmrqGvOPY58J51ypk0EMYd7yz7ngV4f3f/QfOlIt7PJLI1z6KbE8Yo4A3Q3gV4P/hdAG9Rz22kAbwV8V5RjvdiC7yJeKe4mg06RTYKeMvoYHwSrQN4E/HGoPwpAu+aaCO60xs38UzDwK6cbj5z1EzGLPNSzS827m3QRnkv/iBfMCLoRLNkBGlfDE8AikWcPG+FuBLfu/a2ADeGMuC6oubMaWxnanj+HgJNYWDzOyC89uN8AHqOtyKw/uI55cd6SunPJNi2trFuyvrWk2d65psC3RIWEsMB4PiGqFQagqcD3sNz1CYB72cCqO8l8D5AaakT8Z4OeD8W8I5yYrc+FfAW1Rzgjao5hj/AG6cs5cROAG85LnbkoJgVeAfV/FDMBT0b0T43pCTvtUaA8+LRSwHvr5w/vrBRwFs0f5xZGJ3kt1IRYOt5s6jxtaL91uT8oPUQpNqTkf9iX9BbQoe3P/1C4PuGQKwcIYAcAQrALToLx64RDfBQ5NW5xgEWgO5zc1r/APkZhd13DfCIiHKdRFFMa1b/om86IumrC1BU4lWgQaJsNR4MSRMMlSEM8PKYAYRaURmnAMa/riejh+SehjhVRIVDBI1a5lESzWXR+HFk3KtsgHGjzgDhXtoYh/RRg+koTRZRcsAgdbKpoa0opn6Cxi5gznhke2/LvuE4if2tvJBgMtbPijAZ/CRY9RXZeXFy1g44WEZbtE85cWw0m4oPctLvpo+nApn+xqkB+I78c0Bi3Kahj/0RkXNM+5IyZ1BqxOokAae/EIHF9jFduqYxnzJYEbF5tKXv0GZMCYMFyLHLw23B9wG4zESwQzXmtwL8OGTcTnkuqOWOrUKB1jf0OwD2myxXFa3Kd3EMC1MW68DnjWAJY8qCdKZuR8AkaO8ReQ/htFBDf4XWiNpyT2Nw/0AK6po3yBM3Z+MibRnA2/O224LIONuKaaJydEfHYproPt1fCnjT5E4hAnhnjvck4J1Om3BSwUKQg0jXasbBlMDbEfOpgHdQ8o913ZfmVZKSHO8WeLNeh8PnQjq5QistgPe8ND0+IeL9wXsC3kS8ldduoTr6RY2zAt75YDMg1bVxJtm3OXhHvlWp08ENzoH36JY7B97RNpNs7XPgPaQPMQc7wsR/jniPBt4R8YbGNTvwDo9piBidA+9J02D/95OcAuOOdpZ9Z7vKt7/1pAE97oxn2fd7A96KBkA1j4j375vdBN4WhaEsiWqBrmgBHwTeYQhGeR6i56YPamEHcBwKcEfEm5q6lFDCQHMGXphZmc96mqf1fUS8e/01TOmKfpeRWUCjyhlVibCg7AbVcUFg2PQ//bgkWZYjcwkxU/IDiNfnMBMwQAtsc06AMyrlQf8+NMWc420rCkspMATYHjx44M8tuqbPl0VLL6DO564xbuCR4F93NC8q9dbWC1HQXzQbinBQ6unp40ei7S7ouJumRu6Kpv5yb7+5otqumwKOAJSgnZ424j0j8FZfQlX8hWjyUCCJeB8ALlGZpy8ZOJyMjlSf6kW8O8D7kz8LqvnVqOMtK95OklHAe0t0/m3KrVVtZUz3cmIFPGm7cIGPOcABwBsVebUfJcM2VSfXgmACm5eO9ppv/h3g/Vhj6mpz/cPPNc4A3jx/vcht3XrWbD2839yW0vz7YiS8lsN5V86sC3Io7+q4D7f1u2om3/zZz5vlq3eklr4q8S6AewDrKFkUZasAXo6uCogf6udIwGJHFQeOFNnDEOfeKEu39eyJqePUMOc5BwhCkRx6dkTeAKIACMorWe0/+0PV2jYeTnBuhxX3E4Fwj6P4JYCmyxQ5UsxHhokGQI4gEvmGisv14kAAgPKD2jR07bw/A0aDmKh9bU21ZCYg6thGm7kQTz2CfYqGG0wJdBMZv8j94fRwDnn8EEWHqg6zx861jEC7DTLSCxjyPJHsgYjU0kwhwmiAnk67VuU/wXq0QvXdAjIFArmnVOAGiON8yCh7RdRNcfczDc2bAK0BbENEkWg6KQpBpVbCdafdI4LM9gBJO0bTERj9JsBulDAL0MyrKN5mX/BB0ttpYyujZzTd30d4no2Cim5gHdHsTKjwswmN8WBbFNOlOIFuW/8f9hpjyurg9EGcDDoueeSwMUrhnTMVwEawbU/jZk8OpQLecXNBBW/zvP0kGCPkeAO8KSmmdUuOAvoJThpHvN220wLvUo4PZsXbBt799lSkAFhZ3/T88cAbdonreXvoUQ0jIt7keN99/z2XE1uhbFkXeMNWS+ZGS20+B97uE2/j9cce8a42HGcvD373Bxvx9uIw2q55axHvNoprgzWUVpk8+yPe0MwxHCJvCvrVkSZUJuYTVPMTEe8oNYbqZnj0qTv50wPePW/06KF+HvF+G9Ng/zHOAp7Psm9cRResBMWrV99vNNWciPdX5Hgr4r3gMjJBZ7QhmFGKsI+pLdwB3g8EvB8T8c4cbxn0S1JGXd5QxHvzmut4B9VcxvkJ4I2DPIA3ke7dFnhDjC3g7VnlRw28u0ZN5XRHyZ+ItkX5nTBkKxoO8EZIib/5HXqn3y2UpEi1jDfsSJyFzHEG55rjyNnld4NzAIDADCAbQ7L2L9DOuQHa/B1lqoKx80x06CgBFnW4oZYX6FkRaGe+rPrcnBMF9KtXrzra+0JR7lWBO0A8543ouYTVFOlGkfvlsxfNFYHe2+9/OAC8I/+0t2AOjJkeHu18MTvwfiZnwM72i+bWnfcl8Kb640z5jqhllPUUwPtvE3hDyRwLvG/fMh1/W+0V0VYXrGrvJ1wQg8A7aLOABNp9Z1fCeHJqXLt+0wCOiPel473m69+QBvKwWRTVvIA3FGduh752IOB9qPa/KXD9ye3bzSZ12JX3T73j+8+fNF9rXCt5v7nzxZ82q9fvSi1d1FLo04AZKOb0U8p4WXiMHHABEnJhBWL3xGZ5/Oi+zv+gORbAUC+VWNrL5vF33zSvobcvC2ysLCWAO4oULrEgQsyLeu8BRlziTOchrzecaVC3I2ocoDWipq5j7jFDUDfGfo2x1r6wfyso3KFCHYDaVHhAODRsouCmyQIaUpwqBd6I6JMHzTwDACHfHCr7G5VPiih7UotNfa9nGBRzDAKXesootxXWixacAm9QhH1fRFfNSGF8kmtf9xtRybp/Z4AbeMb2zo9OGnW1hePLnoPpz0E/9hxNOySN2U7GCEzTem4f7CWAt+eWrCldAnxEwENwrFeezLFv2iTpzBzTkFj/0CcA9haJBIhrX0Ac0XPbVS7nFs+udaSknkCP2cfl66LIKWf+830VW6B8YwHGHakm4psRee7IvpuI4bevvoQ8junIdjgWgpKu45Fvrvc5XTf1tp3n7uaLmekIx6XGoOnmqZMQ/TQcqUTF7eTxmCHHm3JigG6Bb+V5003m5JxB1RyNBj+BmYB3PdsC3mgOEPHGz6RzZqoBz9EaB1w36V9tK0SbRcRbUWmNM9hIjOdeFRBbhRFBh2pOv0iquet4q5zYpSWxlZSnztzgPpDAW4x7sxe0UnWAt8TVtDasag6Yk1MyHOVsyI8HaTrPuIkY/12QELyFoZN/3/Md9ofvZMR8PkgtH0U17x73xFWUI3DElYylmqcDqHYdPPZomDTxttM5N8V2IzaBcNRz4p3+OKfZ8+z2bf9ZfxDgbWdjsrImNMJJqrkHwDicfPJ7O4Z7JyoHY33Sr6sSx+/r12fJ8R7Mxwi6T0a8hwJvSoiFuBr5N1Xjmwl7LPDWgk8kiYnZhi0Rjox6W5QEYygnirPleHs1dPv0FiQ82D2Pce+70U93MDI8iVo+eKRz4H2a6WP8PmeZXM6y76irmhZ4W9U863iXsRlRmTB2UHgdBrx3Hn/THFDeiiiDck+XtHivqI734sY1GeRrAt6KFA0F3hhDlBODsifgLSBnqnlfxLvGSL+hNctTG4x4n5hLTO8b9Ro/wTIhum3yvUzeyOULsF21ckOsKIyqiCaHknNFtOPZh0hT5IgTBUV8BzGliAaR982LfHCifhhWLtWkfThOUcZLsA0wx++8u/6rgcwFR8aJdAdNmPNdNtsAmjG/A9QB5FDVyZteWVN9domp7atMFIAFBwBCcCicI8i2vq68QF3n3outZuP23eaGfiLiDUAg0hm5i/E62abxXW9OjO1mBN66v6cSRnupvnjj1p1mbfO6RKLsafWxibsPLkp+QmkVjYp4G3hDNWfm13owkmouwAvNfFtRbwTDnP/cMQyHAW+exRyinXoOFfE28L5xM0piyeitiPeTRw+ahfUrCbylMO+844hY7svZcCBht02B3A+uXW/WRQVFrf5Q/WtL5Y7uialwUbV373z+i2ZJ+gsLcysqWSWjXOudxbjcL4LlEDTroPDSp54LuN/77vdyyj1o9hX5bpSTffnNYbMlMH4oijvCcotrOG8iNWFF1096xJ76BcDjqiLw/A11/0jnQjzO9ep1TgA6dFeiykSSI/Ip0IB4oF6ICca6G0A2QHhElCEh9z2/7D5WeU/DyBH6jGib0g5VnXGYg/ZYjnlA9yu9V13lVvSKHFzl3fdyyaPMlI1Wg57sOBVpNWUdiztApG2FpAtfRGVdIMqCeJRBsxOMewrQ7rJnGS1Hcd3PwMwKGAQRPTUQz2h6AO/4rIx6z0GeJXgF6PGlldVWNGfnKcc4DIDNXFVK2YxN6PoJMn2vOGwDiLvmNPNFUvVxYBwrjc+MwGQ8xIQYI9h0epdpCyDs64lQddRWJzqdDgbWF149GyZylfmefGxizn6uPkaMpnqVHeS7znaw39in4tNwOvMrj8hzcjlD46xhTAOySb/RvS4gMMaeOuEBSv1mEqit0lkFhTwi3lHLG0cTivrzc8spRMnYhEkgjYIJVPOaEwMg01Y4a+Qc6KOak0YQaRVOL3BUOZ5jiI7l+GB/9SuCR61qfK4f7hfaNvxU4dQ91hx5qVTNi2p+WRoiehBsE3oKVC6IZ2mquRx8EfFOcTWxXuadjpKge8D4j+cUz6tr44RrpAdL277cPtnRv/iOhwDv7pwwxWF6faj6TX4yiXU58ftOGuegzdGzyWa5wt62Zymn6rSV05321HsN2rVvy879IYC3+3DrjO31575+HQOzfXUF7dw/u0h6sFUT2/bvP/jEen93j+X5sY6f5zhTxLs7vry4vAPgbXE1TVAG3pp0MXJd6kIzdXl0pwPe/Y0+8AyyPc+B97hRPGlSO/UM8D3seJZJ5Sz7jrq1aYE3Ee/I8ZZBmBNLRGi1mCZdsg94P73fbCnivQ3wVsQbauBl1V9dUrR7hYi3aLEBvEdFvPuB9w70aANvGds2GkOFmtdZFpp3BbyjjyI2FwaZlYhzsitwzbUzh/CqutoR1Yv8bCj3GEemksuILfBcgmoB3ojQhBFIBJzT8j25moBn9uFYgG6OhcJ5qOpKtV4AmlcdtwQlAcxsy89TRbGJfnN+FNGvCCiZ8q9rJL+bzw5F2WUbjO/njx7LUJtvbopSDhAHbC9IWA2wdCSq8opKXq0KiFNbGWDQy+8eB7wLxHQXmOmBt81oXdtjqX/jvCFiDFgmf9GhuhmA967Uyp98lzneopoX8IZqfmEuorEXrWquHO9f/rItJ3YH4C06/tYz0bLlMImcWIzjjADqKgajJAG8ZSTrB5BJjjdVACjJhvL2BRnac6/3mwff/LZ5+uBeM2dxtc+laq5x5Ug+Q1WROkWeqSwwr/6yisNYn+NEgbJ8QcD4uXK8EWa7/TPleF+9JaCvZ385gTeggJ7s3OagDFcJKd5fvHjaPLj/re7rUfNK5f4uEOXbfqK0g0eitO+6j5DeQDrX1vaW7iUEycgXph9ev66+oCZ4/PixUhF2JUJ3R4BbpefUd27duavKCofN822i82KnEYUGgOe9OWILiCW/Wu0BGInyXlEeTOjNABgDntrHUSAqwJaxSIodBrCJutkArLIhytcDsIw6y0R+o9wZebsI3oUYnBz4AuhHumZo2WxnQG9gnwrrPO9yKnFeR7czFzznCvcAR7oLiOY2CLm5DFrcYwDuou2rH/jZQL2L0mgBbvVD1NiOvIwYJ8Bq108Pq4A3gXq5fUCmu477qAMYxRowuE32gDfgh/sEQKZoG8sBwFVG2IHmCejr0aYZu7Txpx2dqw9g00kBbTq/2YOpk9A6eOxIMZr2NbUgxRTxuHfTogG9BnZJTefd6DrupQvEYxpOpO0WKEAYWwZFXg4YnAraPyjpmmfVNPP6bFVj/JrmMZxCT3ZeNs9fKpCjXeR2MI8AsTXSGQ6OduXEDGVzWEsG3vOakxX5drv2Ae9sa9gU6BB0xNV8VF8uzyaF/awd0M3xLuCNwF5R03N9HAG85+fpTz0WQrURtPhIG4ja6JQTq4i3xdUuL/tBGHh7bGhNNvCmJWUfJ/C+A/BWqhER7wDe3ERGveuxtO+jgHdvw4p+TwMMz4H3iQae6oNz4F1z3/heNhbUDwHedtzlExjEL28PeEfQYhBs14Ov7yzilhdzJuDd7VE1McdJRlHNZ4x4M0El0J7TJIyhS8QbCmDleZeQzOSId3//Hw4iz4H3uFnipwC8hyoxp2E3aQYcui87tYbipCNM//20wNviakS8rWoeoCdoLQEeiibdpZpv3f+dgPe3At6KqCFGtLRuNfPl9S7wrnJirOXkD3PcoP11I94/NeBdFl9Ft4Ni2XMU1OSI4UMzFkAvJWgb6ZgxKEA7zxKgEoYSkUH2p42sKGujFeVzKToTsSEiplMVZRywzXZEqXdVd5t9iZj6uDLyAM0GI/qbMmJsz8+6aOPQygHmBtkyonnnXqpEGcfaEaBaWVk2+NkRpXlR54FyXvnmGP9bAuC4Sq5cvyVW86bVoocB7yQIT9GBZwXex6JEPxQA3G+uXr/RrCriDViOqGDpBfQvth6uabg7Ciqgu6tc6iondvPjP2v+LiPeHOuigLca35Hv3eePW+B9SRb7bQHvXbXT1tNnpwbeL1Gpx+krZxXABEXvhQtSjVf+9pauawGq+UcC3qrjDfDm+l3+SYb/G0eiNb5QuoYCDBjKXNoXKjM2v3alufsJwFsVB8RMWZYeg0vbEZGzkwAgRz+D4hpiezh6EKuDCbMnOvslAdFLAqQ7T75VebN7Kl+24/60qrq+5Ifj6KFcHQ7qQ7EqaNP5BdJTFBVUZJC/11TpgPlkVX3ow09+1jzb3W8eylkBxRdQGVVJcAZEnigRPsbF/PxS9mnq3svIVz4toAw6ciiLR2TVCt8G7xH9dEYw1G3dI7nnbG+wls77ixaGC+Vnq1W31GsBbCKgKVpm1XZU1TOHPATdyIsmRx4wTrun2Jsj+nFucvBdu7GiBzCIfGHYLwEcPb86+h2RcDs+DLzlYMD5T+TToLtyzIMdwH3Gd+GQINe8LWHI4/Rkm4Jxfudkwf3gxJ4T0mDkmjxSIqqRADWiM0SBiXZD5cfmxMnImIKRwz3ze+TZB4XZ92aaMvtGxDRU82HXRIkyOwQSRPuaO/GKiJDzrHiOiFDWcb0otWyDUpBvDU8za1i+4vqdKw8d2/cTJdYchdeaRu35Bb0vLy00a5rb5j3epJGh6/zZjWvNLz76WNcw1/z3r+81//Xfv27u7whgq4WO8SMU8M4c75dibBXwXlAaB7nedhQk8MZxE8yJsFkNvFUq0E4e9Z0A3uH0mh54I4yZz3FK4N2WdwR4w4BifegA7wWx1UYBb5xTVOxRooEc6uvNh6iaJ/BeW1k08L5s47yfWdQDCUOAdzpb6vlF5L7c7eOXiHPgPcUSOmSTc+AdjTIpyDUL8G7n0Zo3B/r1LMDb5+2YKXEdQU/vOUnTuVn3kdsXJu6Lvs9ONR/dsbyG6cc+UF0ReZGO2GjBi4Ub4F0U84jkHDnnMnORoLNpkYcyyTuq5nP2DkLRkUfPgjCxmEcd78jFtLCO3cZM6nkReZllwHkubF0fXt76biT+GgTe8Zm37TT6JADa9fh6yuq3KyeOzHOq+cQmGrnBTw94hwHSV05MZfaebKlc0b3M8ZaBTTk91+qlP3WAd6jydnO87yniLVVzgLfE1uhLRTVfLnG1wYi3xmuvjvf3A7wdscmnOGyMjI+mD6Oac7Sw3CNKEXNK1OlOQ9Y5lWHeBvCOCAPbm1qrv/kcRWnn7PmIIdwV+bBvVLNXQAUA5Ny+V56nXBNYx6DGN/E95jrX7rZo0rEj4GxPbW4+L4VzM3V0LHKQmfOIdBedvJTO2Rdjkc8B4i8TzFMHnDJvzItLMlCJrrMdNHdyvAG6a4pwPxFb4o3O8f7HnzYr+ptoHL0Nem1QydPwSodDb2B158fuBDZ8Mhumah4Rb/Xlhw8UfZLA2zWAt0TGRHMPCiYNPIRq3jX2ASVyeHSB960TwBt1ZR1KwHvvxROpmquO9zffGJBTTmxP9O7TRLwBI+SVAj6hHNtpQV8RoF5QMbBt0byprb6wSY73F67jDYA0nNA/UFCVJa4otvRJTA1mHREgR/Fca+Hz7Z1mTmXK7n78ebMiJsCqaOerMp4Bbo4mFq3fQFngTs/ROefa78nDh0o3eKoxvtVcElC49Gq/2d96qAj875Vi8pReK/q4jqV3nEcbUrrHQbMtR4xL0alUJ9rRu9qf49K/95TLjiOHyP4xFGzuhTGhPotzaU99HywG/fvQ40DVRpwaobQJNFIFMlHPN8CCiZDRejNPWLMNVqPEF/aBqcVex0OB3EJvSUGHsm5GiPPKAXkIqhPljcgubUwbATz8Ie8G41F33AXbMhfWtbgRdTuUPZJCiW+4YOo21zFyW4ugmTYcOdW9dd+I2T/BQAjWhnP+k5Lv303BB5hHKTTeg74e4Jo2jdJ3AuRo1gDOAbwAb9NgI3XOs5SHWrZT2iBlS9iIyxz5MOw4Rcx/cf0xyj2/GVASMU+AaXAHjZ/P4l4NhGKVKAAAIABJREFUes1SKKdDXEv8mZ9hpyX49hrk55EGKWDd+3Mr7NcbxNDCbZWlAZw4Lm+w7DWPGo2TV82VhcvNJzdvNHdUi/qCRNS2t54YeP8Pn3/a/OUXP1c/Wmj+n3//rvk//+m/Nb/+Rs4vyox5b8ZW5XjvOVUKZgQRb4A39eJpKJwVx3JUkc7gyLEdEnredkbAIDgr8I61yMrxRTXHSat24Vqwaenbxc4q70ZQzQt4U40kIt4ngLcdSpHnTf9nXhGhvrmsdf3DTwW833u/ua62W19d0n0DvGue7TlN81HkmtkPeOzM7y0EGNXtdn0fd//I30cBb74+DZV7ME1zou09AK66l+h76lDNB499muvrO36yqIY0y8SPzoF3NNG7AN6ei+zYC12KmtTHAu+c1hLQer3y3NqbmPNawxa1zkRMct62C8xjv4qKx33OHPHuCicMA5RddF/iagioQcPsAe8ojdLmeHtNi0WLPG6MUwNtAW9oOfyYYq5Frwu8TUVyLl5XDGIgIjNQ17tGwOAAnnWA9w24AVv0xMQ1cdj1b3AOvKdvsJFR6sEVorfStN9Mta9XjBk9J1NcfneS7wFvqWGr++4m8P5GwPtfEVfLHO+iZxtUGiyHwwnjGOAYquYd4E05MRZ8AYLFNamcmmpOHe+Nfqr59wC8B/Opxqmae2Iau4gNAu+usy0iZD2jpn9bjHdHqjOn28a12jByvwHeGP9EFaOmt0sSsV47ct44D9uRITs7yHUN1gHb8zlq0TgUmcNqISlK+U5GvaEAQxsHuPMdoIZ31Ms5PsciGs72HL8E1xwhVz9m+w0JqRG5YXsAP5HwfVGiNzYU5dQ9ouJNTvWevj9U37ip35dF03StY5vkAb7L6AtfbZV5qg5cbIGT/X9w7h8E3hzBwFvGrIG3HAGb1wUuBTDJLw/AH8a2PZMdg6jO7lRwFs0O8N6hnNgA8CayLXPVVHMiwL/+x181D77+vdORiHi/1LiYFXh7ndHaYhFQPWfKiRHxxiJ9LSfCnCJjzx9+p5JtquPtcmJBNS9VbMDGsctEid6uNlhiPbMWgD4HeMsBvSO19DmlA7z/0afN+rWbAsobctKsC7zOG3jhMKEvAtSW9OzpizhVoIc/vne/2TXw3haAfKk2Un96KRX1J99pRwEH5bM3r2Xo63kDvNf07OmfqODT6tevK8d77pLV9NE5WJJqO/nfMAeI5i7KIUBZOoAm/e0IUKvj4ADcUwrLSwF2l7jT9QO4kfqiVjx14w9EbydCTQ45DA8LFuqcptfqB1c2fT9KgYXAn0W1styZq6OAccmzNpDF6RCOsnCqZf+xQpmDp9GXyuBJkaugZ1e+NCCR80ZpLtOscW7QTuRIUxYNhxs6AGgvECUnkuxSganQ7rNQ8grQiycgx4vp5gDyyMN3xNt55PFuFXai+xZ+C/AOSAeY49QI4K75wiAeJ4TAuKPEqSCeTsIILkTev283R1CM4QDFvEr40U5Ijf1yZkRMIqjKiNYFGOf7dFKko8ebGcNnOkaBb0atz59gPGvO51+eE9vybElTt3Gb00fIysWrXXs5Xt2JbLU5Xdt76yvN3//JnzQfX9mQGOFWc0+VOtYuvmr+5k9/3vzpzz5V2sdK8+vfPWr+9//8T80vv1S6x77ma5yomgUO23JiCbz1N86NBe1DPW9eBt4qB+g630S2DbxxWNAm6EDovS/iXVRz9VcccM7/DxXy1wLv0adCG4T5LGzkfuDttdr2q2xbyuTCmkinZzvfJdXcteNpS13zIPB+rc7uKL2p5hJ55PlxT5RNE7PtA5UmvH33/ebm9avN5uqyHLEwFNTGUmHrrYvccgdaZ7+o65jWfm1tmD5gHivLpFfbx9ynJm3d+35W4N3nQOBcY4D5HxvwrladBHYnPZ3B/cdGpQfs8EE7YtK1jPq+W8f7RB9J4M2Y5PStA7DXADFvdjqAHXHtepJgOj/zfFHzWG4TQprxeQ+Ixwwdjr18z/3OBLw5xrCGqxyltwm8Db5NMQegh7ga9HOMIwvrhF/WE1/fayTw7m5V5TKmH+B9e58D70lj8519PwieY8kb8hoCnocB72H7D9JMhh5/xjvsB94sPhF1PtYgbYG3VM0NvDPH22rMNjz7gbdBoAwsjPAu8KaON3POJdFXF1evNcuq470kqu+CDPxLooi24mp/IMC7nVCHOFk8V7WLLhGreGCxDwZmfBAAm8g4edtB+wSYsD3fkaMLSC6V8gLfOBHZFsdhukUjH9j7x7GqPBhUco7F37wXMOdaAHqA6ALuRVUH/HCMop6XGOUz5U/PC3jz3Z6i4huKVi5JcO25hLuWJeYFzfW5wOq6wOGVGzeEAYh0diPe2Q5Dgbet76E9e2rgXRFvRUg3AN5QzQXJoUf66FbanQy8d5Tj/VR1vFvg/T+FuBpU8wLeF1SbiLzqX//qlwLeXxt437x1Uw4JymzNluNt4I2quUD/oaKjiKsBLAE9r0V9nZeh/eT+180LiavNS1ztxkeKeKt6AAY2LQYQBQBx7m3V8iZGCzvCytUoT2ujY43ZFVG8b733oe7lqoH3iqLecxJje8UEYcdDAFaixfQTwO7jh4+a73R/e9DnNcZfC3RfeLXbHL18LoX7BzpX1NYm6r2oaz4QpR3HNWsnqSOA4Suq707lgseaW1z6TvdnPQMo6dp2TsyJKxKEI9XrmYTp4I28kmDXonLTAUN7Eo4jt5r+5Jxm9fsV1YlfUdRtF/rvPs4nsTj0A0sEZxCl+VBPx1FI7jxUdYN2s05Cax7gSV643UCOOoNHSTnDGc94ShG3BLNm6gBknbrQfZXRkwDVAlQe8TXwDZ6hNocadYh3VcSbfHJov7QNgIzrJUJ8bNYMQmfh3ADYhnHlOL5BZJllrbKt5xFPLkGzZv6mzRwZj7aDTQGlH0AGXd9UdW+TeeYp4BZzUi+SSqTc6Q8JvlkZ/LuNwETn2Sy9aHkwBNoIjdufz+JeqOluYNfZ35fvBoxt3NbOL+7kkeekGoysbOYOgO+Crd6TSOAdB2wWdA0fb641//Gv/rL57MYV9bXnzTdiccyJ0fHXn33afP7xR+qbK82/fvus+T/+r/+7+cevft882T8W8Mb5Ngx4R8R70cA75knA9aFYK8caxzznAt5mARh442wJ1kTYA1DNI7XAwPsijpHQr4CaHnn2pCF1crxpAi/y5N2TMjEaePeM+KCaRy3z0cC7l+ON44BscJx8mh8037+veej2ex8IeF9TFYWlZnkBhmjQ+KcH3oM21HCL5xx49y+NZ9G8+SEi3nX1k8DuUAOg8+GPDXgPu17PPUxxBt4d5ocnomAMlTewC5w9i9pZWVFtHyBm+QTx8X3qkfC7/w4g3gXeETWP15mB9+BN+iJMF8ODGOXEThvxLqo5oHsByrkMoVIjPjvw7jcoMQS7r0metb5tz4H3pLH5zr4/4bjNNWLQi9qdHFoDZGA9qYXkhNrlAJCbxUM76sanBd4lrobhHKapyWvEXUJ5FgtnDPAGfEBZW1yRYS/lZHK9F2TsX5KC8h8a8M451G0URkZEVXn2EUGK/Oz4viLhYchiCJcBXQI3BbyZdO3sI88b0SIdg2ge4Jz5LUoxeXcLAnEOQDD0cY5BVLqAMucFQDjvW9sAtPkdA588cCjkJcpGBBwQ7nNknq0Bv/bhmNCHX6p2M2OA3G62M1AXiCJavv/ywIJq24pkEsG88/77NvKjYFOWP2rHQBjb075mA94SV5PY0amBt4zanczx3s2I9993gbeMS0Aat7S/86L5Z0W87xPx1jObBLzD5dI/EfDM+oC3ns2CjNo5A2+NPIC3Slw9+e73AbwFlm9+/IvmouispXQfyvEE6w/0HHZcWztSHmJtjLJQF/S8FVnevKIonijbc0vNkiLTgN+gYiuNgFq8Wvuq35COsP1i28D7pQDxkYTV3ih6d+H1nn7fah5++1tpOzxrLui8S2K5rOva6ItcN30HpgXHuCLGBH2EMnb0PfoFZcqoAU/EHVB4XTR9lPO3EFiU8+FIUXqA954cfLtq5yP1QZfZIgIocLOke1mVwBNAn1KhrnmudqAkoYG3yttRxox7ORSIdxk+9UTYcIwpQCesDpxOtM8BlU90XvLUAdys/Xx3We0RANNNmM74iELGWNa76xdHBBrHgMd/OtLC0cYpe3ndBpMA4pxEXFPcVGr9UMINirqj51DRAd+pZG1F9hDlAqBfgOWgnPtXCPlBeU8wC6h0bNIXHQZZoLpgGEQ7BtBmXq5rxjGBgnqB8sgfj9JpPCO+J9pequ1oepjib6X5AOU9GEU/r/kv1pJYScJxELTxUioPQ7Ly3kuFPfLC7VZqmWBdvmEPROIhTmenk7jjp/0+WyEiN/EpV7qgOei9teXmP3z2UfPpnevNBVHCH9z7ujne32k+//D95rOPPjZT4MvfPWz+83/9l+b/+/Zxs3Ukh+UI4I2TxFRzpUAs4Gx2+hFpB0rHEXPFjJR0PBBJjqj3IPBGX4V+VRFv+h9jmb5AxLsLvFPVfAB4u2+hio7Tlj5MxDuddGHDqH866t4D3pdGRLxPAm/KrhHx3mje++hnopp/1Ae80REt4F3z+/iIdzpW2sWg12+668M58O5fLc+Bd7THDx3xrhk2AHLaegbdyWxpZ6GchhNA18eBYTNCXe8VAQ+ueWJcH9w2F+tDRb2tI+H90tVb5/2hgDd5bW2ON78blJMc1s3xDqq5wTY53lDMoelpwUdg6m0Ab89zA5bjOfDun0SG/TWLM2Ly0d7OFici3mlDj6OwjALeHlAYcgOOlK6nykvkwPenuZNpgfeJiDdd950B7zI8peYNYBBYelviau+Oat4z3DysMe4GHCUhQgdtWLXIs3RYgWvPPVaMjhJerp1bpVrS0K/IVwFsgHEArFBFB0BUvW4mb76pnOyKjHNdgAomZfK0FyWWxr5EsqGe8/kL1ZqGKs41BbDe8DYca1MRSp4FUXKEs46037qAN6AM8b0lcm01Tz5/9EggcdkxqX1Rma9K5fxAqT5EJm/dvWtKawHvEvXJ5fIdAG+MyaPmqfKREfHaUAR19aqi1IrORIlGnMxTRLyHAe//+A/NuhxJLG2X5pXHzG8TgDfA0jn/PqcM6cAGAQo6L6cYJNUcUHqgZ7CkfGmiwB76MrTnROd+8i3A+34zt7LZ3PrkF1Iq1zNo81sjz9WxSedhhjMoTIESC4NGLmMcoElMXJExi5PJKOe+iIyT2036As4f+tii/obGTZm/1wK31O5+rZriF6Wy/vpgp7n39b8JkD/yORdXrxhsALwRJa0SdkTQYV0ASqj77tJ4Oie6AEf6HXAAU+KqGApXFDkDGOO8OQZM6/pxouyh2K7tL+t6AIawKC6rfag579xj9Tnn3DonXdeqcUU+OLXlGWPYAlB/uQYLvmk8rawD3Fd9fuj4+zof4+BAIJ17pn/jpMI2IDJNFPqYdnGbA1yDwo2CO6A/aN2M7cih9vrFZzneAT9VLitRop2Z7pcYT2lk+X4wrDLa6+hH0bOTosz1OmeYPGGi4QByIuKZc86cYiE4G2j8Dr2bp5zq6+6HdJYEyrXGcD3Q1nEgmKofUfEQfISeTu3yEDurCLmj5NDzsZes1h7H9HinDTLnmhHIto5hZ9SnNVR5ekS+mUkMwCPS7bUQPQxmkZpnc86rKFA4MON+Mus7I/0+RO+F44O/ahyqD11SpHn54nFzfX2xuXVF/UH9y85FrUe3rl1t7qikH4v077573PzmG6VcbEvbgBxnHYgndCinx77F1XbltFFUW/0mcryXXMsbhqTF1RJ4MycEdTtU4oOCr+eU2gG+DdrNEW/atUs1L+CNE6Yi3lVOLB7oBdJq6JuZNmC2FOsF6QXpiDALghalvRN40zJ9wHvpSvNG5cRCjJ60iKCaR8Rb40xfzC2rNOGHnzbvGXhr7MqBsbxIKqaP7nkn/D4nI9glfMfXkfXTfVD9Qal6gJFFkKA8N4+/+tfkzhPvPPv0Ow2eaujG8eGwubq7eUzjvXsbvMtxNPM6QfeuZzPzgh132lfQlGc7Y/dcp99zPFCe5n5+DBFvd6OMMvdAMx/i5I4yssxJvfzr+A4HVASmEyizTvNfhxreRsCLTu5tIqe71okA2zFn1u+Rvlhzqw2Atjlnjnh38zeGUnXtLRge8aa0SdXxhrLJ4mvgzaTkvCfliWWON0bCgkQ2AN4YQUS8yZE7LfA+EQEd+GAc8C5Vx96E06MqeKgP9PrBHJnB4ThpkJzneE8z3GObafO0p4l4jzrrDwa8p8zxxpgapJrvSlwNqrmBJiItq9NEvNM4JcdZBgkloHYwsN9CObF3A7xHL/B9zzsNbZwJBlWIM0EZzYkUKmFQu4m+QRmP9dtRCiIkeDQB29Bg9QMYs1qzfjCk2YbzMbcR/VoSuCijnWOwTamYl0AWFHWAfImikcP7QkrmXAeCakVDp09W3W8meUfIBU44LjToNdVqfvTgocEKNPSnyqeep5SUIqdQmSlTxAyL+vT123ccTXvtSEsoi/dexQBoZzm3x6jXuIh3MAyiFjCGbAHvTamar1y5psWpqOZaFE8BvG9/+KfN3ynivXHllnMhA3gLwAwB3reSav5CVHNHIQE7Q8qJuSeV066AtxSBKVOFNgk06ssymFk7qeN9+c1B8+ib36putqjdysu+/emfqpGlME+0kcXceciOY0UZacAFEVewj9eMpKfZUxPA6LVzpaO+OtZv0JKD4dJdtPnQIleKBBs4CHg3rwUy9rebR9/9tnkpMSrWzVVpORBYJ8pNn1oQiNlXNLo0BOh/1h1Qm8wrxxs2B04G1ttV3e+CUhY2JNLEGr0nJ45LeAlMHitSCBg60jv91fnJunYcPjiUoF+/OkKsSqBa28PkAHgCulFXt2Gibdz/EV0l5UL3euWq5ihF2DHmD3RfgG5+XKYvxwuReoA3NPdddBJIA6E1cJwhJEmdZJ2HqGiQpSPyzfls3Bqgox8jGrzy0S+idB0I0c/ATrps78SOAcQDsXi7dm7BiWMjLJ0qpq0DSHG26FwIurnUmSLgFmzsKaxbAC6BHt/xe5XnsuI431cOeYEJEFHWG3fpMHLGDcwruk/EPOuUu9RblJCLmuTRRgaBZgUEYAfI2+mYcKmNShuc5/hnPEN/TtsumoHPoi0qdzyaqB8+xJCq9u21Xam1x1iICdcsBoTDpFN+6QJ6AhpSpBfowHPaZpFni5PnWOlYLw+blwcwEMhvDlipWVbiaoj5vpTTBuDNfIxzS33TwFsUfpeXTOAt5sqx5uy2DJ3V4UkxyBxqHdMOMAPvKicG8KYNk2pukU05wNAIMD29tyYFEAtF9HDwYs8S8Sadg4h3zBFlTQICQuANgCzArBSxhY1rIa5m4C2hTep422kTfcbK/WqgY3ke5nEAfvCpI963lFa0KXG15UUcUfTJdHAOMDvb2b4LCsoh0n6ZcHrAkO0FD3LB9Pa68gHHdx1mmvfBdWVwn24aw9DjDWiFnNRuGu5EGHasWXO+zwq8p2mfUdtMawd3928di/nhaSnnPybgjU0Xzk3m+9DjOE6WkoFyzlk5VbV/R9lKI+n8LNeL7Msh7Blrduwbc6OBfDppC6D30dKZRT1vpn2VU+oPBrwxGvcFxEcBb4wEIt4YAdD+EHVhwT0H3t1JbvahepbJ4Sz7zn6l0+0x7YTzYwfeNn30aIngzCquNhR4P/pGwFviXCj/J/Be2rzhHO95crznlk1VxOCCNli0aj9jAW+A5oForD9F4H1yAckokg2KnhfSE6e9kgiYhfDOvnJTnasJ8EmPJc4LJs4Qxwl1+arl3U7GNsQCUJDLyjwFaGC0dqPbRSvfkfjZpoAGUTtANoACQMQ+RCNxABCNxFCrYxEN9KSfDgNyZ5knfU26Pt6p4U1+LVHxRdErHz9UfW9RpG8IdK9tXNGtKpqaytvfG/BWObEDXesJ4M2ChOjPpBzvbsRbNOvbH/5JB3iLdmvgLaNXgc1BqvntmzfFMFCOt9gEEd2aEXjr+bBOofRNNNoUcBm7lxXxfvi16orL0XFpSTT+z/5M6ECGsQWnABphbJMgYnaEztsbY5FlH5oNAebY/g3Cdy7VFCWmQiW63tMNUgs3JdkEQF6Rp3q0pyG7JzD8rHl6/xuN2y0D3DVRv7ldRPcoE4ZjZlu0b8A37AvA+XPR1QG2gFXnpelaAAY3bt32SMHZgNOIWt70VYD3oeaFl8rxJqoLG+2C+tQlRbvXRZkH0NL/XklBnP2JVL8U1R7QDvBxnnY6ZnCyw0J5qWg69vL7HyrXfVOl9NTvtwXWd8UMgbb+KsXOuJarEo1a0H7Uqt5T/XGo6AWYEaMDbC4q1YLoO3NpFjEwwD/SfdLyRIyhxa9J92B+SWwTOzw4TEHtnsNpXBDLOMS7RA534JIo/+UABeW2aDOi3waU0LM1t7rkGTnlAD1qT0e0nDkXVXbnlSty+9q1ybOPOMIShqEfagtu7NHJPpd9paLfFp51kW6DRzMDTFPPXPJUY6c9TFm3lyeTLwDjBulxT3YmeWaM/lpWiC8jDVq/+59+9eCu3dBzWqRIG04KH03/0qftLqGtFM1V5Nvf6Hjkl5NYRf1xM1Us0JiAO+fj13KovYJGrjZsgTcifjhaFO2mv7mEne4iIt5iccCCoS62DWucHcl4co47t8IIjLQcgHIp8PcD74x4m70Qed7uTl3gTZ9Qm9L/L+taTDW3w6O25pFOD7wvGFwgWqi+ksB7SQyXG+993Lz3wSfNTbGLnOP9UwPeMZrdfkNfY77y9ufAe3TbDXzzhwS8yyZzSpArU6C/EMDYbCSP7960GXNpiq0xI/A9ftOcVyslzKCZ77WuBysmWWsJ4AeBd1TDSLaQwXb8Hdv16Oc/IPAOKtk58D45Ts4j3lPPHX8gEW+iYpF/fETd3behag7wfknEWwZXRbwFvEPVvHK8Ad4YMQEKnBuJsWBjUCBQke5dRbyJfOOJt2wP0cLWsJjee/x9RbyHeW0xaGAE4MjrToRRQg2KX+/eo643UezWtHQb1iu2j8hziDrFsU0LJvqnBi2FcwA1BjJAmnamNnfRzQ+gkos+XjW9KxJPBBKgDYjmd/JxAetE060KrXPuCkQ671sRScDTgpwG5IJzjHVFuh8/fmTj/apo3QhdvZJRjcL5yjo09u8beB83Tw28994a8L754S+avxfVfOPqLYEmgDdR/eFU83cDvEVfLeD94L6A92pz94s/V3huxeGrgNUxSi7l2CKCCeC0oc1nBmEsyClyhb/LtayJRFaZLcASUUn6GTZliogxThN4H6sfvDre1bEk8nS409z/VhFvlVRDg2BF+dYYDADtZYFuR7zV74gSryuyjCP7ydMndjZBo+fKAaCAlKtyWGCs8DnnpSQoaWJEuwHex/vKGyfyLyCh4LadBivSJFhUFNksDjkFmJzp3/vaFmBpkTiozRYbVD4v6u3kcru2+MXm51Kyvipq+3f3VSJK4BuK+p5+iG5jSAG8iYoDXki1KP0DbCXXT2c8GngrH19OJ4C37SuEJ9X/QqAw1MSXxQbYuHZLdPxN7RcOSIBbL+e4wHcPhHsOGObptbOyh0D95GFNACCIwDhnmJJqgViD+hhUc04ZxqJcR9QZJzJeYF3vpizwYk62Qj6sg4ick2OMdgDnDpZh0MFjeuZewNH8404XkVtHXgHjPItU1/a80qOrF2XdDpXgKesno+VeIyJ1x3aKTxdzZTRDuh/c8DlrGrzmn20kPcFpoKXQV8QF7DHCvYi2Ty32Ojrgm1Jrmqt9z163whHA/GtzGMVv1/IGeEvzwO2l1AlShlCQd141R5Tzg34s4A1rI0pzJfA286AX8QZ4c15f46mAt5NNGCDvDHjTslDNSS0p4H3j2rWkmn+/Ee8Q2xsYM+3qOfmXQbbo5D0GtjgH3lM32R8a8Mbm8U8Cb7RBCKwcMaYTiHu+KnCdQNwphi0wj74bqTeZWmPg3YuAt2kBzD/daDfHzTTF2D9BdwZkSh/Ec1e3jre9i330w5PPsM8DnBNqbeW5Nk/Ie9XxplY3+dymmruMmJRiM8ebxYZJ20YF+VnU8XZ+dzfifVFRJMqxEEkKOixCay4nxjviJD5Kd7HM33PGLzO6vdbO5DDMwzYuujuonzrYSuH9nuSaGzE+2Hecm33CcSdFpSd9P2nUnnX/Sccf9f20NJiWLjpoL3UO3H0yfZuNeGSDVPOJdKgxN9neBwaAzxcCNn11vKXS+kS1er/97mHz5ZdfqZzYUxnSUFhNfIsekEA9qFedcmJPZbQ+/K3reB9lxLsVV5sEvG2o6dhEZRx9JZcTka7TAe+ueuRg08bc12v9/jYNI274a7hBHPlmNakO7JyeT/JcvY3VaAMsmyaOcQwlESeF6wYTGIo5hYnc85M+Dy9qGH0V8S6laYxlIopEN6mzDMgoUG1BKMoqCWDwqlxx+gKGIODl6dOn/q5yxTlWUc59PTruXtb7JncT4L0g4a115cWSA/7k/j1TfdcVOTc9VyAJhekdRTuPtQBdUW7ktRu3dM9QzTPSMoFqXoJKY7pz76uOSFLdl2taQzWX8joR73VFYUKJPAxo94CMeHdp3nXQtpwYEW+rmv+22VXE+/r7Xxh4bwK8WQPG5Hh3gXdLNTfDo+dMqdy/VlzRQnpRMYPnfzLirVJZopo//P1vmhcC3hcVYb37+V+5nBg5oC4DBpAzKIILm8rZGAIABNeMD9oa44ztvPDnClY5nwA11jZ+Aj9FOhZrH+DJivraR5ep8+g6Fel+/OBes/30oaDCa7X1NQNUxM3QR5kXiC6dA5xBAJFnz1SSTFE/It5E3VmrEetatXOO9AXR56lJr5xtos9Heo7i56qkmnLL9VwMgnVfB7p+Is2bOqfTXtT/zKXR7zu7KmEmOi5OJKi35HTW5t1QAAAgAElEQVQDGpdXlmKMqQ0YY3/2F3+pZ3qtuacSZy9U9mxXavC7isjb8YcTQNdIbXqO4xQA0d2hqdOqRG3fYBsYeK+5/BvK8Aa1ROk1lxGhtzCZQNii8mE3rt5plqRIL8+kWRdEDqOuvC8n+mcbWa5e2ZtbYvruN9QiKuIpORkOzBUBvI27wWD8Z1ojTIhg3eAkCJpjRlYIvxCuL30A545DnaYUFgYm5eIKMEbtcZc/y2g64y7EEoNw387FMUnmRB9g0DngBaYzQl6RXd7fsE3S1ZnfAOl2RmZJRujvkWOezCL3yu4c3p2PM8oE+6gmeVc4cBZ0GLu+3rz+1EW4yJzB+exboI1Dib0ej11anoNS+M7MAVTnNUaYY3EisL/HZYirHavmN86MiFBF7j2GczjDHNvPfhA52iXC2Ssnhro9hv6oiLdn7vhJqno34m0FCBy52dl876aR88x0v2IqQTVfXL8ZVHOJL3JNOAa8jXO8GTv0nwtyqF9RhYRPHPEGeBPxXlLEe/6y2tqc6+xz/m1g7e3085Nr7/DFeBi87n/uNWamf59kNY+zP8Mu6j/CuL8Gr2rw2Kd3H0x/v7XltMzNYUcOU2r01cb3Oa8NHGDcPbaWVs1xwx5OzSed446z1U9813XQDbm5qez+xJoxL8LOiog3qXZlgznqzfrraTZ7v53kCbANoKsZ67Oai6Ml7Oir6HWGz8OJGuu888g9Lh069w7MyW+0ppoCb8dq2p6zA+/OwjMAvHtJ7RFq52SmeCFQQ/6YgPc+i6DeAd5EuyPiHYCfCS2E1E4C7xBXQ1CkgDeevNgHY7nNPe8YgN3nOKsg1iTgPW6CmJiHMmFcnkUdcRIwnvT9uEs7y76zT0X9e0w1AJlf8sFMAsdDJ7ARD3Xac9cxx527C7xjvY08QYvVaAywgO5pfDzZ2m2++e5B8+W/ALyf2HCuyTPWFhbTiD548VYB8Krj/eLB7xpyvI9E8exTNZ8IvAGCzBdS66Z+sQxt8jMNvLXYzxLxnlSne7BNByPiw/taGg8DDy/JPzYGbVgxuXYWIhu5rSEcDzkANNEQ2jUMHkf9ZXjW73YeOjoX4Njbab/IEY/Jmbxv3ommQe/leFsCyOxDdNveVB0b8M2x6neu4ZnANp+vCQQRDecF5bxKh6FqTs1m9oFm/oLtdR0bMqoA1zsCJavK8ca83lJpqSsSHyJayjVyDOzuXTkBlgRWrt2806yKLj0L1Xw24N1b2K2GTMQPAArwTqp5qZpTx7stJ3YK4H3tvc+bvxPwvqqIZQBv5d2PiXhXObEysj3mABp0C7pDx1hzFS8cMga8ANEA3usDVPOFN1Jb/v2/N88B3ory3v3ir2QcKw8coCJQ7Jg2x9bzJ0JnFei0ZNw3cRR5McZYiCinI+X6yot50pLZxlE/gIp3C+r6JVJIdC5qcc8hIKZTvVQkek9q4/yQZ7mq/nMo8TVUyFk7EeDbFT2b/rEskMxr6znAGyeOFNl1PHRXMOyJGMO0WBDw9phgPcewUfQZ4H2AqrmiikSPreAu8LUqBseNm7cd8d4SKJ6jhriMjefPHlnpm9JpOCYQFwRsr6zo2LpwAD3OpD//i7+yGOADCQQ+VLtuydlyoOP4uUEZBnivSTBODgSaFuC9px+MmcuwWYh661oXAN6Lq/Z34KBCo+II9o/ajsjnRWjHixtyUt0WqLkqPj3OKI3nCLv2vU4Y410Dl2fb+bsrplPAO55n0J8BwRfLEKFzmC5dlOlIK4hXgUjm4hQ20z263BlpQKYZB0BD+MyORBwM7kfx43JnKK0bxEFpL3aF5jCtFRaLcz/UOW045qn522kOiIklmDabIByRttOcI66GMjMDZxBCdqXIHiJk4cRM+noePII6GR7BdrQD0EfNfyPnOe4fmmjkzMdaEtDc2NFrZtiYaTrHPaTtZ6dq0kJpAzNMZBi4fbFJ1TavJLyG48hiagXk3a6MwyyvxtGZD9qIdzhqYQpMRzXnXoYD76rj7TtIJ2DQZTM/VftdNvAWQ62T421jnmffoZoDHsjxhmp+s6jmEldbJ8d7CTuZNKnsU5nj3bf++qseBDurnTdRxKx/iM3016SI+Lu0nWe60Bk3njWffPDw48HucNA96RJrrzr2UOfAWYF3pvONupaJtneBbq2foQWi8e3KEpXSg+K41i2wJtojRQoacJhG5Dpnn7Tzqpa313Av2DH27BwLyB5sm3QCcoDIL4epE05Tr+sJtr2GWoRT339fwJsFEAPGwFsqpeRbFfj29DQz8Fb5BNdaHQTewzvZOfCOTnWWSfUs+04a5JO+nzgAa8n+iQLvi84/Bng3J4F31vGeFXgH1VxmA3W8VU6MUmKmmruOd+V4p3GndoPubhyP6isTmSio0D1/9MAbEIy9aOo3Ymg9f/5JD6ttuBwHkbcdQf6gdFowzQA5Zmj2p98TqbCDwzmDAiIJ1tnHDkYBCaLa85qP+J39AM4cv+jj7Bv1i0UPpyyU2pZjsx3zI23O7yUqBXDnWEzmKJwDptkGQOR634pkLkM317GImKNwTpT8hUpEsa5cUfRwZ3tXgHDFNZmh4Ap1vKOI98l510rMWmieivpO1HJdNOK1qzf0fGScQxmlhU8BvK/e+SyA9/VbEhzS/D8OeEtc7UBgE8fEMSrTRcdlzSlbs0NPPAG8KRmn1A9yvKEx064XBaQA3g+//m3z7P53At5Qzf9a1H+NKwEQxOusHA+IScPETrITUYdQ4C+veUGQtqarnTaRI2zRKUCC834dT498Vfq+PU0RfStlZm5pmXrg2v9I4Jv+tigQvb295b6zIPDJvWwrsoxhQrklovyAcP5GhG9ZwJioOBEEzjOHkwMqL2Be0WiiyNQJBz3LhaVyRgLGlLjT52gNLABy1Qbb2+qPosK7rrxSHQ4kjEU/pu/SQLs7Kr2n/O+f/fwXFgB8phr0D9Suu3IKHAvcv1ZEHrAJ8F5VeTRE2gBS+xKPZAxgDFECjYg3qQcLS+vK3V6z6NaR5rADMX8QnsMdAvDWhep7gDdUc0SrtC+iVZ4XYn4oD+5Y4M1mThvIHQsvO5obc4yFFeU4ONB9HKsWNcyE8JsCbhVIIBKrto6s8B4otQBgrmnuF4FF/Qq3DA4dexh77HhHeTA+UVMPdW6XvMIAJKqrczsClOJtJXIX0VO+j3eO6aFh4zTm1ppRybcOxzITLhcWuct+z1JnOGpIkWAsVJpO6BUkmMdRY8FLGEgZbXcbZqTc4DaAfkSkcB7EWAp7uTc3xxwNsI5rrTnb/hPm6GoHOyjC4eByb4ypVtwugTZ0UkTSOsA7OkTkyPP6MQJv7hmHvXO870aO9w3N9xvkeP/EgPckG7PGQA6FE2/nwPtky0wKgoxqyx898O6Abta0Y7GycPQaaGNrWTOj6OeAb6LNEfWOeaLeg5JuvZ5cTytg4vWV2c6fB7Dmx0kuPn+kqIR+R7BtLI6ZkW8LavonIt11fefAe0SvO494n2yYSZPiqAH8Nj7/YwDegEbNDW8FeAfVfMvU1BZ4ryfwhkaqfNQQV2NSyRxv09cjwkIUrg94m7I3fY73pMn+rBHvbl9MJ2bHUMtcddtega5cxzcnT4zAUjZnMjXwtscTgbKI7lm5XG1nKjlGqQ1TRbYFTKwU7ONF9NvlmIjucnxNxCiUv1REOnJaLzmazXtQbSMHnAi2RZQygs57lSDj3sgPB3izDxO9jW8dg2ghLKIFlyM7NDsIIP5EkXEWm5vKzaV8FOe/KYGs/X1FH6XovXrtRnPjjsqJiVb7bqjmQ4A3QEL95tkTRS4FvNcUkd+4flv3g1jSGYD37Z81fwvwviEBMJTmAd6A2hJX+9WvmgffRB1vVM0P1R7P5ZgAeJdxbiN6BPA2iPCzl2ibrp9yVlCcS1wN4D0vFfFH3/wugLccW3d/8R8kai5wDuimbyQHiz4BAJpz9K8XVXKUzwJWvb4HoCl2RuCMWOzD2IwicCzuphObtoYHX8wxe/qhzx54jHo75xR7AKQIGgDvogBgpDsAQAEzOHMAE6R2AaZgumAkEMV0SoT64sE+znLV8F5U+hdK75QZFCiGEUPdeY5zqDFDPjjAe1eAGKXnJYF5rn3rxVNdjrZVJHruMqXwIsoP2KZvk6sNo+TmnfcUNZfIoMbQLg4CHedQNHVyyl/p+GhVrEjDYB7grb8P9FxdIxzKu67tjZ6XHpIAyKa2EfCGam7mjhTY98QCUHsxnt9oDMwvbTbrVxXxFlgh4t0HvH3V0erjgXc45mp+KceJMWlGznHiAbpfinWwp1SAV6pLnfDSImdzeg4LahPmkzAKAboBaiP9LujgERMGrAfIt5PAYDVTEPiF/ckFRxHdTp78oQ9gGhpY831GvDMf0VR4DEXTIsN5Y4AKiC9Kt4G+TueIToB0O4hcISAgcvgf+CfKM5raXYAVNhHBlVRTR8uA9SeAbbAYnaMP+Ib5SNm0DvjOu+05BEgNyHWrHdMZAffz8JDBcZUOCN9zjJsC3Ra8w8lqB0UYzm4DWisj6D1xtXByufwfEW8P0DjmaajmOFt65cSis1TEO9KYKM83OeJ9MZXUNWJdx/v63Y+aDz761OJqG5QT+wkC70ng2o014nUOvE82zCRbbFRb/tiBdwUyAnQHe9qOzgyE8DnrFkLeBswwfTxHhi3neSKBNXNi2W9es/2Tn6UzMubWjGJ7/2AfGYg7PaUnklkOP5hHZjqmeGbkmmvOnCXinVN/+5wGRcBGUs2FJhzxhvYl4+dAC69r2NojgeexKDzQ+/pzvC9rMYXyh4hQP9X8POI9bMBMAseTvh8/qZ1lShx35MnfTQu8Jx9p8haDlJpZz30aqrkN5gHg/S1U8/+eVHP1/+LCRFQmqOalnjxINT898A4g7vrFyueEao4qtI1xR9l64injFrlJk/24Nm0N2CGPCsptRKHDWHGuLCJOGC5Mos69Ccp4sCiDJhSGbQqnpTFr41GfZQGhdjLmuEyoAGfo444COg9VtFhEzSgJgwEPaE8LGyPRUWuBIEB1iZ1xDIus6cXnFkcTYCCH2+dJ+nmbA66L5rsqQcY+5LHCPNiAhi6QguLzFdHNMSpRdoZSzL0DwKj3zbEeQIG24NVG8+TRk2ZR7x98/ImiUqol/g5yvOMJdF5QSXkmusbnAt7cw7qEsTZEeX8t4H1Ba5W/P0XE+4qA99/9jwLeoiW/If1IwPtVAu8DqW3/+h9/1dxP4H2bOuYCbs+g7GvtiRksCK71qjnRKQvufAIAKEIn8D7S+rWmXGDqAbMY60DNvCLejwW8nwK8FwDef+1yPoxhjxDdP5HmJw/vC7CqLrWeDYJnLkmHjolAqdMX6JdexEFQSTt2VDKUUAHOZmXgDHCbJnhPil71YfonVHDSRDwmUCGXcFTQ2KNEHj8GHTob12IdAt0Px0b/IHB9iL0Z7AGMNDr2Ad7K2V5Uec8F8umZF7afK5q87xxwK54rf+6yHEU3blxX/3zh8yzrO67r2eP7up+XVhJfsPJ7MEQA+zHPSP1ffXJdDI21K1d1fhwE0MO3VBrtmd4V9dZFAUToz/OKsl/SNQJmtxUdB0BdVhtTsPjCnGqJ61nNAbzVzwyMdKx9Rd31EGxfGHjLSQLVfHn9mvZDcLAi3gW609o5seT1nCcxh8Wz662rPCdAM0ANVXPE43aana2nivw/dp/g+QDe5gS8KfM3f1lOkIyGVISFfugUOp4D/cYgNqjdLiPmPhECZ/7MnRkwSJ/h1+rp3Y4OFk1QaaBdedKlxNtjTNhAhK6Oo4d5Eucffc5USwzciOQ4ip7zrtXBreofALyo8/Wb+y/AO4XanF/+/7P3Lk+WpdmV1/H32z3cPTzekZlVWaUqNZK6RZtB0zLDkAYMuhsmGDBg0n8NYsKQUQ+YMIAGM2ZghmFgBoZaJXVjyFqlqlJLlZVVmREZT3+/X6zf2vs799yH3+vX3SMio8pvllf4497z/M737bXX2ms7iRAJhXDzj4QUSka3RnM5VWzB58n3PrUA+/Fznr1vR6wP5qkcYAcj5bnfLvM653SZd8KB8wS8ctkIoJ2Azc85mZD2bs4rxDXnGbZsnuBc12B44I26JJJaJcFjqbGBfyQ0SLNNaLxboXaB1FxSkHjezdFTEz5f3X0o4P3Z59V9tW7sBN6eOzqk5p7vOLc6gdQa8FeJFX1GeT8aI+/S38Zafem3d7zxyh+sx+xV93wTn2umZYfdXjoS9PzYoFjson11Au+L3tcZy/WNl8v8lBsbFFv3+7sJEq15pUX1iYA18xaqwqMkjqJFZnaKMLguZTYBwsuIidLoAMVOLPrkC8sdyiHmPhhrkt3FVC2AdOlOgcEpqkQMT8G1zLGA/pLw4305Pw4LvNuMxbyat25Hf+AtmbkOyjVXYhBcQ6ovshEBvIOFCuCNsVqYq90C7+EewUGT3qC/99vbdT473Fl0v3vQA3rd7Tc//7EAbwd3AD+Cl0aN95ZqvAHeR1divJESRt/pAySlAG/qKDFyIjnwgYF3kfh4+jIAZ3oMWa9ZE7PawUzUTIyCDbODsPZOVgR/ktjdQUfpxV3qux0QOgBrBav2oHDtbwSFgAoABK+QcDLRRjuxOLxo8cWL6+lWStqus7D6XGmNWOq++TkACQ6845aiO7jWZ1hcAOHsBxBL26YZmasdClzBqtE+jMAStps+35uqMz/cP6zuPXospk2sppi1+/qensvBnXLNmgWtLfYunoX2+tVBz1fLIig/zf3gXuiab7wFeIvxFqhafvAY9fmNAe8RnJkbUnNqj5vA+6GA94GA95uXrwwkxhzVtYc4ZV6zDZWBt449k71eyLW404ptnB7oZL/F5k5KOv3q2S+D8Tbw/rsG3hE4hnEiteXPvvgbSmF9LTAHLbJyWNsZ2l7RXshfMg4VAHPtZzG8culJyttcz5vajvoUuIeFKeO4oq7M9w5cQHZfx+rkNnWx+Qw0e5HaTVtfxYk7lvRIVNEMDfYyepzih0CyW+8s/amVTJjUOo3xGlvgnO4sL1m+Dtif0vnQWmzz7Qs9C7pmSihN6Heuw9M2aOFHcHKgsc0tWbijxIzAN8AShQSt4fYEmE9sxiZGXcoC+otPS6IOB4zj+dbGejLeAs/4v+geAbynJft3gokgTIz3PnJ3zNUwCdN7JmVWtbT6sA/wLom9ZjBfgHbraWgx3uV9sLYR0Fm9QKmCgPfW5mt9vTR7j9EVMvxJJQmQ/I+L/TUz79ZWMTZrabeBt5QzfAFMPednbTVzf6ozwmU8ZdvJNNu9PD8TTuSMy0xEMp4yCD41WxOMeGRfSgDaqrEuBkIGh+5JTms5gGuYoBVTN35mPor3xXWoE9GMI8+nFmbWSaTC8Jckss+DeNBJzUhkFODtlo4uL6SOvAXuyx1h+7G/1r0KE7ZifgT4JjAmqdBKGvjtZq4KI5ZsF/t2W7V8Jszm59jwWhPSVktMAfB2f4vnNABkR423xj+t7kimlORxqe/trPEeBnhT6jGieWj14SfVJ59+XmEqubQ4K/XVqBI7+muZ6hvA21foBoB3J9y9To13zMXXA9CD1qqL/v4h49urHnMZ6R8N8M75rfW89k839Iv7edZtsqn1wR03kJVD8mIMDNbUugIZwfck3UNhGODZRorEj3kBmW/tXJ714THfxdpq4JzeD6FwadWQe5t+/qPVZpSxhGFjSfxF+0wKVqIzgqfpYYA3x9gcnJGJbL0uAt7RiiQWFrIPSPdgAIYH3hH4ElQ4CMgJuN1c7dejxru4NHc+kINq1QdNHoP+3m8CuM5nrzOx+NnIjOx1t3OZz39bgHdtrqYab/rYl8xlBMcXM943AbwBHMhS6eO9LzBnR2Dg2gcF3hFMFSmQgxtPSgEim8DboDbrtQlm+ZlArZb66CJiPBcTb6gNYvJNd3MFuq5zF0j2ZzMNT1KQjKqPIbOrGJ7xcvslszVjZq2jdVMA7lJrxN/4gsFGysvf2AfHAGCGHec8kI8DvAHc1H0XeRTyc84BYD2HK7TOaUvme7QKQ5a68eq1HMzvGsDhrj4nifSBeioT6N1/JKl5DbyROXcC72xdlA9JP+VG13NU3KAdNmVyg0Bb42ZTztkYfwG8VyQnPj3R39VuyjHfNRlvgDeMt3LQ9qnqBbwBca/Vb5sxHMF8MGLl/Dxu9NvCeLuFkADmhLbLda8Zb90r3wetYRMC3m+e/yoYb/klALwnYLxr4I3MWR4JG8FyzkpWPS2Qyr2jW4AlakXK5isRDLP7tmvsTeg+IcU24Mo2XOAov1B46Noe676eatzwVecSWOTBLfpyjb32UTL0ZsYsJU4mj/3rrI+dEAc4RL2yx7afM98gb4frpqdH+5WXAWDfjKhqq/08CMwIPLp3/Axgm1pmJZ3Ebh6LLd8W23sqqTnnZjd26s71ReKI73k/57Co5MaSpOaAY5Qc+wbeqkEXY835AUQA3rRG43iQo2+uvzHjOJ413rTJog6cdmEc05nu1Z7msAMx51wLnN1HxTJPTC/Kb0CMd5Ga65yixrsE/lcD3jxTkdaKoA0wd6T6coD35sZLXQ8ZXmoXlKNMq9Z8GrZb58aYwF3e4C/nEk66eN+Y9aZ2wJN/PF+uiTbWjvZz4SzO95idCdghiS6O4wBYS7njHJnPPKeRYLSKqPlEl/EUz4VjkRyrPCXF2MwJHYNVkjrUGYe6gtiOhAeJHpu/xQYc9DpANUPUcA8HwOYT6GCX/0uwHdFvni6/dE15gPIyx8c4LZGo/cd9MnGe+WE/NzFuQ0IPa5UmSfl5JyKsNEmgznlRqsUcY6APWx8J2Tow9/Y4pzCyc0ZxCODdPPShgbcczZGac5cA3pJxVCv3n1afivG+d1+Mt4D3nKTmk5KH3ALvrhWrewnLNX7wO79d7yhr10VH9a1ivN8Z8BbIRm4ubAnGJJnrLhww3iIniGXp8BFGa1F+4rgv5z3WPJecUCOeJYBOOGcpictS8MrI+SOM0gKUey10TbdImNoQMogL1lOnD1lD0+PCc9v1gHcGWXnHu4E3EnMBbJ1MtA/TxUjGm0wE7M5gxjvahVFvh7Mz9ZVMvG4nlgEJ37f1DmwEgWUwDgKsnYO2H8gs0tSLBro/e42knWWxF3y+uY702v8gcDzo7/2mlOt89rpT1W808BawQgpazJlifQjg3cvV/KaA95EmLMBfMN7fBuCd0ZODNM49/jXH4OgrQAN/jiA1jNKiNi9b55T3OtgLI6GYGOOBC+MMBfnFTI3gMX8fAF7SW/oB8x6BDt4fLXaCVWf3sKoAdEA0kzgMNscAwGb+AqB4ouez+hnpOSAe4I0RG9spvbs5Lphu5kreV+Tq6+p1PKJ5cWZRsnbVcC9IYj4lM6zdLbHkaTq5L7aRqX9MbOqi2tIsqa/3CPJiQ4P+wHso0M0FawLvvJYOut8T8G6r8U6pOc8HjDfA+xXAG4Cm++Qwv7Ho1qMKfMCTZaMonOwlYdd9Iau+dGfVzLRloLoXAO/XXxfGux14m5XUFzXluwKdu2KA76g2eY5e2hoXMGOb6rWNIR4LNkzwuOXGkRgq9WYA0JbEWONdiaKQGOOqrzEmuXq0qot6bQ28kMBmOUap+bXLKgNT9yiYOQ94swNJKsb1yPtm4G22PFhLM/AG7cjoDmxSxva4Luz7GIApkIvDOZsongT2Wpf0+FgO0tVImAoSiISk71TPAf4JUhToueC6zkqKPjunnvfaNsk+3Nj3d7fCSR0gL3aY3uRI2N22TwZvm1JTcE4jug6M+1Hds3kx3tST00aPpALA+1BfnOsk7dEEeMclRZ+/c6+aXVAnALuah0qhVT5zFeAd9z2KDbjcui4a/4cA741X1bbA99Hhjo99FsWDkgBTAnU873g3HCpBU8zNLIvOGmZM7xzjMHYJXJm7uNAG29pRrgMGmtoeyTXJQPR7mbZlWYknNX0UApz5KVjcaOHK54tyaow+8v472RvejFlgxDMeNjWODbaX4ywtvk6RnTO+GG+oL/w3fcCKiQhsDc7tti52yPXXzJnhdRGGRME6hdFR1mLmOXvg1qFVq+QpYouG3N5rAwmIkpiN+T3+49kPd3iD5/KyaRxjPtQdgGeST1wfnjE8EQDgvNyyiG483AczYuWcBgFvJdZ0b5qMdxfwRjXFNdD1rxnvhbVqfBYTQFr+cVnD1VwZQDQxvrGncsg/F/Bevf+k+uSz71X31tRObEkKEQHvKeYyD2f2RjIulWH8huvpg2gmO+KiXDbe6wxVbxnv1rB6H9/dAm+AdSSPYb4pacbck7aVbmGteXVfidzDg12Bb1jpotQpjHfxvwjzMyfSWPsA1KzHxQPDvhZ8lok0HqeYr1n/IqoawfPC62fOt+U5op0gj1gm+buAd/Ri7P3yYuKHt/VgNh+6mB8JZ2PCZAG2g7kmqajxjmL34mreDbypq0upueXmSPACYE8m8CYQce9u/cvvqf8OZ2KOhDMrx9f69yoY+H0Db899vr7MjX3uQb3wXXCPBmTtLjuZ9tr6dT573QloWODds/XBJQ+iE3QMu+9+u6m31UjOAKg7a7xfq53Y189fVD9r1HgHI+WYOeXRESARhN201Dye3fcJvFtBEOfYVtLS44K2AuQGA14e+QygDZgdzIVZlmXmyaDwb4D1yEryijkrzIIwLWMfzmjqb8WV0iy6rk0B3gWU+z4QAGmOsxxScxOLAcEdTuMhWQ7GtQRzzIWWxje++GxteAUjri+Yc0vlSSLoWGC9Q+Z+pLrvJQdNBIMhfz8xW2j5skDRvupxASz08AaQwAgW4B2rR7zMMllq2nqV56D5LJXvu4D5twB4wwgfyIzrrwS8nzdqvJG5v36VjDdAw+ZJMVj8PHHq8VtLcQ1uATsCcbC6rp2XBHpCCQwy5iShxmG8n/0qpeYzrvGG8TbL7G1honeo+vZXqlPerlbE5Em/ygsAACAASURBVM7qvpFERna9JeC9ITacew+onxHgpB8yB2Jm0HI4jdGUZZO8tlqDY/RCO6pOBQtyrl+xWzkACUlyvILd5AXIQQJnCTAsXwIOK+EIIIzlQz5bvsrzcCpgDsAP2TlAW8BQztww35YjG7hTX58u7vzFWX4uQM5Vjuz1fikbLJXWeyPhJXUI14KfCHL0n3scW46vfeman1Cjri8SHVyTEbG+U1IBUGZBcE8rsa3NdbPwlu6SeBA4IoE1Iyd/nv0DJZ/2ZG4I8B7T/Zyam3d97fjkvID3WjWj9mQjAlVnTsh44vBXSdS3r3lllW57TOL58bobZQYuuyCRAYBSr+gDJRBgvHeoVz/c1XUYMWs/o3NByQQwJUmHS3wk/lLu7M4K3NogG8rvuV4+VAPuHMC80bGRmHFdw3G6VkjKjv+F2+z4XpI4lFqQBEjK1UPWzVeAVeIqXAq5jiM6vlESRYqxDL5znqyJBweesRaZreU+w8AmA46Bom91dog4EVAEpNI/2+7hTsC0HIB5X7BH5W/BLPtZAJA6EcE+8/q4n3UTPOeDXB9pBku+pTHHx9iO8RbjtBXP+j7yVaJmvQO1CePNJQGY8OkNQRqVNkGFQednyo76Md4N4I3ZYpkrMkAtruth7EY7MXUjkQdBXeNNH2/Weped8Awq4ZTA+wQJ+bgY7wdPzHjfVQeJ5Tvz1eKsxvyE1Dvk4zzHA7ytW4hxW/7fNzLGda1jLT+3X6J4U5/XcMC7Na6878Y4G7SfXn+/box63c9f5Ziv8xnHDtzHMoYc07S/rsp41+ODxFljH93bb+zTb7x4wHTG0oNi666/N4IRdoPqJqTmSMv1PUw3LLd+R6kkpU4kNXc1/+9JIYVHDutyrND5ADj+cqFZrEUGzpGYK2ZsTriXRGACNc9FfpLCyNQ578hC5kRSrlQ8c/F8x5zWBrx5W1mwLxoMdkzNVywyrVdhvAHe0W5HvYVdzyjZqhnvduCN1LxlrkaNd/TLbavxzprKKVjvRvuwXsDbx9LFdveWng8a7B8KePsUboF3j8ljuNn/4wLexD3BOGFSRB9vgPdXAt7FXA1zQUc5jA+CZQI7mDnAk34BYDxUgLez/rx6N4w3fbzfpbnacMC77+Tf+GMsTEgTYXIiYCvhRlzLWPhL3Wthewh2Q2oudlvvKbXa7lub7LblmgBlzXFFXg1gYIuw3GUOKdsiqGbyZXGwVFJBHYvGovp4s316dtM2jPmP3/M73v9GzCjSdb4wbQPIh1v6pvt4T4s5e/XyZTDlC2LNJTGfUv3smtptres91Hgvy9V8WYY7OAZHq6sAQS3wHYtP8wX46FxwrwS85YBNxvldSs1hvA28JU/+q38pc7Vf/dLA5N6D++7jXKTmrv3P9akwPcXZ1IpYbl4Cb6Te4e58IunmQ4MiANKZmN9prTPrL7+u3nz9tWorZ6qH1HjLsMvgUi9Ce8zN1tXD/GBzu7p395766s57cT4+2qs2Nl9U6+pTDYhYXFa3ATlx48jthIn2P6G1kPZdSJ/MumteCPJQygn6aVO+Jan5opQOOIuHvjxYW+5pGFcBvIONCxdqwLe+t8NzTCfmDXNqjTEcMl4bYGWQbqYQDKVkQ3Wu50Hb8wYAAPyn48bcifZd8dI2bSyTdbI2i8oqRIB8jKqaYS+fCvDKaYR0ehzAz2cxiDMY4fzS6RuQr3M7UGLJo5RzzWd7xn26AZ34IahcRqqdI5zT9TxNSd5OG68xyc3nSXgI2OB/APC20P7KwLvFkLsMiGQq10jSa1h7Ei07O+uu92aEUHYwozkCw1iCNpgYahKjnjDZWG6M53kcwj1qE4RGAi7uC+fOnBama3jkoDyYkNEW53jKemJQH4Y/xFiem2i95qFOD/Y47+jRTfJG118mjGOoAzTXAMBp1Waomve4Zr41KENOTtIqAC0JPP+dfItPgb/76A20VdygsQNTmyw373eSIgB8AHLGVzBRJBmZi2t2ie0h87QkFPBtDYv3G+x6fr6ezHJt6YgNo8a9D1Dheuh5BHTTbg/gzVUnkWEzw7pNUNS8DwW8XQ4Q0XQNmhyY92C81Y1kXJ4E5wLWZ8TwZtk6gLeMBM9lXAjw/gTgrYTc6vKCgbcM/wW8Q/IaiS8uUzNyN+Sor1Zn7Dus+mk44B3zVXl9SOD9sYFu3853DLz9WHXso75Z+U0bOOa57wO8g+xovYYH3g2ywIRDA3gn4w0IJ37axyfEBsEy4dzcqLbVZpUk7LHWb+bNaMdZYsDw+eFVOta0CBHWvljB4ngziZfAW0ehKVO/J5cmdYmVaTUBSpoyOt6UJKKJm6bU3I9AH9AXB9W6cJ2S64uAt6XmUP5N4N3pak5wOwzwhvX2QhMmG4Xz/nUB3uUqN6fHzgHv+9WxbgyaPAb9vdc+2ifFfu94d38b9IB2TQaDLlyfQ33/jHcf4P0zuZqrxhvgXTKXYTYj9oJg6Z0Cb9Wo2lxt26xT9A5uSfxu1tX8asC7jOfuub5Mkp61WKIawWosJjGfBfB2Cx5AR5qymf1Ox3GbqqXsmN8z74RZmyZQfcYtmPQzMmIYT74v7cP4nuQj8yqSWt7L52D3AND8nTmMn5EeA8L5/UsBaQKsAranLUdW7askuGbAqBPXYgLYWtBnduQcLsRe3V1T+yybfCBjV89kJQ52tnbUTuxu9fDxU/eibgfezUWwPUk5DPAm6G7OE76qRWou4A3rTKuod1XjPQh4IzUnUA7pdoPxBjg0Aosm8OaehJmd3LsFVk6Siea5W5geq7bfvhTr/ZWASUtqXhhvxhsOp2+efV3tr29WTx49re7qHhgsHm5Xr998rfv92mBqbuWeJNCL1SGxtK4bslAYKhFVHrcEyyRMJpBICwShZODZe6Pe5LNicOm3zevYNasE8pEQCrCM0gKfAoCuEgf0xYZVNKMeYz+r0OL9BegJwE0LvI1i/JVgEBfls1MxBpJL0+YLV3MSUQCTER0b9cR4C1AWU8oushrET1+NcyyFN+oP1UlKX/kFJDwsA7GF/RIs4CtOzxxuUAscK8o3nkfL97iHgH39R1Ke+0wyMtR2mOzoGYTt1Wdg1JGXzwl4zy6u6JgF0m8IeLsG2eQhjDfAOxjvza03qkl/o7KHbTvdco3omDBld3nNGQkko9SgxfA6QYG6D3SusWhvALeSCyMwjxgSsahsiIcw6TPwlnGfxuWJ2XQFoNQ7Sn7J2oHJH9+4O7YvJwsKoJtO2/TWxh1edfBSYUzfUSJQJoAkhSJJw1eRgHMPAd7xb0lpluAauXkM4TRp81gOAB5lUxx/AE1vx3/2AEg8DDsULXtqQMoAYf+ZEKOvfSSkI9mBBBuzIzwE7FbOtnxkkEE8YLEvx4lmu9mfF4I4nMjGxZeToygvMcHT9aAHvM6IpJfLI9Kx2J0DYOn186UZ72sAbzNmTm5Q300SRsk4Hn0Y7/uP1U7sc/XxFvBeCcZ7ZlKJvATeI0LuFiLcAu/WwpffXSc27trYe/rFLfC+GHjvShFV2O4t+cxsvn1jAH5yLFLDpcrhAxTtD9MDw+qvAA+lFIXponjsRBTZiij9LI1pDpOJ4ci01r8Z4dEpbVfdPzDBZC0mfoT48fqWrPf7A97ORjQY7xsD3imTC84pJ87mqP84Ge/LAu/Omu9Bk8egv/ebL67z2evOQ7fA+30Ab8djEUQRvEiSU9d4uxXTtxV4Z5bFwVM8OZ3yKvfi1t+Czcta8MagJLgL1ie2xVbcr7uW7IbkGPmq67/1BrukJ1C3szgMloJaXMcNxPUz8nJYUgC0s57aj9vRwGqm6RoZWvZdencvykztjer62fcdGHBtxwmQ7Hd8RO249j2h3xNMsu0pbQtmCxk6AP3Nq1c2uV5QCzJKe2ZlSrV8V6ZrsHttjHe5CM1ERfzuqsC7XEPXdyoo3aiBt8zVHjxS4BpsmIfatczVHkTP3+zjfRHj7RrvlJoHExxjocl4l3vezniHtHRHWfI9ZcvHFIBPSEkwqUV7QYvsrsDUW7VtG1FQ/uQHv2epeSGOOLdT2olJjr775m316NET15sfiwE9ONjS/X1WrW+80aKtlm/L96sp1RqfjUQNOez0CKYuAkoE9eHjEOZrMOKAWyAS2AuzsZlZeQZof5jKePQSRFhSH1I8wL5iDI3JYz3PAsxueYJJWrSo8rUA6KKqIVBI0L10R62MZGjmujkxB4cC3Ccn6om9v17trr8Si4xsGgZajCjb0vFN2a1diYBE2QQchodgHeO7LArjWUTyzLnxLDn5wZviePgA7zyTCR/PHCDRL4OGAOeRRNGRm7EFgMc+GLdOSCaD7RZwXFcCH+Y1BqCuO/2+URqMI8nWtgYz3hxA73iiNirkWNi/T1rvFfA+VHeJbfUy31E7sQP1Ez/XvErSAEDHfDEh4G0ZolvVBBCtXXGBwRgyct2Q4Bt4h4tuSKI5Zz3Reg9gvgbeum/jYmlVqeDSE+akUykwODaUgxQtkEgy400ZjoE3aQ7a2+lfjelpGTPOqW3hlIzqRnSctHkL5iaYaQNeg0ASWSHLrJ+jTKwUwMs8VTOh6aLOWA2TslYw6yRYCX64Y8bZqZwwGx6A2ckjrkEB3qgv/ExnXWY6jZ84WYTPR7QOi/pujj9qtOuXsbZvGt/EF8kMnTfKlwK8eV5oW8QzhIKgKEpCudkfeNO3HdbcNd43DLwlKnUN+J21x2K8vyOFzaqAN4y3+toLeE8yJ/i0kvF2aqi8rsd4d3Icw8WJkfwrr1vGuzUkL/Pd+wLenvk6b3Qe4DCMdzneeuQ1n8EeJ9wtNb+I8aaEGYyp+VZfxFK7Snju7sgrRDLzbZlwbioOwW8Fr5LoThMtNSnxcuyXyp+ID8tMxrSQc57XyXg5fah598zyJc3PC3quF1WaM6+kOOBbMcm55mTiCQNvSku8/rxHqXltrlYD72hqjlSulppfi/FutfDovne3wLt5TYabFNuv5nU+e5lJpN97fmOBd9Z4vx+peQDPaA+DxK8AbxjvbyfwjjETYNpTpWfM+CpsmCfKBAIhJe8G3vy9AG+z3bDWBF6amPkeAF1quwE/BKr8TO24e3gjH8eIR3+DXUIaWcA2sicAcZEb2d1Z24YJD1MhmSvpPXa0zm2wT+SMgHfqvLcE/HDmXJZpDgkAtrW8fEc9k7e8nXmZTm2plvhQC82KWslQ27QroD4v4A6QmpqZt/P5uLalM2tIzeslMK9d6ykcBnh3mquFAhZJ6LFbPsG6wXjfkWS7AO9oh4eREDLV2G9zjmGhd7CubexIlv32+S+qXcm2W328HybwVjDcR2reC3ib2S1YriP+xqSs9NsmEbW1qYVbaoQpSW9n5yXt132aGT+3cdrL58+EZKarR9/7twRQVENfFmwdz+nRbrX54lm1qRKCOQCpvubUCuv0jL7s69W2JMjn1CSrn/T04j0Be8l6PTZxxw8At78Xhlv7gGVdB0zfZgT+6QwyNhp9rUtPeLO6GleUKkzIo4C1lRp/QuyZGdVO6xleV/CxpzZntFizV5v+OxbgY784bQPgAKLzSiLcERNP721Yzl2Bt62t1xpXYgwA3m+/0VjbNngHdNN3HDCxrOTCwtIdsbs7BkiA4lB5BLBmPwbM+v20rgf7s3oE0EYyCpM0ni39blLBysmxnj2BKiS/vDgnAz8AGQFRCdxcqkPevShytB+Y8XQCj+khARu7kvnY1OxiNSGlAd9fjvHuXKEYt2XwFKDPv4BR/oGBVUC4h9QRxlvXT0oB2llRShCgTgw1x8i5JJMdpnYhuSbSawJvrotZcQO9ZHotm4y5qgm8x6RE4Lru6l4fkqzT/DGmYBH/Cn5PAsJJC/aPWgGmW/f6DE8MgfZZlUDMq0RiSmPMyZXCduuzRdYfigkdPqof1f+zqXGeZ4C43k/ChP2QOvHcSzLFwN0zdM06cxtL0sTf5FweWy8seyhVwuMgVQG+VlHz7Np6Z2VCqg8LTblHMNMcHyx4XD/mlEjOZrKAseo1I9hx7gfXJUofo+0bjDfgmbHMXIyihe0iXT2lbp3tdriaj9TlPJR/BPAmgYdxIiqDNv8Ms2GXl5qb9XaNN2oX3ZPRaQHvhwbe99XZIoD3pDoqBPCOhJCerRihcY3z/4vUvDn/lu87yZ3Op6BLiu7s/QUorfPD/rkFpjrXgJ5vf0e/7Ixvy3ldp2zxHR1qvdn3Cbx7nUukqtoX0H5S86anQkZpzU937aI/8G60E8vOHAG8D1ySR8JxR3XdB1IJkvjcEvgGeJ+R+AR4CxwTG41p/o8SwgK4GY+tJyNycjHvMEeEZkdzDNImmReOL6rLxrLK/xaUEJfCRDImWJtMVMR81z629POwUvOr1HjfHPAmc5Dmam1S828h8L7oibsoa1Tf6mAFylAeNH3dMt69L/R1JstvldT8isB7N/t4u5ZYssOpeZkwqVZsekks1vyi6v/mzKAxzmyGk4DUMhsYJoK7jwZ4ty/0zYCq38JXBxYO9Ep9Z7AwNj4DfGemssjHiwEV81Ax3yB4JcPK+6eQcidjVdhnAHTE4QHgi7SclmDI03EwfytgvSx2mr+VNmSA99Ljm20jmZ2hh7H2DfvN9ycK4mFkFwSw6acMaFlYlKOzgngSAPuuGz2v7j1+ot+rBrkNeLfPLp2L3E0C7z3aialPs4H3MfLUTPJcF3gTzGqhO0F22TBX++aXX7rW6t59khD7YrxVA48zfzLeFwJvs7K4mgNiSLDEvd1QuQcZ8rl5WvSIDZQOfF+u2s+//qXA81T14Ls/FEBRH+86Uw4zJ1dzLfYbAt4jYskIzMdlEqrN2OmbFlLuOy137ZmlNcnNJe2GudR7FsQaE6STQLEaQu/dlzGX5fLSoW/vqLb5XJ9Vv2rGGe/xOEsmuRiXBVBFFaGaXd3QdR3Pto77QEGJQ3C9nzIwA2+8A5A1i+2c03xxZ3lN/2quQMUhAPP2zQsFMC+r0/1N1a2/cj29cvtm34+1nUkZmj399FONxcXqxfNvzMwy3rel1ggHdRJkKYHX+6lNdwkGNbw6RmT0s6qDJxiCGUDeT8/vE7GTUdYS4zWAKBJ4jXHOGdCV98311YkoMKZz+ZuZDEdPXmVJEExpToTxHlPv43PajlEiUs8BF5mrdc8mUWJR5h/20w28j9VHfE/GartKXMB4AwRhuQ3EpDKg7trybUvMA3w5yQcITOBN3T9jq5aaUxpTgCMJFJ2jrwvGammuFoz3mZImSsgp8XWq+YNkC/4PXCe3kPN1o7d5tHoDc4LnA3ivVQsqXZnSdRq1636A5UgWknQItYHt8pBvnu9WS/Nj1Z15gUtdhr2Ds2pnV0mzfVrHBmsEA0+JA9c6pOvOoDh8b70K8I72doyv6MOdLH8mHHygTsLEtQKIGvwahLPZSB6HS3HUYRvYGtyGFN0MuBOEcUSl57fHiU4iWj6iTFAHATub02ZSfirZngjPhGOd+1WAt53kG68wXwpH9zZX8x413k40cM5IzTUw8IY51Ty0ePeB+nh/t3qodmIXAW+uNn4M9rTw/luM980A7/bz6rcGx986a7wHf+JdvKMX8GYcXcT0votjGHabHzPw5lzTFeLC026PSRiwrZiFaaPu430B8N7T2oOhGi0tt1TatSupOfMgzzbAe9QKMpKfwXrH49DYRz4jtdQ8S2WOlWDT8ltNLCkpt6o1S/+ezWomVJLrXLj7VNtyQoKEYkdiiV18MODtwBCTCmduIwgbVONNO7HoaRp9RUtLsehP2ZIBtN/F9894D3p4XFPV8YqQIF63wLv7Ct4y3kOaq736qjpWwOUJZgjg7QCWyeWjYrzbF+/LAu982uoJl3MvtdswOtE1QUG5gjJLu5GIA7jTbTgCOqTncru247jAB9IlPciwj3bEVeDG38jEEhibJdd8VWq3+TstwgDbfvZ1EBsbG/631IAz9uN7zL12HdzvC2xD8c3fWYxEgeTAgMolmW2xLQyl7iyvmvXe2d6t7qu+G8YZcBOu5shG+6f1bgx4Y2oi4DivY1u+35KaX5XxvnP/u9Uf/NE/qVbWHhkwALzJQlNci8Hgj//8R1UB3mti/48k+b408CbQZz0R+B1FAgwDqLVqU/fkBEZZ92haIHZpXqBGQPjV86+U3Z6u7n/nB6qFXUg5LRnuAJgnAv0HqrGnLpe+ojYQFVt+fKyMPG36NFZm5TaPyRcSVMDMhJ7ZeW2fQB/AOqZjOYZZE8jkhUxua4fPHwl0i4GHqaZmN2tPeU9ImWknFe7q0fu4qjYUfCC5OxMTCxAHzDF2DLzF6BMkAEoXBbruqTXRnJIJgL1d3T8+B/A+2JFZnnpSH8F4U38uYDShY3BiZVUu4drPLm3xbH52KLDP/nAtp/UZwEV113oeJkkG6Gf2z7M0qedgXskhWt7RCmZS58k1x50Wg1ZOBgXI3Oy8W/LRx3xH7D0xBIogEiUTMNmug59wffeBkgoEQPamMa2KRF3P5fSsGe+xqXmzvVcF3i2TFcYKh9gOvHE1P6HGmp7kXDfJzkkUjKeskTHGmABEBvCOPrKAsADeAOro4mIQUNztiZsMvIkTkUnC4lOTHM7wJE8mDLx17wT8D3FMV/KE/SJx535T+2/MawUCXRwCeJ/IqGtcaoTZlbVqXsB7WkoOglPLlElksE+fLBMWcZcUGiMH1YO1kep3fmu1+s7jFTn4T2p8nlcvX+1XP/3ZN9Uvv17XvaKnLmw51xtpfwq7fZ7FfA9Qz/b5vzDvQ7nAzwGcU+JuwB5ZArudu44c7wJ66WYimVkh5ftRNx/XtTj820yyGNnZCJDthXs6kzhmdRPIzF0SoDElYEuATlJoP2vmcWgfBnjbUT8Z7zbgrdOxqR6JA5Iwuj51O7GewDvrvAvwVjLgVGN/4e7D6ukn36kePbwng7XFnoz3LfDuHaF/rMCbsynJgV5x8nVczY0di6qox2WLlFlBLgFiLst4+7gdNV386gTeTRBLgspzPK7mPYF3rLGHSjLXjLfUd6ciK5hPRwWS6YZRgHfxRQnT2XwxNed85zlEzyb6neNxRVFiuKdW5qqJFbX5m9O8MKHkIk0q+AwipgyvUBFlIXRrs12Md0H9vKX5PT/6q3WZQjrUevU1V7OxWvRZi3YMZKuPegBv5Fc6IQUN/Ev2326kWoQnWVw18XmBaQBvFqY60x1LUeOo+t3Wi294P1l1et/1GS79ttt9Xcu7rwK8b83Vel/rj4vxHtxODNDnQAN2I5/DYBuynVi6mu++fV5tvvxFtSPGuwBvM95zCobMeK9Wk3NIjhVk26XVs4qf4zAp5EUQCDt7IJZGbI0APDJVhIPt5moXA7dBiZLuvzfmFY5l6KersCQZtDU0I04mJKudJxxnSa1gY1Gx1NGAyXxJqAA0z0RrNYGuBFNIJ21wRlZTnwcMMGmbcSRg1n+wpE4mZh035wvILo7opb67/B5QBViGdUQmxfswWmPf1NkDvJn3tmQQMi2me1LBG1JK5kYYc2rANzc2qxXVZDK/7kgefUdmXgCb1y9eySRpuXr09FMFc8rMUsfJFYb1aFznzrvZS2pXz1Fd96eV4PT15r8iNRfwCuC9XAPvUeOoAVLzHJNFar7+zZfVzobO64GA938g4H0P4C2WDyMTjkcGYocaqz/+sx9Vz7/8UtdrpLor5gdTKbu+I9Xuw3gHAxT3fAxGEvMVBLiUEuj+l3rrKa1LKuOq9gWmvvnqSzPe9z/7LTPWZuE8xYf3CM/WuYJiUh0ECcGqkYhBBqd6a42lWZUJzEjOS0AeSXIBGdeHxWcAlagWzAoDLDXeCDYO5FQ9SS2uGEzLs0nw6PeWaesY5+ZkeKbfH6h/KVdoWnXpO5LaAaCR4Aaw0TXTdtjrrMAosoFJzRd37z2s7j/4xECYBPmWEhp7ksbjyr2rntRvnn9ZHer4J1QPPC0Z7ooA2r1HUjPg9q4xSvsW1BwY/ZG0QNrsVmA6lxPJ5HcUDDEWGcfhdK22e0pAIJ2n3tv97KUK4N7xdaK4QTdCY19MtUDhBDJqXZNNJXVOjvSsZa9lelgDzGcFqq0wEfDyfXQNOHL4mD3PREvAdo9jIEebKIxwuHEpk221E2sO9I4nJIFnvKM38D4TMDsV8GZc7ktmThKI8+Uw7HxuUx8mI6Tm0V8WUsJKNoAhwNtJE1zmYyy5rRwgrdGFwK3UXNsv4E3chLO754izqPGmPl/BKcCb8cIYZ2y5DzdBqK6BRr1r6o8VOY4BvNUJYV6dEWaUfBnTGI9IsnENeF64ruf7Angn1T/4+w+q//Df/+3q6dpcNSvwf3Q8Wr1+e1T9f//6q+pP/uyvq59+8UL3HfZaqiBd/xBK67xHg3kO1jrY9ADUwVw7uiPgRS5uU8Ck5VOxUWT5Zq/p6Z7lBm7wmHM818su+1ZzITtHCUKnjkzKIE33tuPasj8z3jZWC5n5uPt4sx7AeBPHUlJ0MfD2UGpIze2m76RIlHRYotN4dQHvvu3EuO5hrsaze8SYUN/2BTHeT8R4P3p4v7q7LOA9l1LzjNWRmhsskVBMNo/PF/hTr30xiZXcStds3/ZUtC0iXmz7vr/7j6339zNsHXKjl3p725F2HHeZA1rKgM5NXg1bXOrABr0pA9xy35wM81ePY+KZGri9i94QZT0X/7UdeBfflIs/0L691sjr/Ylu4F3umOaEnsCbNmK0EFPvbs27Bt5IzWG8SRwrFkHJidQc5ZjxJMlKFD/2RYkZpygb+ZH1qKiQ6OnNGnc2o9huWX46At1ji1o/pvUkjun3JBC9xGRslUotP0nNqfO//Oc/qi+rd9kJtv3B1qvpaj4QeLPwAbjdlgfQHf28kbbxMzIxpAIEr3bUtEEINTVIwVrA2w6gZLMVYMFy1w6e6PQJgNOwJc4rs8Ado6UfkB40Jjv/Pmhbg/4+aHvXaSc26Fz6Hduwxz1oX4POJq4vvgAAIABJREFUc5jPDwJyw2xr2Pfe5L7rbQU68Xh17ZVrFBUMKdaindgb2ok9o4/3X9toC/anZBLjES3AkO0QdIv17GgndiIHXU8gqh2dlnR0RjJz5OZNqbmFkt4/qpNo8eM6OYCCAgtqZHA1hx0hUB8Vq1jgWmsuGB4m970HBE7J5lztXmVqrGsua9V2x/QQU19n/Y2TG7pu0XMxnKJhoZinCgNeaiojQGMeom+3QILmNearFjsZDB/zFCZp7AujI/bMNgiiozOD5MMC2KWdGN+7367ev6FexZ4DxfKZORcopL6bfcEmIlEnENySdB2ZL/PorhjRad13WMVNgfAp1eref/hE4C4Y7+g+GQxWeXUm8Ya59iEejVd9PQHeYqC2dfy7rvG+I3O1x67xHlPUx/upk2rWeDf3GddI74K1U8/rtwJ7uzqXpfvfSeCtGm9Ag5KzlhMLeCPr/UsB72e/+EUA73trbYw314YBX86bc24mGEpduZVVdj0Nh+xYSKlZ1u/1AekYqv3tjerZrwDek9XaJ99TQD3nOlqPLD2TocRy5WyaVsVzxXGe6Hk60nuRvMLewsAib/dVdKBU7gsHCFDUNfM2ScBpDAlgA5yi9WYr8eOe7wrIqZ9GXg74xFxmUtcC6faRAD9jxsoJM4PRyophgHM+CQMk4yur99T7/YGA8LIAjwzmNJccaT44F9DYVb3yr37+k+pYwFvkvcybZgS816on3/lMZjMjGm8b6sTwyrJZSiIIgGqnf63v4MV9gX1YVRJNzCmc9qKA3qRAM6Vpu+65qn3qOI/lxH7CuBdomZGLOywkdXlMEUjnkTlTzwxzgSP3jBIgCwLwJFEAscQUSIKl9zcjbLWH7iAtt6jxtuEg9X2ek+O6A1Dym7bH4OI1Mucc9zSPZwG3bwNvJZ0woiNB4NZuTr4ko6sLb4BmLKmgjo4EyMhJ4Omm8zcni8jhpAy99LEOI74YKzE2w1QPZQGgG9d0trWH6kL3HRVODbx1hMxRdpBnnCbwPqWmXuNrFD8C3Y851QzPCniPCzRirtYFjHRNR6qd6umDieo//Y9/v/rDf+e71dyowC+DhhKEs4nq+duD6n//f35S/c//219UbzY1fo8B8XhNyIdAwerxmO6NMnFjxIFce8AvTHUmMrkWtRIJQzOz/XEX/ayZKSaJoGOxBFtAHs8BgLuTpRHslz66JCyjBEPJVF//mLm8Hcp7kLRnkpskRgDvMETj18Utn1r9E93PTsY7lAqsz2yUxDg3T8dh13/JWgHemdRrm+/0uVLj7QSYnkOXhi2sybCcdmJi1ux/QI16SupHIml2bMZ7wlLzJ2a8HwTjLeA9o7h5knHEGp/Am6tn4O1jJKeTa6FrwXP8tiWr2x6Dd/ZDs6TkKjsZJoYdVLvea/+ewTP+qheOfON11s9B59q31tnTx8XoeBDjbcK0zwEME/9GWHXx1jrbiXXudph98RgQl4IpUVbxr41AtVZgNEsnlX0lcCmr2lGpD8CbOm/iWlRjJLSjdBngLXUYDqSQETmPErPxCr8IJf40Z7jDwqTOb14k8LLWoTtaY+eUsNTvTuVuzsteqCUxQnLNCayPBnhHP28Y707gXcxGaMPhjMUt8B703NZ/vwXel75U9RuHmQwGbf0qwJt2YpN6DsqENgh4b74QQBHj3QW8e9R4Xwy8kUsX4K3ehx8B8G6NbYe9waiSrXTglkFaCTAy0RfyonhfvBc7oDBWK7XesNMkwwC9rqf12hJtfgiCCrD2pCwwVIBQaTdWtl+k5rvKwLINalxDvhRScveI1rGyPzPm2icydAA9x8V2AYMsACiCYMY3ZfpFOzHAiOvy9b7oGy5Z+s6BXM3FVikQn1IQB5tY2okZeHcw3tcJHPoB7y0Bb2q863ZiUoOOXgJ4MzZh+3oB738oxhtgiKu53JxshMQaB/D+1z8CeH9hqfhdmQwxjovUfBDwds1rjo2xdPk2WM7x5B7TitjGBTgOBWiffy1zNdW/rj75rljXaQNEAFNJQwC5ndjyghxseuSy2SKyZ30ckxebLQXryv7NiLJg87BnLahbZurDBBe7u5IO635j5hfjLcYF4wZmsPgLAF6QGQO4ZqYFdJTt3xAjTV91joND4dm2xFxSc4KQSYGuRYzwqPFdWnENNHLlXcm6YQsOd9er189/UR3r/Cd0k6b0mTMd5+qDterz3/6h2eovf67rr20fsT8Ybx0HtfGARhLvxwJGtLzCmZ/e4CRJSMpMq2Z9XwHUnmTsRwf031bSTwGU2VqN8WklkGAfR9xvmrKMdQ2PfSUvAPAykBMLPimJNbXpJBFgMQEcB2LqD9U/PXqKTSrJsKTnQb4Xql9G+QPoxmCtJO6HA94x3/iuGnhnf3PLxyU11/XnHM4F0gwCM/ETLaFIMoZyxsGd3mNW18AxnN3N0uv4zHSb7Q4g6u+RVyPDJgoV24L6b8ItsHStNEfwnj0pHnClR31ArTgmeoy9AN4MO+TuSvLpv1PVYut/YrzlZdAE3viBSD/ZCbyl89HxbVZ/5/tL1T/9z/696t/+gVQ2SjCMCJRySU50D/aOx6t/9Vcvqn/2P/6L6mc/17g7o02dWpQJSLomcpZz0PvJyFHbjtReZQS0sDy3CiCAdJjKRZ12uU/OWXAdANLIzHEWh82mLEPXhetBQtvQgueS68Y10/tGXDOeZmbcB081UT7E3922S3OI41AdK8CbkomTbGnGvGQDN9eRt8zVLgLelDTYXO0C4B2181HjzcOJgsbAe1HAO/t4exxcALzPlBwBeD/+9LMG8J4K4I1qgjucqgWnzznfzJbGPnPu8RoZ5TLv+3ULvHtf8Y8FeHP0/eLlGwXeeEYo3ip9u4uiGl8b1kE8VA5EQBxo3dqVmemmEs4bMmlFQYUHShfw9hpMjiwU1e74wLycc66NLbGLxMV8UeqVO1q7ljTHKh92Mq44UElEG5YC3IP2ziRvD0L728t4dwPvSRhvXbBgvFksvp3Ae9Bk1VVL0snMZaDVaztXydI1t3MLvAfdne6/f6zA+1j1hDwrSM3NeF8CeDuEjDW4HXiL6TLj7Zq+whSXzOYNL9DXYLzj7hXGm38LoO4G3qV9hCXnZrbDhImEHgCN+44jczAiURMJm8TFieAvAhUyrbDT/oxZKup4ZZKWzDZBMAsBW4H13lZ9NuziyspKtAnT34r0HMYSEE4NOAtKYdZhKAmwAVQwiBzLgtqOFWadz/DaWN8IIC9m8FSyUcdZOpYJsZLLMIpIewEkBXiXRISvWkZhwz8ibK3+dCfjTaY5GO/lavXRYx2XFqZsJ9aP8b4IeC/eg/H+x5KaP9BBCzAAvM1OU1MdwPtrAe8x/X5VLdSo6WrVeDsdfSHjXe6p1xnXeGf7jwTBcW6q/9cVxBn89Qv1W5+Yq5Yff1dlBZJAZ920EzlRHJbSWMAFgDx+LqQActYy3UdP0Rh77h2PHM6KLsB+MJ/FDZ+ky6nACcw846u47wOOSdS45Z32RVIo6l8lP1fyDuAMWD0W40xSm2sG482gRiGB+d6kxtisgOuqxsudlVXX0W9qzL4Wi30gAH4qALu9/qw6SeA9jaGgHq9xOac//fy7dkDfVAu1SbHLgAkY8CMxEjCw5FFICp0JxI16LAoUy3SM+/dAEtlF1RUfSBm3J5XN4Y4+pznMwFv3kGObFfCeFPuI9BlvmE1JCI9Pd7VtgBHJp3BLJ8lkWbDOHwC7o23taWwQVLlVlhjEpWWZ2gl8j8CCY65WqGc+eUnGu7WeZk/xBvAeNYNJjfeuzkPSec2hzJ/BrMcsFTNVgF6M0Nw6LZU2gHKSLQSBvN9JOgNHpI+hxgkQGe3FtIPw9HBQqYSM+9DjC6HgU/MKbDpzHq747I8yB8u2cfF3DTk+AbjIA7x1DeVqv6CSAxhvFAapoaxnB6tFRijfWK9+77eXq3/6n/9B9XvfX6lGdZ1HAMFIMjXXHOt5//HPN6v/5r/7v6qffilG6gjGV0oDJT/G1H5namlCKgeSEyqTQH2BsaUC6lONAy1C+hlQHfXa0RqsUdbCKOeaaHzwRR37GV8G4S01ERfQyddMUJB/QbnC+AiVQcjL2RaM+okANcw315prCeONo3msFZkU8/2lPd1NAO/S47eY6sF4Dwbeo7r+zCow3gDvhdX7Bt6PVfYRjLcMCwHelCLwXy/GO9fIcmMDMnyY1y3w7n3db4F3XJcmfmEORPV1EfDGVBW2e19y8z0D73V7nByr3KcX443kvCgaIvkd5EsB3iZmSFarnhtTtTEx3ucL8iOZRrWjuUITInOKSxL9BDHP936aRq4DvDtl6V013rXUPGoku6XmkupYas4kmFJz2jeIaZhSdr6T8UaCHsAbI7bibv7tk5oPmrKuA7yvw0p1DtzO4xxGpjPoHHv9/Trbv0nwO+yx3+S+r8p4TyGnrdlazuBiqXlhvIcH3pGj6wTe1HaenERNKLFpAO+U0vlifnjgbSmhJVN8E5NeAdZl3Bfmuclwx/fIibKPd7Jesa2QGfEeAxsFaciYAgwFTAX4MIcRSzNfsRggry1gm+0AkM1y601rkuSuawHgBYgGQAGeCa4B4+XF37YEdpj0cdJGegt7t3gH93I5mYsRvCPpNkHhulhvQNuaQCZO6UjQ76oN0LZM1TberkumiJHUvCSIn9aMN662Zj3eA/CmpjgY75V3B7yhjhVcBvD+0wTeowLeqw7Ca+Bt+RjAtyWHK3Jzs925uMPA4mdgBYQj7Vb5g0X6CrphETdVcz4yMV8tPfhUNcMzkl7nti0vCx8Ay4X1eQMmA3nz2sFs8STZWVmAq6lAcORbwt9IFLTKGwKE0XU52h3ByAkU6BOAblhm9m5gJvDA2IJJ4zgwKttVGQMMIqoJnmPL021+JhCkcTel8ULi5q7qtu+qPRgS2dcqd3n27Gsx0bQJ26u2Xv2qOhUbjbnaFIZTOpfZpflq7fFDJ5No+4ZSjTMksYSxnI29JN3luqBEpgSGunWA9+jUWPXos++7bv+AGnDVou9tygVcgBnGuADvGRnYhbu05OE64U21iTlWb3ESYmNqp3Sm4wGcL6henHN0gkLP18Gh2HMBJDwBRuVvYeC98kCgMoE3QZYvd4C63sA7EnO9X8iJuZwwiemZUQNvJUPkB3As5pn7YHUGCVHGBqBbgIkAzbgw51bPOyY+g3lht25nU+Yl/nVSB8CYrLA+E1URoZQI1Y5M/Sw1P3RLSI8hxVcG+rDHjGWPdUBZgNgjPAmUnJgX8F7U/aD23uZrPopIAvga+VkR8K42qs8/maj+i//k363+wd99Wk1Lwg3wdltKv2ei+oufvaz+6//2/6j++msdz7HqIqeXZKa3Uk0szMo5fU73nABZc+Gu5Pg6Vt3U6kzKCINu/XyubEDUd6NIysRvPiGW3iNBV8kBY+VM6gjOVU9JXLss+4hWZFFXPynWalrxJJM/JRSoSOgagZcJDDaMNwwX9yMc48VwUeYBb2z5evRVD9k6wP1ixpsrRQqlk/H2turBdEXgLcUB3itHKAI0theUTHooqfmTx4+qtZWlakGJjTkB7ykSfFbfxNpoxZO+LbLptvmwMfNcNNrf1e8/VuDtq9paUm788twC77ikg4G32G4YbwzXNO/haN4E3psC3kf6/biS8piWRo9t+S7oi1Ivr8v5UJaYMqTmoUxEATM+rzV3iRZiKjhbkP/LlIC3GG8rjogh/PkE3DcBvGPabYyuzNyWUdYfeFPjTW13qfFW5hNzNQNvnCuZ3OToauCNVIo6pabUHIfgDuBN6xO35YiFKa7Xh6/xHvTUDQO8r8twdx7Lh2S8B12Xm/17EwwGULzq60MC77/+yV+rjU9KzTNQjwc7avoCCfeu8e4PvDHrIlhHfpb1X3WeLtjLI5urbYnBEujT9+2MdwD/eH144N15DK0kRRxj+7h3GJu/D6YK8Mt7mHdgj3AxLyCMd5LoYyI+SDYRhggQBbCKmj+MrjAoUs9jAQ9k5HYn1oeQiwM+Sisxfm9Hb66c5i4+Z5dnpOTaD+DZfb8JgnVcszJTc1AoCSX13GxnU8BkXvtAZv7Ns2cOEh/cf+B9U+uNuRKGIYCsWTHNcxibCUghZwaciAw3y/frALyp8eY5IOMM8P7LBN6Wmgt442ZcgDeJW7PYHcC7jBHPt24RhUxYa5ODav0LYMqaaEA3oSs1s0davyoB75nVhyGd9tBKVtOjIf8rC1SCIsar10vXpBYAbjVsSJGd3oraVB6zcp9a94s1M9nwlMZFEqlR95vH69pf9q8xUgISzpcxzLnRsgwWmvpgr7lioudk+Lam8fL0k89sLvPVV19Vz54/VyAj4K1+zVuvVNuuZMoErbkUvHAGy/fuVt//nb8j1cV69dUv9HekgBrr1NsxZqfxKdAYB4TsC1zjus0YPNzb8ON799FTAe+HGsuqGlb9+N66GPbdDTPesI+UTEyrZIKaW2TlAO9tgLkYb5vjiPEGzMwoybQgCTnXjiRY3Cexzqh2AGFmvFfk3I5x2ErWeCO7bTGpLeDdjrSbHjft60mL8XZahWnZDKqurRIUuzqXQ7EuMOCjGiQ22vIXzzxMC/ci1ikDdwdwvI+4CK+HALzlaDx+/RUwyiC3Mab9h5SkM29QhmAJhsF8jBMSicwblGigpiAGw5yMsTAmafWsZM4LqvGeWVRyguRA2buTSgXgy9NibLdaXTyo/tEf/aD6R3/4u9X9BQWlLnsRG6ztI6j4v//8b6p/9j/9afW3zzW3VnNKUqk8Zm6xmhTwnl9b0HsIkjVOcAund73GB6Cbfw3CZX4S9c/BQvt5Zf7kWEhowVpTc62g+lSeADDfsUa2vBb8XCLh1/liPLiwMK9kEH4DSkYpMbqnryN9lrn2/FyA34mDYpaY7d90r+z+bhAbpkuMK7oEBJteGGtDbb8vqtG7gTfO5X6HT2dY4I0HAC4dkWBwH2+NkXkD708FvJ9KsbKo7gsAb57RmC8ohXCnBu3vFni3nqf2Zzl+Ks9aM3LM3JrvVxsW6rWBYX7XZVzYmos8OtqebX7Rirk4pm9LjXfPY21ch+tKzfsDb8hd1XcrRnM/b8C3Enn7SM2ljNqW0gu5OWuYFS8JvEcFup1Y87PNcxokVzFmZD4u7cQoaxufVU24HM3HVrSWSXJuxjuBd+muxRzBtiIFmyVjjeswBOOdWdzmYOqItx00MBnxH/+2Md5XAd5TWeOt7KSytLfAe5gnufd7b4H38NfwgwJvmavVNd5N4O3grBt442q+pRpvXM2P9vtJzSXNvBB4x7MO8N62uVoTeDfN1W4CePdIiBAcNuSE/e6YF0IykWmChczHpkNE5b0WLKbBkjBwIBvvByAQ7VIz6/6vSHRr1qiw3vQXDmacC0RA733r57o/t03W1G9b7HWRq/N3AxDYN33eyUWBbT4P2MaVHDO1AHjqu6sAcFbuzQuLMpqyDDjaQwH+2C/7BFAwx/JZGEsSmksLqmvVe7cTeGMydUirJQEpZN7UxyqidqKzMN7l2kZStR1kDPOkDJaaRx/vlXcgNberOeyeTLqQ9f7ln4nx/uLnUeMtFQBg4tUrmX3pWpCo7Qu8vUyG8RU1uXs4j8OiURNaA2/uOe+JcTcyoSSWWi5NYmJIIthZc9olsa9WeOYa75SRA3QcSyUYKuUMVqfT19nMYiaNDMLZXUui7j9J9xbBQWus+xMpmfY2NU/AfLrWlTMzSxdMuL8HINm0y9yk4zmSQVPUeas3/JoYb47zxYsXNmWjRvxcbuPbr7+qzpXkmKQ1l77Y5h0B7+/99g9kBrhRvfjquZ9BnguAN+MT4I2zObPL3qHq0/WMIO871faobZ69syoWWm3VxGgfSB6Ied0hTurUlpOsQgmnOvQpAfaxrOfeEZN8IgY+zpE2WajlJJOmtZvA4qkAGwwmrt6H2o9LWcV4z4jxXjDwXtUjgbkaQGR44N1aG7K8Je93KUkQCqxOlDzYfvuNwLd6oKuNHMZaMPaTGjfjOmYMt3iWqX23sRdyRc4nSw2ssEHRofvJPYtxEPOOgWdjnqvZFr83yiQAZlH34DfGP5a0A471e28aYAYwpZ4aZkfmbHPLuicqT1EXjBGX2BTGv/XvqIDmzKSg9ORu9f2nowLev1P97uefVouSs6MGOhCI/9Wzt9X/8n/+RfW//smX1asdkjQqOdA9ptRgVO+DPSLReaoxAsvtevis8XbjbwA3juSwumaeChhONYkZ75CaY254KmUBngA18HbXG52kH1kY70qge666syT1hK6x2y9qvG2jssBTAKm6WHt6tLs0xJcMBUHUaI/aX6Aw3kjNtW/NMf2Aty9yh7na9YG3kmUVLQa1XukYKR+i9/pDda8AeN9dvaM1Aam5El6UZhp4e3argVqoPFqlN54+fLYf5tVdVz7ckQyjqhxEar1/4N245h30eTfwbl2XAN4Xv9rN1brjLeO2vp/v99fuD/aLl9898D4S4x0KH1pSHuwdmPGmxhtHc8reDvUz7PRouprjE8NzzdoRXis834llnUSPecPHTgJLapmReT3/qu+uxHqfziqektnJOcbDzN2sMQm8CyHURbZeTmoemdiu4Mx7aF34Mz3F7wd4Z433LeM99Ox4C7yHvmTd2cbhN1F/4kpS83Q1L0FTzXgnI9JkvIcH3o7NUxKbTEY+1u8HePdYMgy8B0/2JfscrGCY6ESI5Fmz65rHrzJhkYxzSNMzo0zwSZCWbJDloAp6AciAk2BLk4WEYU3TDUA0f3cJDCZXAhsEtMjNmwZtpR4bUE7ADPvICyBe2lXRBopj4nPUbRMcA9jZFpM/wSFtmgBwBjNixtkewSOB6Vx+5kg1vPRjRj61uaU2ZQJRqwJRdnBuMN7lIr1r4F3aia08vPkab8zJqM8twPvHf/6nct3+ud3fkd/DkgXjTRu4YPsuYrwJYQx7AaxanN88+0omdeqZ7tAEAKN/zVIjY41SgxFlzM8EVFi0J0q9LCzmiBZmJLpZp80HGEPjun+wnQZOvtux+WC59YVeDX9nlz0woAN0hcS1BcaJCNwWyPL1AqzYTrRNcgrcpRLFpCukdbxg81qPSGMRB6vnvgDw7h+v7ZMAIqFkplQ13gdbr+SJtlvN4Air42L8TYhFvP/0sduH7WrMAbxtfiNG3UZwtASlHEMJg0MB4glte4I+99rOocDOjFqXLS6v2BwNAHUiwE3Sb1/JPxhbxvKUxvokLtMKlHjmSAwenahdmluM0q5vvJpVwmleNeoAJGoAUaPsKgmJ2Q711bQQm1F7xYU71HivarvvBngb4ojxPpYZ3fbr59XO+jdWDrl7i57DmWkxvkoCALwBntty7Oc6IB0vPbknaA1mh/3ocHCs60ApSZTGMOdFEjCSgUjYUUHA/gPWAbnMJbDdWUqTARvzmGsXAbFeR3L04V3BfCrZ/viMjOxkdjem6zVGWUKOPw/B2K3HlrrUVTMT+9Xq7E71+aOp6nc+/6RaU6KPeW1PEvG//dWb6k/+4svqb1+cVTtHYoosr4e00xWi9ENlhTwDlrpTc43JJDXelPB4LdJ/Gks+5i7grbGdUnP359bYtEIC4E1yImX9ncB7fn5GHSR0fnrGYMYA3iRxMGJi3YPxDgopgbeeM4Jp7hvPro8qk1jvCnijoAlztXu6D7ia0+6v3VwN4I3UHLEEzdFml1erh08+q548+cTAexHgPTVh4D0RF93XuvbCT4DXBEuDAOk1wp+BH+2OT3OwDfxkTpU5P17m7YPO870C7wEH3A/M+n4WfXSP7bSAd2943mmy2rmJYYmnDwe8Q1G9J+DdznhLzQLwFuO9LXO1XZXpeZ2HvaajjFuJ6UvrBesH63XRm7dizIgZkJqPYAhJVeCSJj7XeSsutAVGrLWxijdKUnqksfow3uyySZG/D+CtyaGn1Lww3lrk3XoH6ScL7a+f1DwYi5aU4Lo13Z0P0W8G8O6crCNxdNXXsBNPv/10A++o27uondhPYbx7SM39cBO4IxtsSM1vEngTBBKM7GuigpVyzVxOLMYD9SI3jNS88z70uC99gHfz3a21JvZfamabLFCAiEgImt0xSId5DBaR4N0wh1YSuQ18iXMZ9+dgq6OHc7Tr4V/mqZCZK6B1DW2w5gawuh+AZUAx7yOwQ3puBRD13IB5OwqXPr4hN0fiyYIAkN5VIMgiQu0qDtTMezNzs6p9lZO0tjknmSTgmnrvJdV9E4zvSuI7I1k7Qfqbb16qVdKc+jAvVW8FhGb075Onn4m5EguYjLfb3NRn+i4Zb7mai4Wyq/kQ7cS4C71czTvN1cYVWGJ6AkMFiPtLmav98m//xsD7ntqJweK9VB9vmG8ATZFjxw0vvevzQlhGDuOoNUaT767Y20PMvXCbdpshWvkAvrWtUpsNG0f9pxUp6WhNcC4gaPM3m6PxrAK66bMcbKANrWDByY57zo/6MhZ+svDhxmwKOgFV+JuEhC2O3feQ57A8GPlMRrDljFKcJv+Xw5ptRL15/s3JpEgAFN8WYHtxTY/e15mcAo7A8Em6LVStNkU6J+Yf2FVAmJhE1BjRbxo2UMGQgTeJKyUeMNsCDOtZmdYzwXU4kmEbz8iMyiYWNE4NRAXyj8Wow3z7+pM0EeNNi7RJXb/oqTxSbQl4H2tuIqHioAnwofp0pOb8nR7lhwJhMJnImbmukwKUAO95Ae9pKRXGZJx1IeOdwLb1nLTPV3HVYr1x2rJMSqgOGEtivI/31qVAelHtbbzwPErZCjL7GYHaGUCtnnHml7evX/pZp/WZ5yQM0jC7wzwPJY7+s1cOvdoxU2Ov3GKYeoNiAkhAulhkyenpdBDqnai35pBoSce2nT+yRN1YLMYVG0zgPSomflTt8dSH0EZro+yfMdwENk7oyEVez9T0xEm1pF7eizOnkp2rj7fbFuIAXlXPXm5MaI9SAAAgAElEQVRV36wfVtvHk0q4IGkPmTbAFnn0adZhe/+AaFQVdnDPtlYlWZC1lozmwvjD0lvybbdzjTMF3QBvWGuvqzxLfv5CHcI8TUJkWu1q5+WdwfHT1g9vBAwsqcMP4O0nIAEqx8X1Jd6kHpS5P7YXXS2C8fbcwPPvZEa71PwixtsjJx7meIZYT0gy0E5MwHtqaVUtQOVqrvEqjavvs5MPyNrdhzzmoRPWKcb+nbtivAW8Hwt435WqQ1LzeWVGplHakKipgXe6CfQA3n7arx4ulUflSv/2Bt6X39QwjHd5fnptvRlBdkUsicjjn6tcqDJnXP68WjFoPdHXH+4PvIua4eIY+NcBeIdHQySHKQfcx+tE6w7lK8F4Kxms7iqbKvnZJZGOaog13klNEpV8sVaz1rKORDzoO+zSnFAa0YZE06z7eNNS7PyOSBCZQ57r53O5mgfoZkmO9bz1b/u9vgB4t25SU/rhoLKJ3m+c8S59vKnxlhyzrvFO4K0Faly6/DBXC7fPj73GOwL1BuNQ37TLP5TDvPNjAd59Enh5usNkQocD3p0mGe8WeLPwFuAtRiP7eL+mj/dz9fHOGm8ciCOw99pb9x91rTCLsYKUQzkBXw54L8ghuIfUHEDK9n25xHIpeNnWJEUf71LjjcS2iGevBrz7iaJaI7k74RR77TcuSksU+/PqXGoWMEJN444CxF0frxfXzcwI4ILJ1cwhgDhqNu1SbuARQMUma8l0RwAbCRAYaSZ+gkXqWJGLF7dpvi89ufksgDy2IRZQ89zuTvyd156CRlhGtr27vaN2Tkuu7SbQnpeUHCDBz9MCIMhoN+ViviSTNY7h7YtvqjuqaaY38ptXbwTwpv359Q31W1Z7oEdPntrBGcYbeOiwuRFEvCupebOP97KAN5gBV3PG7k24mo/DmAEmAd4KnH+sPt5f/s2/MfC+f/+eDZOaruZmhItc1WtaI3HkOs0I2FH3Gj+lAgLwbfdjwAk1s/oZZpbF/pSaf91/AHmo0Pkg242+4QTJNU1IRh0WPBdnACWAyWjfyR0dUbbJpN7MbCf/+jO4rQdDGAkkZHIKAPyLkNRyLeJhySAtgXmA/Kh5jVKwYlNlKBNzS65F1HXH8wMya61RdQDiLgCAnji9+BhZA28k7i0GVXYwjzf4EcMPQTW1J6qLpcUdDLwZb4HJaQHmWUvENQ9q7jnQc7MrhYelvwBvGG+BQErOwhRnPBhv/d3AG5DlPt5qhaWyCq6FPWVISonJxH0a9/TJ6QK814Qrabd3MfBuXy97rCM5j/j0s+4SgEr4ZTd5xojq0HffAryRmoud1z1EMj+r5MCMkgAAbIDfpnrMEhRSq2z7Do4VvxvNF+N4T2gc4kDPtaJlHAnCcN0HJHJfqVUU6FbJw5RY/3GNE953pIQDzt2sM4whEiU+3FxC3bfW44Iab0CdfpaCY0RrxIiu1biOlWOp05FehwCXbCUMhVieJlW7Pjk1qrpiJRP0yzAlwgBPga/mrWMrIsPgy4+ER10ml3xAjKWYjz0X+98YmzEXZ9u0xlh1wtrAO8AvwJve70f6lzWMus3og679KGEWY5pjlpmgkmDs3bXh9htSQkNf9OUO4J2cdz7LBOaYMHFdPS5IEuh6wXgzJwO6AeuXBd7N4L4JvKnNZ1aa0Jw9JcZ7GsZbsn/9n1velVp3ZbfU+7wAb/qvj1Zzlpqrj7eA91oy3nNaY2YAGDyDBt6Fy++9ng5igj14vqWvsq5f9/AudQ0addYX7y8nyPoNraR+PkC9P1oezix/iRi0Of+01qyLgXe8f3Af7yAhLnoNG/9+CMa7CbzNdgPAqfGWesbAmznYNd6v7B+CCo5JlnI0Er0G3mK8C/COmK+VDK+vDXPeuJ6fSX2j/t2VQDctxap5sd4T3OuyFup9TobGNpqwmW0NAby9lDRDlK5ikOtLzW+Bt29Kg4m67gTS+flb4D34ir5/4M0cEG2ojhUc7KnOrRfwLhMaQZmDqMJAJPA+GAZ4U19HexQHiN1ScwNv13hvv2Pg3XvKH+1C2IOBd7mzzftnKaX+Z0Yn3ch5XwEazk8mW+1nz8xPgG2XzdBvGFCstyEhB+TAViNfDdOjmGmptQZknJilDpa7gCPaigEKANwOfLUNAkAM1wARuEDzAkzT+od2SIB3MreACHaxI4BBZpY6Q9pYcTy4OyPjhSHni8+yyALc91TbBPhDmrujrC91S4+efpLA277cAqrvD3gjNZ9bksHbg0c3BrxXZcQF8BybSql5Ad5//mfVL372MyUe1KLqwX3Xe14GeJfaWddFJ6AFFIXU1zDHwbbbgaFYEDMHu7aHBFv3wnXImPIpGD8x4xutic7pCQxjDhAzaInt+FWD41ifA320EkQmvHOcWUaccmKXQXBcOj6AgAeJmbhgy3HMKmOTzzm9AABJwB98FztMAzgjvZCyh1gugzYfYprLaG6KVmgBhIqZqoGCxSQRVHJsXLN6GSM55XUtgEoxrEMyznNxLuByrGs4Rb2vQCNPILXk+wLeOygO9Byc69lCpm/2l84m2UqUNmeYYTF3co94bqfpQa3nkWtxJHMugPfe/rZVC7RGm9QzBeM9p/aKU6pfHhXwJoZur/GOjFT7WjwAePvupV6Ge8h1waxMYHpXNd5mvCWFhnmcUdJhbn7JyQYSKTjkb+tcHRRi1KXjsaLP3jYBvLk/AG8k84BFgP2ZwJdVNwm8J1Q3Pq3kxbSAN8wNyYZ9lAPuI65rqN8hr3ZiMseZMyK6/6hLXEvNbRTwRmo+rmOc1DEyzur5lW84t1ITbyVRJGlGLd8M/4IYK1GX7uSAk1itj3lUGLwEiCgJ3/A9KEydCzz8c9SsN1zNvf4BvLOdWBfw5jnWM0GrQe0D530ft9eEOH6XFVHXTt9xKQ0A71wzs9eMV56EM56fUFTAdgO+PbbZjFUdNw+8uTYTUhtMi/GeWrqneyDGuwBvzSeF8QZ4W2qOmgpHf9XkIzVnrr+3KgNBSc3nNHbwSNKt0SkH8I4zA3h3r79OjNR3+0N80zym4Y7kpoB3GY99937jwLucN89FZsUuDbyb96kcdS/gXeb91vu7a7zbz/pjAt6F9Q7wLeBNjXf28d4R8N54K8Zb7LcVQ2J3nOQmrrKxGvFcJLmjhSeJcL48GnI90LPDvCDwXU3rbzJZA3yP8O+Mni0essTaRsyeKJhv25+jSwLvyNqUZbo1A7cj+fcHvEuNd2G8k6nzgcXi3zlYhpWg9Jturrut5ud9TW8Z767L/ZvFeF8MvH/aYLzNrnq8MA3gg5vSvwHAexzJWlsfb7EsNfCOgCfaHjUZb3pYvw/g3ZsBr12F65HRG3g3lqp47m0+FCx0gOiI9kIZEHgnmBQmUECNJlnjoAAUBImu7wUQ6D/AtqWRyaDzfjtcIhM3KypWze3A0i1bwa3Bkd5fjNgA4tSJw1zxexYFXiwSgBGYcX5Pfbd7xxIgUx8p4MExwWBvS0ZOEgC59h4ydAH/FdXz0UYKGW7p2/xWvZZpS0YWd0etrsZpUSYgBgPm1lBpqPcxA++Ftc+qP/jDf6zzeaREgsCnrhtS85rxbgDvhwLex0MCb0tqtV3k/xjUcd9sbuUFlR1pfGEGpYX9rWrHcRRG4ukgHzm6pNQnBt/8S60pigWZNXFvcZLGpTkd7xljgHMH/3wW5sxsugIDAEJNbAQgT1RufO7nlfELKDKYoj4tv9Lx/Nxsnxh1zkfJgXGbZJFUgnQHoMdYBVSwDTPvDjbYn5FZzbMU9XpEIK2cAeMV9UXbq8SNZlxCJVDmL7ZIEgIQYxkwAFLXhESCTW78HFMfLnZXySn+5ZkDGHqc+7DwXxhxYvBAyac4B34f6pPoaw9zDuN7LPApGTF14rqPSHjnBGRm5dZtxlvAtht4x0kOAt4uDch50/OPE1pxJSwZBsipXAfGe1/t0c50HCRMJzX/Tst9nSQA5205vEp6eLZJ0jAvOElH4keScWrhDaQ1ZyCJpobZrA3A263iiIX0vin1fp5d1DWY0zaUeFAbyF3J7KldPsdckG0yRnyszIlMgjFXEmz6XjK+JTWfECMP8KMEgP3nbY8b74k3UzTpMRDOv+WrzMPRepH3loRNfDgHCBe+AD2HmZ6Z6nmcd5a2h2bQk4n2sfjQUV20+njTwzsYb7pwaFsOqsMMzQoPH2N0ErAiAZM5wLyBN4BWybQaeEc0GcCbpE4B3ul+zH4/EPDmmEfMdvMVXg5oIGZ1vx4IeD9WjTf+FktymKfGewYHZ8apA6vCguo57FHLOKIB/MGgd8Pg0AOuAND22eXCnz5e4N2Mg5hcC1PaxDPNxF8n492ZQIlnrnWvPSHFdeu4pqE8abw6/v5RAW/WDCTmmh8NvlNqvrejch8lNjfevHSrSitUuB4op1GX0U7MoDvUZ8ydJG6LCi3mG56dSNgRbziTNau1VL28K7UYG9WXTE+oUcsgPea4UNR51avnwOsD70ZurAS1na7mx8pWs/jV7cS8GGoB0Vd7O7Em401tkxYdTRhkz6ez9juy3dHeh4W49PUu2vpfR+DdTEoOBqT9Z6gPyXgP8wB3nmfv2p+ONFLfU29OLd1Z3uZHf90Yb4D3tID3tBieGUnXJtUqqCfwJgArl0aBCRLPd8943xDwrgdMLCKe8lIGWmIL5LMAIl4BxJGYR8LBbugEdnYWh/HGaA2jNCrnohaoNQYB1dGKB+AdztBqwQMI0nthvgn8qWNlzAMEkJtHT1m1G0sZOoZQzF8zahcGqEZmXmTuzI8wqASKtHaCtWVbBOsYMbG4zCpoZ24sjPmEWA0czVk45uWKjiHWOS7mOreVtfuqC1/Uep5u2++R8d5Spvkma7znVz+p/uCP/qNq7f7jWDDFbJ/qJpca7x8X4C3X0gcPYbyPVOP9wq7mUaPfkN81arwt2/UKCwANdpV6YRQIltqSrGEB1fumtPjSsujn/+Znvqarjz4TSBKIIq6xa3gxPGOxzVZOjMyUzAYLGACU4B2Qfkr/YCSz2YcY0Eaf4AAKRVac23WNZz47BARmzjMRXhK5ReZmtg6lhUAIxm4EFs7ohwFX9KUPptx/g0E3Cxr1sW47R9DOdUmgHmxAK0B3yYZfwXAy9n04sKhcCycSHL1whXwNg73Pel8zkDhr83MLzBoo5VdpDVXW+DAopFVZ2XZsl/OhLaCPgySI7jss8Ynqq7l/sOpzmg8B3tMG3iSnLmK821aGHitMBztHgi7nHe4PYBfgvbf+ojpM4M35u1ZYdd60/RuT6gV/hwOBctQsjFMDbycilDDR+KuBNz1qVQdODbxN0+jjTP22zgvjxEm16ZrGFI1z0rXFp2NPxnKH2jYtt8atRiDhQZ1/Ci+cwAkXdXplH+MkrjZnU0u6RpIuzy7csS+B73bmf1orL2O6gO1ImHjsN5KbAeJaoLyA7mC8y1fUalttpO25BjyfNwu4rbCI7cYMD0BnfMVJFFfzcz1DNfBG9o1yRXOExyVsPsfKs0Mylu0U4K1nbUSM96kSFSTLgvEuvRpIDhCIlxKHqPHmvP3suhQonlMqrW9Can4x483zxdrTAt6kiEmW4Gw+s7ha3X/yafVYdd73Vu+K8VZrQJXi0G0B488A3sH6+zoyF3aM6tLru38kySVtAsHy7ryfAz98wRveM/DuF1sPkpvTmq356h1VxjVuvfpJzcv7yjVkAr0F3m0zcFnbGMVu46pYyOx21HhDSBAbRYmR5OZ1jfd61Hi/eSWDWhhvgDfxH2tgeqpgeOo67wTgWaLi5DNJvnruC9b7nJgDIRBM95w+M6dYROB7RK7nrr3xrBMxIdMhMaLXeRRKvV3NWw9UZHxj8PDIttUB1gt7XJqL+nizqDSBN9kIfj6gdQSmGDqr6OPdCbzVU1QLD+Db7cSo8Tbw7lXjHUYcv27Au/PhL9n0K89rjYHbuY3rMvmDjunDAu/m0fUGe/XS0TGDDnPcl74GZpPi3cE4D5aaX1TjDVAg8G1KzXcb7cS6GG/VP7qVi9nPsv/CEMfPnPPJRwW8W4uge+3mteU8or1DsjusaQY9mEHhQlnCwMhOEphFHWy27insdrJ/RW7uFkwKftxvW/uwSZu3HQ7QBt4kFjXJwtIx4dKqjAAaGXqAiAAhzHu83rxVXbYCJGSyLCY2VBNjXWrXmTNZaNg2+7CruQJipO+Ai0lL0ZUsUDDIe5Co0spp883bauHeg+ruA0mzqfF2yPn+pOYAb1i3BbWKuglztfmVpwG8HzwVINZip2sG8KZe/FQA68f/8kfVFz/7qYCwgPeDewbexdU86j1bMlaue0nMBPCOuiyYUe4VXyRMuI8kWmhbNsJ9V5L75GC7ev7VL9wX+t4nPxCQmrepGPfU8zRrplmmABQxJI1Gc6zlOmvsAjuK2oEvpOmwbyzSYuIK8E41BMmgU7FyjEW7WxN0836z5gEmDBycCUcPG0DFe69ldGGw5prxDDD8N0wDYaJRfPAzIM0GVWE6Y7dsHT8GZ+U8bDol8JizWZr3gdujZq6UbLTm0fbrHwVsCQB8STjuVIKVudiPNNcunu14Wsk9BICItYuEGAAoWqgB1EiCEegcn9DSjHZ+UoeIGZ6eVX21QPcUrt16TuggE0kXthUmVP6xMwvbkiDEMVsGEPNL/eKcOTrmGCVSjnYFvN++NPDGCT6YWCVAUCBgFEcnA/0OOfiBjOacpGBecOwjabyA95Tma44L+SSsON4CjA/cGoIThoQQ8JZZ25Tc0ifklg7wPtA572mcHkpuTmIHZ2uUHIxvEhMnZoD1VvaF47zG1oHmGbcTM/C+J0n+io+3AO9OL4hwb4+zD1abU49r43uueTauU/nKHvbMQ34zE2cw105ysiEnlSIRRk6H+nZ/GSgmaPa8HmOJpAIS/XP9a4M0M94JvEkkeWzEsxLMvBKlBv7JeLsdGC3JVOOtLwvcDbxDKtoGvG3E1Am8SbLq650Dby5NHHMw3lKKwMDpcGUgL+C9XN1/DPD+TrW2BuMdwHuK++vEejxrzGEkKntJzS/NMneC5PIAXEqC3Xpc2r57j8B7UGz9/oF340oMLTXvhP2/2Yx3Ad4w3hh00k5sV6QEjHcB3kG8FMabdS6l5laNQexmCRfJ45zbYuWOuM0vxRzIznE1h+0eUY9vGSrIgE2+KzXxE6QO6zWqK/DwhwHe9FgDeBNI9gXekk4JaPM1rYX9FnjHGnWd128u4928ah858PbDD2MUTC0Bgs3VBG6oJaSP96767B7pZ9dCIjWXtHJGjDftSYLxVuCMM3AGtJatFqOgDH5hWXckfyyu5mbebtxc7aYY70b2uZGJN/DW1apluQSculZkRgnrCNCDLSROLWYYEUBSd+nfpXzdtdkZ1EfYH5+L4DLaixnU61+C2/IK86twiS713Rh/BPdAWyrVfCq4pkabmm+kza4X19xI3evBPsEgtXwE3kcG4zzH1MXS75vvfax6x5x+BrQDvmE4iV/XBbxn1Kbp8aefCVgpuH6fwJs2SeqduaXa1QUxMGuPnihRoKFnOaPOXwuXs8c95jVGRi9X8zkB73/4h/+kuv/oE4MXxu2pbmMAb5mrCXhT4029KcAbwBF9vAVU+gBv38u8abxvUs7HgB/uxbGl4kVNobp/3bddAalt1YyNC7w9/Px39f4lgXwBZxgoAwSYpQQUOcYK8I5nrXzld8kSxlEAZhKoOCkHJgw20cDboByQGeDmRGtp1JMThAuQm0Hn3/gyGOerZv0SlNf7hHEuWDqfA9hng27+EIw3R4zkdkZKgNKHGJac8gZPGyS4BNpGJ1VjnLXnfibyusZtjhFY16C79UrWlmfSL4AawKgEOq0BUn8Htk2QHpuPREYxhQvMHADwTCAF8yy3JePe6vgAp7QWw1UchzAHYhAAjJG8N33y1K1nnyNtvjHnZN8LgLcY7x3Ny4cbAt44q+u46VYAmLXDvYA3APJATDbu65gB8jOScN5nQzmAN2UtSobSDgc1EvcUWXYwrGESNKnkD67twXiP2cl9b1918gLeHAvGasxNJPvc6tBKhGDL2Rfj5oASGEnNYbznVu5bGUAyxnLrEm+WzCbnXt+DdP+1kiPuhcdnCLZ938t99U8eggG8Xbqj94xb9aDfJUg2h8yPgG7DWgBxnX+JfXCdXY6gsg6C20O5mms+ZL8kf8K4MpRJoHj7fiTId423n4sA3qdK0GD858QVS4OBN+2FGoz3OwbeLlGg6ZoUEd013j2ANyuZTonrNKXygHuPnlZPPvm8und3rVpaFPCe0Rgiji7A23PSLfC+Bd4xa/66SM2j1aI8MMCX/hL7ncB7R3Xde2K6Ad5bYr5d+uX1riE1d+lTlGqRiHT5lZPknmUcJjbDlLKWkaQ7G1MyzKZreq8UeE3gzVqCIsVGo3icQO58EMbbbA3AW9nJW+Ddt8Z70OSQ8cyl/7kF3jHV9Ht1khzvnvEeztU8woEIEqOPawDvI8zVJGkEeO+8/pX6xwp40zcYk5aUmrOQT5rxFmCRBI8AqAamKTX3hEIwL8BCP17YSmS1ZPQ/DuDdfn8tW+RXURxPqJgLTtSdOjdMXSOZTWNoQEawNgA/6lcBsjDWpX68SInDhE0sjTKcDuzYTgbiBhMEOanmQRLO+4v5Gl0bYLipUUWOzu9twJXwb1Nu5JM4XmsRIIM7I9Mojr30/bbkmXZjYrX5+6wCdBIJAKRNZXcBRLMLCwq8D11a8ODxEwX5MgFDOpyMd3kODKjalpVLTyl+YxFl+vsCQgiqdd22VFu1ufm2WlTN4ZqCwpsD3p8aNHUC77/6V39mxpuSpAe4mgtwXBZ4l7NGjYBcmXPZo9+6gC7u4wTxBLATmiTevnxWrX/zXImslerJb/2+nqtlAw6GGgAh6rbFrJmVbtVAA06jLCvGoTPjMMnAPWvaAszUDs9+xBmTAFEBbxbv3N4IiQtf5kj6FLADwDDQtiQdNhxTM8C4wAXA3fLY+B3SVVNmZtRh27NtWtc8yUHHcZT6cMNigheSS67l1ZeY1xHVGY8io0bZIQBObXk9X3nuIumVDLpZdGrrQtZetzpLFpt6R65UyV0E853PsBnWki6J87dPAi7oPAv6DcBKRfmRfCB5qGMEpI5ITj1GkqAAb4/d8I/xeTXmihjX8fcyxls1y93Am2MMN/xgvLffyFxNjroAb55p+zqYWYH5juM8klpj1x0kAnhP2IhRkm9aqBl4YxYnIC2zNpee6Dzdo51rUIC3EgkG3hjG6YAPBUIxljsU004dM8CWcV28Ko4oCdD1DeCt+U1jYh/GW+7oU5Itz63AeC9r3tJaYSVAPCHNuYLEZHkZg9fAm3vmNJTvS3PdjXtcgDd/CuA9oeMLEzD9zBqkfw8to+YL8J3AO3doxtvAm3Er4I1RnxKYJCjc/hIztIHAO70V7ML/LQDeTqb1A96ReHOJAT3f8xkI4L1UrT38pHr66XcFvO/dAu96ZHZ/Myi2vmW845oNG//2e39pYXnRbRm0ryZ+6ZSatwFvpOaA7125msvfYk/Ae8eMt+JjAW9aAHo+Lx1EKFljTXC9N0otkqEtg9Lu6+AZ3mu0E+Ijmju06p+opdgZ8zkGk8R/Di5bHXJIIHr9+ON//i/qWdNSoiakz4UoL39jMcrJtyyMeRUjmMjJNhkeWJtDuwCrxltswKEvSBie8D3SST5jV1JnJyWtgvXR4kCNXTvjnX28XeNd2ollb1Mm9syylsC1zzPXnqHu98Yr/K0vuI2rWG+143Ins9Daafff2+tKhj28oeTkxHnD7qAsiB6p7R8eat8dH+82++i6Mm0762bQ+oPt5offJfAu+ynHV6SM1LXBXp8o+797eFK92dqpvn72ovrJT35WvXn9WsFaq51YENMpY+UZBBxK4grQhlnZevGLavfNs+pEskWA3rhqGifVr9Y13vqC8W4D3gk2i7laCapgVXZlXrSn7cIWvVvg3XE/28YOAzFBSs/x2P7ZjI1b70zG2kwHkBMwkOZpZCB9NfUe93g22I6/M5/wXiZw5i9LxrOW2ww28nH61SIzz1rxItN3UA47me+HYaK3N9ubFTvIvMhkOy1Gmzp6pq6FxXm7l/M35OZmxfWeJbUEg8Xe1eeRkE8rCH+rMcHxLqrv8Ya+J4mJtHBbLs+w4AdKbsKCzKm1D+ZqgIsFsd4Ab5hKh7mNC/UugTdOzW/VKmlRjPd9mf4cHwEWorb3eox3AG/ulaXm1F0LYBSpOTgQxhsw+Up9vAGbwWa2gomSgimDJcAtrK7uja4ziZANJ0BUJykAZOmvkiUzymq/fv519c2XX8j5eaX65Ad/v5paWHVOB1USAMFtoVA/oDqxGgJmMmRrMI0EIcjXDwFUEtien1IRlu3HdIemtB+uEeOsBtqWYhY+ls3FPEBGPYBgLuwxqmOeyAAh6ltjXLou1gy6fjZI53cpdVcAcbgnAxpaozE3aLuYnNlRmoGaAD82z88wiJLE+6WTB7jqOpktB6whq0YBYsactl8kkyTXpfRCwAhJH+yCf58yP8O0lOQDlCPxEAGM45RkKiJgCRAXp4zsHmBCnTR/g00N9UGohNgw14zrzDESbGUf9Xh7XN/62YgNe//6Dxa6VsZY5hwy79aSHgok/8oJEdUfivHektR8963M1SRjxq/GqhVty2k63HW1D+TjexinERTCeTpJVxhvgDp9ycOl94R2Wcl4O9mi86F/9wRSczmmTwhIc39RwmAsdyLAznOA709IzaOzwlHGX7Qe5PckLPYVpwG8p8V0z0tqXhjvVuLDqdrW+IqgrzxCxtdRnx3jD2VRBNQt3UN8JMesx6ASVPrdpM6RntOTjBt9lsTArubefSSaKTXPUZZPQSoaUHb0AN4YHpYkEfN0qJJiLPjZsfQ8gLe7D9RS81Di0HoxGG/8Dajxju3Zn4Bzq2u8B0vNCfTsr3QAACAASURBVOY9X+nekBDnnnnI+dJl+VN6N8B40+ud5Mek+njjaj6ivur4B3C8Tpa1AW9UAUqqCHjfffjEwNvmajDeUlBNK34g6cJVDYUCCYwurjMeoTiq1v0s3zWUZN1/bPzmGlLzDkgRx3HZIPSiQ77gYHtFkM1d9Y8w+16BAX9kL1fdejCvvNymMV/pTpI/Nbcd749n8aJX57G0fvanGvvp3EI84e3b7guuPS9c/BoGeDOvlxpv8CQqxprx7gLeMrgU470O4y0FHuowlxU1gLfVc+lxwrPqDiF18jfuWHhMxJB0zJTqGRuoyt7wVJPYOeopJ9Pj39I2MNZ71lB99r9qAG8uRyc46mxt1fx7LEatlxux5+LPRSGoMPA2sw3DTWsPgHe0+IiaxajJYlu4nJI5vxh4C5i7j3dvV3MPkIvqTjru9bAgcJjHbBDwHsQs9XNmrAfCMAfUeO8w531tI7eOJ2yYfXef3gWLwQXXof3Yy6NyuYv2voF3LL4t4L1n4K0+3s++qX7yVz8VyHpj4F0mpYuAtxnvt89Tav61exoTvI3R11VsXDFXm0ipeWG8DTRYlPN5jvBYqj0B751sJxa9Td8l491+f7sm4CEWc48z/leyiDlLOkS37DTBic85GLYA5AG2/T5P6mRFgwUP87RIehGgEvhTs8MLaRPznNuF6dO8l/e49lBzYJGa8y/zH78HiG/KqXxSnymvGQE7anVZPADPvPDDAOzBUm7IQZu+3Dibr7954z60i+rhvfF23dtcW1s1ICcZMK3ygjeSmOOKPKP7Pc2XjNlGBILMKr5H4E1v4tcyNVlSIIjxzzsD3ik1h/H++U9/Yn+w+w/WXPtctxNLF/tOlrTcA5vukYTRh6dlekeQTh/0RRnTYYJX6knnJker9Vcvqhe//EU1pqTWUwHv6XmAtxbelL3Dck8qQJ7WgMKaivpZFvozLcwkShg3h9r+mCS9lcC7lK6hF/UahvyVNkeUHMgrABm5F/kAOZFpZ4xHFWorVk4JP3CnBuHxAERJBIfYfNbie/8tIzqYtEPVBeOTbDZTxwgL60Av1/cjqTQMYPPnYwFBH6MTWfq3gnFsJDvtXh3HMQLgtYFNmLcJhcT3yPsS2BK0hJohmHCeTRhys+bpRGsHdAIn11SXhDQJpZA6h4FzPL88h75WxPFOPnAcgG9q2aOmvyRFUA+1tsfnIsopwNsmdbDpibF9WZuMhf8QwAyW+VAJ0B2x3dvrbw2YKZujnIQ5IM6HWUPzjYA3juXu0Z1zFnPGNADMpUGw4sHgtIB3AlwDbyWGNNdPC3gz/zAnAeSpC6eVGqA6gLeAn6Xm8t4hqaNzwzl9Sp9B3XOAQ70Y7hp4L4jxpnd8vZ4D37jeOY+6JIJXrrMJvAtistg8gXedDGEoIanOOZLkDyZhM6h0NGfNUfuuy05iYFtz4JbOYw9w7f+sq3BypK7xvgB4E1OS1GG+Jh7FPI7zhiXG6wFm3UktlB4JvIu5WowjBgweHCk1LwkiK1QCyIe52tWAN1ctVARZe26VSkjN6eONmmZqaU2dxCT37wm8OReuIyoaGQcaeD8W8FaNt+bbRbmazym5OyOVBWqCtHrS+wN490K14ZbUC8VekrwYYq0u8275t6zdnb+/6s89TNuvuqlvzecCY0XiKkZOSXL1PsRBLHNj8ejeQGM/vbbeCbz9c2ui6PrIIGA96O/NebYA72ghFsZqFwJvOkuI8d4U8N7UPOyyLMULnhvAnVn6g7qQGCnWoexeUJ6GVPJ4GWSuc9JVX05MaF5RwtpEAtO/1ngHIKwFVoLFdYmksD7zcQLvXuZqOrNb4D1wchgG/N4C77icgyaDgRe9xxuajPewwJvNRcYe5icWySI131svNd5fS3K3E8oQSc0B3jML1HiviqFLV/NirgZ/0QN4lxpvGG8MZ2AF3p3U/OaAd325HXjH/YslKgIN1gUYTRtF5aRI3GxGhCBGwRmvaENTar9hGvLvjYCxAHP2QJDMQu9+zhlUw1wj++bF91tipAmIl9SiB3dzjgv2K0C5QLaCcmqTOE6SkCgOADf0+z2UhBIDJMA3zBcSdcA+x0zbJEtYBcbDOVMspX7HxH+IIZuY8bv36XutAPp9Am8BT9okvRRIvaOawweffKpFUuf2LhjvBvBGas5YvX9fwFvB7GWAd2E1GSY8V1O4zes+bKot29LysoLYBYO1Q0mCpyRdJhHy4oufV6My6nryw9/X87WcdaFsANAlpYSy63Mw77pno0hmdSxneiZ3FSRs7UoSq3tx59PPq8XHn4mVmq/GFeSfI4seUXL6QGCJMgcleEjmEGCQDKI9GmUgSJMxQLQLttGfreEI4YNl9Fiv0ZLHfZFpBzyHxSsBdtZYM/Iwa3JmPuYYQIqfmzitkBK7rAKEFQAK4EF9e7j9q8b2VONWAJy/+/gZiyVgYZ3GhC4/H5Ms0xgHSBKe73WEPH+e44JhtSEh6gEFSRNm0aOnMqAQVYdrC0CnPNPJYgdZE9LxLFX3NXCSLQGGlR820AlTtFAPxCxSz9MJrj1vAHLNuMdxxoXN+Sv/Ddd3/Z3roXu2T42hgj/8BmAeIRd4vkn8GfT7GcaxXAkM2on5SDjOOF+8HrhX1Gwf4mpOrTjzcc5sJBDGVZc9KbBGH3NMaWlziGEbybsTZNS6Z1FCAWsbNd6QIuxpQsAe4B013gKRMN4LyXjL1fwywDuGUqgqyrzr3yRT2hqLkQxpAm8A8YQ+P6dzndcXLC1AEcUQz8qmxvom50JNeuRVfX06gbd7wksZhCSfY8HB/WLgTdAcvgkfM/B2SYr/p/p9Ae/VB48MvO+trbUB70mSWaQ3DNRvgXc84R/f6xZ459ycjHcB3iR+m328AeGHkprbO0PlPrQT23wdwJv1k2XBSisSqZpzUAyNuOwIghf1NenyWDvqdS7Bd3QwyES4E2UBvAHzkXeN9aoAb+fvOF6r1/SeP/4f/qS1MnsdaWa6OqXn/JzZ38b7yuJ9MeONiRp13WHccX3Guwm8yUxkfu4WeA+cRW6B98BLlNKv1vu+fcA7AmEz1GZ3E3jTB3ajBbyL1HwC4I3UPIH3hGq8MVeD8UYW6wCvB/AmYNyW9HlfwJt+sB8b8C5j3QDEc0MG9Y0hUBzDCXDNasOeCbRyfQG5VuQwUfJ7s2Yx/5kxAgwhQSdLyucB3Ga6xFSLzSS4BRgjMSfShOUK4ycxoLr+AGS2zzZhtakBX1gIczTqthcFzgmUd7Z3zL7SPozfF5M21AgwW7OA+40NGQrtqX3WQ29nb3u3Wly564l/Q8B/evFO1HhLTuX2UAYZsINxMQKG9WA5Bj8u+fnSVaKxhpgtVc2oPAJevHheLa2uVfcFvDWsbhB4w97hak4bJ4EcqTx+8v/+uRlvgCjAm2O4LPC2wJXj1v2sgffmVnVnZVn3Zskw54SEhxbYdZ3TN198UY3MLFaf/PDvqYxDrLVBRrCrZwIKr3/5RTUlIPX4zlI1ZZdwjRsd777GwRau91rcVz//QbX66ferRSXHplxLG8ZHyFpH1DAUOR01ndwlDPVoJ3UoBnB3R2BOAcWBru8xiZi9LYF9nJVz8af+Fwbf2JAHPYC2EwyWUsMYFgATAQbsr2vQ/QTk/FLKPIxG9RkPYdhu/knoB4OY88jpuWTN57TGE8Ov/4fJpVwjQDu3gwApXdlxeHV9OnXZGFxlD/MiO6oLLfOYU9ptCTsO7HZdj3o8A287sidLngY5Dq6yxMBAVvfAPddBzjwL/grgYgY8YW9oXyInEEg8QqUyV9rYsvHydfY24litHOL4caHG2I267ATLLnfJ68+FcR9mqyDCAI5dFQk780jIw0liSCWhcYWBGP3eA6BzVzgnXPijHpx2qwR5h6lEgGkBxNIRhrKJFvDWMTkRIEd0JQOY0w6luDrXOJwS4EZqTkIJ8F/WQZyxY/yE6sI3lePgvB2MmuuvwXeKzSMBmmPIl7SRwEQNopRgNa95cVFeFYucgzs0iIHX87Ola7ehcb/L+VgqzmXuZLxxNVeyiz7e1HgrOGZeNXOl6+3EKWPN4J3jLYz3uwfejDHLVwnwNQdz/Ys5YS/GmwTS+CUZb5t/Agi0j8m5xWr1voD3Z2onJuC9tKie9cl4T+WYuwXebY/tR/fDLfCOW9bGeLs1dQt4h7Jac6WBt3wu9jbC1VzJ8i2VvR0n8Hb7TDPe0WFixGogSpoxoCyMd0ZGJJhR6LhEq5Wcji4DKF40HzMtSm7uciSt86GqItYK8oe53aWJf/zft2q8PdW34e6LgHcB32XMtj7US2oO4HaNtyKuyEjoAuE4p4UhDiRrvLNvJZNlXeONREbF6tNI0MlCWGoO8CbrjPlItOXx8n8LvAdOIrfAe+Al+lYC7ymk5nWtTYaGNYVzMfCmbyvmahg/ITWfpmasUePdD3jDru0KeOO0a6n5+2S821Rt1wCEoctPwBv9uXkGoqVMBIIRIBMfw1rDCIS0nO/do9uBXpglRc/jyGYSpAKEkXPzewJn+hCXem5At1tRaZ4rLcWKuRrHVFhM/g7rvafAcnZOslIF2bDZsOAAdGr8Ob5Z1WvvCgRyzAuSmO8KYCMjA6ADtvd1r+4/fGDgvrW+WS2vrEnpMFu9Wd9Q8CzGW728R13jDcOWgCMfhwhkr3GdCcLLtsp2auC9oz7a37idmGu8hSvGU45odlUgtn3hiQ0xBFqu5m+qt8/l1q/zn1t5Eq7mDz/zggmYjRpv3avDnQ7greSD7l8/4G22OM+/tJGDAZ1SPT1/2tjaFOMtEDK/yLvcZ5umbJuvvqm++fkXlTTmkpr/vWpOPY/JfbsVEZyz7ufbX0mKrmTAXQEJWvp4fOnrhJp/vfVYv7/7vR9Wdz/7rWp2SgkxZK06DwD8tLYLo8tCTQsSsvDMAciHt5S1f/PqmdZRyY6VcDlV26htyZk3pCyguwEAiDZVc2LaGb97YtcBnyR/eFkuDUusE+R7H3a2FsN+TK59ak+EK7Rq23WMx2LeC2gaTSCePLKviW9+5CtCwss9RS5PXS7yXjwNCpDNWnFvRs8cjtSAUthg3GZx345/0+ityG8tvccILiWyyYZz3EmhOshxnZ4PJOMUYKmDq3AJL+fOv26b5uSEnod0saWNmreT0vYif3VJnK8T4zLqzmPoZAKLn5knHH1FMpP5wFOQW8IBRtMcjGMLpB5jXdcJ2bcTEtnzvE7ywa5rzPDmE7fLAnjL/0FJCtcYsjfXION7A5OOFD7aIVKmQF0hAPbYiUXdb81XxE/MP7DhHPOkxorNI7VvlDJnKgcAxM3eUR9vJe0A9E4GZEKgBt71kxp3l9Oy6iKyFaGGcHlPfB/lDwHcy+/c957xrWszp7lvWVL5RY3TSd2HYxJ3OqZNAe4NPUc7mm8Zl+zLFdIoFQiGdZ5nOBUTcEvpZcZbvycpyvXw/uxlEIaHJAtcdpBBdDvjTTkQjFYYJV5Vau7h53kOag3zQcoBAnhH0ifaSLYD7/RbMPCWm/0FUnPOw2OKsphcx0gcjaucaFXKpk8+E+N9D8Z7tlqYnZbUXPcTtUaWfNjwrmHk2a5uLOmcGJs5RJ3IvNTrI5Gad5UUXn35u9Rluck3dYHvPJleJNGvrdRcA5MOH0Vm3gTe7u2tZPTR3oEVaiSod8V4b6i7yaa8NlxG6MeSJK0SYQ3g7cSYlTJRCvT/s/cmMZbl15nfjfHFPGRmRM5DTSxWsShxkNRSS0JT1NBtNtowDNgLb2xvvGoY8MLwxr0wGjDQKwMGvLEXBmwYhmFAG8OL3niQJTcpiS1LIlkiWXPWkHNEZMyzv993zv/e+168GDIri6wi85FRGfHeu9N/PN853/kOPBG7EpMJZdc6axaAG0aTU00iVWXQex8+YPaTYFY1a10wxbyP/Jf/cxt49xhf3k9bo9GeXC/zXUZaF+/ei0DQjdjwyU2E6gjwdnFzA29tMCjO6aZ538AbGoxVPCW4UgNveXAFOEagUGbuN2JrR4E3Sz2udHaFsy0On8bIPG0CnXTu8E6fPMOf53j3a2Fv66c1ff35L1qON8C7pSDk7dDjLMG3qeZ9It6fBnjvyJgx8C7iaj8r4I19+mnzHHpGSuS3NhHrZqCkwUiLGjiEIcfaFYKPGEjxHgDZgmnQhQxYZOBjYDuKNuz3bRDqbxyMVi7Wsax10wLHUM435X0dF6ALoz08oxjAgHTmPVEYQDiUU77PORBZo78RSgPc4zTgdwANa6rViA1yBeCpK65vr6+Jxi4DaO78+WpFEfMJgcbZ+fNddbzb4mpe1T9D4H1fgHBq7ly1eE2q5spjBnjTVgiiuavTQdLutgDe2sW0Qawvt4E35cT+cZQTQ5UaECEvc7+I9+JFAW/tRw8krgaQc76wx1cxJyNPuTy/fRIeK4p4K+eeTx5rDkyJZj4jEOu+VX8Mam6saQO/8957Spqdqq69+nU5BAS8S/QPw1ZA8kCCLiOKUE5RwkrPCAACgu5rH9vQdbYFBAHeC7deqaZEWR9RVIyIt+GJVbeV26uWCo2BqNG+JG2Ah2rPTRkTB7sqm6SfA4GNlQcfVY/ufmyRRWx6HDVz589Va6pMsCSg3lEEjbFnAEV7G5iRFoFTWyXsADB6j3zrA+25exoPGA6ALpzcjuTm7tXFfPP73bZB1PtOQB6t2+VbKXaEP6E/7AgDgAG6YZkwziNnHOaN0ydMs4e2HsCICWvQxbEcQ6S4CMVlxLXsGX5eIhAGzESHcdhH6ZhI2QlV9qKsjgdhUE4Pg1S1hZ/fELUxpiJNhWdMqrrZAvxgqOk6NUjNwELxBeRYL6I7dgQyJkzZzyQBmzHRrsYxdJfm954CFpFeIMMRATli7AmIY+5EtN07JeuYI936cVQmwKajwLBEnL6g8aM+h5JNYIMoOiK4+xISgxk1OSdBTjntyAG3uryfieeJiHdcsdvmwtlQ+saOF57LRmtbdwCHR/a7qd44JrQOqi3mNE5nAZ3qmz3pimygbyHRRMD3JmOBMcrakG1vgJzAG6eYI96Iz5lqXoA35R4xnvsDb8aPc7wl0Ia4XaGSPgvg7Wi32rMAb4urORWpP/BmvbKq+WnAGwcEDgSvZ8HYGNLe0QbeRLynJzrVBI4VHGuMGGtFhFOswOpe4N22terePaNtHQP26V7FyfV0Rx896qQc718s4O0J39rXmrb4xQbekYLldJpWxBvgjd20rVKsO9p/YYOtLS9VSw/knNa+HZUjtAIDsKksofKLCEwOwiwy7Zx9IUBzrHGsVeF15b847xyU0bphjQetGdqY7HT2tpCOWTuAOZr56Sh5rpknAm8OaRtj7DH+++zAO8TVAmAjsEbUO4B35KtFPmIYAnhh2ejYBBzxZrEQ/cnK5vZWx+94c9k4+UFl1FERb7QsyM+B90mL1pMY158W+/QubE9y7aPP8MsNvNviamEAJrXPxu0ZqOZEvFXD2yqpZ6SabyfwhmpuVfPPHfDusjibIdMSj6rpkblGxN/ptMgjejdneyQdvQLzkRcZeXEs8FA+WXCJQKJIXkp7Abwt3iMjkcgRm114SyupCkvJWICYtY6fUuObRbhQPvkd8a4Vlbooa5qp5wJ7/A14tyCT1j/ed41vQLk2FjYd8sdHtMivKzo7pt+d4721q98nBM73VVZsplpU7h+1lUsd758V8N6SGBTAe1JR48WringLeQbwJkotY4GFwvtb9xxvgPeBvNUPq6VPVCZP+dYR8f5O1vFO4K0Ia6nj3aaaL1y64DxOVM2hOAOgTgPerrOp8UKfMVwA3iAWnBpsxLsCKyMyXHfUD0uf3KkGVDv56qvfqKZEpS9GDmBgQMB7SJTgMY2Xeai86p9NRSq3GAcaG2va/7a0h0E1B3iPK+INZRgHkeW9hqnfPOnItMGlWog9c0lierTnrmoz6z9SoJIS9tbj6qHaZ/XBHZesggk2pD0UB83GulIP5PCZEoAaV7oCrcxY3lD0EAOF8YU6PpFOlPOHYHBQX5pxzBzQhdGKcJQuAbR9E+kHtcNIFGbmgOl5hzikImLg1AuLqJV8MI6LeRvAw3yTMG7s2Ad0+Kr+juEdEX9U4C2MhYM9PuMeEMlhbkSZNEAptZiJikeE1WXUiA665nnUZg6kz0+YDX6lYyF+d9jefY0BBnPAYJXodQL3EHwrdMLIL/czOtc86r/Gc4WdEsdFm9kJADjhPVPTI7fc2QC0Caq41Lb2LTI/0rxhfaEdHKwAeOPCAXyFQ6CApdh3A+jaOEQRPPUruD521DARcWjcajsiNzhoUetH3wLRW/ElqhFFTydUCWGM/QJRRl8n5mnteOHO6/ezKX354hTBiZlid4zqjND7Xu18jPtHXI18+BHd05TG3hRK3BpLOIMQVQN4r2ms7zhqnuA/74PHtViSNBUO5JTYEfBGGJR4Nesl9qQV8WkDK5gfjXizt6GEb+ANCBfgp21ju3g6cTXPj2QWfZbA25dBXE3tAVg/t3ipunlLEW85HQN4j4lNI3u6Bt5FwK0B3jkL/E9JtWi/F91+Ntv6iwK8jzzfF+ANGIoBdWLh6o5wPy3w7n3wluOkda1+zRNLaFlEc0mtndpHjzgtbfO0z7uDvPgJTwbeiIAiSEk61pr0Vh4VqrlsJut1OOVIDlYBb0qukustL2MA79QBsfuzbgfW7nD2BhsS0I24rtZj28eA2dIeEZRxP7Wi5XZ8Hwe8uzzapf1aEW/Pwz4Rkn5UcwNvipvbmxo53tAD+DuEY1oRb4A3EW8ZuIiAsEmMUov4WOAdZcXKIGzXkz1pHn06EHjyDH0e8Y72eQ68jx8nZxVX+xGq5lKwZg6EFeCR7p/TcrwRV2NuDEvhulDNxwW8S463Vhufyeafoz5Q0Zp5jS4D5a0A3q7j/ZkC797FPq36E6fa2YC3I8sWMGLBVGQl2TWu3Z0bGdFj04OyjWk3FlcALoswf5syDvCGEqp1y3ma+oHSxPvuGQNyANuhaehcEyO9qJ47Ag4l3UrG0ZPlvQDSAlECZ/OLF/097q+jDWH50UMv9OMSWfOir+eYVsoAwGlNTAcAFpTDlXt3LaQG0F5X1HxLAl3DOu+c8r1nZUQTbXENbyOQJsf7uPX85JWu+bR/He+gM24J+N2XqMmk6PEBvGUg1sA7yvY0Ee9mHDjqi8cZgbbHj6rlTz6oVpXLbuD9bUW8L1/XRlki3jKqKSemTRbg/XbmeC8KeLep5uSNRl5qM5faEW/n29I6Bt5qK4C3BPEoz0aeq0GUPh9ThH1XOfZLdwS8x6arqxJXm5y/WJsgPBM04CEibxoHAIqxpK+pali1q58VykdpIbj4wsvV4q2XHPFGhRkDF5mBKHWl3DMikfqe61Hr/XVR2O2518+BKOYG3pvL1YOP35WAzP1qSOCB4b4poyO8+hlZ01jtkGrAPNCJAGNQ9WCZzSkHfV109FUp0OP571AP2hRz6bIwHpXjXtT5AS+PJRbGv4W5Abme7zNWhwc0F/YB6pHLakMjcaHzWjMIQMQ5wJcnQQL1cHjZEZ910znA4DufP+AsXwJfZ91ugUVTljEmQGYJqqFOs47tq032ZCCRh+fIMZFzwJqPSw0Hg0UovLayAmj6ZgIQR9kxoiDcX4JpR835LKLnVsUlGGC6O5H1iLgSVIgUlQCtJTPbEZUIkWTEPfLTiefWw5TnxImQkV7jdtrC7RGRf6896XB0C5pC3dQ0t2hklj10eh5RdlhSZtBoLdPxkKoOKUupdtmX82REIG5MTJ2O9g8U58OZEItW2DhxXXct7/keCvWZ34NijvaPFfFrp0quG+77gHk8z6AGPeX3rGyO/Qfw1kjdUP+tah6t+77CzI/hlJ4MruG0BP3oe1DNEapzDFjPWgPv4rhAV6AO0IQyuUuJuZzeFwd4l7Jo4UjU+sAyqj67oL3j5gsvSN+COt4FeCuIZbYPTp1wgLQj3u11/hdF1fwXTdE81u3u12cDvBsnXhvk97MFYpkte2nM/+avo0ecBqxP+/yswNsVQ2BVE/HWmhDAWxFvOeBXlqCaC3iz5xDtxjHniHeIq/HeoPYe70+sMZozrRaJ/TNtMJcT1L4C+CbiHalE7IbRMiVQXXdcskFOB96FFtUn0t3bSGUT9iLPhujcNPKWgu4ELZLyEOR40yhEwTFicXba8NfiXiLbRIXG9BN53SyeRLv7RbyfA+9+E6K8Zw9Z2ecYRn2cJccd3wucT7pO30nZg52e5NpHz9ce+qffSfe9pxV2+mF9v3HaYvA0p22AN1MbA6+7nNgDyokpmvbmDxN498nxLiI/5Cj2o5oDvK0CnKrmRLyd460IBrm+Li2VY4K+KeXESqSWfMICvKE3ArwHrZycBlc9ljDbPl0bd7VhGhJ9lu2j3pxjB14MPvcdxl3eqw1DwIhzHAHVkTtPbqWBRSy1NpK9hmGU8/38O4xh1rasB4sBC4XTehOcK/qRYwDkGJ6sZdCeqMHNy6JoAsNcr5QbCzCuqJOia0sPH5giDq0Uajr53BZd0tpJZJvzkd89oigGr5VHj/S7QI+O3RTI5fNJUcsJDK5RO1wG7KTA+IzKkEGjolRNEVdrN9+nYbhYWTdfgFa/cHJoI+KeAnjPC3hDNS/AW21J+Q1HvTkgaLLlhQFourIM4s3H2jTvfKB6yI8UWRbVHOB9RWJxomJHjnfQ1tvAm/zxiwBv3dv9ewKpMs6jjneOCQ/j7nHL5TAdwD6jtK+s2VXR9il21JFRazCo+1WxpmpDOdX3bn+gL05WVwS8p85fMjgJITNOrTZhUxag3Rf4hmoOOEUU7FAXWBIjYVMb8YLo91eu36ymJ2fVd4qqq44Se2NnQvNU1HMAN0JZUQNeDAaNhbtaG+5+/KHzuwd2dX9bK9Xqw4/V1o90p3IQyepknD0WLZ1I/eTsjMcyTLMtxo7GCrm7Xjc09nhqRKtw2K2qCAAAIABJREFUgGBwdEZnq8mJGUdEN+XMuH79unK9Ox6PlAt7vPpADoklp1BsbqrG/Koi5XIKTWmcyWxRf626rNWwyltRG3lIgBaIBYX5QD/7auiSimExrgSjFiVjrhG9s3ZC1v/2ewmoY6QYxHKcgTC4zgA0AHMMR3emnQx6Oj2/IqJWDKd8VJaWokwaDASXSyNqCqU9cvZo9wEi5o6aE2U3sTuBeQGe+tfpPhnBJhUO/Rki34pc05bklVvBnFpe3K9znPlvRLuDlhjCe84BpkxaXUOWy+Hq4UF0jM5h5xGPZjurjGH+5d7ib5voRFmiAfRrqtR7jrmxLCLJGgjg5ApRGi7SDWhX6q/jhMEu849F6iL64whQ2QcK4E/wHfcWfVVKNQZfo9tIb+yBYCYAlJAGgBkyavYEfa5a5GiNJFOklzZrk5h7BnTDetA+BdV8G3E1HY0+kFOCSsQbrQILIbGuByvADhtHwmkLxoF+sr08l/18T15OLHwTkX5AxNuaAa5f//RUczp+X3PJ98velBa9iSC6T/aBcxeJeN9yKcXZmSlFvCXMqSBWBwdRAm87Znj2fkZeizHW3h/i9xasOs5A/BlSzY+7hWJ6ls/be5tXibJmHH3AM7/Ttq3PfFB+sTiqTjvO10htn36A9lkA76P2bdtwD2ZR16vVmHxU5nb5zkn2cj/M2D73abb2WYD3lmw59i2nMyvHG+C9LdbdmtiEjxSYiBxvOaVhI6GHwXrLnERYDXsiRTtDA6UVEKpvFJsv1gzneKNNYkao9hY5dhEVPRwMnZeyfsBkw+lV+n3gn/9Pf1Y3q6FNGqhB+4oOKDnHR2t6lzvJ79mDyTiJSW2lzgTeJUpEpAgqkxPikxZmTx2LkxYGR7hFL8d49A853qYLPQfe7ot0gJw2YcsS2WtMN+VjTj/Dc+CdW82Rlef0tjvtGw3wLpMxcoqpskMd717gjdZBO8fbJqCNtzD89nXgtiLTRdV87WGUE+uNeBfgDZUU4N0WVyuAO+a+lg/NT3K8TTX/3ALvApVbLZ6N67lC80QrMXsiCmPaDwZm5vym4wJDz89OBKqOIlFLVjl/0MK1BgGIMOSIYBlwkx6TQkUG5DbiVb4rQXadm6v3S8QQEF6UirmrkudNJHNsTJCOes8J9jke1XLW4G1FMPkb0IRCJyBuYnoqlM4VxcFJyTOw4eztHggUzUrtXKrXaxvVxPkL1eXrNxJ4N6rmXZtee789bQD3fN4G3mX8lIjckYg3InaZL3ooa7u2bfsCb5zIiroqwros4L2iyP/UOQHv35e4GsDb+aoCcgbeav9WxBvgvXg5I94G3tQxJk+15HWXra+AguahhgWaKO2GU2Zd7deBdqtSPVEyTtTcg63q8YOPq4/ffVuhQoC3xNXOXfLYCUZBRpaI5KE+rWewkczYgsImI3x1W3NW351X31xUlOqcqOqwGABX3hvVMKh24wBANCscAkPu7/t3Vcrsow+t4n6oiPfhDkr29ySwdk9zVfNe4HIHKrk8/lNiQ0xqnLD3QlXfUAQfI30aR4zG1Zr+3hU7YkAR/lGNW5jahweqEa+65ESwmTzTynEn5xbaOsB7Vdd6vCpQLyfeLmkNjD9FyRlzHZ1zS6C8I+A9JOC9pgjDztqSn/lABs4BYFp3iBMJwbOYarRZ/GvAnaqyOI1Mo805a6Bg8AqojQEb4Dt+CguIYwTdLZjmuqoW8IOC7gx79QfUZsBnRI4BWiiq008R+QSg6X0U5QHjThMh6k6ElIBCqtqCeED5FoCLCLRXJBtTPI7+40h5RrZxbPg+c63xfUfuOUq6RF1GMAIz2lIi45zQNakNzoOBEw+WUMgOq2yPMoy9/JW1j+cPdpMTGQyyuXf+zfuuo1XpSKBPnLOe9+i0vrKaBqCPVTVuogY7aTeW22CO+3ut99u2pvkXOETzHI73k6ZgkpeYJRq3GxjRjniHmV9sk3DMtYF35HgH8FaOt4F3i2qu/iRlwQKIPkkxoBOQO/KdOd52bPBskRIRZeRKrfnT63h/VsDbBj+OrB7gzZAeUc13It43XmgB78mgmndgYXguRW54qgnEHCqd5bYtg7f1Zr9fj6Oe/wyB92lR7dOAd/uxnmT7K+D9lBY69uMnAd5FVLcLlOZcCsZIPdPC4dXzOi3HO44pxx1thSPnbPXv5w14s1Y4nSuBt3O8qaqREe+HAG/tR4h5Mqeb+t2UpSTSXYC3fvcaHK+aXeOWirUTW8wOP/QlAN5oQ2jtAHjHD9+LuTSoNcQrZ/bPwH/xP/xJV09FMngPAC9/e8PzH/lvc0NhtOPtDw+IgbdubJdIt4A2ABwFc6hrjniXmqTO2ypRqKifBsgIVfME3tRVS/BtyhZGETnebFb5L7cVg7BR1z1pUny66OvJ0+2kc3svbk2Vfmd6VuJq/RaH58D75L7r9+lpXrgnP2M60XNexSLcH3ibav5AVHPNibKAQinGWx8ZgicDbwt/iSpIHW9UzTuq4z2qSBr0495yYm3gzWkRMSrA+3SqeXvxfpoWaR2jU/UXV6Oh2stVuWZ/Q6F2HKaQVzBygrYZNW1zzQDklmg1b+IAocyXfgfowM7B8IZCzsIO2MYRiFCWgbB+5zu8Ij9bVRj0XXKx+T7AhzFUzunfM9eb3wHipNeEiJqE0wRIyMn1+ifnI4rUdhSgdqyOQWEb0Uqi4AZqup9lUbDZBM6dO2dq9Maj5WpGQA6666pUzScuLGY5MTlbzFmIn/brWUW8jwfes0E1l817FuDtzFXsXpSWVQMZ4L0sNsBR4F0i3hqzyql+8/t/aap5Ad5skg8A3tCqAQ6OxkWEz/tGgpf285MDiyOD/NR1lSQZU/R3UuWVAIWDMnpH9qWyLFXxT959SyG6ieryl39FpZcuOqpF+xqwGJAEqX9I47bUHLYvXGXCttUQ8o/ISSMVZwHWMUXUx/UDuKLsJrc3QrRaYBiGBIYAfb6s/lxRJPtQY86b/a7Gx+5qtbn2qHpw5/1qc+WBxi3gTreWaVs8Kawz1gPGGeMCMM7rMaXotEfDiuA6GyjBrh/I4TMvirlSU3QOO5D0PBuqPa9kCY0xibttrtqRMyiBuwNTqpWbK6bFuMDOngydYaUBDAkIPH50v9pV/xGNEzqvdnQzsODGJV43LOcGegTWBpQXEBA6rvUJxobLL2l/532+b5aJ2xFgiM0QedNBgdb7CWoBr8Mj42p71bRX60NXZiwAvsM+SAp55oFHeFw3oPljlkauxV5bc60glxB2QAjqCAwaoAd9G3q6I5CmO6NbE0JdIWAVwB5Q7n2kCDwmOi9RersSnFNOKRscDyjNN+yJiIiHMnv5DkAQQbjIEQ8Q7rzEtiPCIl7hqOAVzgojcq81DJJCOw6Gflgopr7ztydg0v+5h7T9QqG9d52P9bgdvPE3fIom37G+Sp6rzDvbJgBw+pj/pWMFNXZSPbAdHYluXdjAi1uBoQBroYirUS5IbY3diE3J+aDRswYE8MYRQd9hf9JfRL4BszAdGuAdi8PnF3iXvGtnHtTAezGBd1LNDbxVp90R72QhuPti3Md/m84cYB6eYqNGvx6T8/05At69I9Trfa75wWRogOZZsUN9Dh9bjm/ZJnVT9ouWxh0dAd7HtCWBkTbwLlH2NoPP89rXjIBC7+t04J3rX31gj13Qe87PK/CWTcU+tonOA1WzoJtTBQGhNYmroWr+SNoopO1ZfFH9H/W7E3QbeOcPUXAi3vkK3NswOyOtCYwL8A7wTcSbahwOOMg5HR7lcJAipGkHZrFF//P//v9yT3mT8YJdwDT/MpjSm1x/HlOyNq5ygayBtz5zN6ZHABEiIkYN8KZOJMA7qOYYr1ZS5dYsrhZ08wZ4i2buTT2MXdfgJP8LCm0Cb+dO+ZrPgXd70tULTOvN58D7yLp06hu/zMB7g4i3coiLuBpU8zDDGudcGGoFBJ/anMd+oWnnMPaOvlqbmz9sX7P/Juc1IYWKWNuK2AVrDiksRJf5DiC3qJKX3G6+CxDx39TrTtG0cp+Ogmn9Im/WoEYXIJ+Q7wKYDdjJWZTSLMcUcM55+J1/+R6gmZJgrH878pzyO+Co5IITtY7vEv2rBEomvXYuq8zYmEAbStXL2lSIcF69esXP8ejhkgDdVHXhwkL1QCB8QNc5v7Co59G9aBMIYPgZAe+SnpQRwCbiDfAW1VxJzmcB3s6tMvYpwPt2Am/leHdFvEsd76SaA7x//KMA3peUd23gLXE1agUn8C6iTh5FJwFvgaw1A+9p0aipZyyHlQzz4f0t5dN/JFVzAW9FdS+/+lUJUS2a1u/2RZCv0OYZgzLww6eTKQzQfAEC5IHrGNgLjGaimtT/dP34dAiNGHQTBQ+2GOOLgTCmHGoEqQ6hmu+tidnwqLr/8XvVjvLh6drx8U41qbHHuVbFkOCZxxS5ziBh5ozrPqBW6+JjsDT04faalK4Px5SasFjNzc7bKAdMskcDvAdFpyPivaP8cnvxBaadk648OTQIxqH+KxJfaLXrqpuK6npHNHlyUHE2YAzC7uCeXF5UwBpDBnXZGTkH5wT4DT4hzmsOmTZImwCQPPcjgjsEoDO4DObEmK6xsHDJ94443Z5A05aO2xLd3ZHsVEo3NVe2SQiPgVoiqm0dC/dJULrjUpE2R35xGLeMSZBLrj+mLMc5Ql07ALj/9XsYhNg70Jg1DoqBrOOJuEe+NjcUedx+mdINa4KGTZvMOeNJj8xa5QVo2/lgR2GUSLN6u78buYqWeuNUVnYH1EYk22IAOPX8ZFyIZw5qdvMCnMdcDBQNcAjWSD8bo98Cz/cySFfj/trmtMhR1DXn5ABvP7Ep/Eq7IE+fdEWCNHZmlH5gbecQtZtL1mleUMebPG9EB/VUQ3JYm6XCrkUfav64retodwJv90OMj/1DIld5HV/q8wa8o5RRKXnmIQoTo2/EWznedcQ71PaLsrIdLoxdHrEFrhh33WzHfnsxXfT5A95t2Nm+6144avPiCPB+MhsmnNe8ytnzL+OQGLvHvWrgzTLiuRHzvPflvalQzZmn+R0Dbx8brrLor2cFvNsOhe6xEY/brA1c9udJNYfpF+xpNDwiyNsNvJV6IiBegPeSxNVI5duW0jmvYaeqoWoe/9bAmzxvrbF1/yY2zhybSFXC+eofgDd2JHsIaUowq+TAJdDDGHGlEgU8BrXf4SxlNfrP/tv/w+cui2p4k8lp9MhMj3Lm2rVAePP9BOHpSbVnMSdyKGpGOTEWTQus2XiIepVQh0IABA9BRIsCeJc63oirRe5kiXgbhBt464eNxnW8iWI8CfAO7/LxryebgL3neR7xjhbpxU6fjmXQvRic0Hn+qHvj+HT9+fME3iXH+0mp5uuimiMy82mp5tBSLa6WquYmhGbjNv356YC32/dM9DZbfK2ub/frCcDbtUvjMNNRHeUppbzC5HTOd3oxy5dN98Yw1ZrG2tXkhkekm88BEDgEyZ+lrSml42i1gK7LPwGSfB6BaufSIpbWiTKKOobvFYBtlU0bxZQgk/Gn/5HTu6lNAgOaesrrAj7cO+vhmqKe1JqeUNQb5W02gXPz876Px49FCVabArSJ2mohdY73hAAkxjXAO2KxJ6yCx9sNfQ5qjLB6XAA21aabyq96oA1vUgJexwHv7J2udTki3lAjAd6PWxFvgHfmeJfSSGqzUDWXuNr3Ja7244x4X7xo4EQdbyKSw+QQe7w1Xv6TgDcliFZNNZ+Wwvw5U4FRTx5WvvDKvQ+re++/4yjupS8JeAP2tGEDuN2+xUNuET90AMLBHcYvDIage0Yzt9Ih2LDpMjmDnO/s4cv3GyMIz/kQJYpMg5YRsbeufG8pm+ueDhWN30dfQO02JSCMgY0oHXvxuET3JqR0T5142CwAWcYQwNpATD/7cox0RqCNn1PEnJJ4cn4jNqO5sCEWh9xVckY8EqNjRUrsyuHWPW5vaz6oHeYk4Ie6K2J4A1Cjdfym1GQPBMRJCzhEpIva4KK1T+qH666uoUSt6L3aZER0/tnzAvwqfYdQGXMP5xhzyurlthUC6FooEYe92scMO8W2JzUXbr34JdUxflUR/EXdqZgp+o5bWseYdYfzwqBbgM5BANTdMdBCWMslzHBoOCgAIMvUFIAmRrWbKajixqG+NjnsRMCjvnIAt6Sh45XQp1HzlfJoAHMiJlGTfMAq7OWzqGNuSryj6SGox394Rq9GCcTDBkvT0LaZxrbL44T6PF/EeDQ1HUDNWwBynEIZKYcGD3PggJM5dzzqSzsn2Wsll4gIeARbgmoeu3FBAfVN+d16hc6P65WhB/1E1oC+z5qXa215pDqipzPy3KZ1mn2QNHnGQCQ2u38GaG+cn3Z0yLZUn9Lf4YyIGuduT7U1DgMYIRYxpByQ2ttie9QBt6I5P9F/gfGfHfDGsCfF62nLidGnJTrvfxP8ht9G1PpCNb8lcbXLRLzHjwDvSDPI/PZ++YTusFZnnWlvPnErOfOHZU6d9YA21dxd1YO2qVt+5P3e7zFqe8bm6dcPh4Vr0becFm457y0xpo97BdMlg5qt73Ufk/ZOYpv2c5Tn7r72LxfwpgNI+cF+Ak+6ZHUP8LaqOTneYmchrrYi0P1Itbw3ZJOwfpHeY+ANO8ulxKKaB/t4qJqnjck67yWVtUbvef8OZ1+om0cE3JoZ5HzQuzhBCXRIA+ZwZLraGRJj0iBca+t/8t/8y5hW2fmxuOagKRdiATadKxZYf55RjXirla+UI40BUcrubDvvMejm0Th4MNVY+rvUNuOc0PiI6ricmLzhGKUG3jX4FignKk6kG/AtEZpSquOZAO8y+TwLn3gm1nPsOfCOpngOvI9fvkvbeC6xvh5DNX9q4K2avrW4WptqPi1j2uXEEM05PscbU4scb0e8e1TNPyvg3d6/+s+hJwfeXp/w4PdzJ7fWLgzsWMvC4VgUzjH6G0+yItoCIIAmItyltm/QTwOI8z/WtlIa0V5YAYYxRR55sd5RsYF1FCo6wMq0dAlhgaxmRCMn1xujEqV01t11fcYxY4p0bwp4M1o4n/NQw1/uvG+WZK7NdzHETBkWgEcUjJJACF+Rk4thXZTNT6KXPxn1vD/wxiCmnNjTAm+eH4N6E6r53aCaT8xfrX7nDyLHmz2DCN8BEggyQvd6c7wTeHN9yjC1qeYNaMnttWUnFao5wPvx6rpzvGdU0xjgjWGPcjjA+8Htd0HIBt7js6L249QAmuq+I5KK8Y5Thkgegcyylzr8XYOoeh/NMejdR8rpHo52FKXjMbpbN4zwCzRtNn+o5qpVuvpIOfCf6OsCcWoHBMNmKUcnJ82qxhDRAcTQ0B9Y0zhakiHC+INhgRN8jZQGCw6iTj6tvVa0d4CabmJagB2n+IZqwpMrvbG+pPH72M4gcOWmWAGjaqOFS5fRFFPeuETerPLdcb1zaos7n1t9hWOCaPeEqOZEndcUYd/Utck7HxerYE7Ae1qRditp6z3A8Zpyy4lcuE46kR9FJl0/tVD9DJjFSpGhc1XA+7Wv/rru5UV58+V4gv5f+22xYmm/jPQllTxKmwYIC52G+JcIRqTHAeb0HUexo08j8h3GlgWvkgZtLoltp1gPinvL0SmuG7x6R2DDm5J55s4pJ19QInCmLua16GNrU8R1TW0s9PWaxh6ANAZHeT79DfAkMJH9aLpkAmgDXiPrEKnju65tDrS2WnsA1hC8a8TFCHzU7zlyHs9qMOkoIOfLtRRgbe9EK0qWplUBO/sZ7auDIZl6WHZPpwrUYDHerfsgmQfOd9YPwJtcffcbDgwcWznvGKg43WBLkrrFZ3sC2+SDo36M4JKZClDPW8A76q0HXTRyz2ERPF2O92cLvFmKxsRsWpCq+YvSt1io5mYmTgDesET6RK0L66J0wBcVeDOyldLj6dCDgfvtbb3gu4y50gztf/2ZzhlC0lzAV8mpx0zPdabfwdwXpoznW6P3wFfbOCxHeuuczXM8B97R3N3AO/AlOd5lvY4c7wTeYgWuimYO3Zy9C9HKkQTeLicG+K6p5qWcWAt4s4cTsKHvC+gmqIxAqUF3pExpB60OOJ9srTHZ28OqVnKgkqO7AvM7Wlf3cWz+0//qf/No6e3wQsmMdbpEvHMzKcA8B1URColcqxjhNfCGJpb1ukNoTbRzR7y1iUGPcfQhIk7HA+8QM4IyZLo5oFv3Zec5HtszRLyPUGe84bRe6VUq71AI/Wlfz4F3tNxz4H38CPp5AO/O9PlUNZ9y7uWJ4mqakzjLNgW8t1pUcyJ3XzTgbQrjMdO5jqzYsIvNs5Qc8+aqlRQHIGuPqehae+xQdDmxWHuIhpd9nbUQQxequPPrdRxrXaGVcw4AM2sdCtFsvgChqPKwIxA07TzeUEpHw0LH631eAPSigr4pMSw2dwxBAPyYQAzGPHW8AVdQnrHpXV9cgw1K+qTqOI8KhBe6k3O9j3fKn/jZ0ZH9LIA3Z23T2MIo4UF6gfdv/8E/ri5duS4gTPSoTTXfqH5ExLvkeJ8IvGMsF8pguy3awHtF7IFRtd/cuQUDO/JIh0Q1XxbV/MGH78mbPVJdevkNRfQVYQVDaTTsadxso3aa+V84IMjzdqoPz6RxBC04BPfYgInE87yFZWYtssRJAZz4vtsDsINw2AE15bXh72ksCHxvS8BsdfmeqoFoFxYYXNVYsDq6IufBHIBCDWhQhBrGmdMnSOvSuAI8awyyf4+NUesbGngAKY6dFVuBMWzgjaL7xnILeEunQBHrEWjeUlSGqr0mcbWIto5K4Vz6A1JfhzpOxDvo9QLfYn5whfX1LQnYiS6ve5gQ4J6VNsHUtITf+L4aB/YHzieimJH+xlDH4CFSKcCkvH5y3aHdYxScv/Zi9cY3f6e6evM1qdVOiW4epbrczGm7kLpmx1k62hw9BSLamCYqnQJr/J7OMwcNMqriwAE/VGrBllFf29Fi0jYXyn/t9As4bDsqf7czz5dE+Z8D4vsRFUddHUo0YD5sqVDfzsh70hsjJ7mUwsIBE44Cl3nz9/nJ6HtOWFPy68WwgIMW+DJLowm+OKji2vIRGUdfZ1ARGwuNAbRNXU9wbuXzpLknEPd8VpSHqPFRlmEsPkTbC1B3OxVgbtBuroe/F2/HeKQtYBl58qTHlmdm3NthwRrN76KNRz560NKB0AiujZIvPySDWf22JUbRltJ0dnDs2NkRdbyDscA1gwlA7/HcPzPgrXk5IsN9TMyNkSmVglTkjAHaG/GOue3l345BgPeNW6rjrYj3/OzxwNtjMBu7K3L6CwS8+6lSG0rZedm9+XltybFkTZUy5/oZD/qqk+78vWJc5Dg17T/siXb6nJeaMg+ZVekQi7KkkQYX32lHy5u5Wd83syAv+Tzi3US8C9UcVXPndzvHm/1BQHxr1TnejxN4r8IQhGFFhFvO4QDeRLsz4k2aU40Rs7HBwvQ66wLU8hrXSkRcb+0PEAQQe2xUIFvpUodUEdL8HRErDMYhlTwoJcp6N/Af/Ys/trMzOtv/9eQ25TEHSgHfZdOqgTZH+aBcqNNo8gAh4q1FHy87mxWLINEjGoecLud346XMa7MRs7GXn8jxDsPEEe9UPA/xIqjmehaAN3lPDNgc5KW8Qq892Sg1+iHznnMW9BnEx+VcNFPn+N9OA97HRd+iFxonSN8ruK1PuovuD4+UE6shwlmepPs7J162z+mePfA++z0fpQ49vSPlM6Ga57of/R01f9nYAUnrUjV/KGP/w4/vVm9KXO2honyUV7EV5kHimEJEz/jNYFALkAByUTVfb0e8s5xYR6XEQtX8rMBb5axUFmgLVfNdGfeu443hm3HWHIjQXjOM1N5ZztxZhWpe7185RfuP/95+DFpX/Bx9hbEbebWFXu7NMimKQQvDXkelPOjnRQSLY3EWYmDy47xbG+i0d7xflMqJTlM+jDVuWmJqFrDS8UU0DeMcgM0x0GZ5n3NhrPM751lRHm5Hax4gmnPxPUS3+My5tfRz3iPHbCoyjjHLOaAPAxaJbM4pyuk1Vg7OBeV133v4yAbZ4sUrZwbebuUnmvCfLfDeIuJ9TxFv5bWPz1+pfltU80sSajPwpu/A5xqXe6I0t4H3xRp4RzkxqOYuJ+V+jLnk/Yp51HreWlxNVDZo+wDv8wsXJXYmarU29gHNh6W7twN4a5O+9DJU8wXlo0J45vSUqIM2rO8CNIm0yfInHs58LVT/XQTWnD+sfV63xDoQythSCe/g2Il+IBI5ZcXzzNlVVFquGD8GaSAH+xtiuECnk/jchNIScPgo6v3xJx9brIuoNgY7LAiitlQOIXfcAMbOcYFWjVc7v+X5PxSF4JBG5T0dD2WdsbuuNQbV5z3ld29IQG1E9HIoytsaa9Q+nZ6Vd1/3g5ED1Y4Iwo7WD2qckh8PMA5RMmkjZJ1uypHhSIJdMDF3rpqRg2NKQnYG6mo35gLXxYDykqM+8z0QnVY/OBKuHG4Db13z/LWXqje+8bvV1VtfEViRmrs6lj6mxzGSmZcGjQZ2zZ4LGCca6vehJednzjlO8GthNZWBA7ARUcUpgMr8ltq6iYgHRZ21I5RvU0C2Pl9jWBdHgnEAP+6PqElePqunIg9fR34jSh7WPaXSoFhHxB7gHRF1bC7o8ylMl8cGoEgqvBEboNRS9glyk7LKhCiLctycbzIANGMDkM3YDABe8sudr501zB2MgXKZYD1so4YhGcDcFm3Yknya7MqwLek3Lsr/A+DzWzeoyanM95Jy7lSBuuxWKoAT8dZ50HkYlQMBsT3aC+DNGIOuSsTbud4JvGMMALoDfIezNXLgsTUZx8G8iOsxb22YW0SPNsO5mcCdXHsYOqaaZx49856veYgVRwlX1VgEeAtwj822gbfSAlgfuB59zNgM36TXAnJVz1244Ig3VPOnAt6+mWjT0rJP6IVtH/xEv9e2c8/e4zmZc7fLHovHpJljAAAgAElEQVSh4Ves492vZH03b/JoDGsfkOPIgJtxF0cHmyVthLotPPDzWnEcmg8N6M41orAz7BhK4O3xUFKJ4lZKKdgA3cydEHi1eCE2SM9TlbWqXq/KM9dGUwL9Pk6C0+zXo/Xcu4OSR45vbZRlXW23+knX6/2sFyuFfXXMK3Fm/aku3o54Hwu8tT9ANQ/g/ahaenBXe/pKAm/E1QJ8G3Rr/vhf7O1cl7rvhvWS+Rc0c7OkmHuikR+OTiuyfa46nFqoDi5crA60hw1SjtEpPE5E8gg18+k/+Of/i4B3UjG9uCUAz0g3F7Xx6vWuUI/aHtHcRPhObmSljncRKXIZDm9C/FsUzfFKRo1cm8YG1kE1Hxrld2jmlBXLHG8rCadQhvO7g2rORmlPrCdMmXpQunoGek2XSave+ZTtAd5v6jLZGpXO40dE9ycnAW+3Z+/q0HPikwTQymZ0/NjsieSf9ab7fK+3TmH01dlfR6g7T3LwKZc5rY27DvewOKXRz/5YR7552sLW79SNSEYpo9Ku470r4K063jXwlqo5nqaWJxpGRj1O1C829PsAb+cdy+M2mqrm4wLeIzKiB11POGrkljne7l8iA+Q8ArxLjjfRACLeRZDF6SZsWP1UTI8TXvkU7fw0h3ZHtANY1xQy75WKGhOltnqyVHBTwRmHoXO0HV3S745MxubKWsV7sS4K+GptA5xYPElrGsDboIvzpeJ5qeNdgDd53qWMGN/h76Ul6LmDVkEnorYsKvCUANOo+glxLJyP5GQSbZ9WXWYLbsnwx8HJeSeUM7uiXF7E3La2FCVcWqnmFxerDQEFhK6uqpwYEduiaN4b8e4dx09CNbdDJl/13CSadyLVPCIunp6598RKXoyjJOqqHbc3gmqOMMrY7GUD78vXeB5q4lJOTBubc7zXqx/+5Z9X7/wd4mqVnA1SGtcFHiivy+XEbAwn6Igr1ffQjraPaGyjao6a9WPleEPhvHDxshwXEwJeit4qyoy42j2AtyJ6i6+8YVVzaGcuVqR7to6J1FSpBT2ucTWmvXyMG9C5N7UnIrNF3+xrY8bhdqhrDWOwASgVUT8UnT1K/micpdo1t48TZWJqTs4AgVOUv4FLyuveFv17dfl+NUYJTn0RQFH0BqbFpNhW/tuqaPM4cFAUZ69lnPIdACVjEDo4v+9Taz1rpDM+zfrQfQIwMTjGRjX2UI525F5RbY1DnAKjYmXQ59uon+Ow0nErD+/Leafxq7YDqGOHEpllPLM+4dDC8bCnMUsFhvmFy6aalzmHEA4Rb9Yjq3JrbQEg7VMjXcDb+bz6Vzdu2v/CtZerr3ztd6trL/9qNTQO8PYKl9TQBNtpyNvQS4Pexi12gb7LvRn3ubuKszvWOzvxbQFHVJm1wnaN2iOi3yHURvtsExEXqLNTjiiJHX4ZEQM4paxZmTs1pZqgREtPwyOV+2wtgiXIQEksz6N0InJOgH8IxwnEcxVfN9sBZwZOxBQqG4Rdo2cYcKQ33meNCXAS80WNb9X3yGGP93k7wDptQeQ7xrYptCnQFgJpGUVPkE1JLr9vQTWAbKGu83T8HmyEEtSJtSEigkFnp3JARMPjifILvil+Ip8/xkmIH9FHjA+e1fJxtuuijYh0R7+lOrFBd6Tx0GSOcqfjIPLfy/Nk//cCb9PbE0CwN7osEawLlOlTQdnjK9a6Er0saZfhFFQLsm8rYtaZWahGVdpvUOX6aLdwXAXwJr2Gxz+UQYF9TY7qeQlq3nwxgPfcrMQKJ6njTTmxTAVIB0xZ+1pDKn7tjXgf+ULvG9Fvz+JVhMSO2HctdN0wNorNn1d293ffR5kTxd6inco+F3MtoFCsAQmLaucW7drP/s8+SPAdV29AVVsTojjK2o4l+0psO2TFAQcSWW8pB4ozS2tqAnVrL9RjpOCbxklVMI+fhbvoY+c+jX3a7ssTgbSHS2+bH29rn3YvJwJvRlkdhY6Z78CudcMacbV2xJscbxy2W5uq9CKw7Yi3gPeqtItwliFmGsA7qnOQ3w3wxplvkcp0hET/4twKZlFok7GkaK3EKTcuwD0pIdcpMb7mLlZDEgfdQwyXpSnXpFivow8H/r1/9j/6jKaw8Si5yeSf9d+lDEVXPncaniUSHl6p8Cr7f/qXaAw5UjSQvcD63XRzKFHceQJvBpyj3brZYQPvKKtBjrfzvBN4I6YWZcRisDoa5YXeo67GVzEUmEkN1at47Zwgz6JfaOrF8+2D2pubd9naE3vWheU0UPjZAu9ntwg+B95n6/HTFpN+Zzk78H5TC8Uj56TVirdegJ4MeFNObHxa5cQkmDSiyBk53hgBFtmp533jWOFdah3WEe+s441BcUDtZd9DGKCfZ+Ady0IYnp7buWaVnEdDO+Y/BjQ507VRkvnc+pv3eZlZkwuxo9WpUYFQkzdLr0OxgfKq8751DN8t7Wywn4t6ea9E1IlWlQg70Wu84OTR1scA2hRh4z4mFYV9LOEqr6HUWJbjhXsAeGMsbq7ob1HLhwW2cbJAA2ZT+SIAb9oF49rGaQ/w7sxeqn7n2wLe128G8CaK6oi3DGkD7+9Vb7/5ppf/BamaHw+8C+gvhkLOBf3J3tKBlaDfHy0LPMt4dt1w7UmbEi0cO9yuNpbuV3duC3jLKF8Q8J5WHe8953lpzMhwB6AvP7wjWvpudV6OEgWiqyFFaikjtqkhtadz7sgwH5NoG7n3w6LjjnhvJqsV8M0GT8SUJhCdjRJyAnBbig5DbRuW4Nvc+fNSLlckWefdkXMC4E3pvyEzaOK5PJ5IldB+i7AYYwrQzXwIYRqBZt0LjAzob9Qt3909VFk73ZO+V/QMiGjuI0AmwAvYx9gBqI7IEYDRz349ytjjughdEdVTG66oBvu26ODk08FYs7q05oznGoBQ/xvVObaUJ46TflbMjNm58z4fhvOWmB1EvNGcCJDG8Ti5qFeve1X0fV/g2xFvlRFbuP6KgPc/qG688jVRdWeVb+8Yg+0Bnq/0dp1rXSPMYrukseTJ2ez/4eCPqFTjHC8AywtNY/w6GhZ0Z2jrOBdwzNHW0B+DComoG2BdDhaD8ZKn3fq3vtvYRYLqGL/HG+EIdQ64rw8Q9uqcX2AsxhoYtc0DXPhbaaSjuD8E0DcQD4p1LRplL4neT7V2i5Opj5iT+xrHNb09wntx9kAzfjW3mveUILsA9HCtFYYlzMWY86W2eQkKuc1Naw/hN2w3l+fhSe0habUJjgf3efRBqNeHgN0gyvl6JqQl/Zyam8Vot8I8dmm4zsKR4Ygk1PpgmngMpaPZDi8cHJ8B8Ga8joipNqqUi46o5gDvIQFv7ieANw6S4gRnHgG8ta9ofT+nNeHmSy8JeCvHW1TzLyLwbnqzsek9nlrAkhGFY7J+efj1gED2/fSThR2Qw9TnihHagNcARrXzy33dDOIA6HE15keTBpJvemLmmubPW3PMc7UJisHaDbZujPcS8bYzkp/i9cuxTRpSAW0+VQLy58D7FOBNCp+Bt9igAt6rKm35SHova6KaWzA3nWGIrFG+EicyrBTnetcVIJIdxb5uLAt2ZZ2UXadI915nthqYuVINzl3Vz5VqQHP2UEGQfQs4BjuVgUdhS7Nh6L9/+z/9744Abwaqo+wG4eHtDU9zRqeLAVp/njDXXhqoMLHo8X0rh+J5dRI6nmE2ITagEA7xtZLC00S88bALeGuTJuqNqAsDkqifVcwz4m2qp0F4Rrd5prIr1RHuZk2u6eZWmE3QbqMkcndi8Y6GiY31OfBuVrUcD+03Tvn9ecT7+Ab6WQDvHVFBncKh3LDO1Lw2cajmAt4Y1AnGjgPejH6MbAPvnhzvLxLwLkagS+hoToezLx2NuUejUkmEkjnP+uQyYohoAV44JqNasdehZJ7sBOdTSixN4K+8GPMY07zniITWQn7nPEWRHGDsKB+RdK0/GON8DsV8B3VlrY+TinqbJSSjke/zAnB3tKAbfOlnVjT0beXPCiMpL/a8AYrXUAAjDyk0uqFjMMimRAGeVyTk8w28Wb4b46QAbzzG7Yh3Z+ZS9dvf/k51RcDbQI98doD3oPYXgPdf/KszAG8iYgmUYsXv6kMYVR2D04Hqvhxf0EVffOVLjl6tC0iOSNV8+/HD6pP331UfD1YLX/qK6otfToEVziuDQBTr+x+9W12cn65eunmtGrc4y46YLHeqjx4sV5tUP5JBP7l4pZqQqNiQ6N2jqJVbuyRKQSE0SlTbDgjwrMbMuiLUK6R/qF3GJ8btlBtiTzvQuFCe95IizOSgTU4gktbxeKQOMueIvTQijgB7nEau+c01gMwaNtaEIwKeNcUdqdW1MVKcP+v9HLXYiHjDEtnReQDKHTkBvHdClSYtjM80nhGXK0axhbp1QuYZ89G/63l3doJ2jxDgjIwXqOk4ohjXqKkjfmVDVfMvqNVEOQS8t9dMtwd4Dwh4n7/2SvX61wW8v/R1rXdzSi8OwN2PLhsjIA36BKiFsVfWjoDtsX4UkGgAZkM8GDPFVirPFY61xvA2MIbxl4EHDDcA37pE49YUfdngGfVDhMZK5gHhAwTU8BUnQBt1x2eHEuGj/RzKBVCaGo8dhg+HNa04Hhvbv9j1LBNW3OcYnxuwwUIXzCDbQ9w7ZRcBrwLbiJgNaHzwNz/+jEFjim4q/AIOHdHnHqIMWHmeIgpZcrejJFhB6ukiSVuztGvhJtb55I4M2kj1Pcf/062AI4K2N+AiPQfROlTi5dR0BDNSu3g2l//JoFCopAddPOxAAjRE5JmDUMPRVUgHgtFcMgs+BfD23RcwV9rM7aZ5RcQ7qebs3cNjEsY8IeLNnIXGPg/wzoj3/NykgHep4x32eeNcZkr0ofY+UcQ72/94U6f/J+1h3PpGA6xj7BfwWr9v7Nsc3F2jmnWnOVmM3jKu0qnW/jx/j3PEmh1jlK5lLOd48jRvO6OOAd65jtTAPcd07eBKvMQdsmbUIJtgYgkiOt2F9TwYJKWkXsPNjed5DrzdCqdGvGEOGnjLFjbwlrP8IeJqq+ifiMWjPsGZPjwoG4090GUaY99ycBasyxqAw5ZgC9ofmd9NT+xOKL1s7kY1dPHlavT89WpITDSqnByoT7FJ6jXOWh5w3BJ4f+ef/tesuHVHhvhLAO1irAZbqIDwDL/nIHKk3It30gITrzLmvP86MsSGGvndrudtgRIUQoOuSakLPJhs4OR2Q3cz5TwND3K8C82cQYkmij1GujYq5xGN5ylLtJrFNQ2p9IpGN/GtXKT1jz1OWaoszpuWOMuef03g3RroZ1lfnke8o5WeA+/jR8vTAG8sqXrblyFbjzODwz5U8wTewwBvRbxHneNdVM0jCnoa8N6Cav4FA97t+cem5zUmI8whbpYRJQNwm9TuKACr87jZGPV9frdZke1bjDuLQyVTgDWM39Gx4F9EewDIhYlTTASouo9lYLMeljrdnB9aOcCI+5xWjeUtRQbJ556b0wKuC1ImjIg3x6F2zrEYfzgziXjzohQSaydg0aBfToNVRLBIt9E9bUgxelwA5MbNF6LPHZOMcmLtAEEvc+NnRTX3Ssuy7MY6HXiPTi9WvyOq+ZXrt1rAm3Ji2lvODLxxwJSsq2I8xjhwuSEcIdqLALoPHjx0bvKrr/+KqeaPVx5Wg9sCSsqn/vi9t021c8T7/KUArZ6noscLBD/68N3q+uUL1eULM8rI3quuXjynnPvl6gdvfVDdubdUiXBdTV2+Xk2LXj14oE2fIJv2t1prICNZ7G0WFlU/YyjuQptVnrZru7Ov7kgJXyB0a1XXfHBPQFSK5qKXj4v6vS7Quq4oOXss45Dx7ohN5h6bYq5zbykSC0gZE90b6h3jHh2WKO8phoxuzBTvBN9QqAECpIVRngwDhfvj6RlhCLlZaM6RhVi7AAeolHMPY3IaMP8KPZtAKlTeGZUSm5yc8XkBqGgZbOoZyMf1vDPwDlrwPhHv7VLuEOAtVeerr1SvfYOI99elgC8KoMS0iip82eGPW5kNZFsGc+24w/DCLrC1FK9i9BetDY9jRrCDAQm887vFaccXOA+2C7AACjrMlmWlmaC8/+jhw2AUqF0jQhdltIwoGBwcjVPDa1rWERbwHp/uaPyphvoU7Q+zUCkSyzr3ioIcmwHEAxCk4ZfHDzqQAcDUXDCOjYjy4X7TZow9xooGg0tyER3nVgzAubdC4yb+aOp5RJNL28HUMEWdu9f7jJvyPQNy9aVLfTmSG3nXte2Q9lukEsbx/qW1dntPdP8UHB4R/QPasDh3YFgQ8WZuux+jTd22mq9F5DecB1EajliMNYWgoapNwpkRbRkPwz33yfE+I9Xcuexlg8hnC0E87l62qZzjnYx4d8RWi4j38VRzmDGkFAG8b734UoirJfCeRDMJUOG5zzPmI2SUNkZuvgKHtv7omS0ew2Ue2Pj3X54XvRMsx3s5n0/rcdhzTs+KuG47ituOGhcKd+zpcQ81sI6dunFi+BoJomsAnVFqO02YR8EOiXEaN1ScaXHd5l4KG6UG1TjrW46BAtjL/C7PUJ6b4xs8ldFu1kvTywkwEumOFBfWYtJ6agwG1smGDcdbsVlaa1W2X+8eHs19pLF7G//Ev0863n3wc6Ka0wpgy6CaR1UKs8IQU4NZRKpXUs23xVLbUJBiVRU2HopqvibnOY5cXjBZnLKlOttOJWHtzmh3nd6iucraU+zHA2maDIiivn/+hWr/4perocuvVoNivJFaNYCjl20qnZnYE0Ezz/QhevD3/sN/4V6JuZPgmo0T8QkoEI5uYwykcVLyEor3197eAswbo6metl60RXHjx3SrEFqjoaCnBc2CQafBRikxDEjdvCPeDEDAN4Oy1PK2KmtE4YNyHmqbHpdsBrHDpSMgn4l/St6EnzEAeDRqGOWjJfJtr3FZeVjgw3BvryenAuu8h+NG8xeGap6LWXkOU/RPs1xaD/0ceB+/np0ZeP9QVHOJY3Uof9LO8c5xGcSO44G3GSFQ1hJ4j6OySDkxolknAG9m8r5AXMnx3ss63l84qnlu/IWy2PaWR2pMGNN1BM5GbjjlgkYogKO1ob2BlRJjLmVVL56xbNg8Vz+xQANyeDlSnbW7+RuA7XQbK05TyzjqFE9KII2cTL4PIOce2ERCfEW53c4lZ5OI35mLRBmhTSHuRk4yIAtwviG6MBsiUctt5c5aHGwxqOZ4dD9vwLteY9plh2JjsVEEjXopc7wDeCvifUPAW0A4It5Rx3tvay0j3srx1t+LVtke6M7xRhwlTba2zeAaxnSjxgDGOaAV4PdA8w8xtC+9/lVHY4l4D4ravP7wbvXhez+NiPcrX0ngjWc8wNHW2sNq7f5H1cLMmPKu96tF5Vt+86uvVfcerFR/8dc/rt55/xNFvEermSs3qrnLiogrojUsA8DmIJEoK1Jn7WIMN2/fbP5ENWWkaY9EGRz627Zy2DZVToyIN/RZIncTMtwZL5QOwyhBFZ8xuS1jBMOE0RqsMl1T52cMMq4mNFYYN4DVDa0BfD6hUmHst1C8URPn3qBKsxd3dB3OtW/QFSVyxhPMk0tMZIFIqOtHq222JabGXGEeMO/IG6fsnYUDlWc3K7A8IeDt8mOyEYh4A7wB2kWjIYA3Od7dwFthQQHvl2vgPa5cO6lpAbV8j01pwQaAFnuhDbjL2lDmfVeEyYZUrBnxvbCf7OzHtsCu8Bth8NalV1u5W2E/BziF5ULO4Ycfyhnz8cd+XlNNWUdQbqe99d1hJe6XutNcY1zsF9tsen/xxnz15W+8VN144ZKuLVV5lWj76d/drn785p3q0T3l2x/KiWT9gGTa6Ead2idAhtTH4bBA6bAANVoimgd7u9Id2IGRkIrk2EswgHA66t75GSR6zHsG4ukUsHGZuE3PBkU2oEKCBH2NKFREM3l+hOTkwAEIA4A1/tAUCXDWAkVeo6OUGmOZ74cpUsBH+W7ch81cvoB+ginkQTX3/Xo0GHK1HCklwh/RboukeX3FBg3gTRk8O3BawJv14Yi42hmAt6vxpJPRZBCuWkC35xHiamKzoGqOuBoRb5Uk6ge8GV9QzR3xFlV2/rzE1V5KcbU64k2ON8A7GakGY6wzLVu3jOlki/YFcX2j4cH46PeqgWog0qZPCyL1NQvgbUCij8u9tNcRVt9Xgu8yRwMExH1E6kaCZ/5ugf3AoTi10lGUe/4Rh1u2R3O+dCbl+6x3sMnKGMxsttpxkA8c0IT1z8Ox4J1g9BaBVphIJcUMZi+fIfhamMeFgVsSZVLVqgbVRXbilw140/6uLKF9yuJq2m+2iqJ5C3jvCHhT8WV1iTreyvHWXrmH8KnHIes1FUNijrt+dyzoiRGxC8Jh5TGDBopKeQ5Ni0F47SvVweXXq/1z16uDKenuSPtkSClvIQNBSlKMNURVve6UPeE3/t1/Fpk/cZ1YyPkigFtHhepeRr/9pXyffKcC1Pm35O70zj4WWBuwRGlQ+mThj1wzcs7sufVAA3Drx8CbXG/ywTLX2zneCcINvBNY6xdHvKFZeXbEQ/hZuR8/aHwUtPTMB+e5yv3D0IL2gVCbvL/8ZDDLDfbzBN79/FQR3T/+FQtgk8fW/ubJRx49Z2xtzVHPgXf/dn8aj+KZgfePIscb4N3O8Y6yQ1AoY84eG/EmIpWUtVF5zcfkQR/VAoE3/bSIN+rNBt4nRbyZar1iADTTad6lE0fx0314JGJbe3rDFCy0xebsCby9QTfeY9YTKL4sspH/yvomETUi4GprOwz1HqJnFmXTsRhorGn7CaYBzxi2oQS9ZoDNmlYAPkako+tpEGxKQIq0GjQuzB3yuhv5fGwsnJ+/N1V2ydR1XXddUe0x5eVaqEr3OyFqMdeyEJbW010BNNNNAVgC3DMCNMOobAJUMSJb0WVvDy3P+JNEu93drf6ujbAziqt1rVFt4E1LOMIpsCZxriWpmiOuZuD9B0k1V3S2G3ivVz+Aav53PzR4vVgDb+p4S0HeQyHyN4OO2l7fAngT3WOZnTTF/1AR7weq03lYvfTqayrJNicGgVI4pKK9+uCT6uN328AbqjlGMLcsz7tqWa89+LianRisLsx2qq+8cqP6rW9+rXrz796u/s8//X719vsfVTva8Oekzj53kZrkPAvRZ3ncHQHR3DIgSfDNvmwHjECvxhr7w4hzpmVwqFzK40d3ZVw8lMiegEJGBnHSlDrzAG/X4hYDguNnVJub88GSYAwj1Ee7MG7x+pPLSlk05gOpFwb+FuyS08hgGa2BqEMPXY+5gria0yx0HiLkYXlE3ftwkCtKgQK6/gXg41gI0A1FWc+jsi4drVeI2RE9ID93W7nymxKFA/TDdOPchWpu4L0jqrkcIY6qCnjPX3mxev0b36qui2o+ce6CgXcxyo8D3mUMnraWe2y35klYGQmwMwjR2CDl/RhjtShbXix26chDppzVe+++U334wfuKVEsRHtCqT3c1zvb0w/wakVG3T9vTDuqTcbUR82N4bKi69ca16je+9bXq5ddw4AxrnqxVf/NXb1Xf+7OfVLfffaT2Zu1BHw1qtRx4TqcBdMve6mheTG4pFaUjpwdq+QMSdtyWXkCliLnE9nY1HqQ/EERlNbH6CZV+A2+ewVHjEHhj3Y8uJ0rXnb4RHs5sPg5zZDzKoYXKulpSc88pDAZOTKQA0o4u6zPfPzXWrfwecyNowIi+hcMrzhu94qhkKhAjDmfBBHtKaldM9gZPZ/jre4pycBGAAnhbsZ2ot/n8gfjCEQDwRoshyrgZsD8j4I1zvCPgPSrgTY73cGfa+06I8xVVc0ebwm9RU80bcbX5ue4c77MAb56PsXociDNQbs0BG9l9jNXyPbMfcn/pcqZkyxcg3P7X3899uZmb2a8eE2Th80pwbfDc2Kt27LidrD0f9xv/93/M+MmxE58F0I//FwZE85xgmNqJkM8f54gHr6noyUrk+7kR1E4e1rwIIAKySQkjjzjEo/nbkW6CgMnwdZqR04AaK9x4UNdzpZZ6Mnm61W1c2qtpt35Iovdb/f+O9jr+eM+Yn1fEG1tMNk4AbyLeR4H3rt6nukcX8H5wR47OJR0rh59bjWCsJRe9wnmOFR0HY1v2sRiP9LlWz2p/ZL4aWXixGrkm0L34gujmi9WBGFxDOC81Mm2vgTGdwZwOSv5lfeSKb3znP2YVaoxSg+moDxvAO41ADLUE2kGDy0i4TxbfbRu2xfgqoiEMUOd4swhqh40SYxnxzsE4rIHIz1BGvk2ts8Aa0e8YsI5wpyOgULrIz649zwyUMjq5t0wDGtai6QGeUfKiqMrnbBRRokwgpeSRp8HQD3jHJY6HsadGxE+ZB0zQfliG6wY19vhXUK4SkPX52pOUJ/+0wPtsU/vpvnVaG3edNVb9p7vQGY46zVjrd4onAt6KuOEFfVJxNRSVI8dbhqxyvMdmJK7GRu4cb0UKz0A178rxlnHhiDeAhTmQTqAnGVNnaM5P9ZUSheo9SVfEqmc4kOONN7MYD0xt1h1eRFc4tiiQB3BOZ58NuDDEXTYIkKJjShQ79qzY4HkVujv52Tj4rIiZUWwMYCKRgG8ACcC9vPgdwNSRoYy6OdTzCdGIHy8p11gRqylFDv0d3QvHU9d7T+pbVvvWGgvI6uicV2+8YNEQFsUGeMdq4inSz3o6Y28cAd6eb0TDBJwUwbsvL/OkakEvXr0u9pPWWmjwGDs9Dpp2jjfrWAj46RkEdpfuv+/85S6q+anAW+JqupMH96RqbuDN+RJ4KyIeq0IAhBLxpr+47IRy7tkv7kkRfVsb/AsvvVJNz80rIrcmFWgBbwmnffzOW+pjqOZEvAW8ldhl5Vxtvtsqgfbg9tvV1NhAde3iTPW1N75Uvf7yi9Xf/ODN6nt/+cPq47sPqm0Njdkr16u5xcvqE9X7FPAepYyQwPOoAKPNK++ZgAHyzlWeS2NmDUaD+pb9CqpulM4sotwAACAASURBVPC6X62tPDDOJGq6p3HGucYnGU/6PpF8jYltjRWGO2WHGJ9riPjJ8OsAoLVe8F1oehgcM/MXPMYcPdL1LCpDTquMHQA7c6OU0oM2zbic1PXQM8BIIQeduUM0vdS9N5Vf+7jnidPOoqQeVgoidgjckLuPswjtBVTNNzmfgD0+9gZ4U65NQnOimrvcIVFNclwNvH9PwPsb1aQi3ocSaw1hseMj3mWYn7aW8yynvbzW8H8D0fzdA60BBhFoTFDJaNE68/7771Xvvv2Wyt3cd5+PkicogAXYxtzDmWOlciL/slUm1EauRy6gfeHW+epX/t5r1Rtfe6manZ1SHuNK9Tf/+q3qL777VnX/rlJfXPc9FPNZ0xjXnY5SFbRejE/tV69+Za567asXlY5y3hTrD95/UP34x8vV22+tiwaP0KaemyFISS7NhWH+VT821Hs90DDPi81FO+M0CrFJPznfdS55wAbsR8eWAUEJgADJBtLQzgGzpqFzdAJswAzR66JUbsAbQDko4/wbEX3mX9T6DnE72BIIpwHyDb4NWpj/2SdZEtOU0KKITt0B7ELq/AK+TUVlAMYIMACmYo/TLwJ8P2vg7TreBt4XHPHmfupycDyvy5ZFxBsQEjneCbwvLVTz8+R4T1RBNY8oewGJ4T+IlT8bOgF1jPG2veG/+WHN9tqegNegtRuk15ZWOj/aTu3InS7nKHsP52hAbjhNYl/toprzPm3uPoo9247lPF9cN+7F+y46BAwpn7wxAevPWw735pmyRQygm/vqAuluB4Zqnr+MQTM4Aow3peHCecSwAVOxjwOoA9cI72g9N+DmPQcXcfprXmpeozFCQDCwVYw5YyzmlkOqTbCg3T/xzeZ12pp25PttgNHql97vNdfsRiQnXe+0e3kSVfMIgkA17414szcF1Xw3xdWgmq/LdnLEWw7ztbVlrWmNjRUcaMB346SN9k6sl2wXYPXugMRuZ65XI9ffqIYvv1wdzCvFTCKeByoFOzAkp7JGHIwxi+16+Wc0R353ffabv/Pve7x6Q8HANMIPBUnAqEE2VEeguyZY1GhMMREGpo9JIF7Ad6Fa4fuzJzsWwQDeYaQG5ZwBCfUi6G5Eux3p9u8MyMgZi4GZQjMGz6EGyL0Me6MmA6IxIGOE5iZgunzcY8m7HNHxpln5XOFRMvh2bfAQoMHT1DXY+426fK8fCDwRmNcrU5+TuqNOAM7HAO9yyjrifQw6fzKQVKQA4j5DgOWEhsiP6ns5/atP/Y1fHOCNgRI5IIzRPW2gG8qBLOXEfqSI90PlmLqcWLOjxYRmvuXqYBaJwMn6kmg0d99TpO1D1/X1HFGO96iBtzZxUdZMNQd4K4plBkv2QtAj4y8M/n1KDWUd76gVHMCbuRWLBvd+hgHx1L385Ae2nX8lL6vbVdVEvmsdCG2cRBHLy8CrjnrH+6X+b73JZ0SmVGMAWLCWjWndKkCdDaGUEQOksO5BJ+f3oJwRRSdKIvEzlXh7pFIXNOzcuXkZu8vexFGaxqPL2HA+eJbNGNfCzrk5YG5+vrp/754ByqXLl01bXVPt6QmoT1o3qdHcUVmlhctXvK4iFBamU2wD4awrMiBP0ual79N87dqww5gj8mrgfe+OgPeMSj3dRPdLEbMYdwDv9mHHA29FvO/ffmLgvShVc14P70pwjHJdLeDN0O12cMa+FsBbdGlReelfxNUAuy+8/HI1LUG7zY011fEW0FW+2EdvE/GWevorrxt471H/2vTaoL0/1ia/v/VYiuYH1QXRPudnJ6uVxxumm6+KDryr786pX2YuiBI/rNxqRb1Hx/kRQ0J7EdTYKIkUblDuZ1PjZ1X9i5EC40vV5lWKTAIyKicG1XxAAG1NaGlTgHpM42pufs7gmhzuzrgYEuy9ep4pRbxhoG2IRYGTxirmirY8Xlny5yMCdvOqR+oSYF6jFBVX9JnjR1GSh7rLGFJbUe4LsD2tGvJcDyo747+wPMhjZoyho1DmI4YJ12HuoYxOOzINR8XGmRNgJuqN7YCjYEvzy8Db61PmeAN4ZDxFxFufI6Cl55i/8lL1+jd/r7rx6jerCeW7HpKm45BFiKPF4hUzoHcfOckwPMqY6T9XikOyLKcRJ24t33mY84y9pWIT7VUf3f6geuutnzpHH6A4phx+8pItVAfc0Pq7LmcqZcpwhkxqbcB2okbegJw75y/Pi2J8tTp3bk7rx2OB53uirsvA3IVLHkwJ1/mWIn9HzojOmIx8+Ttu3Jiq/uEffaX65jdETz4/J3bHTvWOSln+lWjq3/3r+9Xt2+vVrtjfexvSEthQH0isDfX9kudNS/KsQ9BJdDt+br05gmaB5jlxJFD74JD6OfcM0jN2tQ45PuT0cdmEVhKXU0bnj1JnBezpYoBp5qXbLOnkVo0nssgPYAgHFeOJ6DMgnHmDswIHDcBblP0E344Ye25l3q+XefY2RgqpHEE3B+iOwsLQz6AcQowhgFWhhTPmoJrvGdBH/e/TIt7OGcd5a/DEHhrP2Us1H9QaX1TNneMt4B2OyGCRRr5+E/GGVQr7Z07A+8atF1SFYbE6NzdVzU6NV5Nay7B7Hdd3W/GMhm5xDoBkPS9igMZe14zcOK5EjxuAGqwqH5DjPP/tOZbPm6hx+U4CZd8AzRtOavtaCrjOcxuE1wyHBLd+L50R9UZSot18J89vrF5AeQP+ax+MPTwx/nz5+jmbZy7PH4Mt+ot12fjG39d5YSeVv417+AyPVegFjCbzDUeOSyZrHuPYwaFqMG72L85MHO0EGhvWMfdV1qtwI8a9lddxa9epYLc+w9Ff7H5oLnHkC/HZkwLv405YxtYxNwT2yTlTrsr8d9qeK2VF9Yigmmv/kd0UwJv9Q5osSTUPcTXtcQhyut+ZCDxDsYXTqeFP4ppRDYMUPQUzhqeqg4WXquFbX5Wo2q2qknbSvgIbB6RGDVImU05N9SmaCsaUWgyHNclH9MO/7GEDc1/9N822K5tKKePg+thJM3c+Si4URvFJQw/P7lHgjUFpmpkncxmcMSBpKIMEaiaq14hWO5pt2pM8i456A7y1aDv6HLneAb6h/ETU2/WJnRsePyVVxUntHg1BB+X73M8wtSG5L9eIZMOJ2qQj5Hg7Ch7Ae1g7Aznl4VyIAdAvytxWU+ytu927mR/5+5hxVzDMSaDyuIh3LlcxMcuN9xm/R4B3vxrMx457WwlHJ1/rPZszpd1OmLAnzPUzffSLA7zJnaNZU1VbHQnwfkAd70/uVD9SdAyqOWOyLKBeIpJq7v7UOHeui4D3xvKd6vHd96v1B7dr4D3kiLdKFmmBIOLdkYE96Ii3KKGMc52jpI2UxmfpwWCp63irRBGGH/mDhYbX9MHpUaAzdeoz/lK9SaXBUBbr8n6hiRl42ogJZx4bKnRMqzgXLzYGYTohDULSAUbzAyY2BYLpF9YmBD2ci6q/DXCoy+1yPBKuUhSV8wOaS8QPQDQjwLKqXG3OOythNd5jjZycEv1Y74VgW9QSR+GZ6KTrietcU/rOmmjnqHeeO38uPMDK6+4IwGEUUWN5TPdAiaao3R50ySSKJvDOyMCZ+4CnbSa+01Dy2HqcUqZI721tNsDbEW/ViNYq3BXxLmvoycC7RTUnx/v6C6I296Oaf7emmi9eWvRdFeA9Sl87aqJNvoir1Y/RAt6aUzAL6MdlUX/RKLl247r6Q/n5aucB5Ydti4v7wU9+7NzZhZdfr6YEnvf3I38eox1QuCOK/I7yrw8BhoqSY9QTWSfri9z7HY2Jc5cuO+Jt4C09hhHXu440BoMzwAWtzZjS35sbAt4Cy4ynEc9fGf2K/G6tPRJNmXJiytXWfOVYot2jmueMGfasWUXscQCtrMCGCbVW73EulRSG+I4MFf6dkBe/o5JlWwjJ6HtjGueI0uzp+WEDWHVfzgxbZgmicRSNCbDTvuHACOqe6ez6GwPTUewUFAw2G4rRSp2gjJmidpRWm19YDMaGvytaO7XGETBk3plqLmeD+oD63Ts8r8TuDlCpVY68gfevfbu6+WWAt6L6XjuDKN34jsuOebYBf2QPNwDqNnyjj8KRFWtNQO5eZ7irJbS20gDV+wLet6u33/6J9AjuOn8d24TScPS/nTA6aFVqvDv6DLG7ccq/JevIJbD0u3O2FXkhrc9pAq4YIweGchIDeMsBeLilFBVFzCfFrpkcrL7+q9erf/IP36h+9Us3q6kROfe0l7y/crf687c+qf6fH9ytbn8g4b41OfAey5Eop9G+xt+Bxi6OrKhVRvdrTsPQ0DBy7Ah1fn4k0oac34jU/Mc6EpacGKmmde87Kq6+JLrHxhb3KYFItcm6ciMBKsNi6wzAGtE5bU8AwOx8ikh1e+XRLPNY9Xu+lXCiBgNJYJuffe1dgHE5LHDeIBCIA8K0dEC0mRwB9mMyBKClGwFD41pH0V+AFcJ0RMAJpkapkw4jAfBdIu5nAd5Rp/wY4M36pIvjHCfi3VHEuyOHOcA7Iu5Br/dsLUA1RR0RiJrVmL9+82Z16cpFAe9pAW9FvHEi2qkQzDkzvDyEYx4whYsoZD0jClBOoFn6ogt80zdYL/VciPHAq9jIRdAvrpPgOz2e7luD5wR4df3zBLYJvsv5SuTZz57HQnaoI9YxYvw3a0fU7abJ4vx+zviP29GOFzcBoyjz+/0IyVQrz9KKjpcG8/hxMBEnTpycv6MsqVfAGLfpJAHTjMnx2fH6TuoZaTliN2l9Zq8JPBJprwDvEc0nIuDGOj1Mm671KDrm2IWsF3j3xkp6mQ3tE5U+P/bkMWG6Pj454p1sk2NOeLKToFDCm4Ox02BP9+Z42wYy8NbcdDkxlaR0xPuhGEV3JXTbAO8aE/VgodqesS2HkxBWllJxxrSHXnpBHsvXqqEFKZnPXqj21ad7zg3bF+jWmqe9q6O9qCNnZEf9OaG+HJcwhrrVfTww9srvZz9EhLfU6Tadm/8BtA1OY5P2v95cIhIeQA9Am1FwKBUGxmzkMfiLZ8g+RAamI0yhchnAOPK68QYV4I2wikuqAMRNMS/Am7yHvJaj2AHA66hWY/1ZXa6oBOKhd7F033+opDO4MZqh4ESOdwHemddeFsY0skt3d5cwSKdFayA9K+DN2tQLlNvnbm9AvcC7TMM+OLm+U5/7MwTe7blVNsaTJ/DZP/2lAd4SV3t4P+t4ezuIMYFKsA07DDiNT4x/6Li9wJs5AMjuTGoDL6rmMqYRXDsJeNNfAO8NImWuobtliumgjJJQaDwaLeruvZ8PGPfGrrZw1Dmdh2yyhcLkzTp22trZWFg9nisG4dKjsPgjEY+y1kR9btY85wzmRgs4LoJP9M0wFMoESqXMmO/JBmGoOUMrX1Obls+pTzyZQlM4Jc3O0foEmLawlaLkK8sr3szHtXFDu2Wt7Aj8OK9cGzv0NWxwImesedsoR2e1CEAWEe+LV68F8NbaHOZJqJrXjoiTXNtHpubxwLusj9DM8fASib93NyLezwZ4L6Sq+QsyYiYjZx0KpsbmviKyP/iL71ZvkeOtvy9cXDBgeXT3XjUApdmRz4xo6H2omm1DxN7tBBJU2KC/HmvDxrFCWTfqhrvUmDbRIT3fh+++o/YfqC688lpQzRN4241ho59om1TryUvlXyKYHjsCo8o9wwFzbvFiNSegKVgqLw5GGdG1FNZxL4VjzCVNdOyWQM+68rQ9Vmz2EjLcqtaW7lUP7n4oQ2PVQlxTk0HzhgK+s7HlCPKs2BQY2DAqKKMEUJ5UVBw7HAX9GHu6FjW5FXHb0/6wLkcS++akxtum6POsBeyn62LD7OleqHs6JoDPtRjTVl3X85IyARBkrzfLI532IRAWc2tMgIB9mWNWVHcel8yUAP8UDgINMWYqUQuUzSPiDVk2KMWAqX0Bb+p470rNHmBl4H1VVHMB7xde+/VqXFT5gxp4B00z9sSnA95h78ScCWO7vfHH72U+AUA9S9I2KkYlhxhS5vGuS64145OPPxK1+ydiOKFKL+E6jS/SGgDfgPBR2StRklVzm7ZW25XcThwfYZNFmprnNXYNAQyBsUMDb0RulTMuMbPhDowH6T7Mjla/9ms3q3/yb3y1+vKtS9X04Iyw9Fj17vr96rs/uV39+U/uV/cf6l631I/rikqLpbGlflpXbfutVZwh6kdF0x3Y0DXDpYQpzv/0vm4GpYQpRdlvne9Ur79wWSr/CzKUNXfurVbvfbRUvf/wcbWs51pDHFFjengnVdOzsyL/X/cO0KHN3IGxvwSNGADatLvL/iTwHlDZP+q9s5e5Bj0OZOj2jJVcw5lHBksAtVJKjHRL0iFkUE9OzPhnBBVjtaFprKo+gQMOAG9nBukASXV/ZsAbgCaHOcCbcmIAb+t+2HGTUVuo5owmIsStiPe16zcU8RbwVilDqOYTcsaEbnCM/gbg0KYtQOq9KsFrAtgQlMv3y9qZbee9TXOhN0LMNRAf83EFlObvAb7jXgI8s1baomjmJdcBOwCODWLTMZBOh4jE0gYNtTwmY0zIkuLqdklg7tsoIN3XDFvBkX5fI87JqCq4xaA0bQaDef1kC4bmAIyKZPT6uazKDxBnjWLcwrgIVhs53WNykiNUOSZnDo5xsynYywXELX5pTQHSAwkMMn8bgesIqMWa0vAUY81pA9ae7K2uz1pDIA70o3eD9npN8Yfxn+5v1If688Loqc93ohPgWQLvYApZ1bxLXC3YVscCb1WPeIy4mtcAWDTlzrvR0lHgLabKsBxwkwLal25VB9deVr7WlWpIKZwHAG8Hig/FVNK6IRuLnzH15bjw+ox0OOTnNAg38J545ds9bRoe23DatunW2dVq1JLnVOoo2sArxwDOTY9IoZpCy8mJWzxRGK9cx8DbEW1t9PYCheAHwBvjo9DMHfkW1acYv2VDKzW47QSoPS8ZkcILm7nhlPlhgw/BAkA3v4eYUYdyKXiX1EAe9CntX3skfw7Au84Brg2FGBxHQL17qTEjSsS7dOpJwJtJAxXsrK/IWTv67bbhmutp31M+Gc395Lv6ZQHeP0TVXMDbEe9c/hyhpibwkwBvUc3xmo8JfDvHW/TzswJvxNUi8nJcxLtfX3UDs7OOsWfyvbBsY1PASZje6vaYsf2GYW+QHs5CA25tkmb1EE3GGMsbKmteyVGLPEKuQU5jbI5s9uQyQiEDkBdVc2i2HRk+djbqWoAdjGfnWrIWIcyWud77ii5CER5X1BvxNAz0GVHJAWjcD2AGD/u2IuKjAjXcPDTfGVGgoU+uKTo7q+8vyzg+lJF4bnFR1Gb1n0bL9VsvWFztMIE3ed68DOj8KMdur3265XTgDXAAeG89LfAOT7CNTIur3S8R7wXV8f5HikC/bOHAQTGhAnhrIxbw/uFffrf66Zs/MBC/cPGC2SFEvAfUtooj2+CzMWfgzZ/NcwegirGBMcR+A2jEyHbkQu8T+R3WMRhJH733ntkm57/0uhhnV2VkhfKx8xCVlztAFA9DGaPekZEwRhknAModzSui6OP6QbRlUMb9oEpixVgNWhpOYqcmBIyTwSBAJgbENmW6AOZE6sg5X75X3f/kQ9cKn5gk5WHfudUAAkim3BGObPY1IgF0up3aLtslFoai6KMoZePBAdjJMDzUnrut67EPTytfe0clCvdlsDByVgTeCVBNyGnEi8gDY7vkdE8r35u5AQXd8wEFdiIUcjjA/CAaz/uwMzDed/UvUaBJjeUxtQdsHOqpEl10xL4G3jjzo5wYLIIA3gBUgLdyXK++UH1FwPvW678h4H1eNVUz4u2odzGcnxJ4Z4S5rCX95kw/4N13hUwHIB3B3L2ndIx3lOMNFXJPzzSg8bKuEjjbitZw32MOTggAO8qmPoEnziihu5yWh2NQz+p07LDTEGEksCHZcgPvnf1NHav+E1d8bGJI/TBY/eqvXq3+0Xdeq776+s1qelQVEZT6+KOPPqn+v7fuVD+9q2jRnhTu9zVuxFRRuF108y2tUZTnWdO8lJowQFmRbXK/BxUNHpRThYg1Y3VE43xK9/rqhenqW79yvfr1r96qLl2S80dz5u4HK9Xf/uST6v998/3qJw9XqocwIrUeDysSPkLNW2jbXqN13xq9m/yb0WCghxO0Cphr2SXWznBtbcqSheMr6ObJkqAcnstGFtAK8A6AVPQfuC62KOr6AbzF/hBI2lc0fkP9Qc11HGdoC+zJmcG1IrqJc5VoeY4vOsNBKN0vQR9Ym84Xj4h3sYkCWAZV2YwcHG0JvJ3jnXW87VjxPpPAm1ZmMpoYo/c1X+ckKHjt5g2lHUXEm3mLOOtR4B1gutSsDgdx2HiOiDO22DsZfYGU/W9d1qv8zeXzcw4vv9eU/Bq4tnOgOXsDmvNyOU0CmPt4AKzvq9U+uFsKIK+j3XForK/+JdZrt2ecr4D9GDOByJvPSnsGQzdAM58nK6IwDGoc4waPQKKdNlwgRDAZR3YW5R4fEXGNJ61/E1rX+MG5SCoYVTkA3mNa9yYA3ghJEzEVeKOyE1FvAp+NqHLDUGyvKb3rUBt8P2nEu1df6jS7oM1Siz443o4IVslJn59kg/RGvAHeaIS0gTflxM4CvIl4S6OEudRvcfbozDFlqrnW0CF0R2arwUlRyy9cqw6vveT87gGlgRyyV5K/T4RbIphj2i/HZNuNqy+1zFbnJztiE8l2gG1NGvP0q7/f86RhjNU3k6DTYzmTOYpdm3ZAAvU8zrZS0M/LRCjRIf9dT46Y4EWoiA3DwBgRiBQcYDOJzaOomochVKJQpjdpUYvoAJEMbToYUhgsGNxFTC1BPZQ7A3w8TzIw+JecNgY5C9OoGg0PE++h+lmM7X707naj9Xbcs4h4fz6Bd3tglN6Mjb+8ngPvPrO4Tx503b/OeWMqPD3V/NSIN4u7yokF8EZcbebMwBtQR8S7Dbwd8bYTpnR8v6XrRJfPMUvdp3+bRb+hkodhVSKFnD3SZhDACiYOYNjUSC2a7I4AAYMO6jECUEiJwUDW45RNtoB0zgNoZsy7lrdpjALHikoD1ryOAowFPFAc93qnc0aJGuXSKsLIm1DRVwSYDaRlkJKPNDk7l5EAygihqEuEdDvWPxnTiKxx/XEBcSjqKFRj+D1Wnvj8hQWflzzgWeW4ApxoCcqJIbblHG82Ezsrc3Pxuvz0wLsUbOJsdcRbmyx5TQDvu2eMeLdpa9yz194e4N2ZWax+61t/JDrlKwbeCAq5Xq+B93r1o+//efXjH/61toPD6tyC6PXa+B4JeA8m8Ab0On8QA9PAm4dPkG+jM8AZdP4OAlZ2IhPtiDFjfhV6B3q+j6RCTWrB/EtfUm7lFZXgiz0O6q9GVxjJHgcxx/3KKEoRK2P/Yv/DEQK9esDl3nxAAO8sO1O0VEo90V31N23jvFeBizXRzB/e+9j72PTUmOh0ywKsqgOviFfoA6hUnSLlzAlKzlHlAyYFhgv78BhOb8T5xJzBETQlFfyxyTkBetHS1RazMzoHOcbqT8bpjlgV3PuszrX0SCXX9Kxz51QKTODbJfR0DK2xorHKPIOtgVFKOTYi5OSDU9seHQki7IAxqJgTGsuj+hcKGkKrRBlDXE2Rd+KoCDySTwuYkvFEDfMd9bvXKEe8u4H3vp1qGKyN2M3TRrxjUh91gLdXrhp4e4ks1PMAot0vjHXDDw2JPTlY71Xvvvu2xNA+UXeqjWW4b0oEyGJ+jAUZcR5FjnpTRzYCCDg0RuXIACgaNOkHpwzj0FFxvQkJx2DCkTh9NqB1j/rdokYuXhytfvO3b1Rf+/rLEuOar5ZU//uv3/ywuv1wq1reUaBifFZrkM4vUGfnD1Ru0zsV+d2SA1FAeX9T7z0WwF2Tg2pd/UBFBY3PjubJDc3Nf+t3v1F96++/Wl19SfuQ6O18vinRt3ffflT9yfferv7kb9+q3hGYP5A9N6V+mpfGAYYqDq49zccVpRvclbbCiuaw4DQrboCzBGVNWayggu+ghQH9m3JlpCQQkeZvlO+dEx6gqgaTACjAuPO0g9FFIGhyclagW46x8WnNDwFvjVGcWcwRgPe+Ujxq4O2c8rMBb9dpzkCRlx+WhdyTIv9an0vrYGQGbRaVE0NcTXW8Q9U8HHcGl9Zb4fcE5OqjWekj3LipHG+xfeYEvKcmFFF1mmUwPgCWBfw46cYAN84X9nmC7QTWBchGpLpQwxNEF1BcgHqC3vLdrmhwOgsC+DYzwZcudO/W+4BYR7x9H3wnAHGUoUu6vaPiMY9qBoqxN7TvoP+Xe6aNUGuvgbcV9dORwPeTgs8aZWE/r/fh5Ao2RNg95T5Yv2ENFao5Dn5Hyg3G9RlzRMwfsy90NMB7amZOOiHzEuk8598B3jg7J/TvhCPfIbAGuwXxQ1PNE3iXWHcqs3QtJcEJaF6/DMCbPdVK5pnjHarmAbwtrJY53ntmTOEohGr+yOssVHMcyIyPSAos7des03XyHFh2UNhxdEp9NatFVToYc5erw8svVNWFq9WAglmHYt6p07T3knpIOU0xFQHdinDPaE+9rL1zRr+Pw1wCm84cA7xLF3ZFiUxJiHqH8X4YpN6LaiO8Z2/p3Wp8bPcgATMjSe8IuJX/SsQ7hxhA3kYuwJtC50FzL5RM54JTAN1iHWFDmYKeomyoo7Lpj4k6R8QHo5pSHHiaANqW73duN6rA/Bv1wcPgiojQk8CIX1zgHcZg80qvaOu958C7z/jvwyroUjVn/nxK4M2mYar50p1q5V6T4w3VnFwxxNWeKfBmocroT2+Oz8krwGf/ae/8c0AApVzPZf0F2AIQ5ZoVOVQx1w2u7bmOfD+MONYbQLE3XK1fJW+1RChKrW97vvWDUBrnBrQXkI4hiEOPtZNyTqw9GCV8D1BkpXPrVSj6neJXKELvCtRRIoyoIoYeCG5awITyQ/wO/dmK5k6lIRoaqr4YjTvbik5hMGhdnNQxUwLzRFuI5g1mUgAAIABJREFUeNN37XJixeA6e+90A4k28K4BfA/wnpidrhav3dBmeXyO9+nA+6FSJhaq3/zWH1Y3b72qzTAi3gDvwxLx/v73qr/7wV8pyHcoJ4RKqGk9f3SnAd6UQaIfFaQL4N3OUWMzYpxoPEwoN5J9g7YqegCFlkg0HzGlFYmYrdI/ytGeFC2UnFYbsgI2YarFXmcAxpW4Xu7zoUsShnMxhctOY8JjGpCFshwEQ9K/jOhsBHK3gBMAxZoUWx/e+8R1RKHJb64/liCW9ABmZ2TozRoorcn44CwLFy9aAObe3btWMSePdU4sC5SzH1I+TeNoRk6bufMXnQ+Oo2ZS49G1wnVOgwaLYkljQCAaRxDz4dzCgkE9yvq0MeOfscrvUCkNvLVOYWxO63uM3S2FWIc1Xg8Fash3pCTZMKAdpxb6FQJpfOeQ0n669yGYChjgBt4R8aacGgKQRBdRNX+DHG9FvMeka0DE2/YFOcfQsd3aTxfxLvOjrs3dZ8KUdaUQxOq/U1vh6CERPVuSWN8H771V3b3zscvfALy3xPRAnJBlK2jm5NULUNDv6mPWEUA3aSek68H8YFhty+jkujiOmI/0ZymhF2AT9k0AiaHh7eripRFFogXSZuU00envPJCGwYHSBkRvHlMJvXHNBVgK1r9JSjvX8ajek3DbhtgVj+QAWd6sNh5IE0HsiXmMTXmivjY9Xv073/6t6svKJZ+4pPx/lS9DYXxgda9aur1R/cWfvlv9yz/7QfW39x5pzo5V5wQ4r0kUbGFCdFuN9T2tI3c0nt5CzFD/rkt8jSALhp7LhTF/0JhIhwjrJ47PXQFuDGt5bAy8GS+kv0TVHvYAHefoZKQ90gd8hyga4I5AEPNiTEb1uFJ1oAUDEBmzm4p6k3IR+d1QzXHQ6ucpgTed1k2tRq0e4J1Uc0XZhtrAO+nBTpXxghJ0c5yQMwJ1iKstLF6QU2xSKSIJvHO9iVSraLcS8S5VPcKREQZdYHGHlGtgWwRLDWYNRoN+Xdb8An4DeAdlu4DwAMfN37ky+r6b43N95LwAb6eVNIA/8qUDCPs5CvDmhgtlujgSXIEhv+/r8p2WwFqJiOczWtvFaQfhMLUTy1UF2FN5L5wynkd2smQ1E0QKErj7fvyT98+c9R4sR44wx7QYOLPzCwbekwLeI+pj8rsnNc4mENMTSIN5GxFvmMBZ5jjTVQrJvE0192P9UgLv41XNHQW3U1YOOK0F7FnkeK8tB/BeRUAUR63rq/fuBRk0LnYBYt5al0al8zAyOqvItvYt1fDeW7xVDS8qx3tuwVRzlCpHOpHTPalKE5Pqw0ntPfNyoFydlsYOud6y0TrYArNf/oNuFNw2QtJgiFkYXiR4TDXwTjqNjYUTkWmZmOG5sr3LQgkIz2Pb0RZoZ6GynluUQxLka4cMf2x6QYO359D54LwfAjEWpkCkQBFtZN3tRYcyJM8/9DmAN4N9TCVb2Eig8lG6hTqZFleDbl5yx71Rd796xdR6Pj7ihDgCxHtavBxfAqN8//MZ8X4OvHv7OjaoYzq07tijdP7PAnjvKDK9LnG1NvA2TQngTcS75Hg/i4j35xB493N4ea1izcm+KJsibxShSDbsuoyF5h4Ku4DXiFYRoQ4Bx6CKB3JiY3W9ZQA2FFiic0RddRwUZdYvKznru4DjFXlYXV9b39tQ9I5oIECEz523p82ZSErRs1heWTYg595QKZ8SSPGqR36x1q5Q7xTdHI0KXW9NUW/ybmdE7713547B9rQM5mUBwwP9fk7R7llFI71GQjX/eQFviavtCZwOqeyWXbcCibEHFCDfXm1xsIIPRDFVpHXp/ofVMnW8Z89Xv/kP/qi6+cKXxVQowBsxJvWLBM1++Jd/Xr35t/86gLdUmoe1AZ4VeNfOGLXlhPLx6DvW5aAdpvNG90uUmVumHzYEaA/k0B0akaEsVXNH1Adl9GG4lT2OfdWPmc8EhCz5lmXjz7Ha5NgVlB6DNwNxEXXhI/2wskRercCVANqaxg3Rb77DeNpR5HSUiJfGDI6bbY09otSA3hGNAxgSRAegfc+i2C4QvirjxEKAin6ev3hFecGxT+PYWVVUnRreUCOZV4+15jD2icrj9JlRHj/jGgYHyyIlrzYEmrd0jLVYYIa4OgLjOOp9E0XEwUFpJpdI07mn5hVlFQAjrxcdA/LUoZo7c9iOM4SNBJKc471moEoOPRHv8wLeX/m1369uvRbAew/BxGxvjg1omqydHjZSb36kGz4BXXvt711rmtNEiVTbJ7nu9APevNfsGwDvA1H3Ad7vVHeVLrClihRoCGxp3BfgDcNhT23haHc6A6la4MCD7BjXXk+7Ceehc5QRutPvDXMnHTZ+prhBUjGGFfkeHBIwHRXqlt0k3o4MTLE91AejqGLPjsuGEsCfSCVm1JhJCZTdhTDfAeB7U9eRANvG3eVqR0bu67euVxck5Pa6RNX+8Dd+pVq4dVlCROgY4JSUeJz6YeOjjeonf3a7+uP//V9V3//kYTUg++yi9qcXz83KWBXVW3N4R8/9ntgbP7x3t3r30Uq1AoMHdqNsUTvQgGdZVgsWJPoBjDeuAfBGfNA53lBLobAjQke76fqo+u8hygeThXmewNviazo3gr5UkBgT6B2W8c2YjprBAbL5iXJinzHwFp11xKrmJcfbhoeePMBvLAhaU2QfE0m9ev1mdWFRIA/gjY4CQTt78mLvYi2JI0v0OG10HABxas+S2BfzuATYhW4eIDQj4G3wXZwCyRAqmirluFLXm4twnbitjFznxe1MMeAued4B9IlEw0ooAnFBFQ9Ve35copJ7QvTPNI8oNef1god2IDvO41rbBvKxrrv8nFXxA9gbeDN2rElBP0eqUKiXpwJ6zRaI58iHsfPCaz1vMUY1xwDZMwLdBXhPaL1FR6NDek0beGuLBniPZI43miI45WMdiXMeB7zLmnJixLufEdt674tCNTfTU33cr5zYccB7XYDbwFt7nHWLTgXe6kdKbUoTCeA9LPHJ/SGJ2Y6fr3YuXK+GJa42rBreA0rfHLCwpfY1crq1Tk6o/2aFTc8ryfuynNazut9J2ShjRLxPA941ZdxeUoZnG0SEpyC8+b3wtNWTCdCL5yu+n540H1+oJ0kDsRePmcAWmSsAxk4Ko6Xt65lWFNex0DA2eTFwrFwuQ5f8uckp0TsU7ZlUTgVKoIBuIt7QzQ28Ld0PvYMoeQBvVN1DJC4y63o33ROe9jnwPqZxfmlzvH9GEe+jwFtiSVDMfkmAN3O0ibY2M5bhWDYuq90aDMWrzG8bszjsZMQCskBVAImyvgFWQjTl0I47Gyb6D98nosexJaIH/QxQ4bxsnctRaVFheaExEWIyMuq0KFNOjO8QTYJ2C/CIPFkE8w4M1g3MTQ8U0JMBABCBYrql6A+0+AsS5nqo2r9YUxcUcVzXeQBLE4rSQBlGHAv64YwEq4asZC/gjZ3WWsu93J7mQOpeBVm563fOEvEeVwSMiDd50GhLeHUvzttMTWrvL/SSc9v0XDuK3i4n8O4IeP89Ae9bAt6DLeBNEmMA7+9VP/qbAN5zAt4YME8CvE0nd0kXcuwAFkSZm1QqoqYYozw9+dyMkt0BKOJyDAsQ+FM5FBwFsU8OIyzYDoXWbuDFR9BG3YzF8DUyjHEXqKi5dm0RhZUZf6oXdb+O42IcamyY9yWDAuODqB9iq9w/0WaDDB3jsl76GqXDMDLHNOYcJRdIJhpAfuKoWBbTEidDBZ91hOjR40dy6mhezMq4Z29eUnScKOK49leOx0lleqVAsh3cAuEwNlatV6A5ousA2IgaFvFCzj2mNcrl96SY3ZGRcl4ReRzmFmbDycT3a+BNdI+IUwLvbQFvCcoZWKkO+vmrL1dvfEMR71d/Xc6DCwLeUPdtlbt0Y8tKt43RBtF9gTd9UbN7om/azvc0VerzPg3wpg8eLz+s3gd4f3zbufRU59qwKj4OuRBCZB2oqa2EbT0SPXoi2s2YYEABLtGuUftb7A7qeQIdRh7A02Vj+Sr/I0dbTPWDYQFWfY4awj5jVnT0YdlF03NyhqgU3phSGDpKmxmTcB8pDETbWVPILR5UfdtB1ftev6sxpaocX75xpbo8sFu9qoj6339DpfiuXKp2CHKofyuJrUED3/pks3rrT29X/+sf/98C3hJAVOTooozYVxStvaXo+zTAW2P4bUW7/0pVPt4R+2Jllyg4FR4Y6eiaJw3Yc0XrpoC5gbfFDHHsBbjGSUNqBrYdaYYOcDi3G70A0jZw5hSgFWCalwM4WmcA4cxKHEXQjJ1Jr35r1/H+zCLeAt4Y/qwjQYP2BhTikP6djieHfETsptnqihyc55VmMyO2QYfAlKEgaDvWGat9++kycl1AtdehnCEG6fmcPQA7AG838I6ZEWO0nLfOwU8wXke8SxQ7o8N13niC9QD0rGOxLxE1JnUnwHqJeLN3xn2E81zPWGBFiTxTrtNRa/Z9jk/gDRj3eZJujgPAgJ3vBjD3uuxc7xAwrVMT4iR+1noH9FttZ1pWe4pR4t1iWCCb9XTm3KLwyHlrWcDuwVE/SXCQiDe1uy2k+Bx4l/HU/BsCkuX1NMB787Ei3hKvXBHlfE/pKwE0j4t4RwoY6xtVDUYQJFae9+7AeLXaman2zl2thi/cUMT7UjU0NVsNaV0TiUwRb1UPmRKjS1HvefXnhfHRalFofFaDZUobTAfG9txrfxjzrx5GjTEVYLr5u2xZHnAN+vWG6j9jezv6Yjfz/+PTOGsIRLRfXhCYsgWIt44JM4SGj/v5/9l7sybJ0uNM7+S+L5W1dvXejcZKgByaRiTngkNpOJLMJJkkk/QvdaErmdFMNjeyGc6QQ1EE0AABotfqWrNy33c9j/v3RZyI3KuqGw2wojo6MyNOnDjnW/11f/31CuI7okeetbidpb54/BAbv559xSbmoHgk8J4OgaIQNNBDAfA2r2J8TGpHAu+onWfEvFBQ+6X8z7rF9muXlRe77PP93vT28aeieuXN2u4Xfra0Ybe3L3IfnNWPXaOw++7pHj9rDFTj8rJ7/7reP8+gusr3XQ+QnD5j3zDP8RvzRYMuc7wDuPCarKUtcieXLSdGLdUQV8O4lYKULtWcQGlblagKJwkBmlLHe+3Z583WEurG1vHWuDJXrF9cDe950o5zXrXHbDrG0vt/do53mccxfIqxd5WG/JqP6TBxiuXQ8f4KqAM4uTF215ygwpaUlYxwi2Mz48djBRDp+U6Ps+fzOI1ZAbv0cV8TMAS9mzVFN13UQA7A1mUHRRkoBNH8Psst7SIC5vsa0fZd5OBCiTLi7bn8vGBDoTbBt9RdQYxRSyPmRq8dN/G9qpurrs6V17riAh3tMynqKwit6UC9B+i1RrQiP13gXdbTWFP7N6Crd1i/Uy36gjU+c7zJz4QCbUmzu6jtHhEVHkSyugLvTK8uwLblpIr5EZFBop5E/tYWHzVr5BKPzi00f/rnRLw/MOI9EYD3RKVQ1m2Bt6rm5wHvMQzXENtzfAtkYh62NvMSYUlsnZTCFNtLgCZQSf2P0obuUTgyBCm+NuT5Y1Jn22Wutn/X70gXRa7TYe2VRi57ZN50Lg5lnUh+eiWcd407AXUeVM5Txv2QnRHGaKZM+NW5I/p1Jec8vjvzER1/NQVDgFZzgQ+cH4y/QaLIXq9lWbYoZyWVfVqRP441t3uAn9NExyNlAmNmg5xtWWSz0Ovq2N0AMBmFUvjPFIpVKO/OB51SHqOxm5GLQyKrU+FAUnfBW3JeGL0PBe3SPA5uab7Sy62XHrW8LddGLvItgPcPf/IXzXvfN+J9hwgFzrSI7qrnUJxu0b6tnar8enr/bNlAMU67n4l3igOlG/FuvR/raDIdIkLVDlD4Z2HyRexR4I3DQ6r5Y4E3ufkBvLelmm9H7r2pKq4ZB5FDmqDD09bUGMeznR1CfOriRDQcRx/n1gEXEUPXOQ4bC62cCrwdtwBxqJDNqNE5oCoTQ7aBoHJw+ABGBCAegaApnGcC5xCKYm2ZnJum5BVq20buMFBHFHFDcG0E1fIbrEu3mD/fA2T/6z/8QXPrHercc/5BnQjsLcN07vbTw+av/+pXzf/xf/675lOi2moJvElaxEfkJ7+jGjegZw8nxAPGy89hu3yyttk8B3jjegwWQ0Qui5PLHg2HpRFvxmGsz0Y16ffDEOFDKZ7xr9NBsOMarjMp6MQBzDMPXKB1qAK6FPVgtsiolNFkOiPtFrTf8OPE+10qcka9nXuKq6WNXANCZ4ir6fRxDJUhE8CvRGBlKQ0rrgbVPMXV7kSOt/3biUK7jql34FprkMq1h7VwGkB3/623KS3JXJPVqT0bzrksY1eBeoimxfJR8psDjBYCeo3shk1ewHoF5/2gu4Lc8n5Y+vF7jrcKqnOpynUuALTrU0Skc6HrRt+T8p0icgmoTQeoEfYE0t087Pwen8luq7g4nCKmXoVOi8riub/Fz3KtGQ3P/aBGy7MNiuhWpx38TNoCWU4176H2Xe9ykmtGrPDaDLHuYkMArhN4320Bb3FI5nhH+mvM80x/HS053uKRYAvFnlH2ybyCbM/elay80/1xUbmweo7WShhrSvvvy+3ftCFa39j59fRnezFiv7hzh3l46i5Km3aAd+xmWaK6k1piHe+jYHDtuZfwdB7L0LKcmDne22sVeC/F67H71zYstxH1td1vY0/P6h5qPAwO4zAcGGsOB3BQ44g7wBk2eAu6+Q3ANyXFhnBGjozp1Mbhz1o5T6T7BhjzJgD8NhgzgLcRb9ePGz/8b3ra/HR5qa5REmO6XFwY52US1c1K79uVH2GYSQPqGh5d4J0bWi+K76Xr9ndoniYvLikplkRBiZVFaOHWHSIftyLyLfA26h0S/gq5BfDW4658fwLvKmbQqRfeya+42t1V4FKPvggMn3XG6wDv/s9fBrzVxn3hRyw6L/ppjYTeofaiZ3qRz73MV1++8FxwRbHRnX6/SzXPJtUgEPwqJLO1S54lwPshHv5UNV9K4N0CRkHBFQjEjpE5qAc9VHOAN3mPEdWQLohIUlLNVTVvi6uFO6sjhhizyPPyM8qJYUTvAOgjH6aomldfeUcN+4XHxIv05MWfqeU/skZxAlv7L3QhykfrOuOfKbyWa4bDu8OgKetI/aypK2HARvkwN8EU9mjT6EyDiWg4x7VBtL+3I+BziErF4ma6jfC0AKT4ftasdUBKUJzp76z3nTWTBSh6xAVTIbjGP4WrPL+iSNsYrtJNrQO+RPTokEj3wptvMp6yrveb738QZcVOdCIIQVre4zSurrF+93VDm87vW6eAN4JRllK5AwVSmujVgbfnQjQFgan154+a9RUo+xijf/Kv/22JeFfgLcgQeG83P/ubv74QeDtnkv53NvA2yqHxs4dzZBPP+LE1sZ0QAbgz5y7KZaoL4JIoslXkU0ZWUMkZH6YhFIaWgmkhmsZ78VOA3oqgp+M6DQufbvyJpXVdFGd0OJ2z1FnMUea71xKiUh6r0VnAfIBLQVmsPY7rYuy4Z3u9YRE6/FhzqqOpGv/FcvVP2ZqOCA0QH2G8qqTOMe6RRhGNZh8DdEKlHAaZua/rBXjPAJw8v+KCAm/HbVDcGcf+bc6yY1WHlWkZUnjHWavMEZ8ExCcIsXzabgDvQwBXMKmNXHMDHeBNxPtgfyPycwXeN+5/p/nRH/1589EP/xTQchdDSeE98ywF3skOyHmXa3Ou79kA7f0zDLD+cd56KUzr+nfPBlOiYWE3VKZEfmdvdL32eQKeDdIEBN6PHn7Z7Am8uaY9nAqKLbqOG6kVVAfYKw6biNomZJG+EywanXWuYwHKuRR1KkyHsb2jtBE3HqW/XH/4mCUQq64OKC0cc4LviFYSsRa4WiYH7nuUjhumn8csQ4d2wCTiXaP01xgpLhPmmgP84D00Q+RhDzAuplh33kGA7V//wfeb7//wnWZiQYck12Ad9+3D5vHnm81f/V+/aP7d//P3zSLOEwUS7wDkv3P7VvPhjflmnvs44P6/pP7ux8+eNb9h3DwncAlsj57MOt4lR5u+UlS3DbwdQwNc/wEiaAc4jux/o91RscA5bFtGWTrV2c0FN+ItSBd4K0IXvBsnf4BuPyMIj9J4Zd+IiGiUlSrAO/YSnsVhlkzMfuBtqkmOjeq07Mnxtk/ILe8C77sFeMv2cHwVwNhhhzojuCYj3ti8bwK853FgWE1DR9mADhfXggoyBNuxRNjP1WaOhSTPHYCzl0ZeK3p0otgdIM6xRQjN9qxAPRwJlbYdx+Z6FNcf58/vDbumrD9JLVfLwHz7BNThIAxqeAHSEYW2zx2/eUzHERVgOLGD95VlwZLtoTZGqMHXuVrWwWqedZ3HnYspromkoscFV2TvWlHuKTrR3+taEaCt5pInzdwes4TrDFTz84C3TNwA3kXV3ICgelOutf3Au/NVZxmXfWvWZcC7iqF2ztm37L2M/VvV8U8tpOUF50C6KPJxPvD23WSOdR99wNt1jnEj6BZ8J/C2asY2zjvE1XAa72AjLVPHe40UqwNed6yHn9rv7gBv/xB06wSxzJtlMafoA4Vpsb9Y4fYIWh0gOtnMvdUMLQi+SaNh3QqqOak1NwDeN0nxmmP+3Rwn6k1gd5ZxIPCOiPfCj/7bznjJkdMLcHupf3lxNbIURzoWywYlGeQ8YBad13FH+cmcBNmcvY+IgJzqqXylMwjCQ9Z9tAdHGLJ8n/lHyvYvQMWcX7gdFJxe4K2yuQrGAO86yBUzwNXswtoF3jmR66PSDk9dYnnhNfA+q2Vq/5/Xal/v6/+cgbfiaiM4ncZm8J5fB3hjWFvHW+CtYnDU8Y66oTkZvo3AO64rNvRiSEdEvzV3w0lRNtL6sptyNbL5KShKgzmpdul9T7G13MBzbQj6Gu8bnRbNaNTGNsLvG+S4Gtm25I+gYooontdRRaZcCzctMxb5d0NEDhENCy2KyYgYTgFSU5gqy4YZndnDcIwcWQCKnl4B/AYlnbYAJXffeINoJLV1oaUKZnZ3UPLFcDESGSrmfPv0HHn+AG+5x78N4D3GPRnxPiYqNqhhbntEHe0EhBEXbCWYZSQ8qYUHbJwbS+gXCLxnbgC8/xLg/QOAQBt4Y3wS1frp3/wHgPffnUk1N+J9HvB2XKdxytbKvqBS9jLRRw3/QkuJ6xR4BsCOaGZuVlHOMu5DGn+WoxOYa6Tb3jplArhb77itUl4ilFl+0/P5OUBFnFel88yL9ly5r5TvjH3XNuvSMXOvznYN/ZQwdAVPHmcOfIK/Ll6sAoMV0OexZebkmer9lXEdvgZfDsCSStCRTyxQwEA0r1btAefQmGJfzJ0dxueWdbhNwQDweJmqlHs/Rsm9J+eIEfVR8h3vQDOfYB4oCOYxOpaybnnS93P9SQXpjHgrdEXZNHO8AfVz1Fj93h/8q+ZDqOaWeDNn+ZgcZgXvgl1kpLHkxKZB7TgsG3y539KyPZtSD9COFnUw1EOq08qOyd+Dwn0O8I71pox1x7jryyZG4ZdffNI8evBFGIgSqa0Dr6p5KHTriDASR9vWMeQlVHq5a824NHDaWAeca9Muhqcqv5aPs5xYgswsseX5dPjad1Z8saLMoLXrOf+xNHZZHvZ3PAUWkrppeW8be8nUkUkAtxHvSUDerCWSiFhP0IcKGJ6gQD6C4vkb5IvfZz798XduNz/5wZtQ1BlvjIe1Z2vNP/z0UfNX//evm59/+qTZJDKuToNqwG+yXn4Aq+c20fUj+v8RTolfwfx6sLndrHER+0EzN3TTC7xdS2Vi1Ii37TpI3wu894mCG93SOarQlbXHUysg2yTbxRrfAG+V0I2yxnhzApW5i+Gt1lBU0hFYViryNwG8ibpF3wR9PoFxRokdww5EHX5GvGcRVrvb3KD9QgzPZJjIZ9bpkhHopGi7PiRADIBaQHGlpIeieOyViWI7UewKuNvAOyLHhb5d9snqUK7O8IysC6STtl3LhWXIOx+VRi67xdJt4VDk7WTk5XXnGlDWMq4xNFlYW1SxjrSBGBmpkxSz2vU65ql7TaucVR/I6Hced2zGVqpsgWg5v0vblSUkcXksrwWrcAHhFJOVwGtW4BB4z/RHvEPsWfHnlwfeZ4HsdIT0LGUX/tFl79Q+ucaH+878zQFv1rgA3qQmnQLeaJvAmhF47/KswHsfJ/FFwFtGqClQ1lwfJsINrYeWhN3G85A1YI8I+PEkDjEi3qPsM8M6lSetMkF575nJZoG1eB7QvUDE++b4YDPr2sYzVM0XfvjftSHlGR1ydsQ7xnMYAomnc8O+LGKS4MtciBi49fhOGP3yDs4BVL6wZVK3Ozg9h0y2DvBW0KBEvFEcDoVzvbMqgkrrAHiPRUkxI95ZUqwLvEv9w1bLxKZ5hje8HvIaeJ81r18D73arfHMRb8Z0AG+831BjspxYu473BRHvPuAdEe9wrn27gbe7TL+jpQLr8ETnDt/xpbmpa0hF/c2SS50gSqyUke6om1vAlUZKpZ4HOOB0guRQF8fwMzItvVqwbSTJaF1dE6K0CJ8fR2nWaKF5xDNQNlcBlEYC/ax5365NkZeJoeG5jbR7fiPhfn4LYzwj5xk1yNcVY9qOqLneWkHeuhFJrtB0Gx2PI0QUOeC3A7wBU0a83bwGBN72ARuR/ZHRIQFRa785BbyfRsR7JIA34lnvfw/gjUMjqOZEoli3T3AQ/cN/+vcvCLyNoXldRHAxWHfIrw3grcJ0RNV00OTYKiTNEj2pZqDgNqNjFd0Gq8Cx1AHWRsRzf8kIaIKzCtTtm0HyZRUJs6yYHn5pvUbQM+JuqcsE4WnoZeQ7HEXx9LVkd0Rbxi/hUkgwX/bMDgAX/0XkN42zzg4ezprc14MBE9crQE+NhAreox0CiOe+XEWSIv7WMZaNVNF+AoZoH9g51tzmM+G04qdRbUG8788AxjVCnSuVkPkwAAAgAElEQVSew7G/Re55CFrF96XxjjcwqIQC74Mov8U5FcW7+Ubz7nd+TC3jH+J4gqLLmI+mADwKMnXIDwHcBK/SsbP2dXUyFKO5tFV3OObrGf3sWuyO24wi6rTInzXAcBbwjnPE2tILvG3XTcqsffHZJ81jStRtU0YslfMtAScbgFrlAgsAnroSCn5F2xUtCPvJexkHqOrw8/eoza4wnU/Sl44AwuYyG/nVqaQivA4Uo8TSxE2hEVBH2objzQh7lFelvbCPvO0oVaYAFX0wJGPQvEaeExidNyg/Z1lD164R2lTxvglomXMDOBEpSff25Enz3Tdmmzdu4FQBeH/22aPmb//+s+bzh6iWr+82kELpI9ZW9pkJ2vQe7MQb3IvR2hXm9WM+s8Q9kKkN2MpyYsRGJZwmOORxIfCGWmrPSe1V0CrmUFCUC+hWmwDHUfwNNT3yemOs14h3ppJ8M8C7TTW/x95N6kUAb/oVAB1rZ+HDZNCprDsCb5gIt27eCRaUEdNjVNePQ0BOMbjcf7JWdZ2zCbxrlNs3MjJd8r9jTcy5HetEvN+NhkdEOhzTBdAXKnoF7vV88d1WFynHJ/jPSiCRnx296LmMlOMk2Oe+0AMZZi0ct/Sv89WqBwCiUZJpg+0h8LakV9CNScNyLVAYj/F5FM624ngMB28f8I4R031cH3i39qozkK3if7Ee1og3dPIZFLBnFu5BNWc/Zs6MkgpgGccJ1iirLr1UxFtYdMZ19Ee0+2771J+/NeBdHDnnX9/5Ee8QU2Nt0GY6G3hnxHtvU+D9DJHWRbQzzgfeoEDmjmspaclEvIdgUuHVZXya4qJjfLjZJwJ+OIJuzsy9ZvzW/WaU9W+ISPcIQPsWzsgFRCmDbm6uN8B7GtbQBMyrMfeMGz/67y9Buy23UPza6yYqe2vxql98qmqsxHSvhxYDOA2Fy4F3a5rEr3Wg9QPvoIiWfJf5mwDv+TQ8xwXe5KcFLaoAbyPeAm9VzQXe5qdFWbMQVztNzk7gfcHwKA6JekSbXnbZoK8b83nHXXaui97PeMlrqvlV+qB9zMtQbcJHdMawvirw/sXPzfFOqrnqzgFSOjZiGYRuQIVqvkk5sY1FyoktPYRKU3O8ocpINSfibUkxqeZ6X6WlaWSdSzUvwHu3HfEOGCcAyQtJU/OMyfAyFIPrdlD/8c79ADXd6HbHSVgcZrVPKyXMn6Fm2uosX1MsynusQlC+FrW+eVSlcwG7RnDmpBUwUa6pzkdpTxFZKCqcqo8nbZ0yTQB0811DNZ321bA2MqjYmg/fjzJCfFbhtaTfUidZnQo2a6OFGolSUc0/duPRuTmFg+U5kfRDNqRZ1kCZP79N4D0K8L77rQbeAjMjLABvKGId4K0wngnzgu9SeigZERklijU7/p/lqnzk/K752HWeJmirEZEA5H6qTOigmLs+R9Q7c8WDVZIHJZVYB0MpqVlr0getWGBfxUcLMNfx0gH0XkuELnPxSNCfczinRFJVY067Zvl33e8LfT4iPNXc17nlqbiuoM2X6I+OlDhHmQtByeUZ8yo+UyiYOrj8O5opI1tJQdWRYPmW1FTwGwWblseqwoglazLLP1k2CpaDda8F4bbhGHv8LGrmk5R3k+ExTHTT8+mYMWfdsqQ+jWiEFoMVCcpP18RQacfAD8Vw29J2LTmWPekEtl1xwlQnRTpnOpO/APX8O6BRTVuLvu46TxxfO6QKffqbXzVfff55UM0J4YcgmOPQOrSm+whwZMm4DgR7INYjUklMAdDpJ6iURcP9RI5r5Mca6QbMGEEUeNNesabrrCgq32NWR+CzUs0jUhhK8OZjsxYRuRmOigw4g3yf/jTqHfFg+1cADmj3mqZwIk6z7ugUnOU5gyjR2BFtuI3oH2vWCN+vEsYWuhNPHz9vnqKAvrV90uzgGNg/ARwiuDbMNU3QWLOW8yqR+03ub43PmpV5EDXZc1+11NgRUcyaLuA0kVYvSyJZAkn7tta2wMyH7aajIZwk5oiWevCmVglQQ61cdfOY687vLvAO+mk4x77eiLdrwLBjV5baPKX/Isd7NtaAFPlK8BtrUDi8yjWGuNos6ZW3moUFQAH2rJRanVNRUi2cCo4D165ogQKoU7Atp2nOxaCJRxnOKiTZnaNd8J0081T5zoBXzemuYmUBzEv0PEF6iXwHxTyBuA5v53VMnfBdYasyyEgKoCwT83mStAPqX0+oLk9NZff3PH+KDUYJOebKOg6rDXURjhFjNMVA8K1rJlJNDBokTf9M86TPULs84t0F3jGw+hBrrqNSzUvEG+A9NQfV/AbAO/AIc8OKExV4X0A1r87WFsUmXU3lmuOrfxeAd5/QcPoquwbyxbZ2cTCX5dUf4XjBqRu1vP3JM3K8YfhYTsz0kX2reeC0q8B7BeC9svSsC7zTnZvtGfuk32O1GMQkmYNWxrKcGIsjT4MW2oSyqBCuHETfYhKb+gZzlHTmIey6QZwpC7D7bs1QKYQI+NzEMJFvS4kRcAF8q7kwcOMP/ofroN2yCJU773cRtRrkrF/PElPLsZOX8CKq1+cD76zlPU1JnTlyvGdVESzAexzgPQnw1qteqeZZN+884H2Gs+E18L6kt/vfjtX0mp95dYe/zFd/m4B3bZGa451rRQJv63hvAbw3reO9/IgNVzqnDBlyvNm4AnhPs0ggMtgB3kF/PSfH+xzgXeXHBAO5YPVtQHFNl7FfXl3f9p+pf1kKZ0XfQQlyxSpJyXTz1wh3Kap529F2yVGLRd1NNP4ObJEK6P4doLxY2xorEQ3nM+a2RnTb+sXh1c+cWg0GI9t+JCPsGuuDEdHWKFB8SuPQKKAP8zYFSkb88nuzdJPRwUnYOyqaC7YVYJq3hjLfa4TrBuBD6tUuxwq69dxaLxmUURhKNTqbBsLXneP9aoD3KhHvuRLxVtX81UW8I3JM3xj1mmTzHMSgd7Pel+IfirgYcLynoyWMUl7LfNsUJwshocKYiI6rhlAB590hmCOymyxVR6e9ECg7nvlqmG45gAW6RiML37ujnh3q1vFm5pcLCioI13nseCzvmZtunnCNurpHZr56hIQLW6LyizMSH1H7YtiHcV6iSBEJ9xlA3zFfco2dQ+GUSICfcyjvJlwN1UqM2+uaPPl+PurR3n8Y7cXJEeO0GM7msQ8AjuyvpAlnDXsnVl634L04GnQwVsp+5OMLsOv9qkhvu2V0VxA5jpHsXInyfgB0nVweb/Qt1O6JmArAoh09dzgnZDaksFkC9cJuMMpe2ArhrglRrOIYtHcLDfiACMyv//GXzReffgIlkooUgEpzvHeI0uzBujgkoi+wFOC6RqhMb+tZam07aqXrtDMHOfs/nCrmh5b7tU2PWMeOzH/kfMESYAwn44fjXGesO4WDYoDfM7mGoQGY0xFh7ri1wweMtFtjXTFDTipPJCrAqJ7N+xNUkrlz715z89bNZmaSqjIYsAOoph/vYyRDSjgEaG8sbzcrT9ea9aUVSuChMAwVXAE0WVVDXNMY+8eo6QtGDfm3q7ORcWfuueMH8kLM1SCaG8ksO5EAUDaFQCxUyR0jGJbmbUs/92G024hp0q4VkMOhEVRzHDeMIZ1rAb4F3s7dEvFOsaVvFniP4Cgfg7UxOgOldYKSku654aBKZ0OKq9kmqdmhs2ia/X3+5gKlFG8wXnFqUBHCHFedOKYY1PUrdx5vsawxJT3LORl50511rgBijwu07gSvNPtCRy+53OEGCACfx9Uc7viOPrp67KMx13NNSSecujVUFgLgENtupqmbvACwWYCtN0tJ1EmA9xAsijx91UdRPA9nC/e2trnSLG2Qw7u90uweU05xgPtFU+AQ4K1+QOX0nIU1+ve/y4B35ie3Hn2gMlMBLgLegLpIDcmIt1ou50W8zwLeuXymTf27Bby7rWYwqacJ+5wfPW+Gs7jX1jwFvAkydCLefcB7R6o5a+kK9tLy0tMe4B1tWL4s90rXfJhXsG7UHRmkWkYF3pHSQbrcwIkVYmDkjJJuM3urGSadeRCba5gAwxz4MiLeqJvPTmGXTcL+QXRtfAQ7U+A9/+NrAu/W4Kp1IHsb5/y/zgPe9RPXAd79YKgO8joYQ6mVzWca798c0Z7wgENRNMfbMhjWF7WcWBVXew28u/3WzfPr7cvL6pdfPA5eA+92+1w14v3xx7+IiLcqtLkxFCdVGMoldmb0hIhRL/B+DPCmhA+HhbjaJPm9jP+vBXhf4IS66trwKo+7yB9YI24VeAcoCeMjS3dFXlqh0nUMB96v0cWIwmWoMCMFbuUcb5SlRtVly3TOpeq4Qmj0l8Ba41+AbL1kgb6lwYxYqeJslGYH76y08VpH3O/VsA6wzU9zNSegEqp0LM19jhJh5s96nOJW1vKO3E5EjYYxLq1Fvbi0DIhgI8ABqUJn5HgzMF6unFjflliMqPpq1sfEu0tTmXf+DEGTEcDC3bfe5dUXpZo/K1TzWYA35aLe/yHGPkY9EZATBc8uoZoPsCmPtnO8M1BbjFZTWhMMSXkehXI7hUqpgCSjORr6SXEOIR/61X7bhvJvTvMEUVb7MkrQlShOUDo1LEpEqL4eNOk4V9dAjVkdxrRDqw1OnfMeL6AspkEMP+d/WQPKeMy/W2kWMfkLrTmOKdoFord4CIrT6RZUf2nt0rCNqBv5jd9xQPAz6PFFGM7T2laO5QSUAHedf9rjXrpzInq/OAPKtZb4fmfg5N103Q9t91gc21lX0jCPNLXWWhPB9TDoa96oAEugVK6hMIT8luyLNP7jOlWO89vDCWFX+Lo0ep1xpptJQU8jz3YQeAvKR6S5GjENUI72gmBcsM7aYY60aQEBUi0DGLn8CdQV9ErgXsqTBkMhqbKqb+s42KISwae/+sfm4YPPEROkhBj3u6caL4r++3vksQtMadlx6ak4B6IkGNe+h4iiZeBiTbM/TQuIMcJ9+N1G97kOG8ZxK8DUKRuCmVE2iZvmcoYRAJqaJ1+bMl5DfIdtsY86+Z4UdYe1jhSZgOaCe3+0kUAv2BI6OYKVATi1dA7A7/a9uwjlEfhAV2TEiFHMLfL5V0gdWEZMbtGfK+g2PCDQjTie1HeA7xCAd7DmI5chf2SUPcZtqhBjw4Z7yvF2aLqKKRe8ZjvuyQwoTpionsOBxyiUO09dvzWkpYvrJFO13e812i3oVjF7IETSjA4n4KzOsAq8vWf70RU02vNrEFerEe8O8J69C9Vc4B03E+Ogqm8nc6I4URlzU6xF8wtEiHnK4NlcX2FsUSLwwDHkWOPJvddoY4qlCeZzykU0m/sKlpWU71i/ylwrFPRwwFUqemGq1Ah8tVFqxDembCedJde8TrBNR7KDVbU/1yMGIq1LrWNKb42Qqz51u7k1DW1+Cvt9DCE/AZA13Mu67XfJTHDdPaAfNikruLy52CxuPG5Wdp43W0c4HIZwwgC8j3LBCIdAVhTofVwXeLejz6dsDh0DxR0UvcU9juDMm2QuzFaqeUS8rwa8zxRXK9/RXlBfhGp+RlP0NMzLBJ5O5XjHOH1VwDudsvZ90Mwj4i3VXFXztrhaRrx3YRQJvM3xNuKtMyp3qi74T70My/LJiEYwEnbo6Ch2AHscPcjQcb1jjPJz6NDfrQxEig5Vg4bI3x/CxhrB8TjD+jxP387NjgO8YaFA4RkDdI8Pm6Z4beBdDYLsl98q8HaVqC4KF4uWp6TSWhyskzTCLPmNUTeP6PcE+WOTLExGilLVvOR3o2o+gpVofneXam4JibOo5j1j59QErgZ4feMyenj/CS6ki5fI2qkvLS+8Cqp5S9+o52v67+u8azj79dfAu90uFwJvSuosrVVVc4A3ZVQEVCUpK+deGFe5gAWlGkMyy4nViDfAG2MtckAtJ2bEm2j3OFHv0xHvjHq3x6vLo0aM4mr9VPNTEe/Te9j1hsYrPvoy4F2pr10QneuHhnlthtCIiOi2KSsZNcwFPgF2lAKz9mvpB0GzQNqSIAJljzEypYCax0r/VIHcvNIUUFsPhXJfNwd8njrIUuYUiTHKtoqYkH2iAa84VZYHSjp7iK3F9VB6ie8QeNsFjhEBvSDBjWhna6e5jejaEgJsCtXcf/c9yokpRpaKwMfFe5zK7hkzetFHb5trWCXwFjyoyrxEHd4hvvvOm+/wnqrmxci7KMfbiwnJ0SKuVupvjhDV/5M//6+b9z4AeA8b8Ub05BLgvfR0sRF4h7haYF4MtgK8qwMiUi4KELV0kxG+VJEuII1G9n33BGn9zscnTx4TaTmknd9M2iMbfgD0Ojc120suZUbSUsxJym+lXGoEKwp0AGCIPOaIKCXFM+Z8SxgpwHt1wHX2vArgbbCEvfGIqGerR6O/K6Ata0e+klT2cDxUYUGhr1HgVHCOSJRgQ/p1/M5eKSWc9wWiobJfhOREOpHrrrHiNWBsheES58koUYrH+V8F6F5bpcLHqta98ADGvpRoK9c9hfjyvrsK7gKhMo69l9JXESXkdfsnfBoCtMhxNRqa0Crr96aYlvV+dXxJVe4AhADhhSlgveTi0NAhJg1bumhoK0hTN6IqUGe+WgNawTid/OZQT5kPrVgPcz8E0OjLoEWyZqywzj/4/AsiMs8smYAID2sMUco91vEDwOE+v0sTdww4NhWv04hzHRB8R05y+Vfv1evw+6N0llNJ+rkCYkHPz7rWRc+vmSL3+v4HbzRvvHuP1BRFGQfQodjnejaa50/WWL82wzkYjAodM4WeP4wmwYA1rmXz0JwH9NOIRidUZ5k2CwANyxgOhGNzpFl9jvjZGjmSazgVN7YAhg9ROV9rBnA6DgIMhwP0Yjh7nQGGzdV1GJkWlUkR2K8R9T4y6h7DOoG37BTnkf3pZwd5MVlJlhfidRohSokJvHWihSCX4JtoN5+RASDdXSFRz1Ggfun7jHhHakI4UASftfb3q1U1bwPvUSLeYwLvyQTeCVyT2t19SEEXwBJZIzVpnvzu+Rscj9NufXWRsfWEMUZJv+O8zxQ5y/Wi1uSuLoacII4TUx1k96Rzy3Uz8HmsT87Q7p7RWU10/HVDxdF+JTyQjoJYSivwLnrx7j/2bwBv5s/xGPmwM82t8VvNOzffI+K9AJBBowYwZO6tg8GxaSqND9Mv4lqtC3+03WzsrzXPNp40D1e+bFb2lpo9ot7Hw7RXUL5L8OJMtFmvL1v17Ih3fGNp9t7oa3/gsO6pp4G35cQq1ZwAYBFXi0pLL6Nq7vw+I2J8WY73VYD3tWyDNi7LsEZ3mPZTzSvLohxxOdW819jsAm8DGBV4V1VzywJisxHw0IGZwHud9exJs7z8lEAVwFux4DKPajtY1WFoGHxImswkc85c7wE1Vxx77lGA7mE1Qkyh0QmE438Ap9gQZU4HSSEYBWdOEeCdIeo9i/N+dpr1dwhtjiGCMJzibOCdkL81oc//9brA+6KTVoGS847pv6p+9b5Ohzm5infbBXeCfKPZBShPNEoCbxozBNbg77sZhriaOZXdOt4Cb+mikU9nJ/SZpDXi1bnWPlrt7xrwjqlxhS5/DbyvNC16D4rF8PTnLgXe1vGmnNgvfv6LZkngbU3bQssJszM2uDSk/anBacR72xxvqOY7/DxC6TciYAhDDE8IvKuqOeJq0mcw3iIvNDax6wDvsnkF1Tw3wW/VI13tnQh0vba2U6pGsyIXNYBnbuACiarGamRa4zyMbI03NveqtOy6oKGegCTf85gJjDprbrsemefo7z7UlNhk4TfqZc72NhEtl1mNwADwXgP/jFyp9KzhL9XcY0M51/xuc8GNbOEAmCaXaGtzq0OBXXn6NF7b5jNG2AU7u+ubzcL9N3gNA5b7uH33DbzuSTWPiGQFYlfa9Pp7uAXwHI99Y9z7N0vUQIY1NFepUTwIALh9/y2MX8Fv0rozklnBlNZXdywVlnAHeK9DD1vHiTBCpEBxtXdRNR8aQRUb4A0KPBXxPrae5s35UPZdvgLwDlwnoNSwjrxf5kcxL7OWd0aGjdCoPTWAcfrg0cMGBi2R/PfTxMCIj1nRAd45txIqphES60GioPgZuZGCpoik+1pSYFULD6XhEmEXrGeuf1G4jvc5VnXxMKbzcwEg4vcC3ItxbQ9G9E5nUTHgzZMOYE/75ZwoyLTMibQFujmRSVG3vxKgx71FxFy6Nj/NN4/c8qRvjwhyAGUB4CO6XOucJ2U+2ybF/sxfjZOHMyvV3ANvl8h9OgaSvh6/5+pXhKYcOt0SYRmhF/DLWMimrjT3jLGnsyn7KfvE1IEEB1U8ylSCLish2q84qDI9pRslTzyRVPuIjIbDotR291oYMCM45dRkiNrlkYdtukkCKdePbdaKNRxuslm885EI1RpRNUoJVXqfFJKIVDvGcMpZOsyByCOEIWNslHrd3INMBqPtkZPcAWwyehhHAm8jzOFsJAqDANDC/fnmu3/4fvOdH3/Y3KPmtqSApcXN5vHDFRwCi/w0pQXgbZuagxtrIHMc4D06Ohn9Lf18X9YQlz7KmjcDI2cWYdtJGIfqjOwdjjbPnwKw97G/jmaifvghYGlr+VlzvLbUDOzgkBywfjZReSjg5u6fCIrtkxia2XfZ7zE4ilq/rkSAN+A9gTdGd6TmpGaAJaUE3j5kdMgWCAaEudw1t9uod4l4n1iCqoir6YByrez0a7ELHUfOuXCkvSpV83AmZe78kGWMoFibPzpKWbxhaPvOsQ69ONqigMAQ8rI92F9YH+coxTaL6vwAYHR15Wnz5NFnjJ0N7smSam52mdMdj/hR6fr5UlDJQwWf+8Np62BI0knm1/vZzn5aTtMf9OkGBhKg1oh4wvV82o/BXIgjPDcMjRMUoUcWmrfm32neo07yHHTzCYCQLIWOensF3va/TjJA1yH3SryTtITtZnFrsfny+afN4/Wvmq0TUr5GmBcVeLvOd268u3H1tUBpiPKjrgOtV/utnvYe2Okjjg/ZOfcMdHWmCADOLtxhr1aDQqo5aSOuCeyN/cA76ngrbuieVDQm2lH2bpumk6CuQe0LjxFS+rlurR2HQu3qPnzTe+N+vu3g6X+3/+/wkLVe7HVm9B99lt1w0Tf0j7EQvtUuM8e7/Awxyajj7TrXBd4C7Yh4Lz4tVHPmQ1ZZ73xl2OWsSSMw6cYJVk0w5wTeIXZqjje2S/AypJrj8YsqJjLDiI4PceygwsWA9VH+tgzZFGv9NHbbGH2ZNnsZ93P9VPM+j8RFjeCJrojRL+utnIRnIZTWJ9vdeTnwznxKOfod4E19w0moA9ICJ3ndGodjFqrHDRHlxADf1tBTCTKAtzUbBd59I/U18L5Cd546JFbtF/ngK/nMy3z1y1BtXNNeFHg/KMA7It4d4F2Ib8X4rcDbuq4dqvnTBwDvxxgsqGlrxAK8XRhGocNkOTFVzRFXU2BGo9Dg1AsD79xUTj9+i2C8AO/+1IigEWsUslEHuCrGaDsH1b5WGdNjfD8oeWKBEvUOGCKoDKCctbyTcSD4SeMvyx6hnkuEK0G9xqnuu1zgqyibyucBvjHILRumI7BG4WZwEJoj7mZsJGub34N2TnRMQKVhJRvBqJPRr3VK7cwTYToQdPEYw7ESKtTeg84DjtHpqNGpR9dNmKviyEJLdQW+1vQszpfS8f1bQYCaCrwp5bFuzirj7aaRYb3FAm+/s0zMjDz6QneVT+BtRBM6LjmpAu81qKkVeGfEG+NSGusFwHuYdX3lSUa8K9U8wE7B+TXiHfeggRS5v5nrG+J6xcAPup/XGaAWgx0Q8vDxUwy+oeaN9z/C5mVzxgjPIjKpaNspmZl4If5XZ0YA9GinuPECyIOLwO9GaFI5OPYb+9AzJ2qP82ad6xQ2SgDg5wRgjN8KxDScI8repo6W/FA/y/sBvmskqCxYWR88GiTey/JkxWBOxFvGSwFCJfpUI+dGtgNUx1irQDqBc64Xtc656w/txjG2eaxH0c6Zqx4RcoybEGmjj0MBPtarzCuOvOrIL88ovJF0j4+c7ULFT2M1+AxhndZSSrl2JgCP9u+0QTXEWqZ4xSi2WcyVQpkNZkL+XokNOY+MQJbjbEv6LyQZ+T5p50ET1zkRDemIKU4U+tHxHs4d7y2GhoAa+iSgexehLBV8oxY37486Vm0nviL7nWc4aBNwhvOhOEuqU0FqtHnx+4DvYAsIvEcHmnvv3W7+4L/8bvP9P/4uke83Qw19+flW8+DBSvOrXz0EwG1xHVllwUeopsOqOdghmiNBuLAejo3Ch/3N9UGvNdo9hZrzMI7fw2YKDQoNVwzTAereCqjo933YQAeAbzYuVM2hBx9RGhH6+SFg8dhIeBmLmb5Q4Fp6gGIsRuSe+5A5ECJ0Au8oR1dqewfwRrzNnqHdbX/HtZT0tqq5TquguQumSx61wDvGT4xJHUjdiPfXAbzDgeP4pt2kmo8IvBFYG5FqLvAO3nbcSvRzPq2+Eb1OeuUM+d1EiSlpZI7AKk74x48+YQ1dY9ygE0DoOtalWJ/KZM5RXE8aPyvoPj5wcDlMzL+2rTuLWV5BH0WyFxzlHKvXGlF65kMF4eFAcazEiWQ0IKY2ONvcnbjXvLfwYfMmdZJnWOPHTJcoWhLWU+8yc3IcBvB2XOO02eO5srvcfLn0RfPZ4ifN2tEK5Z8QF0CzIyPeFb72AsoLgXfcZ+/x/RbOKfwSTrqqg4DjDYA9SVWZOYD3FEJxk+TiJ/DmafpKX8S7A7xNfSmaDbmOdR/VNv26gHdd23oGxoV/xMTvHHGZbsxZdsNFp78YeDvHSxWHi4A3jKIlGCB7Oxtcaxd4p2Mi02ZGyO+esgQvc25U5z453wqrxb7FMfKgZWe4FsjsOjEFgucAttwoAHyINIkR9AisoCW7Wgdp3fnDrpn9SV+O9zWBd//gu3oH9R/56oB30kYzkjWGkFp4XfG4TquKyGAPqrmqoDHQE3hbrN7I92vgHXbAmQ+n/Iv392YWle4AACAASURBVGvg3W7Uq0S8A3h//PPI8Ta6oTHuI7bK8PiejngH1Rzgvbv6BHuNPEGNO3JUBgDeI3jijHq/CPA+LnW8NRGzDCD9GRHv88ZL3dBffEV40U+e5w8MgFzyPqWFC6wFzhn5ys0iqI3FyBO8CNBDwZZjbUvvewfjzmN0ziniU8WUpGFqYKsf4SOivnxOg89oi2uO3y+1fIz6jh7v+/PW3Q4htYwemgtupFswnibJAJ/ZCiBvxExg7+9ZQ1YDPGnwAjBp6LH2uTlgoGzo5WUzMvf03ptvRxRXg1jDrgM4y72HENWVH5cA7wLWdFpah3gLNgbWPcD7Pk2E4fqqgPcZEe+f/s2/bz7+h78jygHr4CYl1Fjb+4F35PSeA7ztT8eHbSwlOI4VEBXgHA5E8zqJGD748ivOM9rc/86PcADgJIEWHBHrAHv2XUaL09Odc6L+vztD0uDtrq6lTq94O45OY6vEehN46JCIj/lqBX4Zqa0gPiNUjkOj5kYGMtopuDikTq5jPajtAT74TtcXHTcRvcvjjBT6t5HAqjqeINVH1xDNKHRhMHgNAejqPRenQh1bNbJeAFR8NhyAmfdco91BXY9jEmCH4d0JiptfnoJo+bkC2AOMJ6gV0IeSOz+NBMZ5bEvnM+8HWyeAQAXg9Z7K2D7lre1f0xxAvWDF/qivRKCogO9gLoRzqYDFWB805luAJ/KzfbLG8l4IiHmcqt20v2uI64R0avsrUlFC6b6IqQnJos9y3TFXXSaUADJQmVJk5rHHuahrLW3dyCevD46eNHfeWWh+9C+/13zvjz5q7r17N9TLl55tNF98udI8fa6ieomccyrXNHUkNigTtvt8rTlCtTycItBmFV4z/9v5JVg9PrLm960oA3g8MtPsU9d7YJD9aAgH8BAVZkbmANu0D+rtx5vPAdpLrH0YxrvPSZ/i3KyH1SmWKvmOi65Cf/FOCHGCPm+5NFXJHdeO1XB09gBv57drObcfx9Ua3qyh0tMvAd4DJcdboHV94J26CTF2i61do36VqXkm8AZ8G0kLVkFPBLJGvN3bcnwZ8V6ghncAb6LAa0S8nz0l4r2zHMB7yIHlwMz8jfKsAD4naRwRKvg8qcUe4Nup4t4S7BGnTdofvYGJnK+9j7oWlrUpY8DlWb8vARvc0+bG2K3mrdl3A3jfm7zXTA3BEMGpmWryWWIx15uYHOHwdh8/pN8OcFIdALxX9zeah2tfNZ8s/rpZ3CQdaADmGarSZUHsi3hnG4QwXJ/zoX0fFwPv3vvxNFnyLZ2BOrkTeINFEOGahoFr/rBCz73Am/tEiT40p2rEm3lcqypUl0EdMz1tH2t93Uta/VheO297vyiw9O0G3rm2haq5Of4l1zvF1bS5eK8V8d4neLFriVCBN3neuzqi+iLesW+zvoxNwLIgUDUxif1QgTdK5+EEdh+R1VQcyqZ32L+HJdVjFCV0RV8Nbo0BuicMwNRJVUwsgPf/2LtzXMP4itB53xR7mT/7xdf6z9XzXeflBqhwWYC3G+oY3qRp8l3m5hcA3guR8y3FI6nmWTcvgXdSzgN4SzUPIZSS491ptbyifmW9fgXn33Wq+Wvg3TvyfqsR748/ZqF4XhS3c8MKf38xFnNAatwUqvmyOd4JvLFYcrMqwFtV1FGBN2yP4bGpQjW/IOJNvt0OUVXL3BxbqgcDJb3lZRXJANI5jppvF/Cuka24Xo2HMP5LdFoQHUJFgyGYFeWEIl96J0STIjpqjpuf4XeBtz/N2dQA1rALoMzre4BlqaRR3gRg7e+eZ49I1RwA2wiU0Wup51nmhygsoFgDbmtzG2NpNoC5f5s7WynoLvKhvM71aPT6uSnWsap8LuDegKY6D73d611ZXguRnUM+o2jTGNd3/733I0IewmqmJ4T50Y1IfDuAd3eVr1Tz/oj3EPf9p1DN3//wR0TZkmreyfEGDP/0P/0HgPd/bo5IBJ1bmCPqNnJN4C3rKQWzzLvfQoTF/qzR5yEMoVAmpY+WFhcRO51s3vreH8Y8OyEP130sQZU5kiVXNBxlxVEVBlmJwZbUht59pUSFwmir+03VdMgIkZGqCvF6TL46N6NfBexhjQXAc6IKxtJh5/XhuDHXPCLeKVqlSrjUzVBo9/qj/FAqRB9hxIQ6f8kvDdBh5D2AeYm8myNbfo9oQhh9gT6LrVAyQzsGYgXlLepqtSoE1AUYpKFf7rlEcLMheK2kglQQHpHkUGoHXMdTcbgCuoNGSN4zkYmgspc0sVrmSzznvKwMjE5krToJOutu2/EZvVcweAKRmEulY9KRJ65IJ0rtoorra6wjIpkm0nqE6039fAHMjqV91ifXqCr8FRo0OgWNqAQ13Y9ntNt7COeKSuahjmbOspF1hYjMHYfGLbWaOLT1s+fvzTYf/vi95rs/+ah5/wfvR5Di6eOV5pPPAcHk3Y6Ome/InOB8snHW2RvWlygHRlmwgxXWLNgTlhs7ibrfWabNCJFK5mOUwhoi3emY0lAkLMNDn2HeUB+X6Ob4KLRbIt/jNgjG8N7GI1TPP2u21h/wO2DRqgLBPJKNIjDJNazjhSkYzHtTqV3wLRslqeZZ3/xFgXd2al/EO9hSqhon6+R6VHPTWATefj7Xui7wrirg/OyhmpMjbz16QECM6Y7efJ35uZpkQQUi3qyPFXgfU6JtHWf8yspXaG0sMz6gmgu8SzpFBXJxIY6NOiidsk5lwPfhrkr4vBBR78ylD/AdnsjcE3sfXeBd3Yz1/LnypRZBtWXyN88D4BycbG5Pv9G8e+M7zXvz7za3x+9QC54oorZ4OMySBZPrQs67iHibPiHtGCcViVXNKiJrTzafNJ8+/6R5uPp5s3O40hwjsjbIhVsWMdo+7tVGy3PlEtnrUG7f12UR77YjMq4snGpd4G1Zwwq8M+JNeWNsManmkyqah6q541sswhOxQ6nmUXmiVKL4fQDePTgul8bO4zJbuzfi3QbepZxYgO6Megu8FTzNcmLbzQEBABX+Bd7LRLx3KTvXBt51HMpcG0eMeGrmdoDvYdYpFjaantQgx2EwLlKzJFOv1IEhxUZquxCctAFZeJYgkzWnfWd8vP0YmPvJ/9Q/a/om0fl/uoVWhuCVP3RBI1+HDpwy9N1L73RYG3hzhCq+0yXibZ63dMspwbfq5gG82xFvN7A28C51vDtUmTLV+70Nv2c53t8U8I5ozKv03FwwCK8ztvpPc9licOHYT7v31OPKEW9yvHup5rlQBRDzn86vArw74mqFas6OGRT1QfPvoM64cY9NZcR7yDrekeN9GfAmomGdaAwZ/hd5Kp3HhRHvF1kRXs1nasS7A7YL0MnIdg64cJaXr6v9WwXLBMdGkapgWgBvAbbK8mymNSouONOyM9psNNs64HuA7Fo+zNcFyuZdqlwc1HPaTIq53+WC7MbgxWgcCshv3FiIiPXq6iqUQTynXOMOwkmyc1ZXlmPNiiWc88wiyGYN7yx5NIyIzkoAeq9rbXGJHEGMWQD3Jvnkc0ZAOD4jUZmHG9HAnvX4OpPxkoh3AC0ps9eLeHc8+QW3BLDqo5oPEiX407/4N80H3/kD2hcDvq1qDvD++d/8dfMzgTcKbrMLsDwmRq8FvKvyvAa+QlTrlCE5LOkDjh/z9EMJlX7doJ+cX29+9w8johEqyubXGlm0pBEgyShaqF5HXimGobTIqFurmKdjSKdKRj4jul4GaOQsd4B39k2Wxwp3SdK/BfQBKjPvthvx7s7TGPPxZzmHw6cA8vpqnEeHXgB6jdA0QzTEveYEdFrjSbXW8s4jErwrKqey/0GUWxMYljzzEkE/Ye0wgp5R83Ke+lOg7u/a3lq/kedeLLJ2BCfmbu9iGncUqNy1sN5hAWWsbTHWjXhrJEllDaM9c/XjocofD8FrGFJR7zuj5bk2Fpq7QCkcGemoqiXUPE+C9jxv0uiLQyuOToOrUuzDSCtzLvwGtjX/y1JHhYIbgj+CbwPS0mMz9zzKZynEZzsWmnD3WpIA6RmjH6X489P+cB06IjUilfFl9BgVt543IJX5Ygkvw+sT84gfvne3+ejH3wV8/yBspyWi2Y+eLlFjm+AEOYsKtXlpAu9l1qPNpbVm+9lyc7wOHVyKJnWJcTWVyglS4FUAhoZ5PEoaDCXKcJINEU0aYi864XyD5u9CKx4n6j2BQ2SMazvceBbA+/nDX5D7/RDdYOn3WSYuU4R0qhQAVtre7gzgzT1Zls08b5+VvXLovAuquU4J0wqzXy6MeMtyce8IXYKa/mDJNY1vI9YXA+/IiYg+KWMjRJuyPF1E7cujJ+JtYr1rAMdax9sc76CaU/t5xDaTqRERb+dHAscEsRnxVt18hn1DcbXZ2Sm6fK9ZX0P3ZfUhDl2BN/oA4dypubfdNd+Vp8zu4i/jfPukSOzqdKP9iXoPcH3qcyR4rfMtJmDnfnp/qXMgrzevvTJz8kjTocItd0y8G7HMOzP3m/duftS8O/dec2f0FjXdqRLAfUdFgA7w7n5LrptEN2k3xx5SaoiqbTVPN581X6x81jwg6r2+95R5htNB4B3rnGtEtmM4SaMcW5mZpX37bdPLgXf7ztORmW6GBGbq6kzO3WhmUL+eZi+egMo8USLek9hj3XJiNeIt8Ga/iTS36iDPcXtZxLt9Jf053v0d9U1GvNNh3BpzdSyXi7rM1j4NvJPtoDMyxNXOBN4whawCgwN9D3G1BN5EvLdXu87IskXqALJ02Dil66bRVRhDTX/YcohSzQHb7iVqWlhq0mofuRfroDLqri4Fjk5tRDUSjI2bVsRzkjTCoeLw9lZfCni/bMS7v5GvA46uArwd9Hq2e4H3bJQYS+CNh4mNVkpHRr7TwzQC+M6I92vg3Z6kr5pq/hp4hy0RE3dQY10Qx2K9pao54mo9Od6CvhbFLDRVXSzOAd7bRL5PMEJiHCukRr5JKJuTMzYKxenqwFslSIC3NVBZVH7XgLfjVyArFUlAmoaqBnWpu6wxq6echTNzvRP82Bex4UUkPAGNrwVVvQDxNHcGAqDXch+CCyPVtZyYx2ssGnESmLjJC8IFcopuBHBn4zAPyPMYWfV4f7ekkZu3JcTGiWIobKQYm9F1NxrPZfkxI+RTAP/IcfVc4QTQiMBrzhq3RRTe/NlZQP0QuhYBuiNy0mswvdKI93WBd3GItP3CFYBq/LZzvAe4vz/7i78M4G0U7sS6rjXHW+D9t/+x+dn/97dEPw4L8MZpUcTV2uXEzqKah1EjrVmND9pMSrf9NYkxq/MjSzXpbNlvFp9SsobnING6+0S8R+hDaYIZOcZQpb9H+fwt8vEnUbMO4BkOs4FmDVX7JWi6Aohx3hs3D0wnTQHeZuprBCcQF/ymAJfj5oAa7Y4TI9OZ85xU9Ixq5/VHNKkuLqWf01kXpm7a7G0My0c0Rqthk7hb4F9rJ6ex5/zPt4oDQPs1zidQTACdubFSUqW4K/Zm1L/mHwu+fS0FAwXpioUZWdewjfnFXKwlwjKfvpRla1FBO34E7zno0glC4mfPfTmiauTcey+/x0DzQFvaZ12IbYh0TAVYD6E0AbvgK+dL1r2WaphgPEXUSgSkCKrF37yX9Phs18x1T2dKfF+gxRQHy3U8mjz3BH/R/+C/UgIpEXsBW4XBEGeqEcAAE+kEiL6mT6Rahoo5TlhhiSrXGbpUlI/1hmhyvMd3DOGgGqOc2O137jVvvvc26894s47g2zrK48OmucDeUSzP+91nTdI5GFUvVjeaAfas+fm5Zv42YmATpFzw/TusYdtb9P020dgdUm52BcbcASkZIwjdDhIAaVCrHp4gmju2gA02C60Y3R3o0Psona89+mWz9vRTqM4YyKyfnRrppX+MOkUKQdyvs4rxxJ63Ty78npRz5m3sf66/jMdOjjef/+0D7wrIuyAqqOZ9wHu4iqvNA7ynKvCuY12njaFnB0qlmgO82SvmZHkG8MZxuP4E8P0QYU6AN6J1OkODqRJrQRcEVcXvAGpFRO0EsB0Rb54nRWRtCHGMBFAl/looG921o3dhCedTfE1xEoTzLnefnMcRwgvwOzbE+JsGeC/Auph/n1xvoo6UFlPh36hvLW1Y1zavIrXKc52kWh3iag053ttEvBebB6ufNV88+8dmefsBe/CmvIAA3kMtoC0ozrj31wu8h3oi3uwJAO+gmsM+nMQJNW7EG/atRJEsb5ziakPsKa+BdwzWzv6Uf+U4bgNv98XdoJkT6aYUomBcFqICr1LN96Kc2GngHTMqwLdjjLUOZugUugrjk9TnlqVTgbdCapaGZG0MTRfmkrZ7sMOsTBKl+nDIG2EP4cpMgZLJkL7e3Hv/WQDvSbxLczdQE0RRUPqUwDup5tAAWJgVWVNc7TXwLsP5HOfla+Cd7XOtR3hTT3/iShHvR6qaf0zUQao5q3EB3rnhJWUzbC2MSTdLqTRZTuxBs730CLBsjjdOJCKfg4qr4cUTeI8xBy4D3tKkFJ3ZITd3D+NKdVkjfL8rwLtHWE1jl0hRVyirjPMKoMPQEDccBThPw+MkwHMVVwuzIVg2CZQVYLMfIuqtMR65qSqs5uatsSfF3I1Aurm2cdT6VqGU9/xdQ9bPqHwuoPZ3S4N5Tv/2OxRi0hA3mu77EXlnId8GuEnlNG3G7xkn0j0NgDMCXg3+nW0NaqJeESU7at764IOS450CIl9rjncB3kK9XTzNl+V41xnSD7yDyqXRjDFdxdUq8P7wI4A3EbNjaGBt4P3xf/6PzU///sWAd1LHcoO3nxwY1v+doh66qQVRZor+t5byyvJis/zoEY5wIt7fT+Ct4NVQ0ITZYAEeo0SY3rp7h7Iik0nTdrYC4Nfp50fPnkPhPQ6RHQ3leRwjlqY65hweeaSBXBomnT2pXL0FEFpZXmZubpOzth3OF8GnIM81wmizm7zR9KBnFmAWKuIBAuO28n9lbZKmHW4kDeqCAJMmmSWiHCtCVlaaAhTz9Yi0lwh1OqsKyCxOgMSqmdRQv6w6EEMxvABrQXtEd0vJtWirAOeZg66jKYB6B4gnII/ay7IRgtaewD/y0ePcJarnIlnmeAKAArJjPZWCnbXXc31NEJONVB+tv6uDKNrRGHOKbgnWEwBWoF0BOd9djo0WKEA7gD3OIqMoA/4M8O1nBPUlsl4AS72UrqxSubYaPSrR9hD+cfzGNXFOBd1Yf6zdbHkuHQzSygXdeZ+yMjBSQzWc9oL9N0T5m/F5WIGU7FOJ3TJlezizFCgcY42xbJqGpOPQlJsDjFodg86VW3duN/fffqtZuHs7KOcblDZcphTZ9jIVGpYP0E0jr3yb9CXE2FR4HgGoD0DlPILWOQTAGiG6Oc18vsm6OLS7QiT9N80SUe+N5S+4XEs0WoonxeROAnR3833DAA72RZYOCnVz7uvbArwzd7Qd8b4C8AaMCbxTXA26OarwJ+GAPx94awtMs1YF8J4ReB8AvJ9SvhLB1e0VPkvU1+lQwGrdA3J2JiDWgRfrAKrNUYYP0L1P1PsEuvkJpcUy4p0yUzkSY5K3nHZ9Bk8F5h1WR13VujMstCyIeI+S9y/wfh/g/d4NgTdltwDeoWUg00ABRh1fOphirrgqycxhj+McB7y2w9cvMzYfE/H+auVz1M1/1Syufcp4gJ3EXE/g7XyTWu80yaSdEOiLhiiR8D47+FoRb9f/wg7KiLd2WJtqfhHwNuIt3fw18G4twjnSetZl+y73Y/eH/HkYwHtP5zQsjQDgrGGWNFXV/Dzg7bljLLiiD8OEJtI9PQcTh59Do6TGRHTbWmAAaMuMws4JVlQB3uqjDKj7ojOTPWkVMdldU4JMW+K8RrtrVZNgqr0M1TzpPdd/5LRse6bzlfMj3qeRS6hxVqvB3yq6aVHNPcKIdwBvxNUUWEvgTWF0aDwJvDFyiXiPh4fpooh39xr6+r5cR/v97kYdS9LpD1zYaBcdf9m5LvxsLJRt07Z7GW1azRk4MQ5MMHO1Hs8FrHWbp0IseaZT3xVG3unH1b71/Ga9Dpui/yyVvnn9ke4N1ty/3k9fBXh/BfD+2HJiAG9LRKW4WsnxLqc7ic2sD3gvftnsLD3G+7+VtCpyUGt+t6rmXeBd6JQFaHTGToAdaXh4D8mJ2WMRMXduoADv2KRyYEdffVPpAldqf72JnbGaYPmsOpYR+S7Xn2M7VagjShSRuMMAwBquAnAj30bFq3iZxmaWRyK3x2h6RLWt44zYWuRc8nfJlY2ccRwnB0SedtkENIxSCGS/C7CjFvBYRLqNbM9RgcH8bZ0BE0R4V5aWg+KcFNecDV6r+Xy+bpkxQZ8ibBoIOhbXiagqdjQK40HAcvfNtzB4iQ6bmhDRzxYN9tqd2Lv+dmmH2UtB649tDOVjrkngfcJaeytUzYnka7zF2Ok/T3emJ/5xQSBS9rUC72o+Juh2K/F7TdNwMMkosCyTwNv70jliBHtnY7VZffwIp9ZE89YP/hjgTQqHUZkAfdw/UZdRcg1n6JcF0jumiW7oKDkGaG0wvr5cXG7WMGoV/QxDGSASYm5SQclPl36sKRwOgAJqrdW+TV8/YW1YX9lslgHvlkdxro7jYNMO3YEaL/gIkBKlvMwbNEeSc0sr5pzSqX2/VgeRCeG9h1GKQRFUWMbaEcaGhqPzQ5VtqZoRtaWNapQ3VMKjrFQCC+eRBlDYr+HIqJT4dkQ96dAuNDFfPVQQH/8K1bwC6RAEq6C6lFjTCSalz1rb8V3mquczReOy7Frkn0vr1zkQzgBdGrnHpGBcUuBNaE3A7nHl2GqjdDyndWfqGj4xcgS+sX54DwUeBwDmX8k/tx3C0RDAO50fEQkvQm9Zwjyp6hlhN8KXDJ2gxft62b+zfJt9UVXfMzIfR0TEO6P6Xq11mKWZn1ibmnYN4F3ig7GXsC7YVuFy8BxSInEq6RxybgbLgoi450gg4FhyDVIfwxrP6RB0jbrzxr3m7fffa2699QZAeoy82n3Ug80Dh5WzRPT72XqzubzerD1DRI2tbJT5Mozo2uH0LQA4qufjt5lXN5rb1MKd1PG0hgjSV79oFh/9AoY06x/5ysNQ4nUwHZP3GzmXAfhsngTeB+x5Rrcyki/wTr0O12bz42Otl8ZNJDHmeijBW64tU0IEqu5zVdU8Vd+df+lgCdE+zhcOFtsxnJqZWiGrKcQIHUNlzDuyY50tdHWdGUk1F/0mcK0rnvPIZzihzCUt5cTOAt7VJRdsiEIddNgG8K5Uc4C36WEC73XKapnjfULE2+EaEDui3q31NkZMzj0VzBN4cwpAt3TzY/O89dtEKcgkbES+dyeiXc7VE2lo3WFd63Oi1I0ifibwJvgl8J55s3n/5neaDxY+aO6MAYCMeJcSv645UWrNvdBxGGPBTsXJJDuJTkW5oFmi/x9zvw+J9H9FWbFFanrvbT+njN0mqQ+q8Fs1IuvD+92xVAVYTsAce1hcY9caDTuwdW9dGcVyL+0f3uIFwDuFnjPH22j3BI6oiHi7LkeJ46I51Yl417Wz7FXlsnpYw3F5p63n+tp5W/xLU817vtJJ1R1Ttl/7knqJ5vV6+9r4jObMl3Kutx8Z8c4a3vGTPOsA3qY9BfDWaSTVHIecQSQi3itF1bxNNa89Hel3iPmNsyZNz7+BrUzEGx2ZE9YaWYKhHyLoDgekJcYy4j3AmHL9kZkjw2gVSvuO6VeCbyvfFKdu3WMG5v/wfz4L55x76+03anTgSge3DorFxbnSmXvtS+g1xMoWmc3eOiyBd/dxIfDGiJ1FXG2O3AqB9xRG0IRUcwwm63ePYexExHsM46JDNVfC/+xyYvmtp7129WqSBtMdIWeVNbqozb4u4J3feTbwvkofVqrdVY6Nb+rpoliJLv1oX2WKzvHpyX/BRwypy7/7vLNfVhLh0qs6o1LAhcAbY1yq+UNUzX/+81+muJqU5xbVPFWS8+FG5Jwyx3tn9WmzKfAm8n2M4R8UaWgxQTO3jrflSQRrLPQKbYXxV6K1nd1QIyNsVKIUnHMfQ17gExHvtBfikfTJ7t23F/DLHETXy+U5e0Npt3v9vlT0zlrLGSFOL75guAeAu8GWOVoj3FGPu4j4BKFWG4g2zxyrBClRw5bvsGZkpR2HiFqojKehKqARdGc0HCBERFr6t6+tE6lWxdz1QwDnZhs2h1HSoLo30ALXg2Y+BlAN6jjRJ2mTQVtX8EtBNn7uAAhdZ3QgGunWxPN3Qb2GoV52HQVGCaQwzxlR1aAOY6ULvDvj6Nrgu9sD/cA7zRmNGPPeAd6kKwi8q6p5F3gXwzEGsktEd30K4K11pzNk13Jiz6Kc2KuKeFtrONI1HMtlPHsZtrMeaqnllZHgpq7DVuBh308g2La5Auh98CnAe6p558d/GnWK69kEUCMa9M8fNYfPF5s7iEvNAbyn5xComqMeO0D3AeWZ1gjPzMDEmiH3bxyq7wmKvCeDAIZJo97WJkU/gPnqdeiYmWEs6MV/+NWz5in1lc3lX3v2MMbJDP2rA3mbskyrz54yZjHizMtFDdma0Tp/1onS7zKXJ6n5LlhSk8CyQUM4nzXIFfAytj3K+qAI47ZUUyJRmXqliQ0Mj6VH5xLnZO+09XRKRYTdiJSgKeZdPlLoy2h8/h3g074uP30tlrMeQ7dAgsi7dCDk8XFIAevxoieqOeIlah4OHSN6UWYtlaojp961wdeKoJzAUeCegMloekbPI6e9VDcIwF4+GzdQKbqC6AAoApVyX7HHlDztHEg9hmIeVm60TpgOsC52T9itGbFWBK6WRCvmdsJ6nTDhzKvvFy6aNWbDCdC1Pzo5/8XdUMWEulPddkprJgTpGCPmMNtH5kVLnxS0D+IIihSMGpFvrfsjXKuVHBZgdtx//53m5tv3m1FqSB9hS22hfL61Aehe3Wk2iX5vArpXHj6P6DdICXB5oxmcfatpMHCZHOxRN5uFm280k+gmjJAuFt7IpgAAIABJREFUo0jo8wc/b7ae/xMR1+fMS8C3OcGUIjtuLNcoAFQML4H3FqrF5q1bLk0nU9XryHSirFiRGg7pPEgBxDbwxkjWmVPKiTnWXS9TWb+UqYs8c/4u460feEeaRRmvupUyRzzZEJGigMEe6U59JompPsGqcowB9odIDxumPczv9jkMY01HjekfXS5M1w6Nj/IdM6qaY+9mObGkmm8AvKWaH9OXDpFOdLuMyHSUljEYA4K5bp1iaOWHAu+dArxLWbEAQc5hx03cbJns1/pRAG4AWjvDdp1ubhHx/vDWR813bgG8RwBAqpoHWyDbTh0GtUpCvE/lfj5qaUiBt/ndWzguF2E+PN1db57srDaPWYMXFx9HidWB7SVYSJTmbNA2COBtW8dOlfM12qE9n73Btq1f2qgPhMfM7rMxY+zwen+Od6qaK67WpZpPqIBdyomZBqGTS/Cd4mqZ+tQtuXn6u/oBeLV3z9rSL7O92l0YjtCLbGfvsfUlMR5a4/qy77peelvv4Ir5K/A2/aqomssktIpLCqypPQLw3iHiHVRzIt4hrkYd7+dPggGiw1XgHMt1rL0GN+gL5t3UjTfAi3cicJXAG0efTjfW3SHXXsah7WxwQUdOsMHCEbDXbGGv7RCsiu8tVRb8rqw6wRrzzwF4TwC8VTXvAm8FPcypMBeTaHelml8ZeJ8PusMueA28YyC/Bt51BT/t7LgW8F4k4u0k75iymQ/YeQgY9eir2liA9y453seq1ro5quIL8B6fIY+OBWUYQz7yvqUxXwC8NVx2LwDeJWmlcxnfRuCdFO2khAtY6yNr+WY7dp0E2agaawJ1I9lGnipdqJYGyyhU9mmUJGPhF2wHkChUc8F4reMt2J5DbdyHokRRpoqo5w5UTPtHcGzOpJucEWw/KxgS1GjgeZ1uvEG1FRiwuEtB34KiLg16lvUt7i2i4xMZ5YciaOTLMmKrAHnFr9768COAmJGsrK3cphmm4fBC1lPc15nAO4C0wHu7RLyHzgfeZbPuAd6eNxKjVNaVav7qgXfSqPOhsybbIfP5wynCw/7TeXLrFurL9I/AW4NoQ8/5l7+JCgFv//jPcGgl8I5sU6NqiowxD5uV1WYB+tqQfUK/T965SZRvonm8tt1swgCegYVitHtymlrrBKmmZk8QasO5Q67rLuPCmuxHWJZjGAA3b93GYNinrvLnzTMiiALvzcWvYsOfv3mHqA7UXtgu+9ZNp48nEBSdv/MmRoAKz9DmZbCQB2tUTKG+Teon7xERmL0NZZ++WlleCkN7CifC/K17zQoXyOiOyGE4/qwDHIASBoiAXRBj3i/tpQPLsezT9agOJ8VlBIkZ/YvREs80nAojKN5wMta9tVj1pW8q8Cx/5ufjI/6/nDVs4hI3j2iT14uRUyPZvB9aGoLywOvS1UueIPd+FFFvKe7OnwLCnW+WXgtBMyMaGZVMUO+5k90QObPecy27Fiio0t/rCPPeKkrPkeL/04naBd65KMXgbzkaMqKd7eazUN0LjT2j3QV42y6ZUNh5BBs9HuVby9/5V+bYOjYTzLg+4HuIMk06JWT3iMlTfLaufdW4n2CNmZwkL9JI6707zcKb95qJG7A/AOMnMn10CuNMPtwiGgUA33hKnuVDHEaL0DF3OecEEfJZ6OkziK5RcmwSiqdlfGZxVo0obvjk02bt8S/Z2z6H3bDKmHONtmQjxq+tEtFln7iqqPtt2TUj2DpdApiX/fEi4K0QokJrsh9eLfDOlB7bLPQYrgy82YPGcfThkEjgfT8de7R/IYR3x0wZUym8aMR7huoWiKuVOt4bAu8NqebLMcYjCyGU8nMsxowrvwcICWdWBd6MA1ID9gN4x6SJSHhMvTKiLnOy9wzE9pjUgVC+N6sACGTGmgVUzQXeH936TnMXFsQ0JeeszhKsHZ175staXjXaAmDr/TheOd+OwBuF/sXDreYZAmurR7vNM0QAF58+Yhx9CYvicTN+jCApR0JML3TzVB4PD5S9VadoBZwvC7xxJutGrOJqr4F3dxC8lM3RB7yd3zXHew/Nib2Oqnl/jjfAW0fMFsA73SK5MjoEXFdZW8YmzfEWeN8kum2ON+sNompsZJHfbZ63TrDcyQiIMGic6cH2Yu/YA3zvUq5xW7BPgOXASgvBjCkVKX7fgbdGwSQLusJCszfIF8GrOolIRc3xltphjvcEHv+U7ydSERvMRRHv18D7vMW0/fpr4F1tnRcD3lLNf66qucC7leMdm14P/SOpn6o2ngLeGnaUNRgLYbUE3hnxPg94u3nrEseYxBDZNzcGes7BDnUw+yLe31rgrYHNRpoR7DQwqvFVqYktW6PkVWbeYpqmaYjUEmKVlu4SqyGatF2p5HovszSZn00qWhokfm8ehxARXlh/r4Jre4Bla0ubP+nnzQH3+oxuWlokFM5p9zBwOd8KhoOCaiFqBICOSKaGR4nAm7+uY2EYz/jaykrJ7R0G7FLajM8ZqfG6b1FDe6QA736qed7yqwfeenn3A3hvYiidA7xbXvVTEe+IchJ1xYj6JoB3RmEz6iHw1qGxCZtAJ8wH5MjfQjxqg77ZhU2y/Phhs/TFP8VcevvH/wojeaFoIOCMIe+c5JBmHHrsFID79iR1i6Vs029bAIIVonJPV8wDa3CckAo1N93MzJMne3usuX0PR9kE4wo7dBfAMoTK6h7CVM0RexmK0Gur282vf/NF8/gpEW/YMJvPH0ak5ua9+0TBv6Su8iOsUGi1RAwn2PMUZdrhi0bZ506sZ7yHpgDjQAfQLo6gHe7nxt2FMMrXOZ/R6zGAz41b95tdlKgt16bwm46dI6iax6pFM6bWVinHwveqzKvdamrEGBTjSZwKjvG6S2Z5Pml5IqauUrhRxKRVp4Bhh0FXnGGpIp4Wfo7Njqkf2KATm5KxU8F8fGlxoDh5VHEGDOfEzuhEEEtd33wNh4Y/mb0BRmqudy2P5nFBVY+oeoJu1wfnnGW5XHgzRSVLsAnGmfwBuhOo+1kv1s/lWpT1n2XNYPgHQ6cFwIvDICKScZNendcbSUP8XqPbeUvp5M926pY+S39EmwpbhX2iGTw4cspbR7jmR6pARhPtJ6+x1kcOtX4j3qq+h7J0dXjgBFQQjfExYBBjjmgr4FuRtXHEvYYUFTR9wj4GsB3tkO+9sY8o4Uqz9JRUi2WE1HZgSZBHOQzoHgxG1u3Yp+b4fcGxtY0Q4Vfk6SK2trvxpBkm6m05P5XF/acooClXckSOiXQacRJ4S/lMx0bqcvhsR7wDgOrMNDoeJdqSHfFtAd4Kog5PVeAt7XXBJPcS8a6Omuq0SdyoQ2ySNT+BN148xuPmxmOeqWpuebHqzIxxW6ZUh0atY8o9jDcGRbSSPwDdB/TbEQ4oFol4rzsXyxjM4XjNRyviHZNc5/IQzKA7zQe3P2o+RNn8HtHvaUT3UuzS+srsj7Js1MHw8viYzwDeXLgR700qFTw/2m6eE3jY5gZWoP0uIYL5/MEnze7iFwBvdFR4Z5C20GMcK0IBcaYJ1UebRdu9sdLel0W8ow1zrTgK4I2D0rJh9kup453lxGAewS6aoBRlRrzZNwrNPFNfU1jtdcT79NDqj3hHjndPxDvreGtn7cMONIiUOd4JvHcL8I4doEayZAoCsEcofTiFM3CcKkDqIymgOjgC+EYYMoC3JcPCmZb2iYKFQwF4srTdPmuQe6ApdtuUc93DIWiVhUhpYc0h4v2/dEdaz72d83LrmFRPvf7jelRzz58TtIepHOO/dY0t75QTJjdJKAB42icRUwtxNYwQQfg0nkONhVQRNMe7H3grrHMR8O4udmfd/euId7bKa+BdRseLUs07wBt6lMaQRlyJUGQEo5i2EW06D3iz5GO4V2G1ccRsRlA1H7QsVY14l5zBEmaJRSjAIwZJFaQ4IuJo7pu2X27W/K/tTwhDuDsfL/OCX0ZB6v/8VY8Pqh6NIZA1GpdR7QRTUWLHyFTHy55lwlxHEjwrXJZUzWqgRZqIfxtFLp+LKIuRbnOKWOw1OiPCx/vSIIOGyGcq6HfTDAE0gI4PI9XTGEUC6Miv5LNjRAkVWfMcRr393a9WgG2DqKSfNRolKOrUAOfapRWuElH1oaG1/OwZUdI9hI7usehTh5zPWT5R6DHiesf5DF9FnncBKLWtXy3wToDxuwS8A9YUJoORzFqnfWOdTZO+/uijj5o79+4162ym6+trzeJXXzQrn/865tJbAO8RgILMB4HQEUrrnm+cKNwsoPMGBhYktchL3MXAX8IR8ZS8/T3yJmegfc/NT1E3dIDfUUG/y/G3JpoJIog7UHUPkOo9OlB4iLrs/Fwk0v3wIVRzc8Tp7y2EFB13s7fuNI+/+rw5oFSKBJkRwLHaDhoSu9DtLF83Mko5O4CMAHEYuq1lUIIaiy27j1f+mOsKK5TPTSvqRM6t9cmNWhuvPoS+KftgHIe22hNO+VnYHLI31BmYmEHkj+veIOJu5NFc4dA7YG75HGTMZ/Sb+YFjoDqkYjHha41sOS+qGmwIxmlY60wrQnEOK4Fv5DI7Pf2M6ROaBMUZVRQEYvwJPmLqBugVCCflOCLwWO+WYTJaluR4QW4XDAdw69gZyWZIEG2Eu1B+I1LWBdgRFQz1cF9zffEj9dwFhPN3UBAFOkF/yrkiQyRAfJT8AiT5PZG3bmkr1zPXojw8nYuAFaP0RuvNc8YmixQXzi8tPEXWkvoc4ndVI6KIuaXzoqzbFXjTX95BCBOpiB4OhfxSjwyDs8yTSnnWsWL/qCEh4J5dEGAQ4LiBgBrg2zkyhgYB7kfOe9xs7xDJXsOZtrzdLD0hRYqsGet6D08hsjbNuJu5Q/rF7ebmLAETgiIbMEeefPGPjPfPoJyvcRacl2HwKloUNT4i4n0MIyNqz1tGzQh2XDc0ZIE3zjPvNjQ4FJKjDSLFQOE+wbfHM8+t3hFjhM865iP3/QWo5uHAjjN0I95ZizpL1HXt2eIoclwHU8Lv5L4UV0PcaRTKq88A3op/Rk9U9kQgvOiZE3Ov6V+DSnOkM1Xgvb1B+hm10Xd2iHjLWPG+Q+tAwFHHZpkf3rNjS+BtjndRNT/YpW0VVws6dpd5EeO6gpZoaR9XwA5xyzJF8mfuPTqfT5qp0RvNO+Z43/puc2/+nWZmjFrK1j5nXFoBQqf1iRRzLsN52wbeuvu2AN4rjIFlmD17RKu3AF3m9S7iJN148ptm5GAdrgSCgZbYk7miO852KHO/Xv/LAO8ksVwEvGVPlTreMKYSeGeO90jkeJvuU4F30s2vTDW3SV2bzoFnl9lSnW4sPXk51bz7iXDJ9MCyi8fCS9kcxVlSqeZnAe8qribrbp90t93I8X7aLAXwXmX4p2Bwpui4YrOSuJ9QfncCtokRb/fQIcqWKqI6IPAmkDUY5cTcp5IpN8Tak/qkKYJ6yPg7wA4LYVlshW2YZvsEDw7VnnAdWvij//WMlsnJfO1H9YT11bXuP8/1gXeeobdDW7Qt36s53+W7XSDMM5MSYO3uOUC3zwDeUAItJyaFT2G1BN4jJcfbiPdlwPvUHfW88Bp4Z3NcBrx9vz+n+1XlePcP3+ssNv29+1vL8Q5xtV+ySAi8MTItNVIe5rTFhhUc3wuAt4Ydi4WKqCqad4F31vEOwZigLSbAzImWEZQjDOea4y1tPUok8b0dinKf462Xau51nb+CXLc/rgPku/GvNCrqd1XgHcZjubQwdEp0PAyeTmRLhwUbnzl1vBa0c2m1IR6VAE2jTYPY/FcX/wDrnNlzG902AuhrguYa9fY+fN2fNR9barkA2ii3i7a0dF9LQA41nH+Cllo6w88JwDcBNwsLN+PaPH6eaJORd+uBC7YlP+2gOuz9Wo5sfIo1D2XiEBBRpKbLP43WeKlN8IzuDmryNxTxdtcbIlJwYjmxK6qaV4pinVWxb5bIq50cSvP83IBqbhvfvEW+ITnaB/SRYi6by0+b1Qe/4XuJeP/kzyIf0ylhxtcJSNZxMKLaqUwKSvF4LiOGYShy4C50uH2iSLIZZucsJwbQOV7BuNxr7rw53yzcvhviZtvbai2QejAs8B5ENG+H5xa1eTeg61KPFFASauJ44dfI4T7eXGkm2c8E3mZsj+FsUxhGCDAm8Ia9YrmliOJGGT32uwnryHOfRPf9HAsGAIroI3ml5CcEGJZKd6TnfgflfMb+GsrqgjkVsBWgM196bh4NFYD3KpT1bQyd2dtEDRjDahAI/h3PltBx/BqJCC0DDM49KPU6qqZCewWdAtpMYZwA4VyftGcfgsrUVuBufImfIfjFWqZjTAdYLQWXxyWQdg4J0nRg2kf7UO/3YAHYNSdY8GHEB8hO4OP6WllFCeq6ACXM6YhyFzAdwCGW44w6xgpZItXxs+qTVEDfXX8yu1QQJsXV/HlBsgJ4AiOZMlZD2AkF+0OAzx60X0WDXMts10yhUQtASSkE0NgnZgg02Ibj6jtwXJYxxCnIsRO8rqCsa1uUcKr7SSDzZGS4Jxyy1+xZmgdDMcqCsY7sqHDO365ljv+g22cnRJ/oRAkKMG2plsQ0AHwaADjMzwmA+NxNouDo61iF4Ig1SAr6FqkMTx8t4TAEfCMjMjhEUGTuLYYfpXwA3vPzAHjEKLXvNhlTSw8/JU/8M4QzFpvRkx2APGM3GBMFeCMedoiCewBp1+Soxd3Evego9YZ1UkXubOhHZB57N8+71pvP1IIA3gHsr5/jHetsDJxe4G2fVMdFd4dMJ3E7x1vgPcSaMgblNcC3jBqcVuZ4Z7u7/xfne1m/7TsFhdURmWNPUWl5i7roRryTau4+5njNkn8pzloejvsKvFN1jMwS7GjKMh3xU0VzHVsC8mBeBGOi2B/h7K5OnF7skBg003f6H/W92H94WgUT10FzZ/qt5t1b32/euPFBMz+DI4b1yLFlNHhkHIciY1va/UFVJufU5njvAoC2uac1nG0b0MwPuB+d3utLz5ulR582qw//Cc/3YjPB2BlRCC80DJL1kjm+maebzoByH1ehmgdk6rvvU8B7kog3jqTLcrwDeHc1pzLifT3gfZF9dbntFfC52AQtx8yp3ste67H7/OQFwLufLZEuoxd7XCXi3QbeVVwtIt7PusDblVBnYlLNHQPMdaLaYzidJxF/NOo9TNlSPIIhvKY9HcrmsoMCePvEiaxZFba4KUikZujQo7qCGjc7pnix70a1BViLv9fA24V3EE/ZOEbofAt4B92cCIQ5boLu60e8+wdKd/HzndfAO9vnMuDtBO33yv1+Au/TG043xzuNsp463lVcraqaB/DOiHesUmVdjG3vMuCtPzci3kk1N887It6xkQEsNE6ruFoP8GYBwXjZRlhtHy/hMd7jAaPDAbw10s7YRFsbTx+mO73h9m1Sly29VwXeHhe5urSTRngnoh2AKr2aQQ8qzwq0wxDlmmoeYBjLLqhavm7K3HtHZK1cu4Z+jVjXWsphtJtbC8B1wxcwCzZ8mH9ktMU2N29YwbWaN26U2+/Yw9lhnrajogJ0v9fc8AD7GAW1HvkOUXFzjicoY+WxqjhrbKnoaSmxKYQkjZyrgj0PAJokF9z8228GeH+zEW/LYQ1hsBwDvH/2d5QTo443bpEL63ifB7zDKGbsWI/d/lqHcSCLIHLzbT/6UrrjIUJOK199Erl7byuuZkRK8IVRasTbkQMcRJhQkRVzvDL9IDFaRqcGpbUBmM2RHRgyN2yVr16D6oZSNP03RjTkEKQuQMHkJGqIMY7IizVKE3g/IW/2KedhsDKf18iDP9pYoR4uxoOiM4DoKVOsqJu8jffd9jEaO8r1Ozb3GBsCkan5SUqgrCBAJGjnOxD7cc0Y5mmOd1yvTgTWAbinzQ5rwiZ1nFW1VjfAmuc6jeatWQ5QstyZ4F7g5d1uwhpQYVummQw0543igLaHz03oeOZR3wScTbNf7wDS1/lMjXxnFQDSLLBunDeC9W0YHRrJCg4aRRdeO+cFfe7tgvoAB5GPTa/QRLdMOcNRsAJNfnlpjUvzGJ1QCXXDlPQ+A1BkT0UUPfJRE1RX0BOU8Q4VPHPVjTqap15M+bIR5udCuMmodFnsuqJUWarNVta/OjrMz1Ep/ABEfh7Q5tvr6AEs7xCtWcVhQClCxtw81VqiVCFgYwD67DDA23G0ALvvzp07OHRYUwS3sBhU+h2GEj4dbcdncGiEynpci9ec+cchGMTvh3xOcC1w2dXJtLkd9bw3OZcpBsuIHMrcyXJlgPBwbmQEPpwcnMeo3YgsnylYEDfRGqDM2DTOq1GCH4OWuKSPVLZYXoE98mSVPG5o4ltoBIwjrjZNXvMMThscXaMz9ic/B1BKh2Wx9Dn53pQaa7YB37S1qYGCSbjRXAegm0hmAm8NYPsElwRG8AER/Ihi60AN4B0re0a8LbkmDVTncgD2bxp4p+OzC7zZJyrwJr97bJ40IfZu9+wEq47WHKOFhxD96NrufjOvrhHj3DSLbcpqbQTwXgF4k68va837i3rurchoD/B2LWX9wNEj+G4A3QqthYZCCbCF8ysmRXE8dUyCMqqce7FXVkB+9i7fET2NOchXHI40U8O3mvs3vtvcv/3d5ub8W9jwrEUh3ogbBOfhSCjvs+aYFm6Ukc/t8/ueed4o32/RPttB+cV5xNq7wxq+8vjzZpmUhf3lr5qR/Q3SgFi7ImWEFbGAbsXWfjvA+9VGvH8XgHdZXS8z/c59/3rAu1tObAlhNanme+zfoUbumuxYLsA73KPsmyOkekzh/JsAfI9OLADGLStm1JuIt7W8A3jnvjLC+uPa7VrkPimbYpCxNxjMGdYeAPcuDusodYjz8p8H8MbLWqnm0xggUyz8RrzPB96X5Xj3j4XXwPus2XEZ8D7rM7+XwPuMG60jJgAg70cWUDF4tgrwrjneUjrHBIBh5OUjMXIxFIM6BrBriauFqrm1t42glIi3oFuv+SjAewjjugO8a5SvDbxdhATeRvsCeFsrGEOmbNSh49Lnwe6NeJ8G5u1muNzr2ttoVwXefqpGnaOFNC47nuveawpzoLyvMeZhGv8+IqdKiKLzrjomPHehWBrhzn5Q0TlLjmkY1BJi5sRGbhGAzSi5YDnKUvG7atICYl/LWuF5Lr/T3GEdIVI3BeeeX6AhsA7gB5ioquaCQgG5wNtozipe/QVyK2X6rEJDVg3dSOA632UEbP4OkQMcAkE1j6hsO1egeHPO3eYufiP8Pz2HGOE1ZKLg0U4RVxvuEVdLx1uNDJZx3a9qHvPjdI73n/7FXzYfWMd7DNE6edIlinVUgPfPCvCeWwC8kne88nQR0IgavKqlgmOjo+Lr9NHEo0a8E3gjFFZU/+0rmQQT1OK2D1SI9+Cd1SUi3gLvcSLefxJCSEYvM+KdEWZ6l6gyZUUsN1T6uRqjg6qkWh+U8l1qkTjFj6mze3i0EbmYR1zcMYri4UwySsm1u2dFmTuin7tEIdegle+uPuPz5EbevkPZucVmn+saVkEfYMwbzU3KyI2x3z2Xlg64Hgd0q3osEFl/vhRq5yNTpjqsNgfQ4qzmYZR8auFuMzl/G/cFIM3oOGNshOsaGyJPF7r6s8ePg06n80cwJ8AbM48Rx9EW1+aYjLGLobG5BohmPEzB5phRDJDrcz64hNi/25uUwePfDQDaNOuTEfBNxnawUfinAJwGi+kWll4zVcN1UVFCI5eO8zDa+X0UMGpptchL5/O2u1Ffgdg8cyKAN+kZ+4hFjWNcWY9V0Og4CLp5BdOCbO9b4O3LJRIe0bv4uxjp/u4/x5ULcURfKzU7f6/U4FjnY9plCkwdeIKZUZ4TWG8C7qnJIfL9uYcxHDfk1asKvv50m+gw/Uubz+K8eIO0B2n9dH0zPUxKA+Kw0otvMc9vAL5NLVDZd2V1hTVgK/YIWRyWmAvXgI4Dr8w8Xu/ZtlZET/p6rI3mvmZKiswMdQJch7YA4cvoTtiGm5x3Uw0HwQ1OnAC5ha2jUaoQlvNsDGfM5M35ZgaHwLQsCBwyo4Dqk0lIvxy3sbbTrD2Aev7YKNEkTkOAJrneQ2gfwD1m7pEqSO7vENew+fiLZvPhL6PONxQN1kq+J9LSvRvnWUa8I9odQng6L7J8o85Nm12ROPtBIzmp6Uk7rs/I1ZctFj2nWyQj3kEvNbKvA1U6b8zrdjmxBOwBCq4V8T4feBvtHgd8R8Qbdk0F3o4hgWL34XjS4QHwZp4JvNVl2d4y4v0IyjU53rRNOhySat51vZR9MsA37aL/IRShuR/o5v496FrknleiJd0UpRzPnUdnWyl6GR0AfvYeUvfnCLILvg+xv49nm4WZd5p75HnfufMhjsE7UQd7iLUnKj4Z+WZdH4SxatTez4WqOd+9hxOSkdjsAaqCtcG4lGa8/uyrZunBr3DafNYMbD5vxhkLUXeESw/gHe0Z/48Xv96I90KhmltKTKo5EdZOjrd9WMuJvUCOd8zdVn/0NfvltlfXFghn4oVBkutFvDtRo3JNl1/L2WPGVy8F3qxZGfEm6sxeUyPeSyXHO4B3VH/P1MQYCo7BmB2shcy1KVhfk7N3sJkpKzamuCHsmwK8ZTq6OprbPcqYG4UpPcbPYSbQKMwS6s8wvmQxmeaisrqsL/O9Efa7+S/+t3N6qO/ls8KTp9qkml5nfLbT0N2OTOxw1te3Xyu/9xl2WdO49XBzjD/LpDEnEwPUiPcYXvaOuBrAe0bgDRg3fzJyvCkNMwG1Y4ScCj2hKa5m+RTzgIo39fz+L9/ZPSAXpLyaAFV9AOUyEHHR+y/z2bzCtrF94U2d7t3WfV3vk9HRJYJQrqLVxeeB7fZ3VIBaX7tuJsTLTPCXppqf0Vhd4F3GSAd4w4SCgmo5sQTeH0M174qrZbw5MxijVQPxGAk9G3hH/iZzoFLNNahHKC9kjVApM0YKBfydM8bQNRqXOd47gL8DxEnOAt4aub2yhQAvAAAgAElEQVRMtW6nXjZOr9sfVz1fwDSNh755FwC7MyvTTAgDWgPKYwXezmTFdiInUrXcgaBw2x6CYt8LOiXHCn6N7giCNOhCeKgoj2t4Gj1KdXEpSB6X9ZcFzpbeEQwInATenk96uDRwaY+eT3Dgd/ue4MXIkg+/fwvv/ShRRim+SwGcAG6cdwXgrZiax6wvrZCfy4ZO9HCF6JRG5J133iUHVwp6rS2bo6hjQF1lInYmYJnT5e/M+itjMoaBfVCBd6qaE74L4H2EiM4glo6fqXW8I4e395RlYtg/qpoTcQNkrmPsD+Bo+JP/6t8AvH8MuMC4JLqsNem6XYG3EW8+1cwX4L18DeAd7cHYCEEwfhVQ6NZWtMjXjkInABEfr+fhZxiEE827P/6XARS8liPnYzg1OAf71KhjIQBOsiZy7QLMEC0+kFvJ9m3E2NzFQaI1wIRiFGcUtfaRv1eRHaPVgt51SpXpAHDvuoGo1TK5jISjmynGg/n+GpRvffS9iFw+ASgLnueIhCq+tAowX/zyq9AXGJkey1JMRMVH3TOpsTxFjvfcnftcDdRjUx1gY2hMIPGXwPuJwBuHkNVBYJAJynI8E6EnGh1556i1Gzk159v5MmuUVjDOGBeoB8jluRtJvgrNQZOmf8NgCiV2et/IvBUAaEV1CuYXUJwFyD178jQMqiD3MwcURR6wbr25xJY6gy7oPNSZJr3PaKfEAOek1zdLLd1pDKuob16Ad8YPE3xXQbUMZceCEX0aW1mM1bBKO4M+LY98vQu8BedGPXTo6cRj9hHRrvmAyU1XKRqDLeoYA6Knhpsb8yPNG/ftJ8cgDJaVXWrG7zaLj59HzfZbMAvevA/wxhk0yrifnUAXABXrCSLe0zIlaANnoBoB69D811lfDqLCg2UGy9gzRcWotqJEKphzLVL6oy2MgNOm4/SVjgxz/AXirluHRD9VDd6G/r4KU2GN+bHB/Nzgd1Nb1ETY4r0dxtKJ1RlCQ4Q1B6fCMGXG5r1uxdcYG4OkWJzMCiaJ1y/hPHzEuVaMwiIAirLwIGBzgP1qDOA9h2NrRpYWOgMrn3/cLH7+MxxFjwGEjDXBmEB6wJx+FelrTXYZC6YKWTbMmt1RD6s4U2s/1+MF6vZ7qtt3bVO9Qwm8RfiOlwq8FWSrwPswolsJ2Mumkqvilajmfp3OkHTmHGt3yjzpyfFmrALQOs7C+J60JLoUXvYa5kBEvEk90lm+vfWcPnkE+GY9EHiHNEKmvuSHnUKu1elksiJG1CcHcB+ZInPIrgq9PGB3RLzL+C9GiB/PmdGxasrf+Ua6TivEz68skybnSvmrQ/e2LN4xaRTDc8z1d5vbb3wEU+LtsGGCds14D1udPXAE210gnmCJlZO1Z585RryRZwoYOk5Vlt5EdHJF4P34k+Z49XEzpFAq9zBU2iGo/toJ1bis8717N93rrvfTwi/9JY4zkh8tHc6bYebkJOvN7IIpS13gLcPIFJDecmLJGImUCABdpBJV+zuWney7fjvqvNd7Wl2diJb93X7v7N97wXX/Mb1U8y72KRfY8121rzsjoNhll19D7xHJWvT+u+XEenO8qeXNnN+3lncA73bEO8XVBN6pap5U8zoQHamu1gMwRcdYe6Zm78IWRaR0/CY+fkp7sq9EeU4xImNFRfMx+ogMCMrekdbHHj4B+0b35ohsJJ17BAT2CITtkee9Z3Dl5r/436/QBS3QdIZQ1KWN1pfzXYFMd3xfdAlls+NL2kZ+pXvV766DPileriFZ3sO6fwG8VROEcjeNguwU3uJJDFJpWgojCbyt413VBKNBXwPvU93adihc2uenDmiNofLeWTne5533nyPwfhBU858H8BZY1Yh3AMW6mWkTnAO8j6zjbZQaY8VSR9bwHiNfpRvxBrBId9XIakU/I5pt0A/63Y4iSTxPMLrjXFLNy+op8PZR5+W3IeId11CM5I7Dq0b0vdbifY8NlmfU5/b3jkZE3VsTlJvbq+EQubkCp1igFYayLVJITQqs5zDi7TgVOPsIpV+OCWMv1qQE9SHuI4DGGDbfUuCyTcTI9cjcLimc0nX9PqOt5gBbezhKkWEIHwK4zH2d4Bhpn16n9PQDHCX5vZwPY8NoqnRT8zONuE4TBTNHOQxr1/HS590NvX9bvGCW963p/SwDP5kRbzY/NhwpqjqAFgTeRE6GFAKin3ojNn1rPJdTVUM75cSgQlvHOyLe3wV4o4aMa7oDvI8Pd5ufSjX/e4A3nuYO8H52tYh3XHdxlEYJLf7eo/206u2fUHS2L7m39aUnzeajLyIS8+6P/4vwisMPDQVnFXb98Bj95DiI/UgQ4jnL+Y3q7gBcHU8C74iwh4GVe17k25axW43CAu0iIr8loHpGTWQimgrxzKFM/uTxl83+2nIzwffsWDudM83fBzwbAcdpYUR6tgiLbuJUW+Xz5gWPArylhoOkmynEmYZQMgdNNzO33yBqjvo57I0TcokHad+NlacYM5spTsW4sn0m2FP9siogKL3TOVb/llbuFJsMnQFUzwHWW5Q+s309j8aIAEmtA6P6e4DuAyJu9r/RSM+ngT3OXJgyZYL7e06fHjPXjDgYqT3RQBUkEqkYYEyMEIUfV8VfMOE8jrlPO6xlpHZuHiN47laJAKfrSNiZ0WufgpNe4zalNTIC7vElThL9VaPmFZQnPd3arVlG5oTcbR0r0seD0R00xTT8nA+DJ1Bp+c6Z6eHmzq3x5r2355t7d2HmjUCfXUMsClD6HDVwRS5vUa7r9sI8FEf3AgSpANy2ndHsQYIJAmVB9DaU/R3G2S7tGWOQa5Z4Ya1b0yfivdCIAKDQj0bGLT2n42gMB8gMkdPZG7AEEEnTJsp67HKVdcaQP8uxO5x3i77aoI+NfK8DwC1huLyy1OyuA7432Tss9SOgZH2bAHDPUppviusf5D4GFqYwbDn/0Shj+YgUAK5jg+ORwBqegHJOvu/IBAwMjrmBo2GK9lh/8nnz8B//X6Lf/9QM7CmSxNrsvmWs3jJi1ZUimAowqeJ5EbsrNmICxaSVp9I9zxCSK6C9Akx7uQW8UxyNfdNUJo5VlM00H3/vBd4FhFwTeIfwmecHqJnjPQrNfJQ8bzVaBljb01quACe4CQG8czQK2EbDgWWlhA7wph76GmDziDSRyEUtAarQQ4k8i1pGzz2qANAIQWMbsF6rHF+gd6ZM+K2hg5DAOmG3beiYd0QWGO5+7Mse0bO9FLs+5lLX/g92QaSEWZUdOi/9Pn37/Wbm3oeMm3s45RgrOArjibNpjPHkmulD4K3TM11cKZi4Z1UKQJfij1uUWVz98tfNzqNfN0fLVILAvgm2TOS1F7uhfZ06I6Kp26yCLh7pAb1h3nbvI5eJ/Luraj4N8G7neBdxNQG5wJu1aoy12BrzEfEOcTWF1Yq4Wuwbzr2XA96KSV79cTHo9jyngyjd4F7Hripf2AfLY4940Ufad5cBbyPeaFP0A+/nlhPDdgp2Sjfinev4/8/eezbZml7neW/nHE+fNGciERghWoTIAmVLlKyS/4Jzlf3j/MGusv3JVXJJtEs2LVEiCGCIRAww8eTUOafj61rrefZ+9+69u/vMYAhAmgb2nA47vOEJ6173ve7l2LVTAkk29sBpQPcsZo+TMya+WK/YDy1tinvFqU6wpgu6Z4LxppOI+5QseKRbBN4k/Sx/Ybwda/jHPvsfDfBeILu9SOC5IPDGRXaWrLASzVrjPW09kk6C/ht1Z18x3v0T4pcNvF9nwv1mA+/2wp1n3a3xTnfTrtS8y3gLvH/0ox/CYgG8ozY0OZXYZDtrZ9YuD2K8A3hr9ACzLfB249YZVcZ7IqTmlwNvFwqBdzLeAARr5gJ4E8Dkjhtfg4F3mwO9eKe/DMa7s8hXEO2eGex91nTX2u7aJsejqsC7Gj7G80p2OR1xS1BRNogw7Cm/jflQbkSwaYUNt54wjNE05+LvguD4mY21blSCOOWzrMjhnh2sOW+XzHjKzQNAs2EoGRXg29YqVDr87PsJDM3o+33UfXPJlfVWZ+jtFwAyEowyVrJZk8qACc5lvAJ4F3lVR03wOknVK4G3AZcRFxlngLfsZht46+Qc7Vb6pCs9ydXXAN4GX8F4F+D9Poy3Y38Z0KDUfP25wNtQjgDSQ+OzB0nNvT8V7AbI5nkqD0ygCCKDcZaFFXhTKxbAe2ayee9b30auvca700fdZEuZI0L3SDQ7roqCKogjjsFkiDWIjieZdAPmcNV3lnvuMmwluXVhvhBvH8AsbpGUO4C5nsIc7fZ7bzRPHn1GLeNDBgImLl5zlRFIe2WHdnheCLeZH+m+T4KA50WLE+c1104jOMH5BK6uLBQA7zdILMyFwVa4g+No/uLJfQ7wBLYV5Qb32JIKa649z1n2VOvflXar/DB55NrlAiXr6Bi0rY6gz2SMpzvBNZUNMDEleFS2rvFZAm9WPT0LZMRlE0g2qeIw2N9kXRxz7MuC6dBuICRY4fUqDwSOcyQZnJunAEQDWt9vff0FIGQ7YoGFJYIppdeRhMq0fYaCEd2WR3f96i+paAeSgtrOzwHaHP8pRXYtZQBynM5V77drTwLwKc2UVMUAZseYLwvzE82tGyRz7q02d2+TiOD5Au+Xj3UAX4+63WVati3MwkI7fhhHridzqPg8F9l/aU2Bt9f5GNZSb7pcsxmbwVzbbxZmRzZY2b819dRwr3NdtnepR7R1lOOVPWIew7wlGPZQRhgfaWZX1rpzQRalHicc+xHvs8f6I/u9SZJwnbKF7fXNZvsRnRYA9CYxw+udsTdFolDn82nk5zRubmYxiZzVBPB8Agn7AeZ8JOu2ObexVQDXe+SA2LvYtxbmZ2k3hcQYifmTn/2wefHzHzRneBzQpyx4KtUF2uR1222a/IsJn49aHuBuGqpJA+Ny1zsqhzQeS7TosHDOdxlv6+BtZZbAW3O2rtRcN/Qu4/35gHdAWFUCzJME3oDu5Xvh0aKBYi/wDp44dySZYiZJAm/KK2G8lbnuI6veXH9EKdLjaLcmQ5du/yaW8hhDki/T7TWI4e98MDbhPFEjRNs2z7lMjSyn8KVR2R8XqqrKKuis7L37ckdJ0rmoZU71AO9khiOVZN22xpLnzOOVN5uFN77BWvQ2pRUYXkXJj+CbenYmR66ZJdVSxneA7wq8WTtU1Oxw/lufArwf/gzg/YAElko1GW/2UpNsEaZ5pAU4funAGzJEVZrAW9BtMuGCq7mg2xZ+GcP8pgPv7kravf8XfnfNX1wfeMM2V6k5YPvl82fE1Am8exjvuu5HttUxCCmjPxKtxWZsLcYaNDmNSofEronyae7VdIBtgbdlQsl2T7umM4QsfooEl8lX1yXWbd3O7fbxHzDwtq9mSs0nYUiUlS2S4Z5H6jZPNlDgbSCV2TNZpwK6zTZxQcP05Supec8U+Ap4X3NF6HlaN0Pa/nWPuRqb3zDg/cMA3s8j2KnlFUGmdZD35cBb1s9a7oniah7AmxrKiTBXuw7wpodxkZrLtIxQRxd1UIE5E3n/ugDvzvWNACt/Ch6qxXgnjE5JeTDelYEUiIVzcr6w9v0OibkBVrQa8/tuPbbPE3gILKqRW5W2CjhkOgXBsnV+VmX/BNkGysrHNZwyUPLvggt7LVfQskIwGr8HHC0ANur5hFNxcRz2fWTflfOOEsCn2ZG1tbDkyqxgeTRS0uRIttB63PBcloUphiK/FOB9IXFdAt4vCLxNQMhGXMV4XwW8NwCoXIxwQSYpHXf5OsDb618l/xV4ex8q470H8J6EbXz3D/4+jPcqQRzJFVla5onStx2MowQ/BuvuNRGAGiM70mQQU/dZnLgNOgsq599JguwA3zHf2cwJzlKZYn0pCboA3i8DeI+z26+9dZuygqcAbyTgKCXOzawznuaQ9S7AWDqGD2Aj9zmmOYCPPeP3SaxFzZkfTXBw6ljlvSeLscz82j0y/CRuok76IBhvZeYnAOVQwrAmjEePeeqwrfcmKNYcTUM6E0sThfFPFQhlEwBrDdb2UYmkh4GmNKMhS3ZO+lrbITmeTwF/sphnvK+mNGKBCca75RLOgQ0Yb1n4ScdIIFik2tSyy1IIBgXesucyHs5BlWyK/rdQCGh8uITcc2EZxltH9A7wzlrvStP1OxVfXuKUAXtdD4UCMqApRybJRpfhMWqxbUMsNp5kvgoe5ojYotSNTyYV0ixQ03wDCfbS3ERz5ybBOezXPjXQtt16Qe/rUTsfBABFURMSdpJ3rPEariXwTqWNBmnh5i2gUtWk3NskbUkPxDkbXPKzIHwfWfrePg9A+D4+IweMF533baZxGiynCkLWMT5XE7e5eRzS+dxxDIdCIUHchC6i2SO43GbsbQp2HKNPX+JFgHka6pydYsjmIItEIGUDEzcgQWDA52mHZ1L4gJ7RB7u8x8s9jgX2fu4eJmt3uPe0uGPvmqckZ5aLvP/0QfP8x+83+48+BndjHIbBnB4JIRRl3ITPnWwWxx9y4mBylXLn2p991bMe22sYYFuQqOS6sOIBTAvwVj0Z3QFsCeaLClD/5QHvXFeCcWsB7wmB96rtxOiawFy8CLxzr0tQJvCeiATWMoy3vPHBzgsSjw9IVD1FDIChoUnBSBCYxM9Sq7pfZqIhQXyw+swjgbeu7u5l4cAfI6Z4FJjULsnpuHzxVqoMKEkIuX9tj1eSGReAd5spjhEW59EG3mOLd5q5O19H0fNulMDYvnBmDkDE3Jkh6dlJVoYyIfc2xyspaZZ8GG9dpYPxpjSILhSHDz9oTjfuB+MdxloceMyK6uVQ02dfEvBeKq7mM6oQNZsEeM9EIkEWVT8Y137d6cEgwXiXPt5fAe860HO0X5vxTmfx2hr3JUl4gfd+p8bbeK8yWW62Cbz1t3AfGSMBPU3Ziz4T0RWIJLOM9yz7ebLcgm1K0VjTZbz9foq3U4beaStpoivmnew3cfTqH/2XnZCpnb3tzsSMBbqRbD1A521/tNU6+PYl+kJS8+5nt5vbp0Sh+/kpNc/NocrErEsbJTOh1FzGW2lZAm9qvGW8o7dkuporWamGBmE20wO8a7heT6r/vHsZzTZAjRxVl56MN7iqXvWyv3+R13YW557he/0ffr2A95CxVk6nP0Aqedzrn2zrmV+8xvsCKinbuvtESm6HAe+Umgu8bWNVQ6bc6mJmRHDxGox3kZqPdxhv2+soNW/N62CJbWEF0yTjDdMajLcSPmpX3BQzUf7lAe/+cX5thjzT7Z27V1nwTn9uN1PPb8BIEHgbMATrTZAq4K7Orf6+tjZKg54M0AVXVUocLccAEQHsZZitN2X90djH15s8EaCHIRprj8cQdb/WmfMwOLBG07XH1ySYxJRNQE4wrSP5LsFrtEuSweS+uFkbEO3iIj0OE6R5mr93Y1iltGZLR24C6nnknbYTU+pbg5MqNS+LkivV9edH35reZgLzXhUJ4WsC7/YBBOvrvXgN4K1r9/vf+8umMt5LMt5cq016Zo8AItgj4xHAuwTnlXWvZ99mvLvAm800elJniyCD800CuX2A9zRg893f+3tZg4gsU0n5Ie2ddmD8XgI6HClLgN9jM94qH4Ltg+kjyevP09wz6zIdq9bICmB3d1CrMAZmkLVZcy2zJiDV/X5qCmDJxdmHmXwJ+DwGzEDZ4Ho82WxQu3YCoI19hlVG1mcKAy5ZS9tp7SEBPoLZ1GdAw0Z7jAqe1+6sIT+m3+1TgnMSNoLXG3fewQCL5M+ogN/Po04bUHN+AjhnbViXWSegmEZJ9opxbILIOvgl9lj9BmwZtsJe6zXcYA2zbnSCJPjqbeTrjOENJN9hbMNYOrSVHuBcJ379V6KWuADvcyXR9pqyno5rpyu6apCX1LCfwmSEwQ3XUnZ/ir+NjaM6ACzoAG+yw3rjXWT3glTP9TjqxV9FpxOB9zjXWKCTCZEaBSWDlyZq7fW7dy2vkvPu3lhrYH2hsUgB3iQsXtHCaGQU5p0BOEZiJnIu1CSv4Ch/9zZqPAC4qoNTEhznJCYWOJ9ZQJRyWFs67W4fAqDWo63bGvdzGbfwGQJ0g3WlqgbwYfJY5MjWbZ9wDaPPdwYeZVTk2pWu+sqmVVMZZKYpoB4Mx6DWQ8bBLmvHzv5ROI+HOzolBiMcv6Bghs+f434uUN/vZ+t1oObylHsR/ZMZI3u89oDj3qL93Qv8KF6+xJCQchHbo+lRMGbcRcuw2VtIzzEHnL2BAoG16wjgv7tp3TggbhRJPe3FlB1PwzjNkDSetwUsCY2Thw+bjQ9+2uw8pW73FCf9w42Q9OtUaMu+6G/OWIo2bYLtANwpJu201Orsxrkw1LKOGJvCSoF3tLVTVVTk9u4hSud1zOc4LLk4ixrvLuPdHhNh3sQYcx8Kg7YS6OcdceClN0n8L2q8eQ6JlFFVakisJ1dxNqfGfZSx2gbe7brqDNQtYwJ4owxRaj7Bfdjfxgn+8WfR8eAVY2tcp7Rg9D3ZotLobIjlfDnnMc533LaI0a4NEEgHhnC+j7GTPeHzvLq7qWG4cfeJLvIqAWyrpFGk5RYhAu/WdMeQjOtdV/0691KqLuN90JB8pJ3Y7O3fapbuvIu6aCHjd8beNJpe43eN8jIZkCZ4Sqn1tLC04YhjEXhrWrrH+e88/BDg/bPmFVJzVRKmCj4v8A4FRc+G1Yo7IgzJn9tS83lUC7Wd2Ax+U0rnVd52gLcJOIG3BOAA4J091LvvXeObTvlf+czL4qWrpea90dFV8e/Fvw+Xmhcw2b1qfTju+gHILwN4u09mqU+aq5WZFWp+r4FliKrONM5lL5lFLc0eP0Ny13VvDiWdZpjkf2C4kZizB0+yYQi8laALvKNHuOtLKEQM9B3wxI+r3/6vekZPZmv5z+Wp3bz5/QOvs2n1SWu/MPDOY7oIvLu3SVOMNvCuctI28K6M90JxNg/Gm40iGO+o8S5yczayYL07jHd/mN4vHf4KeF89Ya43poa9z0Wp+eXAu8f0K5bXvkXy6gPuPOOqhec13qrz1DpiQv3HbwcB78+Qmv+kU+Odsle/8vnFsOQq4F1qvLvmav013kOAt6BE4E2wXWu809VcmbkPtsZLa7y/mNT8dYF3l7X1+hRkVZbSYLajX3ky1LFuxXVrAXC+FwDnJYYzkRE3A87vs+VYGq75CGac16fzefbs9ss2XsqHO3Jka8dcdoMxx+Gy1IBb2xtKGwLkaCFGAOp7RMskgKN9vGUIBegaqwnkZLGt71ZuLjCfZO3y74JB2fADvtdcyvdNJlGGVZOq42C+zKxP8XrZRv8WdXhFap6D0gvy+YF3BnHtmZD1sRqLvI7UvP0Og4C3Tt1hrvZPMFdr1Xhnj3VmEcDlB33A24TF9jqyMuTGyqwF3sFKB/Duyt0vA97BOPM+muPFCOGebmFkto/segb28a1v/k6oSCKmFXAcYAAF+NzU5I77vHr3dgSCYyRWlgDdGuMdyoTyoTdxerbvrgkcJb+bJEsefHqfnsXP6GFLey4A5A7A8YTjt+xA9dYszOAuwPsAgD4uk4fb7w7u1wbXyszjjjKuXhEEzN25SQ/l1XAOP2ScjERP8TSjOsahWqn20o0l5OR7zdazp8QFgPipheb2W7/VvOKzT6K+E+8CWMxprvErmKIt6nf3eIwRHGpcannEIZ+rud8KQGqTRNApiYMVQLiu/5bLmLiKGm3OVUizRS26cl+XEdn0c4D6PBJZWc1TjlEzQsePUnNrwA1aNAxcXrsZjN6Lx0j9rflnXRoVeHNtZ7leo7Cv50wGTdacV84Te7H7GSHN5v6odFkSeFPjPa581+RlAaZ1DF4E3g6cYcC7jp68VrE6x7ph0k0Vih4ZGsEhObeXsv3tTywjGWvee/eN5hvfeJtAbpwk65Pm8X3cl5/RlUDFg2qoMLRCzcK6sW3ijZu3Cqi6gZR4SfALQLduX6O1MLrjdXpSuH557a3v91xqQjFXuFL6oFmYddsCcE3DKEtikAfTY7/t05CQN8jP95Oxpr3ktq3kKDlwXRNILumhQ3LHeTBm8g8DtREA0Tnj6oQaYXIIAPAT7sFus0Gi54U9lcMVfYOEy34AkymP3bpvxuki4FvXq4MDnO23Zd1RJIyjJpmxrQ+ST1qLzQLOV3jMwdAfPviEko+f0F7sMahvm/fDAV+lCuPChM0hx3rqQXC8EjYpbsjWcymt7o0O6h3O+y/bmIZq1VytvEEE0AGSW67m/cC77jDRylLDNNly2xC11t70DUjDqx7g3ZKaTwbj3QbeBYB1YmvRQpriebzzAO9l+qdPsthpvviCBOHucxlvlB8eSgfx9sa2USluRwbrW5HZBsst6833YSoXP6d6IpIIoRjrGn95zaz9V07rXnaKtP2UzzwF5FrnWlV7bdl0B3kHesy4wRhDr4yDV7RZLMB7UeBNK2BLTWZhvKehGKdQ+qiYcQ0J4M14FQpE0skyGL1RGGOOg70Nujo8+qQ5fvRzgPcD9gpKuqJ14OdgvGNv610L2mA3bmn5uwy8j2hP1VPjzZqv1LwFvPV4qcB7agDwttY+5m/Zbzvy/nIb62d+ceDdja8vJz0yUdT7dRXwbo25WubR9w7X+fGLM94YvnaAt8dUgbeJsFQHOZ6iOwHC8XHczAXd8yR3NS90zZ0DP7onTkFIKTOfNNGtObfeAQLvKHPMsqLwIilrz68EeMcJ5sjsub5X3eDrAm/fNKQuuniygEyGScgyUnPN1XQyhfXm4oW5GhM3nM0B3zHoNTX4CngPHPe/SYz3bzrwfkGQcv/h02KuRr9SAss6P4IF/JKBdyzuBBQ9Nd6vAbxfiz0dMNo+N/DOmCoAcawDheXQWdz3FFBbghLv3wLfLkUTrAMCYZ8T0lgDr9JWzPfqtBULwK4hVun9XRjwkIjbdgpWTvBt7av3KssEMhCvbLs15UoCZbY1uRJQqWo4okZSMzVBuIZhfKwAACAASURBVGDG5GCYvIWMF0mvQUZh41PZk7nZYBlkWwyp+cwT2CrBje9loHgkcJ+ZD1BPtDQQePdyEVdsfZGY7a7fF/O0VwDvVIN2zNUGKXkCeHul2ZyVmu9Qm7uNTPi1gDfMoD1flXwH8AZU1lKN6wJv3brdMIPxDpPDArwBuftPH4X09u677wUj9gpWXWXI/t4mzB7mUnu4fqu4WluBrQEYIvmepuWTbLege5o6aQ3vrPN3P9LgyvFnr+bTg/Pm9tobcd+j/RX38Pmzl80zmN5jAMfoKT26kcHdAugeAew2j7eRbO81Y4wpol2kddTVqrQgADdps4/sN8zIIpMPuDYRJKtsIgrDrwOAtUk2I9cJxsri2u3mmKD7zNpOA3pOfAGgd8y9ePboAQz1AT2W56M92DYgyl6l0wQmK8iHd2DWZTXnOfZXzAlBtEkfnfv1HBglONkiqZdu4/ZYtr/4CIAaF1k+W7MvAbNspf2VfW+yJiElX6VdluP4OcB7CwY15Na83xjvPU9gq6fFOYBvsjDeziP7hNtP/VSTSJ2dAZcm4gXemrAZXAXwrtRRAJP+4LpvzHemSMtxWOBSWMRM2HEfA5ipGDrkX4GIx3GAnHuLtl/zzdd/+73mvfeo4UWf+Pjxo+b+xw/o102rmxPHfhpbeSyqaw5l/knYzBCvLDl2YF3mAbuLJB0WWXcEXPpAqKAQkwm809wxTR1V0LgWBnBybQovG9cUfwfgUtGBumaUIFMTIRlWsiuEpxPhkG73heiBzv3dAoybbBkhkRDSeebZJMewsAo4YoxPc2y+RzNKVwZaRB1w3NZ/b/FYR+3wgiSaiak9kmKHjJVRElvTvHaeuTJJYuEMUHe8B3O+9QoFCXNm+lYzvYjsfHoFlmmmWSGxSHfnZmqHZNw6rcXWP2kWxg7DdX+feX5AgmXrYAvndZJEJK4sN3AdjdZ+Am6TbsJu19E2FqhxabDkMsiWDAm8dc5P5jp56sp4e3+ruVov43194O12k8G/x9VhvFWoITW/LvBWuSHwniUJYnJmisXucHOdJN6nzQ5Sc+QekWgzgR4q0XoukVROmbdjw1aHcd6WLqh4ge22hMHkjInbTCBkfXWUv5S5E2oBW0g6ZwHeJ9TiH6GSOD7ZZR7o+ZB7VH7luL4u8F4QeGOwN4XqZy4Yb0mzNCALg0LGAvU76XdjD3L9C+xBj8JFNdn+xotmD1O+E8zVaOgdwNtyA2v1o60Ur0uFSyk3uUxq/hXwLvfwVwe8M4RLkiRL7CxPwjSS/U8S5JjSMrtnhKv5QKl5G3hXxrvW0rsVVPKoGEoyvpwPGtbaznGFJPEy82yedWsWttu5ZleKKc1zLQ8IwK161FjRLcp40r2C4/5VMN5xxyJj82UC76yxUxoUwDtqvLXxV2pegXc1V3MCKzX/CnhfFm5/BbyvACOv8edLGW9kds8F3o8ew3hnO7G2q/m1gTd1mNHLtKedGBt5bScWNd6DGW93IZmhcDXXHTmk5tdnvBNW9WbTX+PyJDBufb2W1LxficNbGWz6Ff233WA7plU1M20IlutSMB3Kv4PdzppuA40KnrsydBdUwXK2/Qpgz/UWRMkiaXSmvFa3al97AIDz9wK4BNUAOX7W8dn3kYWTEchWZRkA+d6Cb9/b1/jaaD+GvNi2TEcEONbSrsA6HhrME2Csra0V4HIQbaPcQLbWXzYLN2A+6YEcdZ0XGG/PPeW21/oaIDXvfd3lwNuuP8EKFsQ+DHjH71UMAPZ2Ad47BOxEXFcw3v8Oqfm/5xyphe0AbwAljOEw4N0erf1S8wAXPGFac6niCWBwKbu8j1HLJFnvtTeQTyNxPOVeKBM+pOWRbJ5tokLiLxiBCRwHLIXo0my43TTYuG0N5wcoibcu1fp8geHc3ArBM26q3P9TAbMlCNzvbQ2wXmw3O09g93B/HuOmbe9tN4h3I5CcEPjpNs5xK+U99vpxvJGMJCCN/sOMgXDhB6CMKJflfp4py+X95fR1VT4j+D6wHZ7ANFyPkZXzfge4ke/THs6xasnDtCaAJI9OadE1xTnaMuzA/s6MUVl8P1fZub3KjUbGbd/JdZDFt69plIdF8mo0pPSWScju2k7MxIvmbwZPrkl6FSzifWA98/OnT0I2HjJTgx2N5BjvsrbGzDLeswB1uw7YKUDwfnwECODfaG1GL/N5THMmPT9+zvrSMgHq+Dax1QpTclnqjVsChHXUIlkzG7Jmr6s1fZ0a70OSFdQaooYweXEGCF9amWtu31vjnCgBQYpr66+Nl1yXXWrncfkeU8bCvAwTL97HfrDRc5p7NUUQJ7MyRbQ3i5vPPONwERZ8jmsoyNbF+0ypeSgcbI9HHSLnOqvfg91cQiYJGAeoTcp429ta0zTN0wTMES1q1MaaMz7LNQaAM0CPaTN1REuxPZJK28jPNzefwypusBaRPOF4FjgG+6zPyWJz/a3bFoCf8f6HHIftnnaYJ1vMjx36ux9u7ZNs+ASlBwDa2lbG0AQ17uNLtEakS8ARObPNPYocYL2nF9/iPUmWjMHwUw6xSs3zPCUS87uPmvGNT5sbozjsa+LAcZ/rHXBKomAXeTsgX98BP8M68z3GzQnX81hFRcm3dO5q4N9ku72vmhCOhczaGu8sNUmgKfCurvXW8Rdzt1BH+ZTuqnI14/3LA97uVXOsKyvch2kG7yHKkvVHnzU7qCkSeCuBzXMURCuprcaP1UTOcw3QLeBmPsWDealnUvc56YXUs3Yb1pu8JnY4JdF0QpLJ8X5AD2MdnU9IEEaP9DrPXhN4jxXgbY33tK7mEGdKzdWemVD0v859+85bxmNLKYG3pSz7my9QKH1WgPdDEnqWrxDTvBbwdv6nScgXZrw9lzBX85E13oMY7/EoT8j44ivGuxtlxOxifA8C3rajtHPG6wHvfO86nivwluYSqoYfQiQrAd/ct1UMJ9dQb61gdDkHYTvDmms7MRUYYfjJ9+FIr5Gm0nN+F8SJ+9WNf/Bf96HfOify192At1Q/XRqZdXim3hjsgtQ837sO3GsF1S6ErQ2vSizqBykZyT+XdiAh77Qe1cy3wLsw3gJvHsrN09U8peYJvJWaV8bbTLAyLDPDgzbb3lPs2YyV3nT+nN8Vgq3c2XL+feCicy5Dft8eFP2ffr2ff7lg6HqfWZ5V9qprv6ZvnCXH2Prqj31yQDli83r3fdCgp1/3WL5cqXnKEtPyhuCCQNjWLPbxvv/gUfPjH/80ejXLeMeOEkFegpZ6oiGT5G+yggcGQc8/aw7Wn1AXqKu5PgewqdSnTOIIOkUwP0FN3hiyJ03XDFh1K21vntXwOqTmBNTHsEW1j3e4DCs1h33quyN9l/PysValUgPvQSdoue4d6n2ezHK6tZZLpPkSF80r5nWq88jfBStVnifbXf9WXXtlO2OxtT5bJpyMqt/71XEWZ4Gv0rtgtP0s1iuf78P38kvgbAJAYGW9ZNSAF2M1wbMbr0dpjba/t/ZXeae/l43fhPW0Nlc2a4cgUlmun2MguXZjjUDDwH07ZMs61G4T1KrsGef5W9zHBcD5kjW3Mt7pPNQzUzpurte57EPW9M41t6YpNqsBUnOo3hHo5qiR9H3iiWWGt+5bMN7K/1UvMbb3YZB15u4H3mGAYk91Xc1hFt//3r9r/ub9fx8y5iVq2+2PnYw3CQ0dvfMmp7ka33ZqvB0INRHgRqmigesogDUtE+VIBpriM8bNS2TZyjhVKyyvreY9h1Wz5/QJx8tNiLmli/ccTPcs9eb2Mt6XDUKT/orj1ZjNmu8REy/8bUzWz7ZyvCdoBdk20ltqngXeAim9AVYw5VmcBFwdcG32XzUff/Rx8+O//dvmBQyywMWTOkIOPkswp4JCNsD67mlbTeljYI9eAW3UwHoBdNo2+PaQEzQ4KXS/54rl2hBMFmUUzn9ra21dF/fOYJd51AH0uvnDimuIplLAgNHLFXux9Y4kothvZ+k5bW9vA+JkzWJlyz7gmhgCFj02QXuwlMX1Xw8DW4F6E9Y1zOMey9z65bWbZ18XINgeXRMcGXRZEKXqst0HggCSBoKHUL/RKmYSvwujo+xfXdaMzMLlehDDpZT2GDS1Zk3/Pl+LgBLXJDCzzOQcEKLU/BQ5/wHmdEc8RqlFnl2YaJZvLjE+cMol9jig1GD9+Q5rN3HHGf1irTH0Xlizyj094hxOAbiuw9boR0AX80QPCpIuAHABibLgSARxm04OkLu7bnHNfM0U69c8Y2MOAL6gPJ9rHmDcOAiWWld0TdpUd4yRLHH/GEG+PwILruRYAG67tlM2ChlFyyq2YZVfvnwOG74ZKgZ7LQuOZF5tHTZJcDrGOOckg8m27dOJycgj5hd5hKdPXzTPSKRsMJ8OAWdjsJnjJrpQdNgpYO9ogppxEirjsOHUe89gNDaH2dqifd25xov7SPO3njTzJADmSG3p1zPOXBhxTeDvJjBdV11PBd/PSURukqzaAAweorhQERQ3Vgdpz9tEqssSW4LAWxBqe0b3WseW8vQO4x3txHwk8K7e+DUK9DWXAe8YZDEPfV4yiF4fFobo4z210sd4Ox07fhy5nwVbrqSZ37uOWHawQgIjGO+tjWYD4L2NoVQDEJ6swb8nHGoWEwuec5HUh7RewC3wJjnH/TdWmLKvuMn6DljXmyRjhxqfxbgPYzWvB0kipOYy3rsogBJ8V8l5UWv1BGbuCTm7vL5R403iZXQ+a7znYbyZtDDeGJLBeE9hrKYp8gSMt58fzutefe7ZCTfJJLit8lQRBfCG8d5/8inA+8Om2XgAmYA3hsC73MssVy0zuiYEYk/IG9SLU8rPnZAzDef8qi2y8vmusXwC5+I6M4dnxuIKpTKolGzBqBpqGnwSxmo+qtRc7wMxiUkFk5Ulse/60pGTh1lgH3wz4ecxdHwLcj3r+SplDQP+Un7VlYrn2Lo8er5Yctx95ziavnvceyz+/fWj8yybiZ0lgLdrfBqAUnpCPBbAm7UpmO/KeBMnHWKotk6y3JIe12Hj48R3zp/YhDqxcI2Jc/8re6VROp+r78oi+9AN4os1FGvLrKPz1uWzfnjPjEXGWZjN05kcDRAe/2YPgIvAu/8e5c5cHm6EvTdl4M3rC8oyvGndjHKhM8bpH9DDhkNvjfeFwdCpFUhzNfUmMke20EjgXRhvAk+b1wvEQ2o+FHibTc76J4ON1/kaxgxnTUJEo/F2g1iey35/1d+ud4zXuH9D3mjY8V7vcyNWuv5XWYDrC9ry4eFv0r221/+gq5/55QNvM5lpnGY97h4AQeD9GcD7JwDv9QK822M+arQ6F8f2RjAJymm2nlPL9VlzuPEEZaO9c2W8yaQCvKdwZJzkMQ7wtkVQ1POFBLuvjzebtcFsmKsJvGGmzu03bGsyE1uAbsHK5eOhF9T1X+XLFusY5x2Xyavvz4VnOAzKLzsAn19EMFWC9LqfdhJ4Aouiwql/q2y2snH74mbrmFKrXeTfYcDG9/5eRtLnCtarq3luEKwlBLOuR24yvq/1hYcEBLGI8zelujo2TwOwZQoNemdsMyZo0kyN1xg4piHkVIAR75v1y35etjMbQ479MiSbmlRp0KUpm8BPYDdtLZntlVjTsiyr93r8XQHvUxDvaPjs9I8lA69WfVjdBIvUXOC9S8LhFcF2u8bbWtSU0cryHdHDG8b7/e/GpirjbQC+HcA7ZdVaSfUC7xwswQgrwYzkia2eMtnlffK9DIqCfRCwMhYE3ofIXGWkF8l+B9Binhxajx3Sac8x1RLz/H2Oxxk46hApOmFp9OmeRgZuXbTfw72ZFg/AoWrC+6WMe0qDPo5hjOtm3e8Cc3duFAA+stCsIkUdZx4/xXTr33zve80HH33Y7KvA0PEXsGMSwB696UvMERGQWuZwyjmcmnjiV6aewk89wHWef7SwMURwrPg3/yfAs/d0MabK2L/Ibm0PF0GW60ICxegAEEAif47rE9fVcTsVyadg5fkMgxPnYoDwSAyVIJY5oyLkWHTGl0kkpfcG/FvUkVem2dc6Z6ydl8G2ldY4Y3+R6xdGbSQhBawGW7u6sXO0tibS7Mh6dkvS0mCt7M1leS2xWIyXuJmlnrGaUfaGBrnmdVpZxTWQ8ZYVPeJ7ZOaAkMP9reiDTuTPvaab1t2l5vabN5q33rlHoHjafPi3tIR7Sg01YFNH6WrwJpixB6y1syZJ7GVuIBfxFSB+ZBwPgNlX9AoGsDNOTvaRaW8C1rf5fPYUlQ2OZ5bvcIKfRXmwYCJDnwjWngWkybbrcn3RDV5FzjRzTbMuDeuUnctcj8Mya7QFCovxoVLi0JaBONPrT2AdusaCqjDOQa5T9IifJ/G0SHJqlmShJQECORn1U9q+HZ5NECTTno/78gLfhMe48u9SR67Dt+76Ps5GUEiQjNgHfI9N0Xps+XbUy86j+lniXJbZ6+Z36F8PuJo5ZJ3ExG5qkrWV48/67EyyOo52SVBtcnzPmLsPt6g3BxRuo7ywHvgsxr5SUVlUH7p5kyANyTxmiIyzEz03HOfBfCJvFXiz7vhvuKSb1iqJxwBe1wHesVaUAjKBt/cVRr8C7ynM1SZLjXd2RKnrZAHe8cusVnYfmpfxBnhr9nQE8N58dB+X+EcMuQTe2fM8ZlTWbtv3nvN0n1JCrrTcZIP/jnCvTMBMcx8mwg/B1GUmE2KtLHMl91bmeyScVQAw5nmo7tjhGu/xOOLzT7lWYUoXHUL6FCVRpuG6VGq8NVcDeM8IvO++27zC/2HSloIoZmZIME1bB10Y7zCJ9Xrztsdxj1i7oxUhLv2USBwIvJ8m8B7BXE3gPeK8EXiLWQJ4ezLl2vYp5/rjwBpbZFyWxGB8V/BN91/9I/RlyRrv6mo+S726JUB2X6jAW8Z7MlzNfb5KFBUXAO/CeHeAd0Cci9gp45l+14Lc3+pXJN0v/eqN3S4F3rHkD8dHV4H2CwZ1VxxZ/XPsRVEwfRF4y3THowd4o7wg4XrEutJ1NW8D75x/fnWMD0usWEkbTzMxjESOScxJEpczeG0Avtl3Vuy4wX2zxlsVkkRu7KMCbhVujEfH568MeMfZ5Qgt1zH/vfwmXR94x3u56VkfxkRWKqe8PF3NVwhmWLCReSjVFHhPh7N5P+P9FfDunwNfAe9rrgrXeFpXap4bzQXgvbXbfNoPvFumYJ8beMN4j8Ogpas5wU+4tPYBbxcJg/KOuVqX8b4u8M4M/DUuxJCnDALeHdB8RYa0HQynPDyTBBnU5+LavznWzLFbTm0NJrPdASJRV50sdgQLvF/0peVnHS5PlIeb5COItT7c38tOJxAn0BBkqsIpRkcye9a9yqoqrzUwMLhXphRLu4Cd7z3OYCE70nh3OrGU9Z4HUcNtCLgnKIdFrInMGepkDUCskzWZI7ibw5Bqms9Kt07PtAVy+cm18tpfLXXJoNfUwLMy3nF+BHSrd98AFLH9IFUNOW5J4pTtrGxL+Y4BehxGqjlkCjFkuhbw/oGM919HEKz09nWAdwZhBXhb78q112nci2kw5O0xwDJoXMesSJCtMdQiAF9Qdgrwtrba+saIyw3meD/baM1hqnbOpnwMK3ZCoCdDOwcQ0RV9lE0aeGQnYr6X7SBZBvgxcRKODgDmGySPl5GtT1FrOnk82iwDQgTg0wDxMcDQBLLe7/7g/ebffhe2XyYUBvOYADiy7V7PkIunwkOA4SOcnw1iAkg4rpL16W7NGYSFCZXPEXiWnqSZvxCYh1VXMs9lWJkI8YNlXmIO1VRYXFuDJgAbYziYbP4no+P715KNasIkU37APFFi7+fJ5tkzXCmsJoL2Uw7AobqA91RmbeLCVkbO3wX2+TAnLEzxPsB7GyDifJ8nCWkgPEnPcut3hwHvOh9j3sejlTS/sMZx3gbx/r4Abx2vA3ijxjhF6m47tiPYP2REjIFXzW/9ztvNH33n7zXf/pM/5Ni2m3/1L/414PsBLcS4bmRqJDuc/jK3xxhVHZsE9ZopDQdBRZg9But7c6p582trzcpt1Eywli8pRfjkp0+azcd7GPABnsUWMLvWzJsoDJm6vc9laRhzswSRcwAaHbEXfSiDBWjpmq60fwoH5glYWBMaAca5zkrTvaE1Eati62APg0DA91Oc7DcBt1uUJoyRCJomETS/SjuwFcY8a5X14CMA+pNo2WNP+IbkIgZ/eBE8osxqHYWP7dBG+Dz76R4ivT84tc7aDg2AeOrzTWgtcBwrjO1Fas6nAe5TOxvNDLXF05ywCSxLHASjGoW57goKD7kGGwDwhySqn/N4KTglEXTgmh6A0Jp4gY+su90MYNu55gK6MO6KdVyA7ZySYWOMCryjHCtBeSo6HexFURYu8vXRx0LEOPJ3MXBibr6iX/CY/cthvKdu4AEAy6/q4DrAe4H7aA2qwFup+daTB83uyydM3azxTvWoc9Hrooma3TS8ryocAN5F9RB13RyHPghTEFheC/6Y52VpUiSrY7WOeey2ED4pjLOo5w7/hgPu6wasN272R6g5lJtHf3td4JNwqPuxjHcbeB+ScNHVfObme80cwHsEsDrGejnL+U1rbMUalzXe6XuTjDfJkXKPLMU60FmfMpgDpOYHSs0fF+B9ovJlEPAuwPNLAN56UFRX8znORcPTr4D3taOO7hNjD8lkb5vxltzQH0Smu1dq/vmAd2xnNWasn15iMVVkk6wRi8R5q+w7qzDgrpuzKrrYzx2bKskmBN7ubeURo+uC1LzvGtRsTndiXSM4u4LxzqgqZlvr065ivl8PeJtJcQHVOt9s3Rwb8GK4mMJ8M/jndDZn8oak01o7JSsdqbmGa1VqLuNdD/h6A+QrxnvwdfqK8e5el2sB7/sw3j8pjHfU/xaZdEinW2PSAPq6jLdSc4D32JXAm0CPQEJgUaXm1o1GL8JrMN5XZ1Uvn0tt4F2Bc/zOjT3ATCv47XurfoFK5uG7X76f1zLqtgOUuxL63pmx7kjEixog2vHIFBXGPJm5YqxGIDYDg+P1V+7kvwJwwbuBnl/WmPqaypr7O92H0xAERki3bO7vNiyM4GUewyqlkW4iAq8Tg2XeT/bJemPfS/ChlNfkoUyfDLiMqYZtmRxAckowq3PwGcHMKu2slKgrbau9Ur8Y8O5VMfXfzQq8R4vUXOB9LvC+8wbjig3T2mLvy2XA2zeNJyk1xyAHk6A9wNYrrt2f/FnX1byf8X4fxvuHf5PAe4Hgc5xrEhJ124l1pOalj7dvX7a0MF0T+BbA32W8cV6Oe5FydhktwdQGTt22qZnWUAq20ASJwPuY3ynFjnGmtJtX+Jw5wTkAJyTu0o4CHsbONLLJUY7xFdI0zZsEzcp9ZbyjVSDXSvZtgXu+hvR8iZpZLOOa+UPuMe3LXvEYRf67gJJLA72HMPHf++H7zc8/pmctxzEuK1SSOJGQFqoJuK1rFgiralVS7JlFkqeEsD4npI1cOpNHUcKRLF9MxZg7SG/1UokppHuvMJCxb60wiQvraE1KqR6L+VZuaWXK4rUmxyPhlI7T/k2mOJ9jsssker5SoCnoMyllQiTMD5XYOj95vmxtKFDsLy4DTqIipPUCAZIhezpy48ztHJlGqjxHQl4m6lUBE71S8+7YqGxeLXcbnoRO5r4sVMnsCTA0WLNVGAmkQ4DoEQ9B2wjy8Hd++83mn/7z/7T5Z//8PwOwbjT/8//0vzU/fv8X1M3zPpiSBe8qEGM8O66OdOg2CeG5R3KD+T552vz2t95pvvNP/7C5+dYSIGev+fiDh80P/92Hzf0PnjenuwBJYyFvVJASaXIV173gDAGf56eMtwLvafvVsm7MEVzaY32OvcN1KBk5W5d5X1X0wAqbKAKoc4dYj86b3X3quJmvTwHDL5m7G4CvM853fpkk4OoCpS9IbUkICrpHGX9TjF0l7bsApV3A+zpz9jHJLdvO7R/rUq3LurJ3kiu0FZuk5MLe3/OwTYuA90XM3yaZk3Ncw1nY1SkSHcp0LW3QVM5YTzf8uG6c9iH72wZJkHXkpxvbG80LASreBHt6AcSanS2zsi866yr31X7nmnZZP5yu5jLemojp4u2cd24keK7AW3VGfKAJbpO/zo0SzPeum3FzAryqRnnFdRkBeE/jaD59DeCdaaFkvGXilmW8ebMjzm372cNmh/aHI8wBq9ZqIsw+3ROw+RMkQCYCdKfEPIB3PFA4ALpVTWlW6N+iLlzprQMnroNGbc56ztHfs6dZ5nkeLuYAbD5TqfnuLsCbsoQTTM3OUHuY2HeeOpYTu5vYuwi8xwDe0wDvmTvvwH4v4WwOs4i0dxqp+ZQlBaH8SLl5AH+SuipeTI6YuDmU8UZFdoBi6uDZA4D3R83oBu3EAniT+FPllIFFiRQGAe/B7HIce5nvAxlv3zb8VJwv+BIs3ohuCvOs47Y0tsbbhIbrVq3x/tUz3r1JoV9Hxtvhkma3FXgzDxlLtqBMxtt1sl3jPQh461NCTBDBpDfyIuPdBt45V9038zvjhWC+LR9knVwkFltRdo7aRCXRvKUQtqZWscjzxwN4l3dZ++P/5kLOtrMYlEA0f/bAkia/+isD4+5Xys18j67zfLcmov28Ye8dgbLH0wPWu8/OuhonQWkRYQAQGWe2ARZ1B7nAuzLe0VKMCzVhP0iBt7UVpV5Ep0QzwQbOKTW/ELpfegmGAe/6otG25faAd7qMWf5irLMD9Xp38Op7fP1n1KAlxlAwHjk4YqwPy+NcKTWvL+xN3nR0T9c/vCuf+YWl5gNOsqp9sj7KSdwnNZfxvv8QqfnfIjXfiPFYZTlBLMVtLOZUlwFvmaBS4z1VarxlvHuBd9ZA1y/LM9xEDFYPYQHs453mapo3JfCudbn5mos3sTvPr7y8A5/QAd5lY+tngONTh8jRLwDvCFq7a4eAwYA4JN+lNZggK8BzARG+vz+7BmStZgHeUXOcYL2arPlca+Sizm86pgAAIABJREFUnpbXG5gGWDeQqJ8tcIZ9cbT6GdYK+yYCbBdH24YZdOsybI22snL/Ngv4ymOHveF99+13zDFHmzEvskAS0OZ77lNqYE2zgN4sv22ofI8AfgTO1sbOkJmV2U6msnct6O/veSkBfiG52nsbe4E3pm/IUF8R/K7cAnhrJ17cxc+oTXUsdV0x2uOw5EOURpNkkPHeAzSF1PzP/vPmvW98i6A6a9bbUvMfUOP94x99P1iVhcKARo03G3EAb28Cp36hj3cAbzfTfIQTPsGbJmnKSCcBxoLv2Ox1TLYdkskPNthZPifNr2B4GAf+XcBnLGe5h+yzioMxxoAO3CMW5up4as2tdbX8nZtPciLl37bqsxPHCMdwROBoa65JJv0N5vAbt+80bxHAzR7gonqiLBYpLaBELGVQb3L5gPn6l9/7981fff+vsVyTS08ptkyAYFwWTkDhGJIpNtlj0KJaQ+mpUmN3aIWz7hmyhiEtVTLub7l+MmRnBLkqP2JNUqod+24mpgTF0WKPa6KBl3MplB8lFgiY4fwzkRVvIPBOqWSYwcV9yIA6A/0E39FT2SHEvUkA43ElaA9w79P5nJC0a2wYShX7jyN7VaptkspxwPFPaf5F4Ot7uu519qYyN+ru0t13yx4WR9Ubw/SqaFy4Um4fzJ69nm2v5OezpmoKN2rSicfqnYXmt3//3eYPv/27Mb+/+5c/aD776CnKCd4iSo+zXMUzlUmsibyoy7UXvImQyfPm73/nd5t/9F98u7nz7mrUWv/0bz5q/vovftp8+tOnzemOSSdlq7WOOAd7TeDGXTVxxHUatS0OoNpSlwnGgoHlDGNnXjm6PWwJKhfmfWiehjLD0giSYSaKBM/TtNWzB7Qy5mOUGjJQLyiB+fT+J83D54+aXVjPUWrRVegsIkFfxvAxAAhzaNTXMvYoCgFsn8CYIz+npODFSySiG5qiqWIE5KNSsGxq5uYdQDz9v6dIopCkmMDlfobHkrJzPgezBadbrPUqIBYB6SnrVVLtWEHRwr3ZQ2q+ztqi0/oG/5owMHA/Y50yskwBOdefwRWdf2OTkdnVf0Cgrlt99q3OuZBJjCrbCaMmE+a2EnNuBAte18wC9AKAJmC3xvvMunqY/RlAt48JGG/d5tuMd3hkGAkUqbmoIKTmAbxpJ8b7HaE62HnGdV9/jnLmKBi4TC4a46JoQNIu+Pb7SDJUuTmJCv0SJkjSj7PmTsjAW17QCRQY/5q3ln1I473Q1rgGhMrDRHQmvFSa6AWwj8u8xpPRqx4VSLTt7ADvBDOV8bbG+0jGG6n59M13m+nbbzdjxO0JvG0nxjiwhpaxGfGB85cxbt7ZsSzrba2vwHsPmfGh/gFPHwbwHtt4xNiwj7NrYQLuSJS0w8kA4u3T7YVKnR7a7vPxtIpB8n1yPSirBNe6B3hT6z0DGRhtPi0fY05dB3ibZKzrTEjNCytf9+rPJzVvx28DYrkhmCsHXj3P3v2/O0SGw8u8ZFf8ffDbxm9rl5kE3CbAfFTgLeONyWmnxnsY8CYh2f6MEtf5qxqbd9f+nKdt4B3JYH6rf4Yge4a1ZQnWO+q++dd5OGNiiPM0xo8OEo7xm5cAby9JG+jGx17nOg0IyjqbUutCV7B8ybUtfyoM1ecA3i5IZulmCHo0NQjgbY23/VGjtkJnRMA3wavGaj4E3gLxXuDdPsqr2J6ykA45sf+ogbdjqGR7HYBDy03+gwLeF5MdXeBdgv2BwBtX86jxXu8D3rJUMTszAPgSgHfUeyrJUzaLJA/Ki0V+GPC+eH5X1XBfNee70upkuN1UozdtgGMlftVc4+I7XblGOe4IGAQHLtYBsEvWXKbaLxNuARgMQqLO1etBEK1cPBZ4GDWApMcpuDVIdX/yNQGw/YwANZqjZN13gG2+sj2V6wzyRYMswTobrwy29UB6T8gw2pJFJtLAIo3fVDYQKAIEPSaPeQ82SKmasl5No5bpgetzBJo6E8/C+AmodKdfvfdmsEOaA0UdbRt4xwbaAr2Orot7cPdifw7gbU3o8q27ERgpg088pbS7Dby7H5FSc+upNQ5ELqjUvADv71TgPVmAN+df+3h/H+D9kx+9H/fYWsdsJ+YY1gFc4M3Jcp0vtBOrwNvNlGMyU61Tj8Y89gGeRNI4aeDM35SSa9J0HKZ4Au+5AEUhsQwmx6Dd8oKUCOsYraxw3PZwGpkJ4K1N1F26AG/7HkfNdUkKLJCAGbW/O8d9TPDo6FFmvoYxz3s37zY3cZqeBYSMa470ijrZXUA1rN8Sr7tN3/Bdxsn/85d/0fzVD74bLurLqyu0cYLdg33UHdyxcSgIlf3VB4AxqRGRQPbO3XtRG7lHOYOJayWo4SPgMWrYyDGqrginZ8FxCVoFsMq/UwKeXQQc35HQCG8BvRSqYsXb4P01gEx445cg0GAqkluBTlxfcuz71QlzY5LlQI3w1nryzpgtybEcZgGCAwjL6Ps6g3TrJlWlcE2jjVYpRYmylFLHKhhvf/XOkEwadL4632byQEASXQoEII4J5rMJpDOYYAF4JDDIAk3MkGRZBcgu417P9drdAshRn31CYuUMpjdkz6V+NQwebXXIq1XQaBx4ojpg/LR549215lt//I3m7a+/EbXWf/vjj5qf/w09wR9iusdtHbUOPy9l4Is6v+rxu7ZpSOVfTQQJBoyBWOWYMwSNvG6CG6950CKs+PIyMRXg2TprS17mSN44pmZk8DBFszZaubagbo9xta78HNb1Y/puv9jCKJEEhImDGzdXmxUM2JaoAZ80USYA12jSdouMjW28Kp4930C6Tj/q51uAOMsnGJMzC0iw30g2eOEWbubIj3XWx+RtAVn13O469d+sLaE6gHl1/HL8rs+zMKbhus7cDdUA4OuQubvDXN9grRTwv0Tq7mObVmeUoOOS7rzVbMwx71WiVALptsZ9OnZrgOi8d27ohVD3oQxlkvEeKcC704arXPycPr5pjnHLHs40sZshubD2ZgDv8QWk5lzLHGapvXD9zOFdwXsF3twf7gfpOIA3Mm/MpPaocR5lHHoPTWg5pye5T1MAavcKQXZIy2W8Zbb53vVpnPupZ4D13e6LOdd9WAqhdwDMNgkK+7EHd+yeGlJzpfeyjyRe2ZsOANyC7yPKLWzppzrABJhiloAFLstlHak13ke0ohuZo42cwPvWW80Y5TYd4E2Nd3S/01wt6s1NilvjLfhO4O3aaTcRP/9Qxvv5w+bskYx3Am8Zbxwn4xpGe7X212sA77x7+foqv+9gp9IT2j7e+kstBQ6R8U7gbdelzwO8axldncv1s1+/xvtyvHI5411J1d5LV3/6smq8YwYE450tYsNczZIipealndilwBslTXTmiBRf6763gHfHxyP2gPJwvzIu8Te+rBBnJeUUZV3Or3nWmGXWsWg55tpo6RjxmuZr0S3h1p/8t5dC6Usv3LBsxZCgrOe9ysQdfLv6f3s18I66KheswnjHTC4bswYRM+rvGfC2G1mwjQjZJoG3C++UtSJKp0JqjlyNTecr4H29O3OdZ/Uw3o7VXwrwHvTJSiivzgwFVr3OgZfnfGHGe8Bn1dRNZtWG1HjfB3grNcc4qd3HO0Fn2alcNFrA+5B6tXA1L+ZqUYfWZ64WruZVah5y6ouMdwXeRwQiMt7hai5zUxjvXnO1Lw9414xqBMMC706dteNo8F28CnhHLSnvV+utQzpe5H/+Lj6rAG/BQn7JwpU1priVK91WwijYqi7oJ2RefT9rt6MGvJix1ZZjPi9MH1mn5gBrfpaAW1MbAfqZcnVl6jwv2MBY20eintvP0VhKsCeruICph/1pDcBltG0nJoD3fbZRTAh+NFPTeXiHusnV2xgSkYBUei7wjuxtmS7+c60a76G13b3JyColTqk59XWMI52jlwTeqgt9+lXAO/e1TLYAvPeVmgu8CQAr8J6A6bIlXrqa60tw2Pzge39FwkrgfRp9jWWbXxd4a4YSjDdBu8dujXC4lYbJjf1hj5ot6kLtDW0CZUbgXUBmGGrZMsfklQG7rKfuqQAJ62J1TdZMTaWCjubKzTUNs76bEVOAtyZZ1gAKxmCtAC7jOizbnkxVBMziO+xndxbXqGUlcD7nftLm6eQQxo3PnbemnMDb3u4/+fnPmp/+4mfBpj97+aJ5gqurbvc+Z5MEjSZnAqclglrbQ1mne+PWHQITAlbG3aRsN+A0EkywTPuag9kGjIBX7wCVGKcHusdiaCUIY8x5cw1+BV4G+fbVDTY17hMMVWiesy5bV+WoF42fBRMJ7oPpDvow15cYn3W8RhLeS2xyI9lwX+96F0A+pmyN6BMgF268sLy+lR0aigd1SK51aU7jnEgcyLL3KcQ6K11nHnT3mxjzAuT410M3oVCMpgA8tkhzHEORhsu448R1FF8rxoaJABIDIds14YMaR7kuc3dERlvcFtdUuXnK8GWaLUXJmmXm/vxE887X7zVrd1a4p/vNJx89aDaf7AL0OQ7GRpi0xXImo2qSp6z7vnlJcEWCj+9VOKjcERiHMi1Ye6lEjpnjVoClOdsi7OMyweUKa9Ey9daLfG+N+AyvnQLIeXy6j1ssISO6y/k/RQ7+4MkTHo+adZhwwess7OzCGkHqnZvN4u0bgCuANaymUmc9IZSeb23uNU8ePsX9fB2g62RAAo0MeXLt7WbixlvMo6VmwS4CMLuTjz5t5ujscZcDnQ6Du0wAhaLD5AG/N1m6APhW5qsc3Tn5inF5IABnzXqGqelnDx40D58+b3aYf2G8ZoeJSHTaOlL1ge2yMDXFQMzknNcpLmdhP2PgFoCQFsfJeHsMUSbhdS+LcAK2fMiqy3g3U5gA33yzmQV8j1njzTUNRUyl3S4D3gT+k5QzKDXfpYf3HozvmN4HKkH0iVBirlFeGOZxr0NinmZq6WReGG/O1/XJ/S7d3lWf2paQcVjquMO/hIxhxFa2aINZP+P62ILUfWuf9WIf0zv70KdPQSoEjgVNoQoq5qYoaOIScF6nrAvHAO/ReVoqKjW/+RYt5mC8re+W8Q7g7V6bfegjGRGJToF3JuhPAGGWpJiUlvE+QnJ/BuOtuRq9GDlYFQrZw7tuhp2ESZ9sr4tfWsx2vCzXgO7rPIHu77NNp92VUIt0gPcKwHv5tYF3nGNNTsQa2Bvvfn7Ge3hE3H/ePeGsa+QlIfffNfA+sY1mBd521hjGeF8XeGfGuJxy6vKyIVhsD52vxBTZnchBKLttB4lZ9vYV1day3xpWWiblPnNd4B3gvueKl4E66KJfiHzzSb03wU3xcuY4P66+tmSqh9zlAASRyS5mLiEn9QK4wFHszskvrK4V4I2pilLzwnhHjXcHeMtE+bOTurYT6z3zFB8N/opntrLk3Ve2vmMHvAz4/YckNc/zNApJoFivT80hVfh48Wr2grlhYLl/+NUM8NAbNGgc9z25/95cuXhc9mFD/tYLvEs7MWaym5Cu5i9Cap7A+6WMt6ndusB3YtG8espSzTjbwuhw81m4mgfwjnZizIEB7cRGdTXvtBPLYLN+JcuTUnNlkafUR50B6sxeB4ujHLTckBTKXxzNvyzGuw2822ZjMaoGAe+MuDsBej2nOqfqvTSACJfxCJIzAA3Gx9/x5d/9WWDt36vUXECtlNtAoZ2wEGRX90v/LhjTOMrXyWD7OQYg0YOdgEtm3B7HHu4BslNlo8qUZLplxGVjBHJR2y2Dzr8GEDoNB3PIfRBwez62KQv3TBKH1oD7/m72EwRXHpc1iVMcwxxgK1zNDeGL1Lw9toe7mrdm2dCsxsU1MXNDaWzVBt5eYvOiuRZkfd2g9TD2nETeMISwrwBvHalHAAXf+cf/rHnvm98CVGMWZ7sfztmAUuD9/vf/qvkRNc4CmwX6CV8E3rzxBak50CCCxmRZZbU7wFvVR/S/zf6c9lu2tdM2pQHHzDEDd/eXyLyHf4DgrwLv3I+igVfIu9O4SJZtwqQv93mCzXmC9+BV0ePb+SwomgI4C2RNspzAZI+wLkxx3wRkxxiO3aKf9btvvNXcxpl7HnZsiTrNMQLXE8CyY1C39bXbBK1I4X/8wc+aH37w0+bBsyfNE8D3PFI4686fP3tG/ftWBNVrmI/KQtoDd4ba53A09lrYExl0aCnF0hyt6QA0e7hBC1TmkQlryrW3sRP197N2DyFhcATIVOIpA2p7MUsn9jhmP2c+XNzpX4+W2uTSmC2qAGbODxncCd43ZrGBZWGyQrrOfU7ZdQJyky0pNfd6JfT2WnXq2Xy9cUAoDwyuE3yGcSTzR3bXWl1rd8UxUeyT/+e5vcFWHFCMxZRqdLf4VOPEa7xWBVBlqxuPJd2bZbtjPSAotHwhjO5cS30O03WUJIYH5/E7b1WfqJwQnKg3T58Z304AqZIGFjr6bXNvCDaVn5srmCQxMk0br2wnCAuLNDuMDOO6OO7LdYprFgtdjMtIhsely3XN8gXXMKXFwkBBaySgVQ1EGQXHxX7gnFgECAX4RjZ+AwPBZQwNrXcMmaUt3eaox5YBR9L8Chdz+8q/ZMw9xnztwf3Pmk8//QgnfoArzOMirdVuv3MX+TgsEYz6OOvVKON6hLH4iqzB82frzWefPgSw0xZOlTDAdHLlXjN6481mcgnQbhkV+9X5g8+aSWTF92BWV5ivUzL3nMvxIXOn9HM3gTbPsct+z3CsmhyaSBIcnzGedlhXHwG6P7p/v3n87EX0HZeJntQMkRhR4G2rLIF3+DqwzgXwjsHQWg/DT6EYe+pSHe26ynWv97XsW3mNsy74tADvaYE3Dx3O3bOHA29HiO+P/wPnJOOWwJv6aurs91EZjDN+LB0wKTKBbD1AtxJy/g2muzLegu4A3wB0kw0meUIFythwbeT8JmOc8D1Dx/1yPLoTcH34Xe1h76xyrqkKsM+718h1ZJfSI9eEbdZWk0QqbQIk4ep/wniN+en9ol/7K6Tm4zfeCeZ/CrWPLRgTeOu67vLvvEvg7fyxZMqkn+vkCe93yLpzQIL6CHO1o+cPmtMnn8B4P4aZT3O1UYF3WW/ca+pe1N0b+/FL78811um+R0RlJV4TmGZSb8Ia79pODAJwEPButxOTEHR+DWwnFmOkF3jnEKrzO9eLQV99+YRYzwbFcF3sVff//mi7nOIl0rgrY+fPKzWPtTbX3cp4W9Pfy3g7nrKdmKq1dDXH00HPiQq8TYgXjJlrvDg795RMnvqLen1qtJt7w+DTFqcq6csyDBVzKudmLHdGOTKjUaP7fz/w7gy6cscyg5IfkhtS91YOCpYG3+oCiuvgzsNOycqwwRF/aw+s4RAtbm4xRkgAHim0CFZHlJqzaFvfuLB6s5khY7bI5A3Gm81hWqmfUvOOq7muqb3AOzfR7ldK3oYfe7teNu5leWrWV5foju/6n1c/4csD3n7CRXZy6E3o+8NlxzXoPfrJ55RHX/41LKVxYWkogVGtcbrqfV/n78OWodd5j6ue2wXeOa9CpNUC3s+3d5vPBN4/yj7euiPmotoFBjE/AgALDO0hjPNzi/GOPt4GnAJvgp+p+dXs401wMloY79qHswaPMTPDOakAbzbIEwIZa7wDeDu/IsjN5w1dsj/vglouXH+Nd10Qq7wq5lU/8I7Y0o0zj6v95esqu1BrdyJIL4trvm+CpLjGJRA14Pc52d9YJohgIJyYc1FOEzXY7ZB/5uuC6ZO9Dnm4klANbMYDFLtZGtCG3DxAuGxg9gEXoAuwKvB2WZMlDNDB2lEBuuuWwYsHOglg20ZW6hiYA2QKTAXeUxjiKPXU1dz2Nys3bwaLZXudiFbYbtJVoHxFnDBoRe+uV5eN6U4LpdaTKvthzbNMRzDe1GRC2HWAd2SIW5tKzxqTWtgci4y/XeovA3izeSXj/QfIICvwTjZapkXg/cP3vx+AIc3V7OPdlprn+4bJWciTc13S9TnmYRt4cw8r4x29OQMckXgBeOzAeGuupkxwDsApU5zA2+BZRjNN+dKcL1u8qNrQ7FO2e4JxMI7MfNI2ciYI+F4Za7BOBMGan6nUMhG2T0/2MyTIe1wDQfkR42ISkKCj6hr3+h6Ga79/7x16GHNfQSSOR44gxtSiSWaMln780c+b/+vf/kXzIa2Fzg2iCab3qVOXhQ3nZ5NDfG+wOmpSGgCtFHLU1lQhSyW5QWJji+D1EJOyCY5Xl3xZzT2u7/7OLq7VlnHRyg6FxR5GVcskBzTk2vbeEWDLjgtylNnbPsprZH9g90YNkLw+CyQFzkormJqsSHO4WJ2ixCMTYsn+xK8LYx2AtKhXMmljXXTIDsLQz4EXjuuqFiwNUCLruzIGMpnmcPMe5lyI/5ZtK4FyAqP4dQFJwX8Ey5nBWtbv1if52Qm+BciOA3uphzFXGRORLA5wVhlzQTCfVMoWIiUgEx5zNNeoTDwUea0jXSDvetaRkqfaYoR6irTkMPngXM71rSqTTVol+K7BZl4zQVQCRJMgpRtDmY6y3lG/awkF7+ult+3RLEDIFlarmAiuApotiVgg8bIEszfDPJ1BGm5v9XOBLe96yD3WufyTzz5tPvjFz9nvPo2a97XbynFplXeHLjTIz2conVDuLDA8oCXgU2Tnjx7jRv5Soy4A4iwt4VhXZtbu4hh9J8iWPfqCnwPqVxmrt+glvcKauczed7rPDCdJcXxMmQjmWqa6NNVVSWQLxgWSBjMyvHyWCpRtAOGjF8/pMPK4uY/T+g5ruBL4EeYPPDqJN9luQDePM1Qw3uNY02KfLIthubcBFFzLS9vJtsFaJxQucewZSYY28Jb1Hgd4u/alh0GJ43oY79iBYr9Q/h/Am3M4hPHeW38WAHzc+WYSgvObFARY312S8MrJBdtjGtGF7NxjpTbZ2lXu7Yy935nzC7P2gYfMMnEYiTKer1cFAFiCIHwSQxWWzuWRqC4lDNFT3bZ4rDEan+2RdN5ibXj+/AV1/C+5p9TZ8zDJcWyyb3KhOZq92bxaukdJwRvNEvH7DGUO04BvS4j0ygiFTMy93PkDfAu8SSCqMrEd5JGtC0kWCrzP6eU9uklrtVP2BIE31yhb9vVGn8MY7s6W6U2L1+Vcr2tF/lyxizfLxYG1kzFsH++Umgu8VTRRLmEbKlsbq7xotROz01K0StOFPpRWKiMHM949Nd5D9/LWutXapwfv+z6hl9lvvaT77ZWfdXnMPzSPP/DDXKdz3Ef8FetldnjRW8dEiyoH+3hXc7UTEvaqKw6JYx0D7lsbzGdbge7R7jD6eHewXC5wVZEb+0es530kYDmGYcA7sWiqrHLdFoS7BlsPXvaVNvBuh131ctVB5UIdJ9u6joPCtMHXaxDwzs1g2FdXflOfk4N50FdKLwrgdsAbPAfo9qQ1FAFYEwwsEAS4iC8i95gnqEipuZldgbcZvXQ2/6LAuwb29Vh/k4D3ZdNkWKJg2D38coF3VtTUoHnoQPocfxgGJj/HW5WXXLyqHeDt4hHx0kXgHYz3j34SNd4C7zonKiPXD7xPyeodbvUz3gm8x+fs4w3wxpCmLTUfCLxZcII9IvA7agFvGY4MKAQrLga5AgxK5fzSGG/vcQsg+3n9P7fvS2xOBXhXoO11q+3C2hnYjsyvbp5lkRXk1gBXYF3BoDLMYJisFSS4EXC74IdLLgdh5tV/DbwFPr5HBecGL9ZsJxBXHkrwWiTlvk8AeCW4DIwweOM8dOEVhAu4o01ZqROXud7X3ZvnWLO9b69mzmGCYChYQ44xpbsGIZY2nwSTM8nG7/t4zw3c3MTabdQ6riE9A91gvX/8XhzPZSh0XtkJRgi4guUgMLVXssCbmKsDogzcPfjB6oUEIq7tBrW71FQH8GY8/+k/Bnh/8w8wYhJ4ey/awPu7tBP7Xmyq2U6sX2p+PeBtpto9ZB8HahlL9wUl6DL4MlvbMEgBvJVX0ylD4yXImpino/ohBEAvMldZ1+gKwP5iP3VYs5XbN5ub9+7C4NCOzj1MyaSKBtkmWGDxoj2pdT8/A0w/+cUnzWe/+CiCzFHAvv1sLZWagIGc4/1/9+6bzddv322WkY/KjPqeBtDTMEe62p8RwP1b3N7/P67NgxcoYqKtEIEyHz2n6ZsGfQJmgt4ZAsNp2GyD8FPu2xRsuD3BD6idPcEFeppeswaLBjlRTxkgEabc9jgE8LLf9kxeZM9VsXEA6I7x7tgs67YlEK4hlkf4tbVuAmm0ucV12ac11C7AXabN1wssDaYc3ypFbBtmgmDHecBrwxTKdlEAO5n86s1gCUkEZBynDvPuScHacU1j5DnXXe8YEpkr7GWRilAr1sME5MkoVSY9X1QMXSMKr0n5UvPJG2TtaBnnfhsJuSQHgCelXrjq6OpqmskC3y9r0nlEfXoyiBnzt4L7kg/oBIMlIZEBXwHeAQjKzlPXb9eCMnnj3wJewlMj5lWGpbUEJxMTGpwJ9JPZ8RjHVFbxTHADYHsK6XnKz5dYn25BeCyhoKiO6AIN56RA2jH+km4On8p8f/ZZ8wBp9wZeDnOAqyXY8xtv3mlW7mGghozdllZ2RrDn9wvGyoPHsNAbyJbxNxiBSJlau9MsacA1OY8ihCuLnH3sFz9ublBXfJsxdgujsskz2F2TYyME49T4bm4/N20RwbYJzSWSPotFGWRizF7ju6zlT9mDHwC8HwMQN0gQ7bMeaVpor+ojEtwnBPeuEeFqHjPUPtSOL5firqoqjNUsNQkFR0tlVpZU15tINCKzPkXF8moaObI13gJvpOZchIx7qgPzBeAt0aS5WgHe3PxjAPfexvPwahkPFZctjiytZD+IFnEqUGS/SdD70KUeQGtsrDP6Kvcykim40M9OI90PrwtAtu0VTUwDkB0vEyRNXM91NT+3zlvwzfVIEzDGCpNPKbBKE/01YoaoOiEx6/rguvOcBN5DVA0fP3zYfPTkefPilL107g7N7t9GZk5bMRKBrhfOcfdMvd73AAAgAElEQVSyoNu94q0tKdZcBlZ4buiPAeMt43myQ1nDC4A3vbxHNx9zjOlqHu8QFzWTUvXrcuDdXScy1inJ/hpLtNeR2GvTXO0i8EYR5H6guVoAbxMd2d6vAm87OYRCwrnZMlfL7ix5xH83wDvPs/+rF8b1/v0qxvvzAm+PIbvMZNKxB3gzDy2LUnJu4iUYb0odah/v9aHAO7KnPcA7rnmb4Cnro89rj5XuWSf+7ADvslfk8h+DIy7fyO3v/Hc9UVRkfuqNLIOo83MdoOXK91/U4UB8QOakLNgX7uLAge8vK7C++Io8jq7UPEA3mWw3WjetYLznqGm7sdbMArw1VzNg7dR4/0cDvC+HlK0SuoG3pQKay+5Z+29fKvB2jJZH+zMvUb10nnbVZP/lAu9BR1kYBydgLKYGwIOB948F3i8L8FYG6Bz0NTUibDHeAbyVmr9IqbmMt8yKWfLxWSR5LeBd+3hfF3ifAzZGCvBOljCPPRbAAQPilwm8rxxvdQUrC1BnnGaUWAKV7jLXXreCPTIwNfgujJerbzDfJdCWhTMArdJ0nx9tYcy0m10P1iel6wLo7NGd8m/rWQXhSmjjg/h//J4N9gBJsEeVZmq0o2GjUGbqQq/zsrW1Aij79s6yXgkmou9xCdgEFDLwbvkC9GjownFp9rWHyZByU2W/x2b/CXBmWAN1NVeymwLvLvCO+9iR1/bMqD7gPThZWsdCZ/6VSEi5VcoL8QggIFy+cRvg7TXLLfx1gPdOAd6WTnSBN9JQkyBckzBXIyD+m+9/r3n/B9lObIlgUXO67SsY7zgWTq3LeMviaYRCWyQy4yahNGozoDaIsz3Uti65AO9Jfj9PT+FTWSqNU7iyY9Tlhiw52MF0uK8BmuDS67SIodTq3VtwbvQv5n00nxuHyVHarVzU+mjrLpWny1LtPXnRfPbBh9EmRwdoA+U5AlA9+ywrGSPI+C1q6L/13teaN27dzsQ713ocBGAyaekWgTvJmX/913/Z/J9//i9xc8bUj4SMvgKav7hX7sFaR123MmEYyxFA9ClB4zSMvnLaTeS7r6hrXeI4JzlOwbLWaVPU5AomDgHLGpPFXGIcy6QH+87DcR5O56o9GKczsPRhFkZ7IZN5Z8f4Fmg4xPjdQsXh86IvN+e/L2MFGy9Img6AtBRKhE3kyrECmaxQ5REsHkyRbbBgW62DVvZ+pDO97uvBepvkQk3AuU/j0j0SBnGh5elZK3r3CYPcTKpENCJ4DmycCoesL0+gnOC7/pvAtCryIl1sbXcw0BYXdJnRnFk1isr1J0B7zKX8nPDeiHWpgO9O1CuI6c7bAMcOgJCYF/ms35Z9I5iX2OgStNQ2cPUdTHhF+UqUrXgKxdAykpJ5rnGWcR5+Trpb243eqihlspbO6CJ+m6TP6goGatyzRRQc1jrO8nA8aOBF9TTlVceA6Y3mk48B4Dzs3R5r6dIcppC3mrU3aBsm8+0Y4t4qRxZ8PwGkvdymPIcxN4qqa+nO24Cb28wbQDpy9kOY9AkcvVdJTt0EXK5MLDSz/G2c4zt5ddTs7NISENbaMSpgm6VmPY4TpUz4F2iIyLg6kp3f3G4ePXve3H/8uHmCXHWXOXfIXDgswNvEmtdGYzW/VDIMBt5tZ/O83509qbj8vwrgjTqAtmlTa7iar1HfjLmawLstNU+u1/tTx00Cb9u/reDhMCXwJlm5T6u0U4E31zqBtUkqk7E8wq3cuaNnyRiqhdnm5uo89225uXOD0gHrU5lHGhB7b8eRBsUWxH+U3h/jSaByJMonLEnQ2wS2ORnvovYIr5lyTRRcRXJfBpddyNojHoInXWT2WGs3mK/36ebyowckPA5GmpevSLRNr4ah3jj3pCb4QmLORVZeHmPSThIF8IcJqgCM9cz2fWe2s1sHcD/7pABvfCpawDuSHo7pcimHA+9ePNNJMrt/dtaIVgJvIPBOc7Vw8w/gjdN+h/EmsaH/R2G8u8Db9+/1BOjHYBmzOJ6Go7GLzP6w5/bjNn++GB33HkPJNpWF5MsG3rW0OOr5Ywyl+WQw3iRdvjDw7qiBumvrIOVvhOE5k1PdUUG2sXKsj937Fqv8ne/89z3Au242BtfxNiVC6lzy1rNjm2r9fMmtbi0urReUgd7aLrrfthejckIXTa7KMcY/udHVWu+RYBgK8CaYnUXuZo23jPf8ChImMqQGLWGu5qJygfHGzbHUePcpDWKz6TnxnqMuYKr1uy7jXa5Q+cXAGxhr0vArGTftir/3HU75MSdEhhYlO9eXtbkKtPYD756B038NOgMx/5Cqjb5f9r0mw4uhRz/wD/3Pv+oc4lguO/C4OsO/Lr8zw153Eax0Xc3TkOQy4P2yAO+a1lWyVuwdCp2RAPDLBN61ndivgvG+5Ha0NroMHuv9je2hzpM67Qq4brcBybZFyaxGYFtr8XirmmWO3twGGbGhdzcjf/YzlNLF68r7KCuX/Q4Gm+MIWTlZa98/XNR5Dzda3VYd8LOwn1mLdETARDseGD5fU2Xu/i36RRaJuuuP8l4X+Gj1BDA5CBk771vYvnWC2FNk6ys3bgYLax/tpbWbzSzBmAxxZby7MrlMAF38cs62J8zgWXoBeCclF8ywrbVMHvi5CbwN3CNcTBfboWtal/GWZd6FubEuUDnkn/4jGO/flvFO4C2QM6Bkpx0AvCcA3rCpHVfzyBqF1DzVG0rC8jRTJ5DJLWWT/rxDOx5B9CLsj4z3HgHsGRv7NjXnB/gqyDzPLd+CxYEdNpjknoxTN2jtYACSkoQIB/sw/ZEFslcvf7bm1s1dCTYBv0ZrAu+QU1tjzbhyf1oGsGzdf9I8/uR+1OzPCw6QXXrPNzkOPRjmCdTOGTfvvvFG8w++9Z80d2/cYU04bhCTZq0wiYm7777VbAIU/pf//X9tfvrRL3iv7LmrpNHzjuSRwTI/jAtMaVum1DxYdiXHhTl4ZUsygx3a1o3a13nJBAAtoDYxaiPoN2nksclwHTKunT8L1KwrPd2GpR617ABjOD9vZ28dVtC65zFeixxZt377vnMcBti2hYv+7dHqiiQA12iWz3BebCNVjuISjkH3daXM2RpsNNpU2eLKBJeM2ingTlZSBsQdcAU23p66AnZl/TkUA0LnmIwfe9OKqa4zrkpQG8A7xeplf6uy8ATVstsJshNoZ5mCrs/Jjvpq6/29Pp12Zo6T8v5aPieD4jMzCmvHEzmLPKA0Ocr4R5yf0vasby+sefl7zx7oPCiSd084kg/lOoRRnKyS88HPjWmTAWTncyIBkH46ydaqYtAkDxAO0JKVXLa1DgB8lTG7ipLiBrHXIkkRZeiaB47MkGDivmngvoFXwNNHz5tnj581j548bbZIuEwsTIfs/AZKiDnqyE2WyEZbK/4MWfLjF8hH9wi2GeezK7ebBRz/Z0gyj3AoZ5Rp7X/4YTP69HGzxHp4l/ViCXnvjP2gmS9n53RLONhhjtPfHSXHGPKPBeq+F5YwwmL8m7xZkE1nHImJt3b2MFt7iuz8UfOAJNRLAK2tyE5DZp7mo9aO59ApDGowc64pad4XRp6uLVHy0LvmCtwzK8mcHUHpAfDWtd365gDezkXjtsp4DwLeJOxmdVWmfGWasXWMokC5+TnlPghVQhZuMku3ee+PCpV54uO1G6s8lpo71tljdLfC65WUz+gl4P3nejsnnY+W1Hj9D2GW97hxh5jdCXRMGGsEqpT8zHpt9kbZxxNKb0a4tl6bMVrJ+bmzAP8F21xadhMzUl8Nc4XMCxh1Uv3No92T5sP1g+YXLw6bh7uvmgPr3mHpp6Zg6zluVlpeZSvQ3P/dz3OPTdY9/UVQJFDfe64xJxLz8+cy3ih+TgXeXan59YB3d//rrAV1vRgGvGMX6We8aQcZfbx1NDeR0G4nNgh4W77SBvaOgRa4Lxt3/u46hmfdPf0LS807UXsv6I45UPb3YTHcVbF4/+vaZpfGwfUaRJ13Sd5EojXAdxpafi7Gu6x17r+V6MhjSfVK/1eXZDQxmnt+nnsmSQOetq7FyBvf+R8uwBCX1ZoZzUW2C4ja21A/q3UVKEng3L7hvQFdDcLi88pBDr9xXTCTmeBa+1SYbzc6FoUwVCHVFuZqAG5rvJWcV6n5TDSu75eaI2+zjUIHePdeoqgNbX/1ubgPk5rXl7R8rAaOx8sk3VeD7ktquOOwW/Km+PGqu9Y9xJpdrb8Z3gose9V1z9fPSBlSDN3ymU66GutfhKZDp2oM/o5kro9vHQy8e8FCAozrn3f3s/KYLrnCww76wu/r+WZC4ksE3gb+yseQmgfjTZ3b5FU13pGNTqn5cV+NdwXenlDUgg+5Hn/XjHcF3TG+jFs8vrohBiDOY03mscrHTVhkK5E4j7LIVnYyWe0E5HUdkpUWYPjcANyF9XbDD3mrDJLXvGTrIuD2vTkogYiy3Owh3u3HGQCbL8H2JGArZbTZmkr2wjpvwZHGamZ1/fKzPCaPofYNt2bVGtpqxGZt6yxBqtJG/zaLhNJ+0wYBCRO6I9mwJ9w6L2yUBZFeNbL75C1RL+u1tq2Wjs7WwANurG874bgkHiMYrcB70PurBBGQ8JxTjHl2MDPbxSRH4P0PAd7vBPCGsTSQrcZnAKu/oXf1+z9Iqbl9zWVAE3jjaMx7jadcowO8654U/TUF3/zNh63DBNoCb6XucwTkYvtjAliD7G2CWWX+E7AWc6swzEhDz2CHPeZJ2kSNxRvWPa8CozQh8rT3AICy1xoY+ZgFmIT5mjJDQOSptdrWX7M/raJc2Pj0UfPi0RPAfdPcuHO7Wbt3L2r9H370UbPAc+aR+O6QFNDI7b03326+jRT/DsH6LIZWymsPee4UwfSdd99sPvj0k+b/+Jf/ovlbGMEoh2BsHsvYOX/47yRtNc8Zi4u336GWey5cgWXxpxhLO7Z1I5i3ZmCa4/SinGmqzn0e4+AWSe7IRFm/GS2cCnNqAsG6YFuYmViYmsBxP/qK7wIEDNr0RaiyXB2KMwlwIqjhvqokCVmz4Btg4dzYQhrvnAzlDr+3NY8Piz6W9HLhusVc4t67f+1zfTapJZUNWyYRv0JyYpwgXoYxVCBla+gkqMs+dpFZ4kIVNjqfy302gRMzK7jgSNZUox2fe2rfYoCA7tdRrqBnhu2urOsvBmexbpWAugvuk8mrXzW+6G13k3/tPCvWLE3duKeFBWwH6u2ANxh0L7+vD1DXDeijdMdHz35ZkgDBNObeGuuv+7vXQINbk06hc5cFR7bMOJHtdhzfJQG4wr8rtLczGbN0Y4VOBcwJEyZkww62DygpoYUY7udPYJhfkFg6YexNMr5XcTxf4WHfeR3GtxlLz7f2osf3JuAbYwKUjXcB4LeQnMOO86tjlCJHv/i4GXvyuLmDjHfFfuT2x2YfVBGhX4OtrnZ38WwAhJ+fsw7TUlaDS40A52G/dfyfBbDrjbFDUugxx/UQMP/h/Y9pkUb9tKoe1iiD7rwLXJMOwZLrbCTMo8Y7lQS1HVJc+866W9UJrPsjJK+mAP2rtExTar6wppTgSuDtHqSioAJvme5DEle2BLXX8JSJPcsymE+LuMnfBnDfvbPWvHXvdnP71grnSr0x89FijOw7rJJIIAvwFVgznzSAtc3aNsqqbdrj7R5Yr03nCf5+YF01D/9VpSLwPcZ7Q0B9Sr39K8aGieNpgPci+9MKSZk1ru8qic01PnuRRMwUkvZzPTu4h1uUEjzaPWs+Wt9rPt0+bPZk2HUkZF07e2U7QNsC0DiNIWhrvWTaTW7xb9R4o2hg3zjfJUm3Tm23jPfOM24T5U9kZ0wo5lKds+dyxrvEkglS4vndezeE8Y7RQB18SM3X2ANRb0SNdwHeqous8bblVNR49wNvy2U1QHSgdPfo4cD7csDbv8VfirGc1iVJ3sn4DUpG9uzfOd7zfXvl+z1P4wdj8UIDxlWqSb9ufO4aIk6o8Xqefxsj+SnRtcC9wv3EGu8A3/qVfD7g3ZGYGztW5jVq9TNOvHgedTxYCqRSqSomTVTVcqPuq64A3l68Mhi9SOVRX14zPvXnq6DMdYF3DP7PAbw7LqFuIW4IYThi7RGyJxbZeeROs7YT0wDGgW+m6dcQeLfBdf81fW3g3QLAORF6B81Q8NweWQ6+eGVBNOVvQ9nlMjFrLJ5AOxvI++9F4F3r2y6M59Yv6pWoo7CeWO8V+gp4I4F7eb85QFIVUvMW8B5srlZMO7zDLYY4lswBwLvjau6d/DUA3j1zpbAxkdBprR/t59TfRzBZQF3dwMIQzax+yewHCCmBZ91IbOUjo23QIugNGbkScL73y+/TVC0Z7jA647kG2LXVWALmo2DuQmpLcKLMTHm6u75Mi1NNpsD3q/3GlZV3AH8cm727kfbKSAA+T3TUFajb3gzQpMGadU4GeLpnywjqdB3VmGbFS69lj/t1gXdn1tWERiv5GInbmJ4Ga/Ywzr6uft4i5jLHAO80w3kN4E1gu2NbHICW/WeVmg8E3nxOR2rO2F+iNjFrvGGtVQ6wLwwD3tY6RwBWEjVhJsa1CzaMh+UduksLpmTD90hK7cN4K32cx/jnnLps3b+tIbYGko/l2mu4BvOr/JLI0D3nDQCzge+HAOatYPATeGuWZu2jrclsdaRJ2plBBGPllQEFzN4BctcRnrtKbfjNd96KHrmPPvq4mePD5mCnNtZfEATvNfOwQb/7ztebP/n9PwzwjVVS9Bk+AuwtrAFIMa36CaD7z//1/w179zB6GAv4DTJ03A/ASMJu+d7XokRhA7nuCXLNKT5Hqf2xcnTG3BJsoAmEU3r5etPPubeem/u3Kgv70guE42+qSwimg2WT4TRY572UoMr4yOIpMfb6z8E0KlvdBuAf6yjP564SoOtQLItuoOq13OS+6oic4DF7pduGzdZjSpNvrN2Oc7Lu1HZzL58hE6Z+VGZOtnt59S7AG+dkgbdJtJwMmbILJUTf/tJKujuPI8CKfbEAphbwTtCdRR3+/wxjunB3hsU9Qd5sYmHMuv5QOAjEZLW6ycHa3zz604aMOQ0iO8C7sC/Zw7gcZ01qB/PNkUW9bcp9e8iMNnlQsr8pWu6GysHGlxRmG3i3TeZqEB//lq1Zw1PZ3vyZfwFttsETPCg/v3XjFg7oSJi5P87P1bW1WJ8sb7B8wTnqw7VRefdnDx/DbGOItE1bzdnx5vabt1DvmEhGqUApxhHP3djYx3SNeXpCeQPgZoZ67wlMBUdHkLMD2k4+ftQcf/xJM4UHyipz8gYJ6CXWoklanY0BdEyKHB/TcupwHdM/EjNngFSSAaoi56MdEO3SwrHf9yThQ0nGOoD244efNj//5ENqv+kLzLzzPoWKpVu4EMnYGE7uJSZzw1xNNUH8smCMOs5yHI0AKAXeZ5MJvKdu3msmFm9eG3i7fmiuNsO4Oi/J83O9Qlib5kg22PLt1s0bzdfee7t57+03mhuY2S1xPedo0WVy0QSxniT+K5Noa8EdznkPkO18C1AN+Fa9ZL9sy5kOScQdR4LJpTYBkG77h7zmANB/xP60d7zL99Tlw5CTpwsgqYO+ChmTenep6//623eb994BnFK+skhSYITEGKtNs8nzH9PD/VPu88sd3o9rxI/NCdfpFXuCaqOjjqkb94G9+iyk5sw5gTeeHGe2ESM+mtxfZ2j+OgHvyninmV2P1JyBEj4yv0HAu5M8LOvQsMjentYVZFesWde5fI3rSBro1QWmJyZzCEXSL5Vk7rOOTZOxJnhPNFIcVOPtfDVJ3WOu1q3xvgi8A/3n2ttZY8v8jfkqoVOTkKn+iTgyEqASwN1UQqwF9/70f2xBs7Lou5X0aQAy6ZEnOPSrnwnue+LrAO9MKPV+Vu/PLY40NrfKSpXfS/XHhkNGyxo1spXz9O+eob578cYNFlBaiulqTsCr3FwjCbNN1mJeNFfrPY4vm/FuX7YL7Hkn8zN0KHf/0AIg/rIs6Z2/ez3b+agcNhe/ordpHfZl/HezVIOOo2R4y5tdAN4955AbdA14ho6tTpatP/3T+4rhUvMWY+DZXDKMLx5DfXL/FRw+Fa76y5fKeAfwtsYbJ+nLgLctWoq0ukdl4UJn6EAwfkIw0eNq7kISgcWvCfAuwWKH3TZUDMYmB+ygbG4nYxpsdbLfbmwBnmPOJGAOeXmHHfdSprQ7AlJeE7JcHmaqfV6we9YaA4zCII3vw5zI42GEx3MClBvYyGZn+xOdNwXP4VKs3ZU14PycPWepXxZUF8megN/f+/7WLp8SBBnIaVikekUZY7wW2d8MsvWolWXzmQO0TCkdBqyEodTnBN41wO/IXR0Hzt/4hSxPd/31PCvwtjWdkWYAb8yRQrocIDbnVn+CMTfT2iYmGW+l5gJvPTsuA94//P73S433OYF9mqspSQ7Gm+stwO5nvCvgjn/jzwJnriXHfICUdAvWTRMlaRUD03mCWnv3WuM5yffza280Z5iajQq8dQK2ztWaRsJBGZdtuhSYhb+N+dkf//Efx/38/vvvw9juBvASTEextu3q2LNkmub4va3BdgFqZ9b279KOBzA+AUhdvIXsFubvgITEk48/ClZ8wRIFgOorGWX2vFmA8+//1jebP/m9P2xuAUK8NQa9p5yk7uNTMEw//fDn1Hv/q+Y+7J3tlGyTpKrglM8dhW1ae/eb0Xrzyccf4B3xnBpLpMEmUbmDMyR2HLfW3o+xzlh77W3bB0w71kI8GgEJ7YQiCOL6W1vKe8yjEjgk0aSk3FIBa81lZh3Xzgv3ZQNnDZdOYcu8Fwu6+RNEnxC0x76toz9gQElhaIa8ZwJykgEmlxZgvG/evhP18jrrj3EB1l8+BXg/COO3pWWAN62obEn3qvgedAyxCnfcPy571vWQEyaznIO4sPWF7Q7QbbJZwOz8B2kcAIJ2GUvH9DQ2MeVcrW3BEozlehFlLcWp17EioIuL2we8Ha3RwqwYeAU7E4Ehn2vgxzUMtryAdg8z5lbUfufEC/l4ScjXZGo8J/5mDXg5j/raSKxljbtPCp7f9/JzlX/WDFasZ8wXNeTMedu2eX5LkB6WEMggL5AkWQZsLaBE1ExtcR4AQoIE0jM8G1ySt3YOYLTXAd9PAFwvSXBRgrAEabI8D7NN3Tfj8PCAFpzPqcF+SS3v1EIzfetWM0VZyzjmZFPnc83p471mF3+E489+2ixw7e8wtlcpdRjD+2RCszf9KBGrn5/T4mqb5PUO5Q+Mu2kmsQkeZfGrGCiurd4K6XkkiQCmT+lD/uGDj5sPPv4QBvwRiThKfhhntiPLxEU0byzDYwDwLutnDh/jplKyAMv7Cqn56eRiMwmDP4XUvBd4ZxyUDuolLC8gxmusYnMZVcCs2m2VNXYmYR1b5HzepGb+vXfvNe+9da+5R+28BmqWWo5HIin7X+8jy9/Er2HLdl/2Kdeoyvpth034G2R3ADshJDSoHR1s1SfwVnaejuaagu6wnuwxT3dYr/aZezLkuygUDmjvplmefhOCeMe3Duo3l6eat+6uNL/3O1+Djb+bXTlIkpxQ9/4E5vvBy43moWUJu7wXAPyIpCc7anOkqZoqD5O73B/VJcesIUe4WZ/RTuz85aOo754+JJH6SsNPO6b/Khhva7ypwVdqHoy3ycjKeLeBd8Yh2X7OgOZLZrw7cbHzv8RRbcZ7gIy9G2PlOK+wLX1yir/JkIA7fGXKZ7ZVizlh/E/GZ125dyYZq0qwfmCWcdX6bl3NVV3oaN4LvA9JoG+gUFl/Tns9VFya/3VdzS8C7x6peR/jnaWFpXa7SMvDZ8D1sgLv8PEopWy5S+SpvdEHvL1qKTvqgo24mDG7fLQAb+uNOlf8EkBzsai/DYYuvvdg4N17XHEScafdXDL7HD+XzctFwgVtiiBUqfkswFupeUqHZBYK8KY1gYZHugqa1VcWF1JznV/7kxA1sO9cxd6T7ldv97w8NrP+Czf8536GuwaFg1/RC0o7eRInS2yW3eMMKGBtV/ld/KUeV9z/MkDqvw52r60bvP+L5w46kZqRL2+Se3FsQPmmGaB3R2D35wTNeYE67xzjrrD0PQfZufit9+p5557fdza0+O1gm7iLyYR6FLkI1TO+cNbt2x9jozVHhtzrLvD2WAwTh5urXavG29pRNtbDzefBeB8KvAEF1hXqHqu52hT9fpWajxPwWBtrn17BUCwuXvk6MNvAWzdQ+6KeYI7F5hgBZOkF642N1w3IdgyXL11v7A90uR700pjqfYtOSQB2z6f7wnAjLjWTdYQHy8QPLua1j60bXTLTKSdP1tm1pLqOa1ADmyA7I+Dl72EiZf/kAo6jjVhpP+aY8PeRrY3nj2btd9T/pTmarronpU5uSsZToM5nVnZdAK3jrnNX4KBcNxd+3luHV45th3sl22FspOuz56UMftK1jkBs2ppoPl9GMBr/dub5EKl5jN/u9e1fu+rPufKWzTpekhlg63IF3TUREcA7jsugrfve7WnSvp8mTZ17BlC9wPufJeONDNqa3o7UnM/qB972jrbntsBbJs22YY6vcNZtrU2uMt0gWXM1kyGE47I1tgyCeR5VQaUxGOBxXxCFfFGmWlOnM3oVjxAApsM67sGjgiUCSl6/idR9lyD261//RvNn/+SfUJe93Xz3r7/XbG5RZ2gxrOUGgNJv/M5v87yd5uOPPlTywLwjnASALPAZhzx3C3dlGd85TI/uvvcOwPugeYYbtL3K7Vm+T4LhaGs7Am9LEBbo1fsHMN9/9Du/36wy7+3rfkyw4WfqFD1FYuLP/83/y+MvYNiy3dk2r7dEQIn5ypvvIetdbjYe3mddeR5Bosezy3MCZGmuRDAzapkD8tYFktoadh3pLMuYnpLJZy81EBdI+hqTWvZ3dm2SETuR3VTOaou0UHgk6259XrpqW7/H9w4XE2HcJd/TOafzucegMZTATjO6aUCS57dAmcHq2q0IBETD9U4AACAASURBVDVi85z2Mcp7SS9zkyABvJdhEqmjtcY7VuFqiFUSSJfVIHbM1PrWpfTfEPjG7MtyN88CILcPANgm8LMNlYy4CRPrle10kJ4Syko5fztKkFRTJi/zGJ0UOpLHuhflWiLQUlngdff+KWV2zqpwUGou4+11i0AxghMeZQPqxhcps/fnVMGVtd2fCxjsMOYRUBtv5YlX4B0KItczgHP0JmeCh9oc4B1AKEIA7j3rnO3yxpkrE7CZGkcuQYrcwPx2ZYUxt8i4nSUOc1oYP0SP9+Nmi2v3bP1p82wbN/Njyj2oFV6+tUZiaImjxefi4JzWX5vIzxkjrJMBvBfvEM/dbMb2aUVGl5Dtn/+oGXv2sFlhb1yxvRNgekrDLjsWuNRgtnWM2/U2bucn+7TM4+ynKLuYdS4RQ67ieXCDOnJB0wgHp1Lk2caL5heffUzZxs+oN3+GDJu1wjKDwlbkGCpJGe8XSSTvZXR19PqVxa+b1PTaMx5lvEkiTJAcmkJqHsDbGm/xQSeWKu8RYVR+oGNimn0nALV7BHNsgn3lJoz2N9+83fzO195ubgNqFzFRk9Ef40BDpstz9pGO79hRgLFn+z/Pz8HiOLW8Q/8FD3vcmNr9LcC3H5vqiBgLxCJR3hEma/nvAQnDXQDwFp4Q2zw29474HtDMZ27z/fr2HnX6JOI0x+LzTs/3OPbz5q07t2Dl323+6A++1bzz9rvhZn7KhdsBuH9GO7kPMNd7sHvUvGSIH3L+Z1ycU8ab6jLXznPWXpU6Z6ilXm08bRrGz+gu/cxPmH9WkUcP7yxJTdzQvR+Z/I1FJ+9TxBmtRx3/nfjjEqk5Nfua2XWk5oyjWfbjy4D3JNfcGCMScsXMNWTfNWZvx/Ot32Xc3xcT5UQt87Xv73Ga5dzbryuLXyecLUC85BLzzcQREaN3fizMr5+RCtcab+VnlGCrPL035m7H293vjTFqO7Uc316P7CRTv4w1rPN23AXoDnM15eaY1rJ3m+TV1XwQ8E5fl7IuljWyMtuDgHe2ccxP7wDvGu8Uhjta04YfQlH5Ghq1jnfk7j/sZbxbf8tBWAfbgB2o1kT0vKb1w4UMRt+bXwTivYOlPXiyH1qexMCvqNXs3n2PTVYp3EdZuqdZNOdpieLDFifzMt6aZ4TU3CAl24kF8I7v2RjsY+hC2ZGRDTvTy35fJ2r3OdZStoZMB9Rd590vMuCVi+57NR8bJWguhDUb05J9RFbd35f9Mxf/Mvn8rv5cFlRHjYls5ZbBjgY4zs2kfWY5GOtv6uCsMrw6+PqvSfeedlua+D51gGtANui+91edX7yCeXweeGGrL8t61HMqjHiXBe5NNl0AhW2lR0QXrfOJC3LxuLrmapmU6AJvzJuQcNnH23ZiuppfB3iHJAwgYDuxvZcPmyNczc9ht5QzQvnBkhFkR303LYIouxgXeCPPikxiydzVe1nVLUo92+3EXmmQYkYvpIStOpuBbtjXGc3Dn3Nt4O3d7VfadDbMfP84r3IPas11vS0RaMZaITBWJm6GNcdeJKdYP7IeT5Bds7flfb1zsdBmr+7I7ishJ0CJ3twBsg0G8jlhtsbvDHKUn2d7sXyOBlDWE5qhtfXRPHWyLtpm76Oem/+F07nOs7xWFtS5O6/pFqy27ztDDfKeZkQ8J1qaHZ6EwdSRwQz3ckaXW4PeABl+chd451jvLUMZBDqi53Cd4/GEvLBFcBvnHLO7nHO4MIfpiQkMAlhAkXkPA4gSpsXrhyVqYr3j0QbeITWnj/c7thMDHBrBdszVBgFv1vOUmh+Fq3WVmkcM0Jqbnk4cvyCHf03A+uczakDDCyDATyYSZSmVvr94/oikxnxz651v0q4L4x9Y5ggUANzjGPfM/P/NnemTnddRh9/Z90XSyBqNFjuK5diWCWSDfEg+UMBfAsU/RlF84wuBAhJI8YEUVRSJYzvebVm2ZG2zajZpNAvP033Oe997NXZsKkXl2rd05y7vck6fPv3r/nU36OEMANBc8FVyVpcvXmy+/4M/4fVa8z+/eiOAd+o8xgb655/9xZ8TBd9q/usX/xnVga0ynCqLXHPmeeP+w5DXsxSaunBphfneblah4tpzdwJD2n7ZR4DMC+efCwfM+p17zVkcAt/91qvNay++RFEr5AoZHyXCay/iibMLzTZ5jj/5+c+aX7/zTuRjWgHcolczOKnVFVOM8ZE0U+53Aiqq51/1OrimSWRqxDUiHd51YJVkIog7OIBs/aaDwnzcMIKIvI0iu6Y7OJZPo5c9t8aY2VZKsO26kMlhgSYNZ6Pa6m4jxVY+ntTY1yHOWjrkPqzAbi9qnVAh05HnzTUAZmeIps5Q2Mu1uEOOq7RD+8E/ov+6a2/BfMuFy1zPYshQUM0L8G6R6ZeqMXV9r/5DDzgV0rb7a0TT1JVc/lOABWO4ReT2AHA2ypsTpAc4Huarx57M8QRNQZl0LoozT2MvagO41qJgW7JuZMQEiPNzGRqMlyyEiP5Ay1dnmK4QzCdXeOtoTbshAEdIVz6Dlh/6L8/V2gHFtgoGQwEp9XVNjI/f6ox1S4nod1Lx9XCpq7IkKMcVcQJEhniewBAZAZDMzp0BdAO+SYFYWSGPe5GSgEM4uo72Kb5F2gDrSAfMLsyXTSLWd+jecZcI5ghjZ6tYo+cTk3Pkg+/w3CaCyhyQxz2EY2V0Fqr2KD2wAeZ7n3zS7H/0bnNy56NmhlzulQsXoqDf6BjOGu75UCbShE4SWR+bgFbSJYCCEzibJnDEzQKEzy5AlUd25nBaDQPKNfIfkOLxyeefNe/e/KC59fntZhuwl3kpxaAv+1DYk6YXlIJ6fjzILrVllA7HE3OYiXiPneH6I+JtjjfV2h3jmLe0M3Lu3IuyQJ91KVB55E9PRSG5RRxi38QBdf0Czxhbq7rjqkD21MOC7UcUjRNwr1EJfgdd5fyZFiAlfW4OdoFt+jhogJ7Q3YJva2BkCmLdY4NSa6Anihub6omTzxoDOpBIqSLrAGchqQFQ1zfQB4+IrK8/oo3Yw82Ytzs49O6z1rcek44h6Ed+ZmEnvPqNF5vv/eFrzSs3rlGXYSFkd4to+a2tveYtera/u77ZbGA3jQ4DzM1FZ++zrgPKrDnaBXRvrzbDtFAcWn/YDHHsISraR/U9CeqxNjI9LKyxYr/VophVFySe6dmuz+xZnWh0QNmuHRjtxCjYh/NkgUKcszigLXSawBv8Uft4SzMvVHOd9uKRjHi7D+Rm1TJWBvbNXI+psLrmcrwfuqh+2Ntv+66x86MuduvitDxW2kxV9iprNq8r5z9f5HkqhozCg1Hdu6NU+/4oa6WzJmrQQydejTAHA7dgg+oo9xzqvEME7HGpam5Nkyiy9qXAGztNbBnHK/ZQyx7KSHs3x7vWaQidWXRw6kNF1TFJZqM2hEGTLLwZW1g/8F4ZAN6D8KY3Mc9GukMMnqGXd0BH4LjTAFNOWc+DVIWl/7t9wJvzRM7UF7mg+4C312WyfVYQVeFHxBvQbR+9RRvYQ0OzmvDvJfDuCuMAUPx6wDsjW1HhsSyASv1I4XCjr6ok5yOeRb20Ud6Y6DSUw4hoI6QlRvTMNdYlmYCnflzsxzh6tsMaePhWoQukwR19J0Lh9L6ev6seqi/KUe96pNqtqd5HB4h1ryCOGfZCyckqfw8aYUkJy0dsfg5igPYycGVBli+cugL6gbfnTGPNaqG/C+B9sHk/WgwJemy1M247sQ7wzt6dGLU1ilIATp2sBExGXTpU899T4F3nogLw3J56gHww8t0nG9yn3nGVthudUbkK9mJ+i1E7uO4ifyfApQrYCr4YhgHgzdvMTdJc64xUadBJKw3ucVQgNxoZUfRCPfd7AnYjCUa2ZdtoSBvZlqbrZ1L2NMjnAXL7RCSMwAu8/dyI+Rz9VoOSysP+zYdQcqegSZqDt0k+U/RUNn886O9fH3j3jPCyTtNDkWs8BiudcdWpF71dNTKlq5a2WuEMDLCSNNTWeOzbgMs6ivHP9S/Vehuq+R40aJkaQTUP4E3+MMDrGeBd+ngvkkNqL+jtDYwvI96MxUgii3S+V2HxXFxbOCBkMQi8jUYajZYuV3RWrHy+JxPqERWN7965ydqaay4AvI8B3vbDTeANaGbTlTr7wvMUKEO2tjBqZTVcJMf7PsD1jXfebVYBhLnysy/2KzdejVz/WzdvYuxm+oEGqIBAQ/Lu7TshU5euXiJHeTGqfa/SX3jI3rzQb636fgwYXWJ/0yBev/+gmaarx7VLl4N2/tJVokZEwXWiCtAOULFS1m8+vNf8/T/+Q/Ph+++HvpqEPi8z7AmXNmK0hnHbhiJtZWKjj08w0p2XBSi9c4BrWxZt0H3BCucWNFPGd7mWaYx/71mH0C5gXAq6rTzNEd/FkSC9chLgZKX2A9MmjF4zXxrtXr/OqkMcH4+RX50h9icOOjZzZB9w10qQedXJgk+BmNWykYsZDFtfWxDKYnC1qJk5+4L8OaJOC4tXWFsA74isM/Wt0Ze74OAu1RGXqmTab9XPkt1VfqndEsvFKOAefdLXiHjfj4i3a2MWG8Q0EesASI1Uf2iTqIdc1zIUqvPPyGQYmDoAg2mTqSyOma+NJM9YeZ951eDcw1nyOKq5M0aFql4BXyv4ocDqfsrLAN6ujVwf8VlnD0+9moZlvI77LHTRYjdHp4D4tEq2+7cfOsa6mP3XOtmsEGRrmCJ7Oj+mphdgJZ5pVp5fISUD+wzwOPR0m2/tNvOT1kfgqKPQoMm/3sSoXo/iXuRVc+wZZMjo9fY+le5JybDw1y7Rz5OZJaLeRIxnqHQ+PNecUIht99OPm813f90cPfysuUh0/RyMjtm5C+gQcomJwA4B8kfGSVE8pHvBzgNStkilgMg8jSzOEqGfn7I1mmkKpC7CMlGP7yFPD8kh/vDWx827H7zffHbvcxyexm4ZiyIYrpdB4J1Lv1/KKvCO4mHkeI8G8DbHuwe8KwswQbtC6zzmBFhRfgw6/hKOuG9dvtS8cvVKc4P1fx4687w9xG0/yD3KnNkE6K6ybrfQI49tGco9TnNPRsvtpDDLeqp6MNMO1I+mSGVhvXAqG9krudXBGPNSyvtDnEOXCUx+mEY4/MiPH8LZciSTCL0a9HMcRI8A35sU1PvkwUbz0f215lMck6uwWXatjM4+Nnw43Fy/fq357h+/1rz6yrXmOdpEKveP0W3vPVhrXsf5eAu2wzbR7gOu7yn09UMi6+a3NxTNa2BJNLAAh2gBOaSTUNDdAd5W4q9Fd//fgHcUV6Oo2gzA26rmjLV1M74MeLdAtjD3BsF/C76L0FWm6zPAu8VfqcZyXfecBT3g3XEghFoTM6RzOld4gv2MZhcZDHFO/dnqCHUCvwmnTAcz1uvv3Ufa1jpAK+iOwIcMmrDF0hGhTgqHY+CDLIAbHUPcE1iL6lKf0VasA7z30f2bUs1Jm9KWOKY2SQR1fyvwzrVVnZz1vlrbsszHVwbel3/0l+2qj6EaNIBy6PoHsUzUIIp/VghOp6V/kefoNCGqQqH36f8GvKXKALzxxCfwtqDK+cj/mn4m4p0eJhVNf8TbIf8Sin1Pdk99VUuH1Y25v0Ko89lRvK2HqHeo9Cbmr1vQUOeg8pnqNJX3w4jQ2cyLFiQIFoxYRlsT/3XRpKEsTc9CAwHQiymRQLJGtd2BMxMsioW4iRTKdpcuEoC6a8yGvPZMkjTQ85670fL2Z+ULFXhXwJMmfSzJYuinx74LYAcHP4/RPzAVNHfP3cpYHWPPFQZH3TEHNsYB66tOX73WOr+RI3yKgou7aDdj76K2VXIjo9rxQMR7lSq8Vliuxlxs4IpEWEUBCSKKFVRzIt57FBA5gHJ+hGf3NOA9asQb4D1UqOYBnByrAsLV2ea6mpMYOZXmh7EpE4JTO//eRbzr/H0R8K4bQAhDIM6MMtfXaTRYadxoXi+aFKKqIeraCACd3s/I0y56MgG2YD2N31hDUbXcvGwrKQ8F8NCINkrqw0iWETk3FI9bi7x5TCN+VoKVgqshHdQpfiso8yF9V7pdzeO2SJXXsEWk0/Y4HlMQPkUU9hAj0kiD7aA0cgRSEfGO6FqYaO2SOS3i3V1PsQOUtZxLVCEpeqnoDIHBmBX0uc9Joiy2lZL+PAeIM3r8IcW87tEiyPFS77Qy7LG7+07Z4D1NRuiMeB8A3LYAEwBvjK0fBvC+0Yt4syGPWymeMX/z1683b7z+K45pH2+omozpNuMTVHNCq1H0cQB4V9DtvRmdM5JjtFWqn9Gb4sqPHEh1qOO1TV/YB/c+jV6sy1e/FcB7RPDNihwReHP+KSLRi7YJs/o3DyMbshbWyIu+RVuiDSMy1ZEXgD/nJCqj66hRZOMd4UrTPCRqrsxcIHo1w9juAF7X7t4LevE4Oa87ANQn0NptJ2TE2LGeJ+K8BEhYIHL00qXnmxvffCnGIfS/BeTolTxPj+//+MUvmp/9/N+i4Jt1UMyf3cRoGWNdnEDn9FxjVBs2irXNdQiy56EHD7Me9qOnOUUCkbt5WRYaP4DvKcZesLeLEW2O9yQ9z6cYrygaxzoIFghAe9/ILn/bu3wM2XF8dfx59wLvIxyAyrmRt9h3XHdGzXE+ZQozY4dcC+wF2xHxxukiIDM/1eJ4h9JOWUs6cDTIZkm9OXP2KvNMZJQJr6DbVBpl5DR7qK8WRn6hyG7tlKBsFVuhGJgBkhGwI6K1u1urzbYRb6K2OujOcI22xzJqKivC+Zplfdd8RR1t6qcwOJWCOF86/CIKXiiXfj5vuy6o1zoBzTXeBlTtWfUdYBNjWR3CVQ8OLPBwmkX6gGkYKoiefpDYGRGnslYjulMNbn/nLdcUpNYASLsxjNrQNgm8o6ijAEwiN+DyZFgnMNRtorujFDGbQ6YuXlpunltakEAOPfS2pbWgn5NqM4+OIVJ7xFzvE0nfJlK7IzsCfRIsLhxfB7y/CWPs/gYsB+oujM4uNeNzK+ij8834MfoVoLn24bvNo4/fac6cbDdncdIsnbkC42SJYw4D7LlmQP/k0G4z/AR9tbcK+N6C+nwSa2iGyOUsjux5bEmrUytvrj8rd9vf+/2PAd/UTrDqueBWdlh16ocjNyLeZQ8KYJ4rvLXt+NOCwMPkMx9SpX1kcQB4M37HwUgIiYgxNoWm2lDjOMeWiGq//PyF5gcvX2tecSzdM2xNZzSYn6zt7EdBuA3WrekQMzNQ6YlsWxPDSvPqjwlp5XZpCMBtytIQjqAh1io52U+ILLK/WL08KkdbzMrUCOU1HNkU09Tpz7+QApoZ9oQpGDbTsO/mGG9p7hNTasraDx4QDh19feuwubexD418CyC90Xz8kNx+nCU7VFEbJh30OZwyf3DjpeaPrj/fXES3q1e3AOe3yPd+D2fm2xSKXIO6fkyvxmMi4kesgSHbQZKzf7zxoDnehcWAPhFo/78Db2pJzFCZfp4OGHPITuZ4M85U65+cLn28GZ+oLWJ1c/umt4X40pkfOcTRIjCLVYaSKvLTBs7azToBcQ+Md4Bw0SV9KqCyd9p1XcycsjcXdddj0Ma+n+A7cbcyWDesXPs912XJfS7AuwYsPH86BeLr3kz+qpgWtSOGXWBq5F+aebxvyl4A5gTe0VKXiHelmmsHBeW8C7zR/ZuwHjZImxJ4y2b7qsA7bLxqO5aByznRWK6U+q8Y8b78o7/qQxU14tkaq+3M9E+ab2fV6t7Pvyrw7p2j6zV9FvS3nqeQLWd2kGreufQa8S7XlD0ziwJgMifI55kjp0uvqMB7HhrdDABkksXsU1pNFlfDgKlUc5SpFWoTfw3QjTv33RXe/teJripVo+K4AUInx6/30fEunXLQ0wF4L1+59R6VabE/p8C7LlKja1F233Y+xWseC4dbO2SsVIHt3ASw8+LTo9ReY9jbJZcotpMKiGNL7gPU1UBvrzuOWQ/cweOx3GoM2z/cpOt5c/x74L5uUjmKdeTaSoMFaOfIV6dBbzBbMN46A/o/y1/lo3utvW8lbbD7aEcgrruA2HLunpOpznpBte2cZ1SgtlrzL4H3KhTUW7fvNm++CdUcIzeipcXLGBGO+H2OtwMUVHOLoJwCvM2nk2o+PptU8zHkXnrf1wXeQ1REjnJ8hWreOia6YcN2YAYG6RR5/rK3TnOM/LZD9DFkykZwWjpLRh6ycFrNFXJd+DpAdolChwwIACKSLeVcqrjtizWEMxfT7/u3m6FzpEEV0XOBt/Rq/hNAC6R9OE/RNgxAEhsVB/S1kS6j26a/mJdpvrhgW+NcIO75jJru6QTh3haoCLyD0em5NLg31ikGhCxMEH0U5OhEkApoL2+rbkvJnGSjH5PmC7ipWU1V0hNQ9M9ZjfZHkCOcc4VmjiiHI0KjwJ6wPOdpubNEwa7noDh7bfEvUZMz9MOdBWw9JhL1t3/zd81bv3kraJSOQ66xvu0nL6fMXXxeI94AuV2iqvtslkMBvP+UHG+AN8a2hrwb8bjzIdX8DYH3L8MJskhkZBywJtX8RCeExbvCWOk57QIcxDIqK5lrE8hY/8P8OqOPNaXAfSXrhkDRJAd0bfXziOCev3ydYaW4GIa7xx8L4J3teKKqKWs2ihEZQefxGAN1m/W0z4mPi8MrcsJQ2FE3gPMKqvQA1OJZnlsvvnKjbBgl2UceNh+sxihOnZvPyDKyMGwROI/Nf3P0Pl5ARp4SBTxPhfIff+cHzQVyao8wnHVK2LbnDBRf//3nn/5r8984Lo7cC5m3RzjcouXSNgYMwHgeY9fe5TsPKbRGxMb82l2cCIc4RWQoTfHeNPMeueSkukiVd5aVZ+VphOPGXLmW4l4zp9OewE+ofmxV60mAuTrOuQ6qKjnD7uXH9t9GbCZw7lj1XGfxHr+RJeR/Fqkbg4przrQF9bwO2+dpiEnTF3jLvDDyrlNscpo2RkvfADhBQ7amg+OlI1OncBHLnq2Sq+MZvdRGbzr2QdmD0mTIAwkxDsnH3yUquk3HiSf7RPAZmkXYK5PoY9v9WdFdEDPDvLrII3XF3uOFJl7XZ9VzEX2JvUBHzUikp8yTOmCFfI+zZ44uOsJ5kzESVM+yxnu6smfXRe92aa72SUdX+G2ZC9L+LVIuGye2nLJ3Ro2YsLPKMVJhls/rDpxjUC2FYLGxfl3D2YMZ2Rpm3YySgjI6j9zRsgtge355ubl8eQUQiBNh53OClh+waG435xaGmvPnyV1G7mRtqXftH71r8T7He9Qik+NRwOv++gb53tw3gGd8ZplI7jLg+yw5DQRA79Ka7/23muYBHQFYdxfPXaGI1wvsiwvNOvnDW8ju8NF2M3kCUDtcx4mN8/tkH+A90swBvqc45uQsjkz21DnW1py6lYDNHrr9LjUEPqRGw5tv/wbq9gZymkXDIt8zcrxLK7FIji7yVseuyN1otMmyj3cB3vTyHgWsSTU/irQn9ppoXSiPgP3IWi487bl9iT7c337pUvPyleeaa8vYu0S64c4wTkcwn2DNAGpvA7qtNG6f7pULS80yVeIXAd4zzP1YXF+2nHzCGt1H/+2yj+xQwG6X/Hnzqy2Otscziq4ppwV469CSmSO7RJkztWOY+xd8+1SGjKI/dxadeYaoOu3MzsHUmgN8ylIVMO8+pggiMveAyuU36eRgBPzOOhR0IuKPuZNzS+ea1755mdSZq80lUm50Pu/jUPgUUPXLTz+B7n+bGhqkoEBpP8COGkaPGPU+5mmBOdvHSTEP4G2k23S8uNuy/VSn+sDaHgwYhtOt/Cb3rV7hs5jXjjPZPWp0XKo5wHvxAk+KY0aOt8CbDiSlj7d587LdnIPotR7AW5ZAD0tEscQW6BUb0NN7PSVqHdZh9/wR6enRv+Nyu5/XPbc40euNJUDuYrwE413HW3uuYpL2UHRxq8TP3YkK1Tyc1z2HQBw/zpE2SBwmAnMSkZJmP8IeECzAGI9Mr4nXJQLuGcIGLrZTtL1DvrvA+zFpWfvIyFYA79UsroZjyIBuOgeLjX4q1TzxyGnAO67ZQGbYjYPAO7zCBUv1xnHoyo//ul92YgDqsytV5d3OJGSOd3dS+o2oQaO3T0ZDMPvB7JdFvPXoJfAuj27v7JCEzMGrDzeEIwybjGCx6PGyzQK2ZwvwnuNfN++guqF89PAJvM3rzhzvjHZIKcxduHfs3Fd/WwQ8hSjBZ/ygNexaYBebVH72RWNeF8jghl+jkwWixm2H/HqysnhcoALvBAYUHrAtia19eLOCb71VAvR4v+QjxCFCDPMeKrW83kxcS8nz6Rkjde7zPsNjVcBngJz4Yi/WP3g/1Zte4Wk1KPJ7z4K4Qdyc4L4az7loB3/bA+fPHi+mqXPQ1gjvXwLFCdARw2qsx1s1ipfX4iPz+eNiyhtGlnvzHjnzYfgXpahBj6e25ni/+cZvoIKtthFv57gGGvOa/Z1R2Ix4H1AUZjDi3QXeE9MUVxN4A1i+DvAmRMMS6AHvwssdGJ3On4X29sVf+HqftJviV/lZh8pUh72qdX+eFHHG3Ghqmfdavbx6T6s09+S7wxzhNyp911ktGpbAPA0hKebmWUdxGfSPr72OyjyRIq7eqd5SC0pJ2TPPO4rW8JnHi3xP9JLve54pIoGR+8p37S2rUf4UD+85opPm1BpllMXjdwQ689FOB/DtpsCFWcRohGtJ4J3S2X10o3lujIJ+N/+oZptLPsC3kWDTdDSALpKzfBEj+cqV5WaJfrxzRKyGzbmNStIY7eQ6SpFfX9ts/ukn/9K8Bw0zNqrwCObZn8nn72z2tSPCEfdm+w/bpw1x/B/+WOBtH2+Mb40aI8Q6TmBpGPHOPt7HCbwZt7adWIl4h0Ml7qmyTcq2H9uMlEhAZDg+KNajbiz7Szh0jTgIpMjZXQNEzcOeOqfRPoITAKN+lN9PsFZ0TEf1VdtEcZ81IhEyyPMAY+KJoLJPmVV9kYNTC135WudMd4cNJ4+GTaBRvAAAA/NJREFUr7m8pjhgwCkDhwAuJs1fRIX0WYD3NIbdFnT7MU5849r15ns4LeYt1FQKmCnPF6Gl3r5/r/nJv/+0eeezT5oTDPajAL1WpmbvwAE0BXV+iwrTMmnG0SPSbbeghT7BoAlnlBFBAO9TjFudROYxW+3cBWAahA4ox8HK0PZUdz4PdBgJkImYaVBOkqOtwbkDoDf3UiaHjDNbqcngsCjqWdgbAu4N7umANWBu9whOBEG3TvYRgPcUMirDQICxBQBSDmUBWClep8wkoOnc0guAzHPhdLNoVcbf+u2Y7hrp27fS4izff/Y3vRxRv6JRuB9Uc4H3Y/JOLdyn08baC0ZsDwA3+0S9J7FDPK4OH2XP/bs6bwavJcxFhCvGnrU6pIMWGyZShRgX5UOHk1TzauD22VnFjlKinZ9p9MryykVSGa5GispDHCwP7z2IavohmbH/pJGajvxM04l1XFLDAnwXZ1JYEkUfp9M787ttyTVkHznBN8D7GOB9OEo1+jHBtwDlLNexQgT/DEX/9pv1B29T4O911tUaoG0CnUdOODIwTw6y7AajsY9Z2zvsnU/NI2XN7SJr9wDf24zD8AQ1feaJNC5COaeY3gF5zWs3P2o233ujOSECvgwgevnFG+SZrzQ7gL+7W1lgrTmghVmDU+kpzu/DrWYOCveCsmWqFs7sEY41zTqYR37P4HjUObqPA/webJZ33nsvng9ZL6k7mUcdaSXHO1NKe7Z2V7Za4N2NeAO8TwDeFsU8OgJ4c9AxvHxjzOE4iucsIPYalcq/ff1q8+LF2eYCNPrpUrdke++wufNgq/n481WKwa3HOl5ZPt9cvbjcLNNPfdZ6D7b6i+rZIwBZHIOs903mfZN184ic6Q0iybtPoYijWqxE/kT5AvBGbq11REpBtcMojAgAt82gdWYsTQ/AsbigxdaUoxlkdHZytDmHc+8Kbc2urlCzAjC+yHXZwvEpc/mIEwm+H0IZN/f7zvp+c5Pq9KubMBHwBD1/9ULz/e+81ryAvM6wJ+2jKz6lhsIv3/6gef/D2+gp0+Rgmulws4c3e9GxRflgnpxQgyPBt7aAr0tdhqKnQ56/DHgzbd26QzmLpwPv/AxmETIzbcR7cZkn7Fs7jZBP4dO6GFHV3K4kpc97Bd61AGvsB9r2pUtBvBbz1CBMqJmMvHb3mthvwwAqslYcBqfhrcoa7H2WEd0K+/J1ea863MqH2f0gwEMr1+rZdF4m8Pb/ltIe+3wB2gleeMim9Z/EEUa6o9Ui60bmlY7ZjIInIE8gns5sW1mqL3W0ngq8sR/2kI9HG2tEvQHeEfHOukW1Ynwc6HcEvGtxtaDYx5DEDccp/heGy3q6+JnKa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4585716"/>
            <a:ext cx="9052560" cy="38679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257800" y="8247888"/>
            <a:ext cx="705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63440" y="3774748"/>
            <a:ext cx="8425881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ru-RU" sz="5400" b="1" dirty="0"/>
              <a:t>Название:</a:t>
            </a:r>
            <a:r>
              <a:rPr lang="ru-RU" sz="5400" dirty="0"/>
              <a:t> Analytics </a:t>
            </a:r>
            <a:r>
              <a:rPr lang="ru-RU" sz="5400" dirty="0" err="1"/>
              <a:t>Trainer</a:t>
            </a:r>
            <a:br>
              <a:rPr lang="ru-RU" sz="5400" dirty="0"/>
            </a:br>
            <a:r>
              <a:rPr lang="ru-RU" sz="5400" b="1" dirty="0"/>
              <a:t>Подзаголовок:</a:t>
            </a:r>
            <a:r>
              <a:rPr lang="ru-RU" sz="5400" dirty="0"/>
              <a:t> Бэкенд-сервис для отработки навыков аналитика</a:t>
            </a:r>
            <a:br>
              <a:rPr lang="ru-RU" sz="5400" dirty="0"/>
            </a:br>
            <a:r>
              <a:rPr lang="ru-RU" sz="5400" b="1" dirty="0"/>
              <a:t>Команда:</a:t>
            </a:r>
            <a:r>
              <a:rPr lang="ru-RU" sz="5400" dirty="0"/>
              <a:t> Абянов Дамир </a:t>
            </a:r>
            <a:r>
              <a:rPr lang="ru-RU" sz="5400" dirty="0" err="1"/>
              <a:t>Шагидинович</a:t>
            </a:r>
            <a:br>
              <a:rPr lang="ru-RU" sz="5400" dirty="0"/>
            </a:br>
            <a:r>
              <a:rPr lang="ru-RU" sz="5400" b="1" dirty="0"/>
              <a:t>Дата защиты:</a:t>
            </a:r>
            <a:r>
              <a:rPr lang="ru-RU" sz="5400" dirty="0"/>
              <a:t> 25.05.2026</a:t>
            </a:r>
            <a:br>
              <a:rPr lang="ru-RU" sz="5400" dirty="0"/>
            </a:br>
            <a:r>
              <a:rPr lang="ru-RU" sz="5400" b="1" dirty="0"/>
              <a:t>Формат:</a:t>
            </a:r>
            <a:r>
              <a:rPr lang="ru-RU" sz="5400" dirty="0"/>
              <a:t> Учебный проект / Кейс-защита</a:t>
            </a:r>
            <a:endParaRPr lang="en-US" sz="5300" dirty="0"/>
          </a:p>
        </p:txBody>
      </p:sp>
      <p:sp>
        <p:nvSpPr>
          <p:cNvPr id="6" name="Text 1"/>
          <p:cNvSpPr/>
          <p:nvPr/>
        </p:nvSpPr>
        <p:spPr>
          <a:xfrm>
            <a:off x="9402003" y="5960726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CF7E7-9B55-A961-DDDA-9E3A79F4A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4835FEBF-B75A-C2DB-078E-9A43224108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874B1148-C77B-A6DA-E6EA-A9FFA0FD7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7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47E67617-04C0-F94B-CCDA-D9080CD8B9BD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AFC7624A-5C33-A8A8-105E-39713A71BCC8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D1696-6E15-387F-27AD-F9AD013D219A}"/>
              </a:ext>
            </a:extLst>
          </p:cNvPr>
          <p:cNvSpPr txBox="1"/>
          <p:nvPr/>
        </p:nvSpPr>
        <p:spPr>
          <a:xfrm>
            <a:off x="4343083" y="1844605"/>
            <a:ext cx="886968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Бизнес-проблема: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Аналитикам негде </a:t>
            </a:r>
            <a:r>
              <a:rPr lang="ru-RU" sz="3600" b="1" dirty="0"/>
              <a:t>безопасно практиковаться</a:t>
            </a:r>
            <a:r>
              <a:rPr lang="ru-RU" sz="3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Нет единой системы для проверки: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тестов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поиска ошибок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открытых заданий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Ручная проверка → дорого и медленно.</a:t>
            </a:r>
          </a:p>
          <a:p>
            <a:pPr>
              <a:buNone/>
            </a:pPr>
            <a:r>
              <a:rPr lang="ru-RU" sz="3600" b="1" dirty="0"/>
              <a:t>Возможность:</a:t>
            </a:r>
            <a:endParaRPr lang="ru-RU" sz="3600" dirty="0"/>
          </a:p>
          <a:p>
            <a:pPr>
              <a:buNone/>
            </a:pPr>
            <a:r>
              <a:rPr lang="ru-RU" sz="3600" dirty="0"/>
              <a:t>Автоматизированный тренажёр с автопроверкой, баллами и прогрессом.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6681D-C0EC-19DB-5D7F-E22EE8020F04}"/>
              </a:ext>
            </a:extLst>
          </p:cNvPr>
          <p:cNvSpPr txBox="1"/>
          <p:nvPr/>
        </p:nvSpPr>
        <p:spPr>
          <a:xfrm>
            <a:off x="4463321" y="796166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Проблема и возможности</a:t>
            </a:r>
          </a:p>
        </p:txBody>
      </p:sp>
    </p:spTree>
    <p:extLst>
      <p:ext uri="{BB962C8B-B14F-4D97-AF65-F5344CB8AC3E}">
        <p14:creationId xmlns:p14="http://schemas.microsoft.com/office/powerpoint/2010/main" val="1131629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9F106-5D1B-8D5C-68C8-02E75A96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038336CE-B45C-1A59-BA09-6939815904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E2B923B6-F23C-9DE4-2A60-8312F42FF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8ADAA4F-3683-9CC9-88D7-46256D7207C3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873536F-CD00-36AB-3A2A-890D6D47BBFB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46DF0DB-8CB2-4280-8B86-926F65979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780211"/>
              </p:ext>
            </p:extLst>
          </p:nvPr>
        </p:nvGraphicFramePr>
        <p:xfrm>
          <a:off x="1536284" y="3657600"/>
          <a:ext cx="15143162" cy="2560320"/>
        </p:xfrm>
        <a:graphic>
          <a:graphicData uri="http://schemas.openxmlformats.org/drawingml/2006/table">
            <a:tbl>
              <a:tblPr/>
              <a:tblGrid>
                <a:gridCol w="7571581">
                  <a:extLst>
                    <a:ext uri="{9D8B030D-6E8A-4147-A177-3AD203B41FA5}">
                      <a16:colId xmlns:a16="http://schemas.microsoft.com/office/drawing/2014/main" val="3077087684"/>
                    </a:ext>
                  </a:extLst>
                </a:gridCol>
                <a:gridCol w="7571581">
                  <a:extLst>
                    <a:ext uri="{9D8B030D-6E8A-4147-A177-3AD203B41FA5}">
                      <a16:colId xmlns:a16="http://schemas.microsoft.com/office/drawing/2014/main" val="347702598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Сегмент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Потребность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0424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 dirty="0"/>
                        <a:t>Junior-</a:t>
                      </a:r>
                      <a:r>
                        <a:rPr lang="ru-RU" sz="3600" dirty="0"/>
                        <a:t>аналитики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Практика без страха ошибки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06162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Студенты курсов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Обратная связь + рейтинг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493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 dirty="0"/>
                        <a:t>HR / </a:t>
                      </a:r>
                      <a:r>
                        <a:rPr lang="ru-RU" sz="3600" dirty="0"/>
                        <a:t>ЛПР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Оценка навыков кандидатов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65559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140EAF6-D692-C76E-F5B8-D49BE12B9403}"/>
              </a:ext>
            </a:extLst>
          </p:cNvPr>
          <p:cNvSpPr txBox="1"/>
          <p:nvPr/>
        </p:nvSpPr>
        <p:spPr>
          <a:xfrm>
            <a:off x="4329750" y="1746504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Целевая аудитория и их потребности</a:t>
            </a:r>
          </a:p>
        </p:txBody>
      </p:sp>
    </p:spTree>
    <p:extLst>
      <p:ext uri="{BB962C8B-B14F-4D97-AF65-F5344CB8AC3E}">
        <p14:creationId xmlns:p14="http://schemas.microsoft.com/office/powerpoint/2010/main" val="3129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68E2-2AFD-FABD-EC22-FC125D6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12289A28-8991-814B-23AE-095728FB4A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7D67BE84-ED0D-4ECB-481B-E45C7C620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49BF8B59-C2CC-632B-0ACD-102347C42E17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7297D1D-997D-16D0-D60D-EFEEED38B95C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922770-C9D8-ED66-B7DA-07F09073426B}"/>
              </a:ext>
            </a:extLst>
          </p:cNvPr>
          <p:cNvSpPr txBox="1"/>
          <p:nvPr/>
        </p:nvSpPr>
        <p:spPr>
          <a:xfrm>
            <a:off x="4328410" y="2282493"/>
            <a:ext cx="889666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Бизнес-цели: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Снизить время проверки заданий → на 80%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Дать объективную оценку через баллы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Поддержать 3 типа заданий</a:t>
            </a:r>
          </a:p>
          <a:p>
            <a:pPr>
              <a:buNone/>
            </a:pPr>
            <a:r>
              <a:rPr lang="ru-RU" sz="3600" b="1" dirty="0"/>
              <a:t>Технические ограничения: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Java + Go (микросервисы)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 err="1"/>
              <a:t>PostgreSQL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 err="1"/>
              <a:t>Docker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Без фронтенда (только API)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88148-177E-830E-8B70-9CF757B6617C}"/>
              </a:ext>
            </a:extLst>
          </p:cNvPr>
          <p:cNvSpPr txBox="1"/>
          <p:nvPr/>
        </p:nvSpPr>
        <p:spPr>
          <a:xfrm>
            <a:off x="5842417" y="914400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Цели и ограничения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561426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0DE91-E3CF-0929-52B0-E8890B6C2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ED563D35-625D-4426-33A0-1F70339A0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7A5EB333-EC64-BBCC-DD71-1DEB9781E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05EDBD5A-8E49-785D-FC0D-9D2668F4916D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1F65140-5F54-C556-9411-CC7DAB063E91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C5FF1DC-8198-7FC2-1B23-589A0EC092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495202"/>
              </p:ext>
            </p:extLst>
          </p:nvPr>
        </p:nvGraphicFramePr>
        <p:xfrm>
          <a:off x="1753360" y="2505967"/>
          <a:ext cx="13814975" cy="6035040"/>
        </p:xfrm>
        <a:graphic>
          <a:graphicData uri="http://schemas.openxmlformats.org/drawingml/2006/table">
            <a:tbl>
              <a:tblPr/>
              <a:tblGrid>
                <a:gridCol w="3576692">
                  <a:extLst>
                    <a:ext uri="{9D8B030D-6E8A-4147-A177-3AD203B41FA5}">
                      <a16:colId xmlns:a16="http://schemas.microsoft.com/office/drawing/2014/main" val="1806663645"/>
                    </a:ext>
                  </a:extLst>
                </a:gridCol>
                <a:gridCol w="5351488">
                  <a:extLst>
                    <a:ext uri="{9D8B030D-6E8A-4147-A177-3AD203B41FA5}">
                      <a16:colId xmlns:a16="http://schemas.microsoft.com/office/drawing/2014/main" val="803062984"/>
                    </a:ext>
                  </a:extLst>
                </a:gridCol>
                <a:gridCol w="4886795">
                  <a:extLst>
                    <a:ext uri="{9D8B030D-6E8A-4147-A177-3AD203B41FA5}">
                      <a16:colId xmlns:a16="http://schemas.microsoft.com/office/drawing/2014/main" val="36786969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Метрика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Целевое значение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Факт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417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Время проверки задания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&lt; 500 мс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 ~200 мс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01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Типов заданий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437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Балльная система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единая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859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Контейнеризация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да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Процент авто-проверки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&gt; 90%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✅ 100% для теста/ошибок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65003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80DA5C2-3CE9-309C-64EF-178FF4966A0D}"/>
              </a:ext>
            </a:extLst>
          </p:cNvPr>
          <p:cNvSpPr txBox="1"/>
          <p:nvPr/>
        </p:nvSpPr>
        <p:spPr>
          <a:xfrm>
            <a:off x="5677524" y="1266694"/>
            <a:ext cx="88966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Ключевые метрики успеха</a:t>
            </a:r>
          </a:p>
        </p:txBody>
      </p:sp>
    </p:spTree>
    <p:extLst>
      <p:ext uri="{BB962C8B-B14F-4D97-AF65-F5344CB8AC3E}">
        <p14:creationId xmlns:p14="http://schemas.microsoft.com/office/powerpoint/2010/main" val="889211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35371-301D-42FF-F9D3-3EEC9FFC1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174966B3-B9E4-08F7-0451-F244E946D8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FACD5330-6FFA-20E6-53C1-5994CEDEF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327CD605-B2F7-3CC7-7811-32ECA719ED51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D7D8565-FAEF-8876-F6CB-982AF51BA49C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8A35-7C8B-88F7-E49B-0D1E36D3CA85}"/>
              </a:ext>
            </a:extLst>
          </p:cNvPr>
          <p:cNvSpPr txBox="1"/>
          <p:nvPr/>
        </p:nvSpPr>
        <p:spPr>
          <a:xfrm>
            <a:off x="4328410" y="2647429"/>
            <a:ext cx="889666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3600" dirty="0"/>
          </a:p>
          <a:p>
            <a:pPr>
              <a:buNone/>
            </a:pPr>
            <a:r>
              <a:rPr lang="ru-RU" sz="3600" dirty="0"/>
              <a:t>Клиент → </a:t>
            </a:r>
            <a:r>
              <a:rPr lang="en-US" sz="3600" dirty="0"/>
              <a:t>Java-</a:t>
            </a:r>
            <a:r>
              <a:rPr lang="ru-RU" sz="3600" dirty="0"/>
              <a:t>бэк (8080) → </a:t>
            </a:r>
            <a:r>
              <a:rPr lang="en-US" sz="3600" dirty="0"/>
              <a:t>PostgreSQL</a:t>
            </a:r>
          </a:p>
          <a:p>
            <a:pPr>
              <a:buNone/>
            </a:pPr>
            <a:r>
              <a:rPr lang="en-US" sz="3600" dirty="0"/>
              <a:t>              ↓</a:t>
            </a:r>
          </a:p>
          <a:p>
            <a:pPr>
              <a:buNone/>
            </a:pPr>
            <a:r>
              <a:rPr lang="en-US" sz="3600" dirty="0"/>
              <a:t>         Go-</a:t>
            </a:r>
            <a:r>
              <a:rPr lang="ru-RU" sz="3600" dirty="0"/>
              <a:t>чекер (8081)</a:t>
            </a:r>
          </a:p>
          <a:p>
            <a:pPr>
              <a:buNone/>
            </a:pPr>
            <a:endParaRPr lang="ru-RU" sz="3600" dirty="0"/>
          </a:p>
          <a:p>
            <a:pPr>
              <a:buNone/>
            </a:pPr>
            <a:r>
              <a:rPr lang="ru-RU" sz="3600" b="1" dirty="0"/>
              <a:t>Ключевое решение:</a:t>
            </a:r>
          </a:p>
          <a:p>
            <a:pPr>
              <a:buNone/>
            </a:pP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Java — </a:t>
            </a:r>
            <a:r>
              <a:rPr lang="ru-RU" sz="3600" dirty="0"/>
              <a:t>основной </a:t>
            </a:r>
            <a:r>
              <a:rPr lang="en-US" sz="3600" dirty="0"/>
              <a:t>API + </a:t>
            </a:r>
            <a:r>
              <a:rPr lang="ru-RU" sz="3600" dirty="0"/>
              <a:t>бизнес-логика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Go — </a:t>
            </a:r>
            <a:r>
              <a:rPr lang="ru-RU" sz="3600" dirty="0"/>
              <a:t>быстрая автопроверка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F8BEA6-B153-574B-9FE1-226AB5358835}"/>
              </a:ext>
            </a:extLst>
          </p:cNvPr>
          <p:cNvSpPr txBox="1"/>
          <p:nvPr/>
        </p:nvSpPr>
        <p:spPr>
          <a:xfrm>
            <a:off x="5332750" y="1194919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Архитектура решения </a:t>
            </a:r>
          </a:p>
        </p:txBody>
      </p:sp>
    </p:spTree>
    <p:extLst>
      <p:ext uri="{BB962C8B-B14F-4D97-AF65-F5344CB8AC3E}">
        <p14:creationId xmlns:p14="http://schemas.microsoft.com/office/powerpoint/2010/main" val="3081855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DB733-EA25-AB9F-E522-143ECE29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C5692E05-F881-17BC-D8CD-9BAEC08019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CAF5E586-6420-8E01-F161-6BD72CC20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6456C385-13E0-D9A5-FBD2-A7DD2D96FBD8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2B29EE6-25E9-D385-95BE-E066672D5E72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4566F-B2DF-B825-DABE-3F07B8AA070B}"/>
              </a:ext>
            </a:extLst>
          </p:cNvPr>
          <p:cNvSpPr txBox="1"/>
          <p:nvPr/>
        </p:nvSpPr>
        <p:spPr>
          <a:xfrm>
            <a:off x="5932357" y="703364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Реализованные функции </a:t>
            </a:r>
            <a:r>
              <a:rPr lang="en-US" sz="4000" b="1" dirty="0"/>
              <a:t>API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F312216A-5753-2265-DFEF-47B9E5548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379969"/>
              </p:ext>
            </p:extLst>
          </p:nvPr>
        </p:nvGraphicFramePr>
        <p:xfrm>
          <a:off x="1830421" y="3017520"/>
          <a:ext cx="15143163" cy="3840480"/>
        </p:xfrm>
        <a:graphic>
          <a:graphicData uri="http://schemas.openxmlformats.org/drawingml/2006/table">
            <a:tbl>
              <a:tblPr/>
              <a:tblGrid>
                <a:gridCol w="5047721">
                  <a:extLst>
                    <a:ext uri="{9D8B030D-6E8A-4147-A177-3AD203B41FA5}">
                      <a16:colId xmlns:a16="http://schemas.microsoft.com/office/drawing/2014/main" val="2397319282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62749436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5880154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Эндпоинт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Зачем бизнесу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188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/register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Онбординг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911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/login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Безопасный вход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332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/trainings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Выбор задания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150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/trainings/{id}/attempt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Проверка навыка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93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/profile/progress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Мотивация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041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4078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3C6B7-FBFC-9E77-A74B-4D53C37BB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25A3399F-AAC3-B5C9-D72D-8D97B9034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28315547-BC9B-6478-D54F-C531704DE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4CEB872-72B2-1DFB-47E0-CC3B2B9E86A5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A4BA02A-6C56-7861-18A7-098A1F76F53F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6A85FF-BE11-3110-31E6-E0EE4FE61C5E}"/>
              </a:ext>
            </a:extLst>
          </p:cNvPr>
          <p:cNvSpPr txBox="1"/>
          <p:nvPr/>
        </p:nvSpPr>
        <p:spPr>
          <a:xfrm>
            <a:off x="4919162" y="2647429"/>
            <a:ext cx="8896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Java отправляет задание + ответ пользователя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Go возвращает </a:t>
            </a:r>
            <a:r>
              <a:rPr lang="ru-RU" sz="3600" dirty="0" err="1"/>
              <a:t>score</a:t>
            </a:r>
            <a:r>
              <a:rPr lang="ru-RU" sz="3600" dirty="0"/>
              <a:t> и фидбек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Время проверки &lt; 50 мс</a:t>
            </a:r>
          </a:p>
          <a:p>
            <a:pPr>
              <a:buNone/>
            </a:pPr>
            <a:r>
              <a:rPr lang="ru-RU" sz="3600" b="1" dirty="0"/>
              <a:t>Почему Go:</a:t>
            </a:r>
            <a:r>
              <a:rPr lang="ru-RU" sz="3600" dirty="0"/>
              <a:t> скорость, конкурентность, лёгкий деплой.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664652-C529-3610-B9BE-AA8F8ABF3B2B}"/>
              </a:ext>
            </a:extLst>
          </p:cNvPr>
          <p:cNvSpPr txBox="1"/>
          <p:nvPr/>
        </p:nvSpPr>
        <p:spPr>
          <a:xfrm>
            <a:off x="4953671" y="914400"/>
            <a:ext cx="924201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Интеграция с Go-микросервисом (ключевая функциональность)</a:t>
            </a:r>
          </a:p>
        </p:txBody>
      </p:sp>
    </p:spTree>
    <p:extLst>
      <p:ext uri="{BB962C8B-B14F-4D97-AF65-F5344CB8AC3E}">
        <p14:creationId xmlns:p14="http://schemas.microsoft.com/office/powerpoint/2010/main" val="2216363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22FE3-3FCF-CA7F-247A-271215F7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A78139BA-1921-E469-C32A-B7B8B13BF7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9483874A-F8F5-963F-F845-F147DF894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499" y="318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E0E21B3-849E-B6C1-8043-B03743AE3413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26ED1A2-45EB-F376-8CE2-E18D9302D706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486841-2D60-EE82-26ED-BB003F75F0A3}"/>
              </a:ext>
            </a:extLst>
          </p:cNvPr>
          <p:cNvSpPr txBox="1"/>
          <p:nvPr/>
        </p:nvSpPr>
        <p:spPr>
          <a:xfrm>
            <a:off x="4358388" y="1404553"/>
            <a:ext cx="9792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Как тестировалось и проверялось качество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42EBC3-952F-414B-82DF-3CAE60FB88DF}"/>
              </a:ext>
            </a:extLst>
          </p:cNvPr>
          <p:cNvSpPr txBox="1"/>
          <p:nvPr/>
        </p:nvSpPr>
        <p:spPr>
          <a:xfrm>
            <a:off x="5310264" y="3708657"/>
            <a:ext cx="889666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run-tests.sh — API-</a:t>
            </a:r>
            <a:r>
              <a:rPr lang="ru-RU" sz="3600" dirty="0"/>
              <a:t>тесты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full_test.sh — </a:t>
            </a:r>
            <a:r>
              <a:rPr lang="ru-RU" sz="3600" dirty="0"/>
              <a:t>сквозной сценарий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final_check.sh — </a:t>
            </a:r>
            <a:r>
              <a:rPr lang="ru-RU" sz="3600" dirty="0"/>
              <a:t>итоговая проверка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C0B8C-7F85-774A-5DF6-EEF59BF47055}"/>
              </a:ext>
            </a:extLst>
          </p:cNvPr>
          <p:cNvSpPr txBox="1"/>
          <p:nvPr/>
        </p:nvSpPr>
        <p:spPr>
          <a:xfrm>
            <a:off x="4953672" y="6817801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Результат:</a:t>
            </a:r>
            <a:r>
              <a:rPr lang="ru-RU" sz="4000" dirty="0"/>
              <a:t> 100% успешных </a:t>
            </a:r>
            <a:r>
              <a:rPr lang="ru-RU" sz="4000" dirty="0" err="1"/>
              <a:t>автотестов</a:t>
            </a:r>
            <a:r>
              <a:rPr lang="ru-RU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6952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0574-5684-CD5D-ADA2-19860F6A4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EE830A5D-F64A-CF04-D90A-DAF33C34E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1BDAE44D-7AB5-6104-0857-01F653C8E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499" y="318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1879F8A-7522-E200-8506-79EA6560174A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ABF2FB0-C613-D4A5-F507-58E8A0CD4127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34E82081-38CA-DC03-571A-11F044064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461288"/>
              </p:ext>
            </p:extLst>
          </p:nvPr>
        </p:nvGraphicFramePr>
        <p:xfrm>
          <a:off x="1205159" y="3258112"/>
          <a:ext cx="15143163" cy="5394960"/>
        </p:xfrm>
        <a:graphic>
          <a:graphicData uri="http://schemas.openxmlformats.org/drawingml/2006/table">
            <a:tbl>
              <a:tblPr/>
              <a:tblGrid>
                <a:gridCol w="5047721">
                  <a:extLst>
                    <a:ext uri="{9D8B030D-6E8A-4147-A177-3AD203B41FA5}">
                      <a16:colId xmlns:a16="http://schemas.microsoft.com/office/drawing/2014/main" val="536641364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2749381700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950256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Участник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Роль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Вклад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84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Абянов Д.Ш.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/>
                        <a:t>Team Lead / Java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архитектура, </a:t>
                      </a:r>
                      <a:r>
                        <a:rPr lang="en-US" sz="3600"/>
                        <a:t>JWT, API, Docker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316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/>
                        <a:t>Go-</a:t>
                      </a:r>
                      <a:r>
                        <a:rPr lang="ru-RU" sz="3600"/>
                        <a:t>разработчик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чекер, интеграция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710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Базы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схема, индексы, тестовые данные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599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Тестирование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 err="1"/>
                        <a:t>автотесты</a:t>
                      </a:r>
                      <a:r>
                        <a:rPr lang="ru-RU" sz="3600" dirty="0"/>
                        <a:t>, </a:t>
                      </a:r>
                      <a:r>
                        <a:rPr lang="en-US" sz="3600" dirty="0"/>
                        <a:t>CI-</a:t>
                      </a:r>
                      <a:r>
                        <a:rPr lang="ru-RU" sz="3600" dirty="0"/>
                        <a:t>скрипты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52139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7A289E8-A5FF-1051-A801-7A1186C0E6F2}"/>
              </a:ext>
            </a:extLst>
          </p:cNvPr>
          <p:cNvSpPr txBox="1"/>
          <p:nvPr/>
        </p:nvSpPr>
        <p:spPr>
          <a:xfrm>
            <a:off x="5452672" y="921329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Роли и вклад команды</a:t>
            </a:r>
          </a:p>
        </p:txBody>
      </p:sp>
    </p:spTree>
    <p:extLst>
      <p:ext uri="{BB962C8B-B14F-4D97-AF65-F5344CB8AC3E}">
        <p14:creationId xmlns:p14="http://schemas.microsoft.com/office/powerpoint/2010/main" val="2228372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91E68-4080-9403-D83F-BB6C6E75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9F5E1D64-94A6-19B0-BFDF-B74F367DD5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AD355CB6-1465-227E-6319-698007447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717" y="150789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B2830F99-E0E8-6ADA-62DA-2134C9F1D8F1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D1917C7-1702-4F88-4738-4B2DA85A5C15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23C3A1-FC6D-2B4F-7371-F1A8721B337F}"/>
              </a:ext>
            </a:extLst>
          </p:cNvPr>
          <p:cNvSpPr txBox="1"/>
          <p:nvPr/>
        </p:nvSpPr>
        <p:spPr>
          <a:xfrm>
            <a:off x="4358388" y="1404553"/>
            <a:ext cx="979232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b="1" dirty="0"/>
              <a:t>Ссылки на материалы</a:t>
            </a:r>
          </a:p>
          <a:p>
            <a:pPr>
              <a:buNone/>
            </a:pPr>
            <a:endParaRPr lang="ru-RU" sz="4000" b="1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F24F28E-8A0A-F3A1-58B2-65E3026E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022" y="3241891"/>
            <a:ext cx="1707461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🐙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https://github.com/AbyanovDamir/analytics-trainer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📄 Текстовый отчёт (Google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Docs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r>
              <a:rPr lang="en-US" altLang="ru-RU" sz="2400" dirty="0"/>
              <a:t>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https://docs.google.com/document/d/15XSb6DdtCc15DN3Uycr7iUViNvMOZGuhGAATHQ9yixw/edit?tab=t.0#heading=h.d2fyfe6sh6ga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📊 Таблица метрик (Google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Sheets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https://docs.google.com/spreadsheets/d/1bVHSd3kZ0jCI0lvcvpIOWEu2rW8nbJjauIvBIBCexH0/edit?gid=249578957#gid=249578957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00082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B9A0C-F49E-253F-8FD5-D35784DA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8A0CBEDE-A52F-3AE6-29F8-14EC3BDCA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387A91C1-F71B-574A-D241-534A4B558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D75874F-83DC-AD7A-03AC-1C85833ED17C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0F2477A-C6B8-D6A4-B4AC-6D2A7F269896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93AAA-B386-89E6-3D46-11212A151E47}"/>
              </a:ext>
            </a:extLst>
          </p:cNvPr>
          <p:cNvSpPr txBox="1"/>
          <p:nvPr/>
        </p:nvSpPr>
        <p:spPr>
          <a:xfrm>
            <a:off x="4919162" y="2605658"/>
            <a:ext cx="8896662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/>
              <a:t>✅ </a:t>
            </a:r>
            <a:r>
              <a:rPr lang="ru-RU" sz="3600" dirty="0"/>
              <a:t>Готовый бэкенд для аналитического тренажёра</a:t>
            </a:r>
            <a:br>
              <a:rPr lang="ru-RU" sz="3600" dirty="0"/>
            </a:br>
            <a:r>
              <a:rPr lang="ru-RU" sz="3600" dirty="0"/>
              <a:t>✅ JWT-безопасность</a:t>
            </a:r>
            <a:br>
              <a:rPr lang="ru-RU" sz="3600" dirty="0"/>
            </a:br>
            <a:r>
              <a:rPr lang="ru-RU" sz="3600" dirty="0"/>
              <a:t>✅ Автопроверка через Go</a:t>
            </a:r>
            <a:br>
              <a:rPr lang="ru-RU" sz="3600" dirty="0"/>
            </a:br>
            <a:r>
              <a:rPr lang="ru-RU" sz="3600" dirty="0"/>
              <a:t>✅ Прогресс и баллы</a:t>
            </a:r>
            <a:br>
              <a:rPr lang="ru-RU" sz="3600" dirty="0"/>
            </a:br>
            <a:r>
              <a:rPr lang="ru-RU" sz="3600" dirty="0"/>
              <a:t>✅ Полная контейнеризация</a:t>
            </a:r>
          </a:p>
          <a:p>
            <a:pPr>
              <a:buNone/>
            </a:pPr>
            <a:r>
              <a:rPr lang="ru-RU" sz="3600" b="1" dirty="0"/>
              <a:t>Ценность: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Экономия времени на проверке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Объективность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Масштабируемость (добавление заданий без изменений кода)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6BA261-9262-7F06-433B-7F081081762E}"/>
              </a:ext>
            </a:extLst>
          </p:cNvPr>
          <p:cNvSpPr txBox="1"/>
          <p:nvPr/>
        </p:nvSpPr>
        <p:spPr>
          <a:xfrm>
            <a:off x="5587583" y="901551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Итоги и ценность для бизнеса</a:t>
            </a:r>
          </a:p>
        </p:txBody>
      </p:sp>
    </p:spTree>
    <p:extLst>
      <p:ext uri="{BB962C8B-B14F-4D97-AF65-F5344CB8AC3E}">
        <p14:creationId xmlns:p14="http://schemas.microsoft.com/office/powerpoint/2010/main" val="1511381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511</Words>
  <Application>Microsoft Office PowerPoint</Application>
  <PresentationFormat>Произвольный</PresentationFormat>
  <Paragraphs>130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Onest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Damir Abyanov</cp:lastModifiedBy>
  <cp:revision>16</cp:revision>
  <dcterms:created xsi:type="dcterms:W3CDTF">2026-04-21T13:37:31Z</dcterms:created>
  <dcterms:modified xsi:type="dcterms:W3CDTF">2026-05-23T19:36:32Z</dcterms:modified>
</cp:coreProperties>
</file>